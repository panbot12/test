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slides/slide2789.xml" ContentType="application/vnd.openxmlformats-officedocument.presentationml.slide+xml"/>
  <Override PartName="/ppt/slides/slide2790.xml" ContentType="application/vnd.openxmlformats-officedocument.presentationml.slide+xml"/>
  <Override PartName="/ppt/slides/slide2791.xml" ContentType="application/vnd.openxmlformats-officedocument.presentationml.slide+xml"/>
  <Override PartName="/ppt/slides/slide2792.xml" ContentType="application/vnd.openxmlformats-officedocument.presentationml.slide+xml"/>
  <Override PartName="/ppt/slides/slide2793.xml" ContentType="application/vnd.openxmlformats-officedocument.presentationml.slide+xml"/>
  <Override PartName="/ppt/slides/slide2794.xml" ContentType="application/vnd.openxmlformats-officedocument.presentationml.slide+xml"/>
  <Override PartName="/ppt/slides/slide2795.xml" ContentType="application/vnd.openxmlformats-officedocument.presentationml.slide+xml"/>
  <Override PartName="/ppt/slides/slide2796.xml" ContentType="application/vnd.openxmlformats-officedocument.presentationml.slide+xml"/>
  <Override PartName="/ppt/slides/slide2797.xml" ContentType="application/vnd.openxmlformats-officedocument.presentationml.slide+xml"/>
  <Override PartName="/ppt/slides/slide2798.xml" ContentType="application/vnd.openxmlformats-officedocument.presentationml.slide+xml"/>
  <Override PartName="/ppt/slides/slide2799.xml" ContentType="application/vnd.openxmlformats-officedocument.presentationml.slide+xml"/>
  <Override PartName="/ppt/slides/slide2800.xml" ContentType="application/vnd.openxmlformats-officedocument.presentationml.slide+xml"/>
  <Override PartName="/ppt/slides/slide2801.xml" ContentType="application/vnd.openxmlformats-officedocument.presentationml.slide+xml"/>
  <Override PartName="/ppt/slides/slide2802.xml" ContentType="application/vnd.openxmlformats-officedocument.presentationml.slide+xml"/>
  <Override PartName="/ppt/slides/slide2803.xml" ContentType="application/vnd.openxmlformats-officedocument.presentationml.slide+xml"/>
  <Override PartName="/ppt/slides/slide2804.xml" ContentType="application/vnd.openxmlformats-officedocument.presentationml.slide+xml"/>
  <Override PartName="/ppt/slides/slide2805.xml" ContentType="application/vnd.openxmlformats-officedocument.presentationml.slide+xml"/>
  <Override PartName="/ppt/slides/slide2806.xml" ContentType="application/vnd.openxmlformats-officedocument.presentationml.slide+xml"/>
  <Override PartName="/ppt/slides/slide2807.xml" ContentType="application/vnd.openxmlformats-officedocument.presentationml.slide+xml"/>
  <Override PartName="/ppt/slides/slide2808.xml" ContentType="application/vnd.openxmlformats-officedocument.presentationml.slide+xml"/>
  <Override PartName="/ppt/slides/slide2809.xml" ContentType="application/vnd.openxmlformats-officedocument.presentationml.slide+xml"/>
  <Override PartName="/ppt/slides/slide2810.xml" ContentType="application/vnd.openxmlformats-officedocument.presentationml.slide+xml"/>
  <Override PartName="/ppt/slides/slide2811.xml" ContentType="application/vnd.openxmlformats-officedocument.presentationml.slide+xml"/>
  <Override PartName="/ppt/slides/slide2812.xml" ContentType="application/vnd.openxmlformats-officedocument.presentationml.slide+xml"/>
  <Override PartName="/ppt/slides/slide2813.xml" ContentType="application/vnd.openxmlformats-officedocument.presentationml.slide+xml"/>
  <Override PartName="/ppt/slides/slide2814.xml" ContentType="application/vnd.openxmlformats-officedocument.presentationml.slide+xml"/>
  <Override PartName="/ppt/slides/slide2815.xml" ContentType="application/vnd.openxmlformats-officedocument.presentationml.slide+xml"/>
  <Override PartName="/ppt/slides/slide2816.xml" ContentType="application/vnd.openxmlformats-officedocument.presentationml.slide+xml"/>
  <Override PartName="/ppt/slides/slide2817.xml" ContentType="application/vnd.openxmlformats-officedocument.presentationml.slide+xml"/>
  <Override PartName="/ppt/slides/slide2818.xml" ContentType="application/vnd.openxmlformats-officedocument.presentationml.slide+xml"/>
  <Override PartName="/ppt/slides/slide2819.xml" ContentType="application/vnd.openxmlformats-officedocument.presentationml.slide+xml"/>
  <Override PartName="/ppt/slides/slide2820.xml" ContentType="application/vnd.openxmlformats-officedocument.presentationml.slide+xml"/>
  <Override PartName="/ppt/slides/slide2821.xml" ContentType="application/vnd.openxmlformats-officedocument.presentationml.slide+xml"/>
  <Override PartName="/ppt/slides/slide2822.xml" ContentType="application/vnd.openxmlformats-officedocument.presentationml.slide+xml"/>
  <Override PartName="/ppt/slides/slide2823.xml" ContentType="application/vnd.openxmlformats-officedocument.presentationml.slide+xml"/>
  <Override PartName="/ppt/slides/slide2824.xml" ContentType="application/vnd.openxmlformats-officedocument.presentationml.slide+xml"/>
  <Override PartName="/ppt/slides/slide2825.xml" ContentType="application/vnd.openxmlformats-officedocument.presentationml.slide+xml"/>
  <Override PartName="/ppt/slides/slide2826.xml" ContentType="application/vnd.openxmlformats-officedocument.presentationml.slide+xml"/>
  <Override PartName="/ppt/slides/slide2827.xml" ContentType="application/vnd.openxmlformats-officedocument.presentationml.slide+xml"/>
  <Override PartName="/ppt/slides/slide2828.xml" ContentType="application/vnd.openxmlformats-officedocument.presentationml.slide+xml"/>
  <Override PartName="/ppt/slides/slide2829.xml" ContentType="application/vnd.openxmlformats-officedocument.presentationml.slide+xml"/>
  <Override PartName="/ppt/slides/slide2830.xml" ContentType="application/vnd.openxmlformats-officedocument.presentationml.slide+xml"/>
  <Override PartName="/ppt/slides/slide2831.xml" ContentType="application/vnd.openxmlformats-officedocument.presentationml.slide+xml"/>
  <Override PartName="/ppt/slides/slide2832.xml" ContentType="application/vnd.openxmlformats-officedocument.presentationml.slide+xml"/>
  <Override PartName="/ppt/slides/slide2833.xml" ContentType="application/vnd.openxmlformats-officedocument.presentationml.slide+xml"/>
  <Override PartName="/ppt/slides/slide2834.xml" ContentType="application/vnd.openxmlformats-officedocument.presentationml.slide+xml"/>
  <Override PartName="/ppt/slides/slide2835.xml" ContentType="application/vnd.openxmlformats-officedocument.presentationml.slide+xml"/>
  <Override PartName="/ppt/slides/slide2836.xml" ContentType="application/vnd.openxmlformats-officedocument.presentationml.slide+xml"/>
  <Override PartName="/ppt/slides/slide2837.xml" ContentType="application/vnd.openxmlformats-officedocument.presentationml.slide+xml"/>
  <Override PartName="/ppt/slides/slide2838.xml" ContentType="application/vnd.openxmlformats-officedocument.presentationml.slide+xml"/>
  <Override PartName="/ppt/slides/slide2839.xml" ContentType="application/vnd.openxmlformats-officedocument.presentationml.slide+xml"/>
  <Override PartName="/ppt/slides/slide2840.xml" ContentType="application/vnd.openxmlformats-officedocument.presentationml.slide+xml"/>
  <Override PartName="/ppt/slides/slide2841.xml" ContentType="application/vnd.openxmlformats-officedocument.presentationml.slide+xml"/>
  <Override PartName="/ppt/slides/slide2842.xml" ContentType="application/vnd.openxmlformats-officedocument.presentationml.slide+xml"/>
  <Override PartName="/ppt/slides/slide2843.xml" ContentType="application/vnd.openxmlformats-officedocument.presentationml.slide+xml"/>
  <Override PartName="/ppt/slides/slide2844.xml" ContentType="application/vnd.openxmlformats-officedocument.presentationml.slide+xml"/>
  <Override PartName="/ppt/slides/slide2845.xml" ContentType="application/vnd.openxmlformats-officedocument.presentationml.slide+xml"/>
  <Override PartName="/ppt/slides/slide2846.xml" ContentType="application/vnd.openxmlformats-officedocument.presentationml.slide+xml"/>
  <Override PartName="/ppt/slides/slide2847.xml" ContentType="application/vnd.openxmlformats-officedocument.presentationml.slide+xml"/>
  <Override PartName="/ppt/slides/slide2848.xml" ContentType="application/vnd.openxmlformats-officedocument.presentationml.slide+xml"/>
  <Override PartName="/ppt/slides/slide2849.xml" ContentType="application/vnd.openxmlformats-officedocument.presentationml.slide+xml"/>
  <Override PartName="/ppt/slides/slide2850.xml" ContentType="application/vnd.openxmlformats-officedocument.presentationml.slide+xml"/>
  <Override PartName="/ppt/slides/slide2851.xml" ContentType="application/vnd.openxmlformats-officedocument.presentationml.slide+xml"/>
  <Override PartName="/ppt/slides/slide2852.xml" ContentType="application/vnd.openxmlformats-officedocument.presentationml.slide+xml"/>
  <Override PartName="/ppt/slides/slide2853.xml" ContentType="application/vnd.openxmlformats-officedocument.presentationml.slide+xml"/>
  <Override PartName="/ppt/slides/slide2854.xml" ContentType="application/vnd.openxmlformats-officedocument.presentationml.slide+xml"/>
  <Override PartName="/ppt/slides/slide2855.xml" ContentType="application/vnd.openxmlformats-officedocument.presentationml.slide+xml"/>
  <Override PartName="/ppt/slides/slide2856.xml" ContentType="application/vnd.openxmlformats-officedocument.presentationml.slide+xml"/>
  <Override PartName="/ppt/slides/slide2857.xml" ContentType="application/vnd.openxmlformats-officedocument.presentationml.slide+xml"/>
  <Override PartName="/ppt/slides/slide2858.xml" ContentType="application/vnd.openxmlformats-officedocument.presentationml.slide+xml"/>
  <Override PartName="/ppt/slides/slide2859.xml" ContentType="application/vnd.openxmlformats-officedocument.presentationml.slide+xml"/>
  <Override PartName="/ppt/slides/slide2860.xml" ContentType="application/vnd.openxmlformats-officedocument.presentationml.slide+xml"/>
  <Override PartName="/ppt/slides/slide2861.xml" ContentType="application/vnd.openxmlformats-officedocument.presentationml.slide+xml"/>
  <Override PartName="/ppt/slides/slide2862.xml" ContentType="application/vnd.openxmlformats-officedocument.presentationml.slide+xml"/>
  <Override PartName="/ppt/slides/slide2863.xml" ContentType="application/vnd.openxmlformats-officedocument.presentationml.slide+xml"/>
  <Override PartName="/ppt/slides/slide2864.xml" ContentType="application/vnd.openxmlformats-officedocument.presentationml.slide+xml"/>
  <Override PartName="/ppt/slides/slide2865.xml" ContentType="application/vnd.openxmlformats-officedocument.presentationml.slide+xml"/>
  <Override PartName="/ppt/slides/slide2866.xml" ContentType="application/vnd.openxmlformats-officedocument.presentationml.slide+xml"/>
  <Override PartName="/ppt/slides/slide2867.xml" ContentType="application/vnd.openxmlformats-officedocument.presentationml.slide+xml"/>
  <Override PartName="/ppt/slides/slide2868.xml" ContentType="application/vnd.openxmlformats-officedocument.presentationml.slide+xml"/>
  <Override PartName="/ppt/slides/slide2869.xml" ContentType="application/vnd.openxmlformats-officedocument.presentationml.slide+xml"/>
  <Override PartName="/ppt/slides/slide2870.xml" ContentType="application/vnd.openxmlformats-officedocument.presentationml.slide+xml"/>
  <Override PartName="/ppt/slides/slide2871.xml" ContentType="application/vnd.openxmlformats-officedocument.presentationml.slide+xml"/>
  <Override PartName="/ppt/slides/slide2872.xml" ContentType="application/vnd.openxmlformats-officedocument.presentationml.slide+xml"/>
  <Override PartName="/ppt/slides/slide2873.xml" ContentType="application/vnd.openxmlformats-officedocument.presentationml.slide+xml"/>
  <Override PartName="/ppt/slides/slide2874.xml" ContentType="application/vnd.openxmlformats-officedocument.presentationml.slide+xml"/>
  <Override PartName="/ppt/slides/slide2875.xml" ContentType="application/vnd.openxmlformats-officedocument.presentationml.slide+xml"/>
  <Override PartName="/ppt/slides/slide2876.xml" ContentType="application/vnd.openxmlformats-officedocument.presentationml.slide+xml"/>
  <Override PartName="/ppt/slides/slide2877.xml" ContentType="application/vnd.openxmlformats-officedocument.presentationml.slide+xml"/>
  <Override PartName="/ppt/slides/slide2878.xml" ContentType="application/vnd.openxmlformats-officedocument.presentationml.slide+xml"/>
  <Override PartName="/ppt/slides/slide2879.xml" ContentType="application/vnd.openxmlformats-officedocument.presentationml.slide+xml"/>
  <Override PartName="/ppt/slides/slide2880.xml" ContentType="application/vnd.openxmlformats-officedocument.presentationml.slide+xml"/>
  <Override PartName="/ppt/slides/slide2881.xml" ContentType="application/vnd.openxmlformats-officedocument.presentationml.slide+xml"/>
  <Override PartName="/ppt/slides/slide2882.xml" ContentType="application/vnd.openxmlformats-officedocument.presentationml.slide+xml"/>
  <Override PartName="/ppt/slides/slide2883.xml" ContentType="application/vnd.openxmlformats-officedocument.presentationml.slide+xml"/>
  <Override PartName="/ppt/slides/slide2884.xml" ContentType="application/vnd.openxmlformats-officedocument.presentationml.slide+xml"/>
  <Override PartName="/ppt/slides/slide2885.xml" ContentType="application/vnd.openxmlformats-officedocument.presentationml.slide+xml"/>
  <Override PartName="/ppt/slides/slide2886.xml" ContentType="application/vnd.openxmlformats-officedocument.presentationml.slide+xml"/>
  <Override PartName="/ppt/slides/slide2887.xml" ContentType="application/vnd.openxmlformats-officedocument.presentationml.slide+xml"/>
  <Override PartName="/ppt/slides/slide2888.xml" ContentType="application/vnd.openxmlformats-officedocument.presentationml.slide+xml"/>
  <Override PartName="/ppt/slides/slide2889.xml" ContentType="application/vnd.openxmlformats-officedocument.presentationml.slide+xml"/>
  <Override PartName="/ppt/slides/slide2890.xml" ContentType="application/vnd.openxmlformats-officedocument.presentationml.slide+xml"/>
  <Override PartName="/ppt/slides/slide2891.xml" ContentType="application/vnd.openxmlformats-officedocument.presentationml.slide+xml"/>
  <Override PartName="/ppt/slides/slide2892.xml" ContentType="application/vnd.openxmlformats-officedocument.presentationml.slide+xml"/>
  <Override PartName="/ppt/slides/slide2893.xml" ContentType="application/vnd.openxmlformats-officedocument.presentationml.slide+xml"/>
  <Override PartName="/ppt/slides/slide2894.xml" ContentType="application/vnd.openxmlformats-officedocument.presentationml.slide+xml"/>
  <Override PartName="/ppt/slides/slide2895.xml" ContentType="application/vnd.openxmlformats-officedocument.presentationml.slide+xml"/>
  <Override PartName="/ppt/slides/slide2896.xml" ContentType="application/vnd.openxmlformats-officedocument.presentationml.slide+xml"/>
  <Override PartName="/ppt/slides/slide2897.xml" ContentType="application/vnd.openxmlformats-officedocument.presentationml.slide+xml"/>
  <Override PartName="/ppt/slides/slide2898.xml" ContentType="application/vnd.openxmlformats-officedocument.presentationml.slide+xml"/>
  <Override PartName="/ppt/slides/slide2899.xml" ContentType="application/vnd.openxmlformats-officedocument.presentationml.slide+xml"/>
  <Override PartName="/ppt/slides/slide2900.xml" ContentType="application/vnd.openxmlformats-officedocument.presentationml.slide+xml"/>
  <Override PartName="/ppt/slides/slide2901.xml" ContentType="application/vnd.openxmlformats-officedocument.presentationml.slide+xml"/>
  <Override PartName="/ppt/slides/slide2902.xml" ContentType="application/vnd.openxmlformats-officedocument.presentationml.slide+xml"/>
  <Override PartName="/ppt/slides/slide2903.xml" ContentType="application/vnd.openxmlformats-officedocument.presentationml.slide+xml"/>
  <Override PartName="/ppt/slides/slide2904.xml" ContentType="application/vnd.openxmlformats-officedocument.presentationml.slide+xml"/>
  <Override PartName="/ppt/slides/slide2905.xml" ContentType="application/vnd.openxmlformats-officedocument.presentationml.slide+xml"/>
  <Override PartName="/ppt/slides/slide2906.xml" ContentType="application/vnd.openxmlformats-officedocument.presentationml.slide+xml"/>
  <Override PartName="/ppt/slides/slide2907.xml" ContentType="application/vnd.openxmlformats-officedocument.presentationml.slide+xml"/>
  <Override PartName="/ppt/slides/slide2908.xml" ContentType="application/vnd.openxmlformats-officedocument.presentationml.slide+xml"/>
  <Override PartName="/ppt/slides/slide2909.xml" ContentType="application/vnd.openxmlformats-officedocument.presentationml.slide+xml"/>
  <Override PartName="/ppt/slides/slide2910.xml" ContentType="application/vnd.openxmlformats-officedocument.presentationml.slide+xml"/>
  <Override PartName="/ppt/slides/slide2911.xml" ContentType="application/vnd.openxmlformats-officedocument.presentationml.slide+xml"/>
  <Override PartName="/ppt/slides/slide2912.xml" ContentType="application/vnd.openxmlformats-officedocument.presentationml.slide+xml"/>
  <Override PartName="/ppt/slides/slide2913.xml" ContentType="application/vnd.openxmlformats-officedocument.presentationml.slide+xml"/>
  <Override PartName="/ppt/slides/slide2914.xml" ContentType="application/vnd.openxmlformats-officedocument.presentationml.slide+xml"/>
  <Override PartName="/ppt/slides/slide2915.xml" ContentType="application/vnd.openxmlformats-officedocument.presentationml.slide+xml"/>
  <Override PartName="/ppt/slides/slide2916.xml" ContentType="application/vnd.openxmlformats-officedocument.presentationml.slide+xml"/>
  <Override PartName="/ppt/slides/slide2917.xml" ContentType="application/vnd.openxmlformats-officedocument.presentationml.slide+xml"/>
  <Override PartName="/ppt/slides/slide2918.xml" ContentType="application/vnd.openxmlformats-officedocument.presentationml.slide+xml"/>
  <Override PartName="/ppt/slides/slide2919.xml" ContentType="application/vnd.openxmlformats-officedocument.presentationml.slide+xml"/>
  <Override PartName="/ppt/slides/slide2920.xml" ContentType="application/vnd.openxmlformats-officedocument.presentationml.slide+xml"/>
  <Override PartName="/ppt/slides/slide2921.xml" ContentType="application/vnd.openxmlformats-officedocument.presentationml.slide+xml"/>
  <Override PartName="/ppt/slides/slide2922.xml" ContentType="application/vnd.openxmlformats-officedocument.presentationml.slide+xml"/>
  <Override PartName="/ppt/slides/slide2923.xml" ContentType="application/vnd.openxmlformats-officedocument.presentationml.slide+xml"/>
  <Override PartName="/ppt/slides/slide2924.xml" ContentType="application/vnd.openxmlformats-officedocument.presentationml.slide+xml"/>
  <Override PartName="/ppt/slides/slide2925.xml" ContentType="application/vnd.openxmlformats-officedocument.presentationml.slide+xml"/>
  <Override PartName="/ppt/slides/slide2926.xml" ContentType="application/vnd.openxmlformats-officedocument.presentationml.slide+xml"/>
  <Override PartName="/ppt/slides/slide2927.xml" ContentType="application/vnd.openxmlformats-officedocument.presentationml.slide+xml"/>
  <Override PartName="/ppt/slides/slide2928.xml" ContentType="application/vnd.openxmlformats-officedocument.presentationml.slide+xml"/>
  <Override PartName="/ppt/slides/slide2929.xml" ContentType="application/vnd.openxmlformats-officedocument.presentationml.slide+xml"/>
  <Override PartName="/ppt/slides/slide2930.xml" ContentType="application/vnd.openxmlformats-officedocument.presentationml.slide+xml"/>
  <Override PartName="/ppt/slides/slide2931.xml" ContentType="application/vnd.openxmlformats-officedocument.presentationml.slide+xml"/>
  <Override PartName="/ppt/slides/slide2932.xml" ContentType="application/vnd.openxmlformats-officedocument.presentationml.slide+xml"/>
  <Override PartName="/ppt/slides/slide2933.xml" ContentType="application/vnd.openxmlformats-officedocument.presentationml.slide+xml"/>
  <Override PartName="/ppt/slides/slide2934.xml" ContentType="application/vnd.openxmlformats-officedocument.presentationml.slide+xml"/>
  <Override PartName="/ppt/slides/slide2935.xml" ContentType="application/vnd.openxmlformats-officedocument.presentationml.slide+xml"/>
  <Override PartName="/ppt/slides/slide2936.xml" ContentType="application/vnd.openxmlformats-officedocument.presentationml.slide+xml"/>
  <Override PartName="/ppt/slides/slide2937.xml" ContentType="application/vnd.openxmlformats-officedocument.presentationml.slide+xml"/>
  <Override PartName="/ppt/slides/slide2938.xml" ContentType="application/vnd.openxmlformats-officedocument.presentationml.slide+xml"/>
  <Override PartName="/ppt/slides/slide2939.xml" ContentType="application/vnd.openxmlformats-officedocument.presentationml.slide+xml"/>
  <Override PartName="/ppt/slides/slide2940.xml" ContentType="application/vnd.openxmlformats-officedocument.presentationml.slide+xml"/>
  <Override PartName="/ppt/slides/slide2941.xml" ContentType="application/vnd.openxmlformats-officedocument.presentationml.slide+xml"/>
  <Override PartName="/ppt/slides/slide2942.xml" ContentType="application/vnd.openxmlformats-officedocument.presentationml.slide+xml"/>
  <Override PartName="/ppt/slides/slide2943.xml" ContentType="application/vnd.openxmlformats-officedocument.presentationml.slide+xml"/>
  <Override PartName="/ppt/slides/slide2944.xml" ContentType="application/vnd.openxmlformats-officedocument.presentationml.slide+xml"/>
  <Override PartName="/ppt/slides/slide2945.xml" ContentType="application/vnd.openxmlformats-officedocument.presentationml.slide+xml"/>
  <Override PartName="/ppt/slides/slide2946.xml" ContentType="application/vnd.openxmlformats-officedocument.presentationml.slide+xml"/>
  <Override PartName="/ppt/slides/slide2947.xml" ContentType="application/vnd.openxmlformats-officedocument.presentationml.slide+xml"/>
  <Override PartName="/ppt/slides/slide2948.xml" ContentType="application/vnd.openxmlformats-officedocument.presentationml.slide+xml"/>
  <Override PartName="/ppt/slides/slide2949.xml" ContentType="application/vnd.openxmlformats-officedocument.presentationml.slide+xml"/>
  <Override PartName="/ppt/slides/slide2950.xml" ContentType="application/vnd.openxmlformats-officedocument.presentationml.slide+xml"/>
  <Override PartName="/ppt/slides/slide2951.xml" ContentType="application/vnd.openxmlformats-officedocument.presentationml.slide+xml"/>
  <Override PartName="/ppt/slides/slide2952.xml" ContentType="application/vnd.openxmlformats-officedocument.presentationml.slide+xml"/>
  <Override PartName="/ppt/slides/slide2953.xml" ContentType="application/vnd.openxmlformats-officedocument.presentationml.slide+xml"/>
  <Override PartName="/ppt/slides/slide2954.xml" ContentType="application/vnd.openxmlformats-officedocument.presentationml.slide+xml"/>
  <Override PartName="/ppt/slides/slide2955.xml" ContentType="application/vnd.openxmlformats-officedocument.presentationml.slide+xml"/>
  <Override PartName="/ppt/slides/slide2956.xml" ContentType="application/vnd.openxmlformats-officedocument.presentationml.slide+xml"/>
  <Override PartName="/ppt/slides/slide2957.xml" ContentType="application/vnd.openxmlformats-officedocument.presentationml.slide+xml"/>
  <Override PartName="/ppt/slides/slide2958.xml" ContentType="application/vnd.openxmlformats-officedocument.presentationml.slide+xml"/>
  <Override PartName="/ppt/slides/slide2959.xml" ContentType="application/vnd.openxmlformats-officedocument.presentationml.slide+xml"/>
  <Override PartName="/ppt/slides/slide2960.xml" ContentType="application/vnd.openxmlformats-officedocument.presentationml.slide+xml"/>
  <Override PartName="/ppt/slides/slide2961.xml" ContentType="application/vnd.openxmlformats-officedocument.presentationml.slide+xml"/>
  <Override PartName="/ppt/slides/slide2962.xml" ContentType="application/vnd.openxmlformats-officedocument.presentationml.slide+xml"/>
  <Override PartName="/ppt/slides/slide2963.xml" ContentType="application/vnd.openxmlformats-officedocument.presentationml.slide+xml"/>
  <Override PartName="/ppt/slides/slide2964.xml" ContentType="application/vnd.openxmlformats-officedocument.presentationml.slide+xml"/>
  <Override PartName="/ppt/slides/slide2965.xml" ContentType="application/vnd.openxmlformats-officedocument.presentationml.slide+xml"/>
  <Override PartName="/ppt/slides/slide2966.xml" ContentType="application/vnd.openxmlformats-officedocument.presentationml.slide+xml"/>
  <Override PartName="/ppt/slides/slide2967.xml" ContentType="application/vnd.openxmlformats-officedocument.presentationml.slide+xml"/>
  <Override PartName="/ppt/slides/slide2968.xml" ContentType="application/vnd.openxmlformats-officedocument.presentationml.slide+xml"/>
  <Override PartName="/ppt/slides/slide2969.xml" ContentType="application/vnd.openxmlformats-officedocument.presentationml.slide+xml"/>
  <Override PartName="/ppt/slides/slide2970.xml" ContentType="application/vnd.openxmlformats-officedocument.presentationml.slide+xml"/>
  <Override PartName="/ppt/slides/slide2971.xml" ContentType="application/vnd.openxmlformats-officedocument.presentationml.slide+xml"/>
  <Override PartName="/ppt/slides/slide2972.xml" ContentType="application/vnd.openxmlformats-officedocument.presentationml.slide+xml"/>
  <Override PartName="/ppt/slides/slide2973.xml" ContentType="application/vnd.openxmlformats-officedocument.presentationml.slide+xml"/>
  <Override PartName="/ppt/slides/slide2974.xml" ContentType="application/vnd.openxmlformats-officedocument.presentationml.slide+xml"/>
  <Override PartName="/ppt/slides/slide2975.xml" ContentType="application/vnd.openxmlformats-officedocument.presentationml.slide+xml"/>
  <Override PartName="/ppt/slides/slide2976.xml" ContentType="application/vnd.openxmlformats-officedocument.presentationml.slide+xml"/>
  <Override PartName="/ppt/slides/slide2977.xml" ContentType="application/vnd.openxmlformats-officedocument.presentationml.slide+xml"/>
  <Override PartName="/ppt/slides/slide2978.xml" ContentType="application/vnd.openxmlformats-officedocument.presentationml.slide+xml"/>
  <Override PartName="/ppt/slides/slide2979.xml" ContentType="application/vnd.openxmlformats-officedocument.presentationml.slide+xml"/>
  <Override PartName="/ppt/slides/slide2980.xml" ContentType="application/vnd.openxmlformats-officedocument.presentationml.slide+xml"/>
  <Override PartName="/ppt/slides/slide2981.xml" ContentType="application/vnd.openxmlformats-officedocument.presentationml.slide+xml"/>
  <Override PartName="/ppt/slides/slide2982.xml" ContentType="application/vnd.openxmlformats-officedocument.presentationml.slide+xml"/>
  <Override PartName="/ppt/slides/slide2983.xml" ContentType="application/vnd.openxmlformats-officedocument.presentationml.slide+xml"/>
  <Override PartName="/ppt/slides/slide2984.xml" ContentType="application/vnd.openxmlformats-officedocument.presentationml.slide+xml"/>
  <Override PartName="/ppt/slides/slide2985.xml" ContentType="application/vnd.openxmlformats-officedocument.presentationml.slide+xml"/>
  <Override PartName="/ppt/slides/slide2986.xml" ContentType="application/vnd.openxmlformats-officedocument.presentationml.slide+xml"/>
  <Override PartName="/ppt/slides/slide2987.xml" ContentType="application/vnd.openxmlformats-officedocument.presentationml.slide+xml"/>
  <Override PartName="/ppt/slides/slide2988.xml" ContentType="application/vnd.openxmlformats-officedocument.presentationml.slide+xml"/>
  <Override PartName="/ppt/slides/slide2989.xml" ContentType="application/vnd.openxmlformats-officedocument.presentationml.slide+xml"/>
  <Override PartName="/ppt/slides/slide2990.xml" ContentType="application/vnd.openxmlformats-officedocument.presentationml.slide+xml"/>
  <Override PartName="/ppt/slides/slide2991.xml" ContentType="application/vnd.openxmlformats-officedocument.presentationml.slide+xml"/>
  <Override PartName="/ppt/slides/slide2992.xml" ContentType="application/vnd.openxmlformats-officedocument.presentationml.slide+xml"/>
  <Override PartName="/ppt/slides/slide2993.xml" ContentType="application/vnd.openxmlformats-officedocument.presentationml.slide+xml"/>
  <Override PartName="/ppt/slides/slide2994.xml" ContentType="application/vnd.openxmlformats-officedocument.presentationml.slide+xml"/>
  <Override PartName="/ppt/slides/slide2995.xml" ContentType="application/vnd.openxmlformats-officedocument.presentationml.slide+xml"/>
  <Override PartName="/ppt/slides/slide2996.xml" ContentType="application/vnd.openxmlformats-officedocument.presentationml.slide+xml"/>
  <Override PartName="/ppt/slides/slide2997.xml" ContentType="application/vnd.openxmlformats-officedocument.presentationml.slide+xml"/>
  <Override PartName="/ppt/slides/slide2998.xml" ContentType="application/vnd.openxmlformats-officedocument.presentationml.slide+xml"/>
  <Override PartName="/ppt/slides/slide2999.xml" ContentType="application/vnd.openxmlformats-officedocument.presentationml.slide+xml"/>
  <Override PartName="/ppt/slides/slide3000.xml" ContentType="application/vnd.openxmlformats-officedocument.presentationml.slide+xml"/>
  <Override PartName="/ppt/slides/slide3001.xml" ContentType="application/vnd.openxmlformats-officedocument.presentationml.slide+xml"/>
  <Override PartName="/ppt/slides/slide3002.xml" ContentType="application/vnd.openxmlformats-officedocument.presentationml.slide+xml"/>
  <Override PartName="/ppt/slides/slide3003.xml" ContentType="application/vnd.openxmlformats-officedocument.presentationml.slide+xml"/>
  <Override PartName="/ppt/slides/slide3004.xml" ContentType="application/vnd.openxmlformats-officedocument.presentationml.slide+xml"/>
  <Override PartName="/ppt/slides/slide3005.xml" ContentType="application/vnd.openxmlformats-officedocument.presentationml.slide+xml"/>
  <Override PartName="/ppt/slides/slide3006.xml" ContentType="application/vnd.openxmlformats-officedocument.presentationml.slide+xml"/>
  <Override PartName="/ppt/slides/slide3007.xml" ContentType="application/vnd.openxmlformats-officedocument.presentationml.slide+xml"/>
  <Override PartName="/ppt/slides/slide3008.xml" ContentType="application/vnd.openxmlformats-officedocument.presentationml.slide+xml"/>
  <Override PartName="/ppt/slides/slide3009.xml" ContentType="application/vnd.openxmlformats-officedocument.presentationml.slide+xml"/>
  <Override PartName="/ppt/slides/slide3010.xml" ContentType="application/vnd.openxmlformats-officedocument.presentationml.slide+xml"/>
  <Override PartName="/ppt/slides/slide3011.xml" ContentType="application/vnd.openxmlformats-officedocument.presentationml.slide+xml"/>
  <Override PartName="/ppt/slides/slide3012.xml" ContentType="application/vnd.openxmlformats-officedocument.presentationml.slide+xml"/>
  <Override PartName="/ppt/slides/slide3013.xml" ContentType="application/vnd.openxmlformats-officedocument.presentationml.slide+xml"/>
  <Override PartName="/ppt/slides/slide3014.xml" ContentType="application/vnd.openxmlformats-officedocument.presentationml.slide+xml"/>
  <Override PartName="/ppt/slides/slide3015.xml" ContentType="application/vnd.openxmlformats-officedocument.presentationml.slide+xml"/>
  <Override PartName="/ppt/slides/slide3016.xml" ContentType="application/vnd.openxmlformats-officedocument.presentationml.slide+xml"/>
  <Override PartName="/ppt/slides/slide3017.xml" ContentType="application/vnd.openxmlformats-officedocument.presentationml.slide+xml"/>
  <Override PartName="/ppt/slides/slide3018.xml" ContentType="application/vnd.openxmlformats-officedocument.presentationml.slide+xml"/>
  <Override PartName="/ppt/slides/slide3019.xml" ContentType="application/vnd.openxmlformats-officedocument.presentationml.slide+xml"/>
  <Override PartName="/ppt/slides/slide3020.xml" ContentType="application/vnd.openxmlformats-officedocument.presentationml.slide+xml"/>
  <Override PartName="/ppt/slides/slide3021.xml" ContentType="application/vnd.openxmlformats-officedocument.presentationml.slide+xml"/>
  <Override PartName="/ppt/slides/slide3022.xml" ContentType="application/vnd.openxmlformats-officedocument.presentationml.slide+xml"/>
  <Override PartName="/ppt/slides/slide3023.xml" ContentType="application/vnd.openxmlformats-officedocument.presentationml.slide+xml"/>
  <Override PartName="/ppt/slides/slide3024.xml" ContentType="application/vnd.openxmlformats-officedocument.presentationml.slide+xml"/>
  <Override PartName="/ppt/slides/slide3025.xml" ContentType="application/vnd.openxmlformats-officedocument.presentationml.slide+xml"/>
  <Override PartName="/ppt/slides/slide3026.xml" ContentType="application/vnd.openxmlformats-officedocument.presentationml.slide+xml"/>
  <Override PartName="/ppt/slides/slide3027.xml" ContentType="application/vnd.openxmlformats-officedocument.presentationml.slide+xml"/>
  <Override PartName="/ppt/slides/slide3028.xml" ContentType="application/vnd.openxmlformats-officedocument.presentationml.slide+xml"/>
  <Override PartName="/ppt/slides/slide3029.xml" ContentType="application/vnd.openxmlformats-officedocument.presentationml.slide+xml"/>
  <Override PartName="/ppt/slides/slide3030.xml" ContentType="application/vnd.openxmlformats-officedocument.presentationml.slide+xml"/>
  <Override PartName="/ppt/slides/slide3031.xml" ContentType="application/vnd.openxmlformats-officedocument.presentationml.slide+xml"/>
  <Override PartName="/ppt/slides/slide3032.xml" ContentType="application/vnd.openxmlformats-officedocument.presentationml.slide+xml"/>
  <Override PartName="/ppt/slides/slide3033.xml" ContentType="application/vnd.openxmlformats-officedocument.presentationml.slide+xml"/>
  <Override PartName="/ppt/slides/slide3034.xml" ContentType="application/vnd.openxmlformats-officedocument.presentationml.slide+xml"/>
  <Override PartName="/ppt/slides/slide3035.xml" ContentType="application/vnd.openxmlformats-officedocument.presentationml.slide+xml"/>
  <Override PartName="/ppt/slides/slide3036.xml" ContentType="application/vnd.openxmlformats-officedocument.presentationml.slide+xml"/>
  <Override PartName="/ppt/slides/slide3037.xml" ContentType="application/vnd.openxmlformats-officedocument.presentationml.slide+xml"/>
  <Override PartName="/ppt/slides/slide3038.xml" ContentType="application/vnd.openxmlformats-officedocument.presentationml.slide+xml"/>
  <Override PartName="/ppt/slides/slide3039.xml" ContentType="application/vnd.openxmlformats-officedocument.presentationml.slide+xml"/>
  <Override PartName="/ppt/slides/slide3040.xml" ContentType="application/vnd.openxmlformats-officedocument.presentationml.slide+xml"/>
  <Override PartName="/ppt/slides/slide3041.xml" ContentType="application/vnd.openxmlformats-officedocument.presentationml.slide+xml"/>
  <Override PartName="/ppt/slides/slide3042.xml" ContentType="application/vnd.openxmlformats-officedocument.presentationml.slide+xml"/>
  <Override PartName="/ppt/slides/slide3043.xml" ContentType="application/vnd.openxmlformats-officedocument.presentationml.slide+xml"/>
  <Override PartName="/ppt/slides/slide3044.xml" ContentType="application/vnd.openxmlformats-officedocument.presentationml.slide+xml"/>
  <Override PartName="/ppt/slides/slide3045.xml" ContentType="application/vnd.openxmlformats-officedocument.presentationml.slide+xml"/>
  <Override PartName="/ppt/slides/slide3046.xml" ContentType="application/vnd.openxmlformats-officedocument.presentationml.slide+xml"/>
  <Override PartName="/ppt/slides/slide3047.xml" ContentType="application/vnd.openxmlformats-officedocument.presentationml.slide+xml"/>
  <Override PartName="/ppt/slides/slide3048.xml" ContentType="application/vnd.openxmlformats-officedocument.presentationml.slide+xml"/>
  <Override PartName="/ppt/slides/slide3049.xml" ContentType="application/vnd.openxmlformats-officedocument.presentationml.slide+xml"/>
  <Override PartName="/ppt/slides/slide3050.xml" ContentType="application/vnd.openxmlformats-officedocument.presentationml.slide+xml"/>
  <Override PartName="/ppt/slides/slide3051.xml" ContentType="application/vnd.openxmlformats-officedocument.presentationml.slide+xml"/>
  <Override PartName="/ppt/slides/slide3052.xml" ContentType="application/vnd.openxmlformats-officedocument.presentationml.slide+xml"/>
  <Override PartName="/ppt/slides/slide3053.xml" ContentType="application/vnd.openxmlformats-officedocument.presentationml.slide+xml"/>
  <Override PartName="/ppt/slides/slide3054.xml" ContentType="application/vnd.openxmlformats-officedocument.presentationml.slide+xml"/>
  <Override PartName="/ppt/slides/slide3055.xml" ContentType="application/vnd.openxmlformats-officedocument.presentationml.slide+xml"/>
  <Override PartName="/ppt/slides/slide3056.xml" ContentType="application/vnd.openxmlformats-officedocument.presentationml.slide+xml"/>
  <Override PartName="/ppt/slides/slide3057.xml" ContentType="application/vnd.openxmlformats-officedocument.presentationml.slide+xml"/>
  <Override PartName="/ppt/slides/slide3058.xml" ContentType="application/vnd.openxmlformats-officedocument.presentationml.slide+xml"/>
  <Override PartName="/ppt/slides/slide3059.xml" ContentType="application/vnd.openxmlformats-officedocument.presentationml.slide+xml"/>
  <Override PartName="/ppt/slides/slide3060.xml" ContentType="application/vnd.openxmlformats-officedocument.presentationml.slide+xml"/>
  <Override PartName="/ppt/slides/slide3061.xml" ContentType="application/vnd.openxmlformats-officedocument.presentationml.slide+xml"/>
  <Override PartName="/ppt/slides/slide3062.xml" ContentType="application/vnd.openxmlformats-officedocument.presentationml.slide+xml"/>
  <Override PartName="/ppt/slides/slide3063.xml" ContentType="application/vnd.openxmlformats-officedocument.presentationml.slide+xml"/>
  <Override PartName="/ppt/slides/slide3064.xml" ContentType="application/vnd.openxmlformats-officedocument.presentationml.slide+xml"/>
  <Override PartName="/ppt/slides/slide3065.xml" ContentType="application/vnd.openxmlformats-officedocument.presentationml.slide+xml"/>
  <Override PartName="/ppt/slides/slide3066.xml" ContentType="application/vnd.openxmlformats-officedocument.presentationml.slide+xml"/>
  <Override PartName="/ppt/slides/slide3067.xml" ContentType="application/vnd.openxmlformats-officedocument.presentationml.slide+xml"/>
  <Override PartName="/ppt/slides/slide3068.xml" ContentType="application/vnd.openxmlformats-officedocument.presentationml.slide+xml"/>
  <Override PartName="/ppt/slides/slide3069.xml" ContentType="application/vnd.openxmlformats-officedocument.presentationml.slide+xml"/>
  <Override PartName="/ppt/slides/slide3070.xml" ContentType="application/vnd.openxmlformats-officedocument.presentationml.slide+xml"/>
  <Override PartName="/ppt/slides/slide3071.xml" ContentType="application/vnd.openxmlformats-officedocument.presentationml.slide+xml"/>
  <Override PartName="/ppt/slides/slide3072.xml" ContentType="application/vnd.openxmlformats-officedocument.presentationml.slide+xml"/>
  <Override PartName="/ppt/slides/slide3073.xml" ContentType="application/vnd.openxmlformats-officedocument.presentationml.slide+xml"/>
  <Override PartName="/ppt/slides/slide3074.xml" ContentType="application/vnd.openxmlformats-officedocument.presentationml.slide+xml"/>
  <Override PartName="/ppt/slides/slide3075.xml" ContentType="application/vnd.openxmlformats-officedocument.presentationml.slide+xml"/>
  <Override PartName="/ppt/slides/slide3076.xml" ContentType="application/vnd.openxmlformats-officedocument.presentationml.slide+xml"/>
  <Override PartName="/ppt/slides/slide3077.xml" ContentType="application/vnd.openxmlformats-officedocument.presentationml.slide+xml"/>
  <Override PartName="/ppt/slides/slide3078.xml" ContentType="application/vnd.openxmlformats-officedocument.presentationml.slide+xml"/>
  <Override PartName="/ppt/slides/slide3079.xml" ContentType="application/vnd.openxmlformats-officedocument.presentationml.slide+xml"/>
  <Override PartName="/ppt/slides/slide3080.xml" ContentType="application/vnd.openxmlformats-officedocument.presentationml.slide+xml"/>
  <Override PartName="/ppt/slides/slide3081.xml" ContentType="application/vnd.openxmlformats-officedocument.presentationml.slide+xml"/>
  <Override PartName="/ppt/slides/slide3082.xml" ContentType="application/vnd.openxmlformats-officedocument.presentationml.slide+xml"/>
  <Override PartName="/ppt/slides/slide3083.xml" ContentType="application/vnd.openxmlformats-officedocument.presentationml.slide+xml"/>
  <Override PartName="/ppt/slides/slide3084.xml" ContentType="application/vnd.openxmlformats-officedocument.presentationml.slide+xml"/>
  <Override PartName="/ppt/slides/slide3085.xml" ContentType="application/vnd.openxmlformats-officedocument.presentationml.slide+xml"/>
  <Override PartName="/ppt/slides/slide3086.xml" ContentType="application/vnd.openxmlformats-officedocument.presentationml.slide+xml"/>
  <Override PartName="/ppt/slides/slide3087.xml" ContentType="application/vnd.openxmlformats-officedocument.presentationml.slide+xml"/>
  <Override PartName="/ppt/slides/slide3088.xml" ContentType="application/vnd.openxmlformats-officedocument.presentationml.slide+xml"/>
  <Override PartName="/ppt/slides/slide3089.xml" ContentType="application/vnd.openxmlformats-officedocument.presentationml.slide+xml"/>
  <Override PartName="/ppt/slides/slide3090.xml" ContentType="application/vnd.openxmlformats-officedocument.presentationml.slide+xml"/>
  <Override PartName="/ppt/slides/slide3091.xml" ContentType="application/vnd.openxmlformats-officedocument.presentationml.slide+xml"/>
  <Override PartName="/ppt/slides/slide3092.xml" ContentType="application/vnd.openxmlformats-officedocument.presentationml.slide+xml"/>
  <Override PartName="/ppt/slides/slide3093.xml" ContentType="application/vnd.openxmlformats-officedocument.presentationml.slide+xml"/>
  <Override PartName="/ppt/slides/slide3094.xml" ContentType="application/vnd.openxmlformats-officedocument.presentationml.slide+xml"/>
  <Override PartName="/ppt/slides/slide3095.xml" ContentType="application/vnd.openxmlformats-officedocument.presentationml.slide+xml"/>
  <Override PartName="/ppt/slides/slide3096.xml" ContentType="application/vnd.openxmlformats-officedocument.presentationml.slide+xml"/>
  <Override PartName="/ppt/slides/slide3097.xml" ContentType="application/vnd.openxmlformats-officedocument.presentationml.slide+xml"/>
  <Override PartName="/ppt/slides/slide3098.xml" ContentType="application/vnd.openxmlformats-officedocument.presentationml.slide+xml"/>
  <Override PartName="/ppt/slides/slide3099.xml" ContentType="application/vnd.openxmlformats-officedocument.presentationml.slide+xml"/>
  <Override PartName="/ppt/slides/slide3100.xml" ContentType="application/vnd.openxmlformats-officedocument.presentationml.slide+xml"/>
  <Override PartName="/ppt/slides/slide3101.xml" ContentType="application/vnd.openxmlformats-officedocument.presentationml.slide+xml"/>
  <Override PartName="/ppt/slides/slide3102.xml" ContentType="application/vnd.openxmlformats-officedocument.presentationml.slide+xml"/>
  <Override PartName="/ppt/slides/slide3103.xml" ContentType="application/vnd.openxmlformats-officedocument.presentationml.slide+xml"/>
  <Override PartName="/ppt/slides/slide3104.xml" ContentType="application/vnd.openxmlformats-officedocument.presentationml.slide+xml"/>
  <Override PartName="/ppt/slides/slide3105.xml" ContentType="application/vnd.openxmlformats-officedocument.presentationml.slide+xml"/>
  <Override PartName="/ppt/slides/slide3106.xml" ContentType="application/vnd.openxmlformats-officedocument.presentationml.slide+xml"/>
  <Override PartName="/ppt/slides/slide3107.xml" ContentType="application/vnd.openxmlformats-officedocument.presentationml.slide+xml"/>
  <Override PartName="/ppt/slides/slide3108.xml" ContentType="application/vnd.openxmlformats-officedocument.presentationml.slide+xml"/>
  <Override PartName="/ppt/slides/slide3109.xml" ContentType="application/vnd.openxmlformats-officedocument.presentationml.slide+xml"/>
  <Override PartName="/ppt/slides/slide3110.xml" ContentType="application/vnd.openxmlformats-officedocument.presentationml.slide+xml"/>
  <Override PartName="/ppt/slides/slide3111.xml" ContentType="application/vnd.openxmlformats-officedocument.presentationml.slide+xml"/>
  <Override PartName="/ppt/slides/slide3112.xml" ContentType="application/vnd.openxmlformats-officedocument.presentationml.slide+xml"/>
  <Override PartName="/ppt/slides/slide3113.xml" ContentType="application/vnd.openxmlformats-officedocument.presentationml.slide+xml"/>
  <Override PartName="/ppt/slides/slide3114.xml" ContentType="application/vnd.openxmlformats-officedocument.presentationml.slide+xml"/>
  <Override PartName="/ppt/slides/slide3115.xml" ContentType="application/vnd.openxmlformats-officedocument.presentationml.slide+xml"/>
  <Override PartName="/ppt/slides/slide3116.xml" ContentType="application/vnd.openxmlformats-officedocument.presentationml.slide+xml"/>
  <Override PartName="/ppt/slides/slide3117.xml" ContentType="application/vnd.openxmlformats-officedocument.presentationml.slide+xml"/>
  <Override PartName="/ppt/slides/slide3118.xml" ContentType="application/vnd.openxmlformats-officedocument.presentationml.slide+xml"/>
  <Override PartName="/ppt/slides/slide3119.xml" ContentType="application/vnd.openxmlformats-officedocument.presentationml.slide+xml"/>
  <Override PartName="/ppt/slides/slide3120.xml" ContentType="application/vnd.openxmlformats-officedocument.presentationml.slide+xml"/>
  <Override PartName="/ppt/slides/slide3121.xml" ContentType="application/vnd.openxmlformats-officedocument.presentationml.slide+xml"/>
  <Override PartName="/ppt/slides/slide3122.xml" ContentType="application/vnd.openxmlformats-officedocument.presentationml.slide+xml"/>
  <Override PartName="/ppt/slides/slide3123.xml" ContentType="application/vnd.openxmlformats-officedocument.presentationml.slide+xml"/>
  <Override PartName="/ppt/slides/slide3124.xml" ContentType="application/vnd.openxmlformats-officedocument.presentationml.slide+xml"/>
  <Override PartName="/ppt/slides/slide3125.xml" ContentType="application/vnd.openxmlformats-officedocument.presentationml.slide+xml"/>
  <Override PartName="/ppt/slides/slide3126.xml" ContentType="application/vnd.openxmlformats-officedocument.presentationml.slide+xml"/>
  <Override PartName="/ppt/slides/slide3127.xml" ContentType="application/vnd.openxmlformats-officedocument.presentationml.slide+xml"/>
  <Override PartName="/ppt/slides/slide3128.xml" ContentType="application/vnd.openxmlformats-officedocument.presentationml.slide+xml"/>
  <Override PartName="/ppt/slides/slide3129.xml" ContentType="application/vnd.openxmlformats-officedocument.presentationml.slide+xml"/>
  <Override PartName="/ppt/slides/slide3130.xml" ContentType="application/vnd.openxmlformats-officedocument.presentationml.slide+xml"/>
  <Override PartName="/ppt/slides/slide3131.xml" ContentType="application/vnd.openxmlformats-officedocument.presentationml.slide+xml"/>
  <Override PartName="/ppt/slides/slide3132.xml" ContentType="application/vnd.openxmlformats-officedocument.presentationml.slide+xml"/>
  <Override PartName="/ppt/slides/slide3133.xml" ContentType="application/vnd.openxmlformats-officedocument.presentationml.slide+xml"/>
  <Override PartName="/ppt/slides/slide3134.xml" ContentType="application/vnd.openxmlformats-officedocument.presentationml.slide+xml"/>
  <Override PartName="/ppt/slides/slide3135.xml" ContentType="application/vnd.openxmlformats-officedocument.presentationml.slide+xml"/>
  <Override PartName="/ppt/slides/slide3136.xml" ContentType="application/vnd.openxmlformats-officedocument.presentationml.slide+xml"/>
  <Override PartName="/ppt/slides/slide3137.xml" ContentType="application/vnd.openxmlformats-officedocument.presentationml.slide+xml"/>
  <Override PartName="/ppt/slides/slide3138.xml" ContentType="application/vnd.openxmlformats-officedocument.presentationml.slide+xml"/>
  <Override PartName="/ppt/slides/slide3139.xml" ContentType="application/vnd.openxmlformats-officedocument.presentationml.slide+xml"/>
  <Override PartName="/ppt/slides/slide3140.xml" ContentType="application/vnd.openxmlformats-officedocument.presentationml.slide+xml"/>
  <Override PartName="/ppt/slides/slide3141.xml" ContentType="application/vnd.openxmlformats-officedocument.presentationml.slide+xml"/>
  <Override PartName="/ppt/slides/slide3142.xml" ContentType="application/vnd.openxmlformats-officedocument.presentationml.slide+xml"/>
  <Override PartName="/ppt/slides/slide3143.xml" ContentType="application/vnd.openxmlformats-officedocument.presentationml.slide+xml"/>
  <Override PartName="/ppt/slides/slide3144.xml" ContentType="application/vnd.openxmlformats-officedocument.presentationml.slide+xml"/>
  <Override PartName="/ppt/slides/slide3145.xml" ContentType="application/vnd.openxmlformats-officedocument.presentationml.slide+xml"/>
  <Override PartName="/ppt/slides/slide3146.xml" ContentType="application/vnd.openxmlformats-officedocument.presentationml.slide+xml"/>
  <Override PartName="/ppt/slides/slide3147.xml" ContentType="application/vnd.openxmlformats-officedocument.presentationml.slide+xml"/>
  <Override PartName="/ppt/slides/slide3148.xml" ContentType="application/vnd.openxmlformats-officedocument.presentationml.slide+xml"/>
  <Override PartName="/ppt/slides/slide3149.xml" ContentType="application/vnd.openxmlformats-officedocument.presentationml.slide+xml"/>
  <Override PartName="/ppt/slides/slide3150.xml" ContentType="application/vnd.openxmlformats-officedocument.presentationml.slide+xml"/>
  <Override PartName="/ppt/slides/slide3151.xml" ContentType="application/vnd.openxmlformats-officedocument.presentationml.slide+xml"/>
  <Override PartName="/ppt/slides/slide3152.xml" ContentType="application/vnd.openxmlformats-officedocument.presentationml.slide+xml"/>
  <Override PartName="/ppt/slides/slide3153.xml" ContentType="application/vnd.openxmlformats-officedocument.presentationml.slide+xml"/>
  <Override PartName="/ppt/slides/slide3154.xml" ContentType="application/vnd.openxmlformats-officedocument.presentationml.slide+xml"/>
  <Override PartName="/ppt/slides/slide3155.xml" ContentType="application/vnd.openxmlformats-officedocument.presentationml.slide+xml"/>
  <Override PartName="/ppt/slides/slide3156.xml" ContentType="application/vnd.openxmlformats-officedocument.presentationml.slide+xml"/>
  <Override PartName="/ppt/slides/slide3157.xml" ContentType="application/vnd.openxmlformats-officedocument.presentationml.slide+xml"/>
  <Override PartName="/ppt/slides/slide3158.xml" ContentType="application/vnd.openxmlformats-officedocument.presentationml.slide+xml"/>
  <Override PartName="/ppt/slides/slide3159.xml" ContentType="application/vnd.openxmlformats-officedocument.presentationml.slide+xml"/>
  <Override PartName="/ppt/slides/slide3160.xml" ContentType="application/vnd.openxmlformats-officedocument.presentationml.slide+xml"/>
  <Override PartName="/ppt/slides/slide3161.xml" ContentType="application/vnd.openxmlformats-officedocument.presentationml.slide+xml"/>
  <Override PartName="/ppt/slides/slide3162.xml" ContentType="application/vnd.openxmlformats-officedocument.presentationml.slide+xml"/>
  <Override PartName="/ppt/slides/slide3163.xml" ContentType="application/vnd.openxmlformats-officedocument.presentationml.slide+xml"/>
  <Override PartName="/ppt/slides/slide3164.xml" ContentType="application/vnd.openxmlformats-officedocument.presentationml.slide+xml"/>
  <Override PartName="/ppt/slides/slide3165.xml" ContentType="application/vnd.openxmlformats-officedocument.presentationml.slide+xml"/>
  <Override PartName="/ppt/slides/slide3166.xml" ContentType="application/vnd.openxmlformats-officedocument.presentationml.slide+xml"/>
  <Override PartName="/ppt/slides/slide3167.xml" ContentType="application/vnd.openxmlformats-officedocument.presentationml.slide+xml"/>
  <Override PartName="/ppt/slides/slide3168.xml" ContentType="application/vnd.openxmlformats-officedocument.presentationml.slide+xml"/>
  <Override PartName="/ppt/slides/slide3169.xml" ContentType="application/vnd.openxmlformats-officedocument.presentationml.slide+xml"/>
  <Override PartName="/ppt/slides/slide3170.xml" ContentType="application/vnd.openxmlformats-officedocument.presentationml.slide+xml"/>
  <Override PartName="/ppt/slides/slide3171.xml" ContentType="application/vnd.openxmlformats-officedocument.presentationml.slide+xml"/>
  <Override PartName="/ppt/slides/slide3172.xml" ContentType="application/vnd.openxmlformats-officedocument.presentationml.slide+xml"/>
  <Override PartName="/ppt/slides/slide3173.xml" ContentType="application/vnd.openxmlformats-officedocument.presentationml.slide+xml"/>
  <Override PartName="/ppt/slides/slide3174.xml" ContentType="application/vnd.openxmlformats-officedocument.presentationml.slide+xml"/>
  <Override PartName="/ppt/slides/slide3175.xml" ContentType="application/vnd.openxmlformats-officedocument.presentationml.slide+xml"/>
  <Override PartName="/ppt/slides/slide3176.xml" ContentType="application/vnd.openxmlformats-officedocument.presentationml.slide+xml"/>
  <Override PartName="/ppt/slides/slide3177.xml" ContentType="application/vnd.openxmlformats-officedocument.presentationml.slide+xml"/>
  <Override PartName="/ppt/slides/slide3178.xml" ContentType="application/vnd.openxmlformats-officedocument.presentationml.slide+xml"/>
  <Override PartName="/ppt/slides/slide3179.xml" ContentType="application/vnd.openxmlformats-officedocument.presentationml.slide+xml"/>
  <Override PartName="/ppt/slides/slide3180.xml" ContentType="application/vnd.openxmlformats-officedocument.presentationml.slide+xml"/>
  <Override PartName="/ppt/slides/slide3181.xml" ContentType="application/vnd.openxmlformats-officedocument.presentationml.slide+xml"/>
  <Override PartName="/ppt/slides/slide3182.xml" ContentType="application/vnd.openxmlformats-officedocument.presentationml.slide+xml"/>
  <Override PartName="/ppt/slides/slide3183.xml" ContentType="application/vnd.openxmlformats-officedocument.presentationml.slide+xml"/>
  <Override PartName="/ppt/slides/slide3184.xml" ContentType="application/vnd.openxmlformats-officedocument.presentationml.slide+xml"/>
  <Override PartName="/ppt/slides/slide3185.xml" ContentType="application/vnd.openxmlformats-officedocument.presentationml.slide+xml"/>
  <Override PartName="/ppt/slides/slide3186.xml" ContentType="application/vnd.openxmlformats-officedocument.presentationml.slide+xml"/>
  <Override PartName="/ppt/slides/slide3187.xml" ContentType="application/vnd.openxmlformats-officedocument.presentationml.slide+xml"/>
  <Override PartName="/ppt/slides/slide3188.xml" ContentType="application/vnd.openxmlformats-officedocument.presentationml.slide+xml"/>
  <Override PartName="/ppt/slides/slide3189.xml" ContentType="application/vnd.openxmlformats-officedocument.presentationml.slide+xml"/>
  <Override PartName="/ppt/slides/slide3190.xml" ContentType="application/vnd.openxmlformats-officedocument.presentationml.slide+xml"/>
  <Override PartName="/ppt/slides/slide3191.xml" ContentType="application/vnd.openxmlformats-officedocument.presentationml.slide+xml"/>
  <Override PartName="/ppt/slides/slide3192.xml" ContentType="application/vnd.openxmlformats-officedocument.presentationml.slide+xml"/>
  <Override PartName="/ppt/slides/slide3193.xml" ContentType="application/vnd.openxmlformats-officedocument.presentationml.slide+xml"/>
  <Override PartName="/ppt/slides/slide3194.xml" ContentType="application/vnd.openxmlformats-officedocument.presentationml.slide+xml"/>
  <Override PartName="/ppt/slides/slide3195.xml" ContentType="application/vnd.openxmlformats-officedocument.presentationml.slide+xml"/>
  <Override PartName="/ppt/slides/slide3196.xml" ContentType="application/vnd.openxmlformats-officedocument.presentationml.slide+xml"/>
  <Override PartName="/ppt/slides/slide3197.xml" ContentType="application/vnd.openxmlformats-officedocument.presentationml.slide+xml"/>
  <Override PartName="/ppt/slides/slide3198.xml" ContentType="application/vnd.openxmlformats-officedocument.presentationml.slide+xml"/>
  <Override PartName="/ppt/slides/slide3199.xml" ContentType="application/vnd.openxmlformats-officedocument.presentationml.slide+xml"/>
  <Override PartName="/ppt/slides/slide3200.xml" ContentType="application/vnd.openxmlformats-officedocument.presentationml.slide+xml"/>
  <Override PartName="/ppt/slides/slide3201.xml" ContentType="application/vnd.openxmlformats-officedocument.presentationml.slide+xml"/>
  <Override PartName="/ppt/slides/slide3202.xml" ContentType="application/vnd.openxmlformats-officedocument.presentationml.slide+xml"/>
  <Override PartName="/ppt/slides/slide3203.xml" ContentType="application/vnd.openxmlformats-officedocument.presentationml.slide+xml"/>
  <Override PartName="/ppt/slides/slide3204.xml" ContentType="application/vnd.openxmlformats-officedocument.presentationml.slide+xml"/>
  <Override PartName="/ppt/slides/slide3205.xml" ContentType="application/vnd.openxmlformats-officedocument.presentationml.slide+xml"/>
  <Override PartName="/ppt/slides/slide3206.xml" ContentType="application/vnd.openxmlformats-officedocument.presentationml.slide+xml"/>
  <Override PartName="/ppt/slides/slide3207.xml" ContentType="application/vnd.openxmlformats-officedocument.presentationml.slide+xml"/>
  <Override PartName="/ppt/slides/slide3208.xml" ContentType="application/vnd.openxmlformats-officedocument.presentationml.slide+xml"/>
  <Override PartName="/ppt/slides/slide3209.xml" ContentType="application/vnd.openxmlformats-officedocument.presentationml.slide+xml"/>
  <Override PartName="/ppt/slides/slide3210.xml" ContentType="application/vnd.openxmlformats-officedocument.presentationml.slide+xml"/>
  <Override PartName="/ppt/slides/slide3211.xml" ContentType="application/vnd.openxmlformats-officedocument.presentationml.slide+xml"/>
  <Override PartName="/ppt/slides/slide3212.xml" ContentType="application/vnd.openxmlformats-officedocument.presentationml.slide+xml"/>
  <Override PartName="/ppt/slides/slide3213.xml" ContentType="application/vnd.openxmlformats-officedocument.presentationml.slide+xml"/>
  <Override PartName="/ppt/slides/slide3214.xml" ContentType="application/vnd.openxmlformats-officedocument.presentationml.slide+xml"/>
  <Override PartName="/ppt/slides/slide3215.xml" ContentType="application/vnd.openxmlformats-officedocument.presentationml.slide+xml"/>
  <Override PartName="/ppt/slides/slide3216.xml" ContentType="application/vnd.openxmlformats-officedocument.presentationml.slide+xml"/>
  <Override PartName="/ppt/slides/slide3217.xml" ContentType="application/vnd.openxmlformats-officedocument.presentationml.slide+xml"/>
  <Override PartName="/ppt/slides/slide3218.xml" ContentType="application/vnd.openxmlformats-officedocument.presentationml.slide+xml"/>
  <Override PartName="/ppt/slides/slide3219.xml" ContentType="application/vnd.openxmlformats-officedocument.presentationml.slide+xml"/>
  <Override PartName="/ppt/slides/slide3220.xml" ContentType="application/vnd.openxmlformats-officedocument.presentationml.slide+xml"/>
  <Override PartName="/ppt/slides/slide3221.xml" ContentType="application/vnd.openxmlformats-officedocument.presentationml.slide+xml"/>
  <Override PartName="/ppt/slides/slide3222.xml" ContentType="application/vnd.openxmlformats-officedocument.presentationml.slide+xml"/>
  <Override PartName="/ppt/slides/slide3223.xml" ContentType="application/vnd.openxmlformats-officedocument.presentationml.slide+xml"/>
  <Override PartName="/ppt/slides/slide3224.xml" ContentType="application/vnd.openxmlformats-officedocument.presentationml.slide+xml"/>
  <Override PartName="/ppt/slides/slide3225.xml" ContentType="application/vnd.openxmlformats-officedocument.presentationml.slide+xml"/>
  <Override PartName="/ppt/slides/slide3226.xml" ContentType="application/vnd.openxmlformats-officedocument.presentationml.slide+xml"/>
  <Override PartName="/ppt/slides/slide3227.xml" ContentType="application/vnd.openxmlformats-officedocument.presentationml.slide+xml"/>
  <Override PartName="/ppt/slides/slide3228.xml" ContentType="application/vnd.openxmlformats-officedocument.presentationml.slide+xml"/>
  <Override PartName="/ppt/slides/slide3229.xml" ContentType="application/vnd.openxmlformats-officedocument.presentationml.slide+xml"/>
  <Override PartName="/ppt/slides/slide3230.xml" ContentType="application/vnd.openxmlformats-officedocument.presentationml.slide+xml"/>
  <Override PartName="/ppt/slides/slide3231.xml" ContentType="application/vnd.openxmlformats-officedocument.presentationml.slide+xml"/>
  <Override PartName="/ppt/slides/slide3232.xml" ContentType="application/vnd.openxmlformats-officedocument.presentationml.slide+xml"/>
  <Override PartName="/ppt/slides/slide3233.xml" ContentType="application/vnd.openxmlformats-officedocument.presentationml.slide+xml"/>
  <Override PartName="/ppt/slides/slide3234.xml" ContentType="application/vnd.openxmlformats-officedocument.presentationml.slide+xml"/>
  <Override PartName="/ppt/slides/slide3235.xml" ContentType="application/vnd.openxmlformats-officedocument.presentationml.slide+xml"/>
  <Override PartName="/ppt/slides/slide3236.xml" ContentType="application/vnd.openxmlformats-officedocument.presentationml.slide+xml"/>
  <Override PartName="/ppt/slides/slide3237.xml" ContentType="application/vnd.openxmlformats-officedocument.presentationml.slide+xml"/>
  <Override PartName="/ppt/slides/slide3238.xml" ContentType="application/vnd.openxmlformats-officedocument.presentationml.slide+xml"/>
  <Override PartName="/ppt/slides/slide3239.xml" ContentType="application/vnd.openxmlformats-officedocument.presentationml.slide+xml"/>
  <Override PartName="/ppt/slides/slide3240.xml" ContentType="application/vnd.openxmlformats-officedocument.presentationml.slide+xml"/>
  <Override PartName="/ppt/slides/slide3241.xml" ContentType="application/vnd.openxmlformats-officedocument.presentationml.slide+xml"/>
  <Override PartName="/ppt/slides/slide3242.xml" ContentType="application/vnd.openxmlformats-officedocument.presentationml.slide+xml"/>
  <Override PartName="/ppt/slides/slide3243.xml" ContentType="application/vnd.openxmlformats-officedocument.presentationml.slide+xml"/>
  <Override PartName="/ppt/slides/slide3244.xml" ContentType="application/vnd.openxmlformats-officedocument.presentationml.slide+xml"/>
  <Override PartName="/ppt/slides/slide3245.xml" ContentType="application/vnd.openxmlformats-officedocument.presentationml.slide+xml"/>
  <Override PartName="/ppt/slides/slide3246.xml" ContentType="application/vnd.openxmlformats-officedocument.presentationml.slide+xml"/>
  <Override PartName="/ppt/slides/slide3247.xml" ContentType="application/vnd.openxmlformats-officedocument.presentationml.slide+xml"/>
  <Override PartName="/ppt/slides/slide3248.xml" ContentType="application/vnd.openxmlformats-officedocument.presentationml.slide+xml"/>
  <Override PartName="/ppt/slides/slide3249.xml" ContentType="application/vnd.openxmlformats-officedocument.presentationml.slide+xml"/>
  <Override PartName="/ppt/slides/slide3250.xml" ContentType="application/vnd.openxmlformats-officedocument.presentationml.slide+xml"/>
  <Override PartName="/ppt/slides/slide3251.xml" ContentType="application/vnd.openxmlformats-officedocument.presentationml.slide+xml"/>
  <Override PartName="/ppt/slides/slide3252.xml" ContentType="application/vnd.openxmlformats-officedocument.presentationml.slide+xml"/>
  <Override PartName="/ppt/slides/slide3253.xml" ContentType="application/vnd.openxmlformats-officedocument.presentationml.slide+xml"/>
  <Override PartName="/ppt/slides/slide3254.xml" ContentType="application/vnd.openxmlformats-officedocument.presentationml.slide+xml"/>
  <Override PartName="/ppt/slides/slide3255.xml" ContentType="application/vnd.openxmlformats-officedocument.presentationml.slide+xml"/>
  <Override PartName="/ppt/slides/slide3256.xml" ContentType="application/vnd.openxmlformats-officedocument.presentationml.slide+xml"/>
  <Override PartName="/ppt/slides/slide3257.xml" ContentType="application/vnd.openxmlformats-officedocument.presentationml.slide+xml"/>
  <Override PartName="/ppt/slides/slide3258.xml" ContentType="application/vnd.openxmlformats-officedocument.presentationml.slide+xml"/>
  <Override PartName="/ppt/slides/slide3259.xml" ContentType="application/vnd.openxmlformats-officedocument.presentationml.slide+xml"/>
  <Override PartName="/ppt/slides/slide3260.xml" ContentType="application/vnd.openxmlformats-officedocument.presentationml.slide+xml"/>
  <Override PartName="/ppt/slides/slide3261.xml" ContentType="application/vnd.openxmlformats-officedocument.presentationml.slide+xml"/>
  <Override PartName="/ppt/slides/slide3262.xml" ContentType="application/vnd.openxmlformats-officedocument.presentationml.slide+xml"/>
  <Override PartName="/ppt/slides/slide3263.xml" ContentType="application/vnd.openxmlformats-officedocument.presentationml.slide+xml"/>
  <Override PartName="/ppt/slides/slide3264.xml" ContentType="application/vnd.openxmlformats-officedocument.presentationml.slide+xml"/>
  <Override PartName="/ppt/slides/slide3265.xml" ContentType="application/vnd.openxmlformats-officedocument.presentationml.slide+xml"/>
  <Override PartName="/ppt/slides/slide3266.xml" ContentType="application/vnd.openxmlformats-officedocument.presentationml.slide+xml"/>
  <Override PartName="/ppt/slides/slide3267.xml" ContentType="application/vnd.openxmlformats-officedocument.presentationml.slide+xml"/>
  <Override PartName="/ppt/slides/slide3268.xml" ContentType="application/vnd.openxmlformats-officedocument.presentationml.slide+xml"/>
  <Override PartName="/ppt/slides/slide3269.xml" ContentType="application/vnd.openxmlformats-officedocument.presentationml.slide+xml"/>
  <Override PartName="/ppt/slides/slide3270.xml" ContentType="application/vnd.openxmlformats-officedocument.presentationml.slide+xml"/>
  <Override PartName="/ppt/slides/slide3271.xml" ContentType="application/vnd.openxmlformats-officedocument.presentationml.slide+xml"/>
  <Override PartName="/ppt/slides/slide3272.xml" ContentType="application/vnd.openxmlformats-officedocument.presentationml.slide+xml"/>
  <Override PartName="/ppt/slides/slide3273.xml" ContentType="application/vnd.openxmlformats-officedocument.presentationml.slide+xml"/>
  <Override PartName="/ppt/slides/slide3274.xml" ContentType="application/vnd.openxmlformats-officedocument.presentationml.slide+xml"/>
  <Override PartName="/ppt/slides/slide3275.xml" ContentType="application/vnd.openxmlformats-officedocument.presentationml.slide+xml"/>
  <Override PartName="/ppt/slides/slide3276.xml" ContentType="application/vnd.openxmlformats-officedocument.presentationml.slide+xml"/>
  <Override PartName="/ppt/slides/slide3277.xml" ContentType="application/vnd.openxmlformats-officedocument.presentationml.slide+xml"/>
  <Override PartName="/ppt/slides/slide3278.xml" ContentType="application/vnd.openxmlformats-officedocument.presentationml.slide+xml"/>
  <Override PartName="/ppt/slides/slide3279.xml" ContentType="application/vnd.openxmlformats-officedocument.presentationml.slide+xml"/>
  <Override PartName="/ppt/slides/slide3280.xml" ContentType="application/vnd.openxmlformats-officedocument.presentationml.slide+xml"/>
  <Override PartName="/ppt/slides/slide3281.xml" ContentType="application/vnd.openxmlformats-officedocument.presentationml.slide+xml"/>
  <Override PartName="/ppt/slides/slide3282.xml" ContentType="application/vnd.openxmlformats-officedocument.presentationml.slide+xml"/>
  <Override PartName="/ppt/slides/slide3283.xml" ContentType="application/vnd.openxmlformats-officedocument.presentationml.slide+xml"/>
  <Override PartName="/ppt/slides/slide3284.xml" ContentType="application/vnd.openxmlformats-officedocument.presentationml.slide+xml"/>
  <Override PartName="/ppt/slides/slide3285.xml" ContentType="application/vnd.openxmlformats-officedocument.presentationml.slide+xml"/>
  <Override PartName="/ppt/slides/slide3286.xml" ContentType="application/vnd.openxmlformats-officedocument.presentationml.slide+xml"/>
  <Override PartName="/ppt/slides/slide3287.xml" ContentType="application/vnd.openxmlformats-officedocument.presentationml.slide+xml"/>
  <Override PartName="/ppt/slides/slide3288.xml" ContentType="application/vnd.openxmlformats-officedocument.presentationml.slide+xml"/>
  <Override PartName="/ppt/slides/slide3289.xml" ContentType="application/vnd.openxmlformats-officedocument.presentationml.slide+xml"/>
  <Override PartName="/ppt/slides/slide3290.xml" ContentType="application/vnd.openxmlformats-officedocument.presentationml.slide+xml"/>
  <Override PartName="/ppt/slides/slide3291.xml" ContentType="application/vnd.openxmlformats-officedocument.presentationml.slide+xml"/>
  <Override PartName="/ppt/slides/slide3292.xml" ContentType="application/vnd.openxmlformats-officedocument.presentationml.slide+xml"/>
  <Override PartName="/ppt/slides/slide3293.xml" ContentType="application/vnd.openxmlformats-officedocument.presentationml.slide+xml"/>
  <Override PartName="/ppt/slides/slide3294.xml" ContentType="application/vnd.openxmlformats-officedocument.presentationml.slide+xml"/>
  <Override PartName="/ppt/slides/slide3295.xml" ContentType="application/vnd.openxmlformats-officedocument.presentationml.slide+xml"/>
  <Override PartName="/ppt/slides/slide3296.xml" ContentType="application/vnd.openxmlformats-officedocument.presentationml.slide+xml"/>
  <Override PartName="/ppt/slides/slide3297.xml" ContentType="application/vnd.openxmlformats-officedocument.presentationml.slide+xml"/>
  <Override PartName="/ppt/slides/slide3298.xml" ContentType="application/vnd.openxmlformats-officedocument.presentationml.slide+xml"/>
  <Override PartName="/ppt/slides/slide3299.xml" ContentType="application/vnd.openxmlformats-officedocument.presentationml.slide+xml"/>
  <Override PartName="/ppt/slides/slide3300.xml" ContentType="application/vnd.openxmlformats-officedocument.presentationml.slide+xml"/>
  <Override PartName="/ppt/slides/slide3301.xml" ContentType="application/vnd.openxmlformats-officedocument.presentationml.slide+xml"/>
  <Override PartName="/ppt/slides/slide3302.xml" ContentType="application/vnd.openxmlformats-officedocument.presentationml.slide+xml"/>
  <Override PartName="/ppt/slides/slide3303.xml" ContentType="application/vnd.openxmlformats-officedocument.presentationml.slide+xml"/>
  <Override PartName="/ppt/slides/slide3304.xml" ContentType="application/vnd.openxmlformats-officedocument.presentationml.slide+xml"/>
  <Override PartName="/ppt/slides/slide3305.xml" ContentType="application/vnd.openxmlformats-officedocument.presentationml.slide+xml"/>
  <Override PartName="/ppt/slides/slide3306.xml" ContentType="application/vnd.openxmlformats-officedocument.presentationml.slide+xml"/>
  <Override PartName="/ppt/slides/slide3307.xml" ContentType="application/vnd.openxmlformats-officedocument.presentationml.slide+xml"/>
  <Override PartName="/ppt/slides/slide3308.xml" ContentType="application/vnd.openxmlformats-officedocument.presentationml.slide+xml"/>
  <Override PartName="/ppt/slides/slide3309.xml" ContentType="application/vnd.openxmlformats-officedocument.presentationml.slide+xml"/>
  <Override PartName="/ppt/slides/slide3310.xml" ContentType="application/vnd.openxmlformats-officedocument.presentationml.slide+xml"/>
  <Override PartName="/ppt/slides/slide3311.xml" ContentType="application/vnd.openxmlformats-officedocument.presentationml.slide+xml"/>
  <Override PartName="/ppt/slides/slide3312.xml" ContentType="application/vnd.openxmlformats-officedocument.presentationml.slide+xml"/>
  <Override PartName="/ppt/slides/slide3313.xml" ContentType="application/vnd.openxmlformats-officedocument.presentationml.slide+xml"/>
  <Override PartName="/ppt/slides/slide3314.xml" ContentType="application/vnd.openxmlformats-officedocument.presentationml.slide+xml"/>
  <Override PartName="/ppt/slides/slide3315.xml" ContentType="application/vnd.openxmlformats-officedocument.presentationml.slide+xml"/>
  <Override PartName="/ppt/slides/slide3316.xml" ContentType="application/vnd.openxmlformats-officedocument.presentationml.slide+xml"/>
  <Override PartName="/ppt/slides/slide3317.xml" ContentType="application/vnd.openxmlformats-officedocument.presentationml.slide+xml"/>
  <Override PartName="/ppt/slides/slide3318.xml" ContentType="application/vnd.openxmlformats-officedocument.presentationml.slide+xml"/>
  <Override PartName="/ppt/slides/slide3319.xml" ContentType="application/vnd.openxmlformats-officedocument.presentationml.slide+xml"/>
  <Override PartName="/ppt/slides/slide3320.xml" ContentType="application/vnd.openxmlformats-officedocument.presentationml.slide+xml"/>
  <Override PartName="/ppt/slides/slide3321.xml" ContentType="application/vnd.openxmlformats-officedocument.presentationml.slide+xml"/>
  <Override PartName="/ppt/slides/slide3322.xml" ContentType="application/vnd.openxmlformats-officedocument.presentationml.slide+xml"/>
  <Override PartName="/ppt/slides/slide3323.xml" ContentType="application/vnd.openxmlformats-officedocument.presentationml.slide+xml"/>
  <Override PartName="/ppt/slides/slide3324.xml" ContentType="application/vnd.openxmlformats-officedocument.presentationml.slide+xml"/>
  <Override PartName="/ppt/slides/slide3325.xml" ContentType="application/vnd.openxmlformats-officedocument.presentationml.slide+xml"/>
  <Override PartName="/ppt/slides/slide3326.xml" ContentType="application/vnd.openxmlformats-officedocument.presentationml.slide+xml"/>
  <Override PartName="/ppt/slides/slide3327.xml" ContentType="application/vnd.openxmlformats-officedocument.presentationml.slide+xml"/>
  <Override PartName="/ppt/slides/slide3328.xml" ContentType="application/vnd.openxmlformats-officedocument.presentationml.slide+xml"/>
  <Override PartName="/ppt/slides/slide3329.xml" ContentType="application/vnd.openxmlformats-officedocument.presentationml.slide+xml"/>
  <Override PartName="/ppt/slides/slide3330.xml" ContentType="application/vnd.openxmlformats-officedocument.presentationml.slide+xml"/>
  <Override PartName="/ppt/slides/slide3331.xml" ContentType="application/vnd.openxmlformats-officedocument.presentationml.slide+xml"/>
  <Override PartName="/ppt/slides/slide3332.xml" ContentType="application/vnd.openxmlformats-officedocument.presentationml.slide+xml"/>
  <Override PartName="/ppt/slides/slide3333.xml" ContentType="application/vnd.openxmlformats-officedocument.presentationml.slide+xml"/>
  <Override PartName="/ppt/slides/slide3334.xml" ContentType="application/vnd.openxmlformats-officedocument.presentationml.slide+xml"/>
  <Override PartName="/ppt/slides/slide3335.xml" ContentType="application/vnd.openxmlformats-officedocument.presentationml.slide+xml"/>
  <Override PartName="/ppt/slides/slide3336.xml" ContentType="application/vnd.openxmlformats-officedocument.presentationml.slide+xml"/>
  <Override PartName="/ppt/slides/slide3337.xml" ContentType="application/vnd.openxmlformats-officedocument.presentationml.slide+xml"/>
  <Override PartName="/ppt/slides/slide3338.xml" ContentType="application/vnd.openxmlformats-officedocument.presentationml.slide+xml"/>
  <Override PartName="/ppt/slides/slide3339.xml" ContentType="application/vnd.openxmlformats-officedocument.presentationml.slide+xml"/>
  <Override PartName="/ppt/slides/slide3340.xml" ContentType="application/vnd.openxmlformats-officedocument.presentationml.slide+xml"/>
  <Override PartName="/ppt/slides/slide3341.xml" ContentType="application/vnd.openxmlformats-officedocument.presentationml.slide+xml"/>
  <Override PartName="/ppt/slides/slide3342.xml" ContentType="application/vnd.openxmlformats-officedocument.presentationml.slide+xml"/>
  <Override PartName="/ppt/slides/slide3343.xml" ContentType="application/vnd.openxmlformats-officedocument.presentationml.slide+xml"/>
  <Override PartName="/ppt/slides/slide3344.xml" ContentType="application/vnd.openxmlformats-officedocument.presentationml.slide+xml"/>
  <Override PartName="/ppt/slides/slide3345.xml" ContentType="application/vnd.openxmlformats-officedocument.presentationml.slide+xml"/>
  <Override PartName="/ppt/slides/slide3346.xml" ContentType="application/vnd.openxmlformats-officedocument.presentationml.slide+xml"/>
  <Override PartName="/ppt/slides/slide3347.xml" ContentType="application/vnd.openxmlformats-officedocument.presentationml.slide+xml"/>
  <Override PartName="/ppt/slides/slide3348.xml" ContentType="application/vnd.openxmlformats-officedocument.presentationml.slide+xml"/>
  <Override PartName="/ppt/slides/slide3349.xml" ContentType="application/vnd.openxmlformats-officedocument.presentationml.slide+xml"/>
  <Override PartName="/ppt/slides/slide3350.xml" ContentType="application/vnd.openxmlformats-officedocument.presentationml.slide+xml"/>
  <Override PartName="/ppt/slides/slide3351.xml" ContentType="application/vnd.openxmlformats-officedocument.presentationml.slide+xml"/>
  <Override PartName="/ppt/slides/slide3352.xml" ContentType="application/vnd.openxmlformats-officedocument.presentationml.slide+xml"/>
  <Override PartName="/ppt/slides/slide3353.xml" ContentType="application/vnd.openxmlformats-officedocument.presentationml.slide+xml"/>
  <Override PartName="/ppt/slides/slide3354.xml" ContentType="application/vnd.openxmlformats-officedocument.presentationml.slide+xml"/>
  <Override PartName="/ppt/slides/slide3355.xml" ContentType="application/vnd.openxmlformats-officedocument.presentationml.slide+xml"/>
  <Override PartName="/ppt/slides/slide3356.xml" ContentType="application/vnd.openxmlformats-officedocument.presentationml.slide+xml"/>
  <Override PartName="/ppt/slides/slide3357.xml" ContentType="application/vnd.openxmlformats-officedocument.presentationml.slide+xml"/>
  <Override PartName="/ppt/slides/slide3358.xml" ContentType="application/vnd.openxmlformats-officedocument.presentationml.slide+xml"/>
  <Override PartName="/ppt/slides/slide3359.xml" ContentType="application/vnd.openxmlformats-officedocument.presentationml.slide+xml"/>
  <Override PartName="/ppt/slides/slide3360.xml" ContentType="application/vnd.openxmlformats-officedocument.presentationml.slide+xml"/>
  <Override PartName="/ppt/slides/slide3361.xml" ContentType="application/vnd.openxmlformats-officedocument.presentationml.slide+xml"/>
  <Override PartName="/ppt/slides/slide3362.xml" ContentType="application/vnd.openxmlformats-officedocument.presentationml.slide+xml"/>
  <Override PartName="/ppt/slides/slide3363.xml" ContentType="application/vnd.openxmlformats-officedocument.presentationml.slide+xml"/>
  <Override PartName="/ppt/slides/slide3364.xml" ContentType="application/vnd.openxmlformats-officedocument.presentationml.slide+xml"/>
  <Override PartName="/ppt/slides/slide3365.xml" ContentType="application/vnd.openxmlformats-officedocument.presentationml.slide+xml"/>
  <Override PartName="/ppt/slides/slide3366.xml" ContentType="application/vnd.openxmlformats-officedocument.presentationml.slide+xml"/>
  <Override PartName="/ppt/slides/slide3367.xml" ContentType="application/vnd.openxmlformats-officedocument.presentationml.slide+xml"/>
  <Override PartName="/ppt/slides/slide3368.xml" ContentType="application/vnd.openxmlformats-officedocument.presentationml.slide+xml"/>
  <Override PartName="/ppt/slides/slide3369.xml" ContentType="application/vnd.openxmlformats-officedocument.presentationml.slide+xml"/>
  <Override PartName="/ppt/slides/slide3370.xml" ContentType="application/vnd.openxmlformats-officedocument.presentationml.slide+xml"/>
  <Override PartName="/ppt/slides/slide3371.xml" ContentType="application/vnd.openxmlformats-officedocument.presentationml.slide+xml"/>
  <Override PartName="/ppt/slides/slide3372.xml" ContentType="application/vnd.openxmlformats-officedocument.presentationml.slide+xml"/>
  <Override PartName="/ppt/slides/slide3373.xml" ContentType="application/vnd.openxmlformats-officedocument.presentationml.slide+xml"/>
  <Override PartName="/ppt/slides/slide3374.xml" ContentType="application/vnd.openxmlformats-officedocument.presentationml.slide+xml"/>
  <Override PartName="/ppt/slides/slide3375.xml" ContentType="application/vnd.openxmlformats-officedocument.presentationml.slide+xml"/>
  <Override PartName="/ppt/slides/slide3376.xml" ContentType="application/vnd.openxmlformats-officedocument.presentationml.slide+xml"/>
  <Override PartName="/ppt/slides/slide3377.xml" ContentType="application/vnd.openxmlformats-officedocument.presentationml.slide+xml"/>
  <Override PartName="/ppt/slides/slide3378.xml" ContentType="application/vnd.openxmlformats-officedocument.presentationml.slide+xml"/>
  <Override PartName="/ppt/slides/slide3379.xml" ContentType="application/vnd.openxmlformats-officedocument.presentationml.slide+xml"/>
  <Override PartName="/ppt/slides/slide3380.xml" ContentType="application/vnd.openxmlformats-officedocument.presentationml.slide+xml"/>
  <Override PartName="/ppt/slides/slide3381.xml" ContentType="application/vnd.openxmlformats-officedocument.presentationml.slide+xml"/>
  <Override PartName="/ppt/slides/slide3382.xml" ContentType="application/vnd.openxmlformats-officedocument.presentationml.slide+xml"/>
  <Override PartName="/ppt/slides/slide3383.xml" ContentType="application/vnd.openxmlformats-officedocument.presentationml.slide+xml"/>
  <Override PartName="/ppt/slides/slide3384.xml" ContentType="application/vnd.openxmlformats-officedocument.presentationml.slide+xml"/>
  <Override PartName="/ppt/slides/slide3385.xml" ContentType="application/vnd.openxmlformats-officedocument.presentationml.slide+xml"/>
  <Override PartName="/ppt/slides/slide3386.xml" ContentType="application/vnd.openxmlformats-officedocument.presentationml.slide+xml"/>
  <Override PartName="/ppt/slides/slide3387.xml" ContentType="application/vnd.openxmlformats-officedocument.presentationml.slide+xml"/>
  <Override PartName="/ppt/slides/slide3388.xml" ContentType="application/vnd.openxmlformats-officedocument.presentationml.slide+xml"/>
  <Override PartName="/ppt/slides/slide3389.xml" ContentType="application/vnd.openxmlformats-officedocument.presentationml.slide+xml"/>
  <Override PartName="/ppt/slides/slide3390.xml" ContentType="application/vnd.openxmlformats-officedocument.presentationml.slide+xml"/>
  <Override PartName="/ppt/slides/slide3391.xml" ContentType="application/vnd.openxmlformats-officedocument.presentationml.slide+xml"/>
  <Override PartName="/ppt/slides/slide3392.xml" ContentType="application/vnd.openxmlformats-officedocument.presentationml.slide+xml"/>
  <Override PartName="/ppt/slides/slide3393.xml" ContentType="application/vnd.openxmlformats-officedocument.presentationml.slide+xml"/>
  <Override PartName="/ppt/slides/slide3394.xml" ContentType="application/vnd.openxmlformats-officedocument.presentationml.slide+xml"/>
  <Override PartName="/ppt/slides/slide3395.xml" ContentType="application/vnd.openxmlformats-officedocument.presentationml.slide+xml"/>
  <Override PartName="/ppt/slides/slide3396.xml" ContentType="application/vnd.openxmlformats-officedocument.presentationml.slide+xml"/>
  <Override PartName="/ppt/slides/slide3397.xml" ContentType="application/vnd.openxmlformats-officedocument.presentationml.slide+xml"/>
  <Override PartName="/ppt/slides/slide3398.xml" ContentType="application/vnd.openxmlformats-officedocument.presentationml.slide+xml"/>
  <Override PartName="/ppt/slides/slide3399.xml" ContentType="application/vnd.openxmlformats-officedocument.presentationml.slide+xml"/>
  <Override PartName="/ppt/slides/slide3400.xml" ContentType="application/vnd.openxmlformats-officedocument.presentationml.slide+xml"/>
  <Override PartName="/ppt/slides/slide3401.xml" ContentType="application/vnd.openxmlformats-officedocument.presentationml.slide+xml"/>
  <Override PartName="/ppt/slides/slide3402.xml" ContentType="application/vnd.openxmlformats-officedocument.presentationml.slide+xml"/>
  <Override PartName="/ppt/slides/slide3403.xml" ContentType="application/vnd.openxmlformats-officedocument.presentationml.slide+xml"/>
  <Override PartName="/ppt/slides/slide3404.xml" ContentType="application/vnd.openxmlformats-officedocument.presentationml.slide+xml"/>
  <Override PartName="/ppt/slides/slide3405.xml" ContentType="application/vnd.openxmlformats-officedocument.presentationml.slide+xml"/>
  <Override PartName="/ppt/slides/slide3406.xml" ContentType="application/vnd.openxmlformats-officedocument.presentationml.slide+xml"/>
  <Override PartName="/ppt/slides/slide3407.xml" ContentType="application/vnd.openxmlformats-officedocument.presentationml.slide+xml"/>
  <Override PartName="/ppt/slides/slide3408.xml" ContentType="application/vnd.openxmlformats-officedocument.presentationml.slide+xml"/>
  <Override PartName="/ppt/slides/slide3409.xml" ContentType="application/vnd.openxmlformats-officedocument.presentationml.slide+xml"/>
  <Override PartName="/ppt/slides/slide3410.xml" ContentType="application/vnd.openxmlformats-officedocument.presentationml.slide+xml"/>
  <Override PartName="/ppt/slides/slide3411.xml" ContentType="application/vnd.openxmlformats-officedocument.presentationml.slide+xml"/>
  <Override PartName="/ppt/slides/slide3412.xml" ContentType="application/vnd.openxmlformats-officedocument.presentationml.slide+xml"/>
  <Override PartName="/ppt/slides/slide3413.xml" ContentType="application/vnd.openxmlformats-officedocument.presentationml.slide+xml"/>
  <Override PartName="/ppt/slides/slide3414.xml" ContentType="application/vnd.openxmlformats-officedocument.presentationml.slide+xml"/>
  <Override PartName="/ppt/slides/slide3415.xml" ContentType="application/vnd.openxmlformats-officedocument.presentationml.slide+xml"/>
  <Override PartName="/ppt/slides/slide3416.xml" ContentType="application/vnd.openxmlformats-officedocument.presentationml.slide+xml"/>
  <Override PartName="/ppt/slides/slide3417.xml" ContentType="application/vnd.openxmlformats-officedocument.presentationml.slide+xml"/>
  <Override PartName="/ppt/slides/slide3418.xml" ContentType="application/vnd.openxmlformats-officedocument.presentationml.slide+xml"/>
  <Override PartName="/ppt/slides/slide3419.xml" ContentType="application/vnd.openxmlformats-officedocument.presentationml.slide+xml"/>
  <Override PartName="/ppt/slides/slide3420.xml" ContentType="application/vnd.openxmlformats-officedocument.presentationml.slide+xml"/>
  <Override PartName="/ppt/slides/slide3421.xml" ContentType="application/vnd.openxmlformats-officedocument.presentationml.slide+xml"/>
  <Override PartName="/ppt/slides/slide3422.xml" ContentType="application/vnd.openxmlformats-officedocument.presentationml.slide+xml"/>
  <Override PartName="/ppt/slides/slide3423.xml" ContentType="application/vnd.openxmlformats-officedocument.presentationml.slide+xml"/>
  <Override PartName="/ppt/slides/slide3424.xml" ContentType="application/vnd.openxmlformats-officedocument.presentationml.slide+xml"/>
  <Override PartName="/ppt/slides/slide3425.xml" ContentType="application/vnd.openxmlformats-officedocument.presentationml.slide+xml"/>
  <Override PartName="/ppt/slides/slide3426.xml" ContentType="application/vnd.openxmlformats-officedocument.presentationml.slide+xml"/>
  <Override PartName="/ppt/slides/slide3427.xml" ContentType="application/vnd.openxmlformats-officedocument.presentationml.slide+xml"/>
  <Override PartName="/ppt/slides/slide3428.xml" ContentType="application/vnd.openxmlformats-officedocument.presentationml.slide+xml"/>
  <Override PartName="/ppt/slides/slide3429.xml" ContentType="application/vnd.openxmlformats-officedocument.presentationml.slide+xml"/>
  <Override PartName="/ppt/slides/slide3430.xml" ContentType="application/vnd.openxmlformats-officedocument.presentationml.slide+xml"/>
  <Override PartName="/ppt/slides/slide3431.xml" ContentType="application/vnd.openxmlformats-officedocument.presentationml.slide+xml"/>
  <Override PartName="/ppt/slides/slide3432.xml" ContentType="application/vnd.openxmlformats-officedocument.presentationml.slide+xml"/>
  <Override PartName="/ppt/slides/slide3433.xml" ContentType="application/vnd.openxmlformats-officedocument.presentationml.slide+xml"/>
  <Override PartName="/ppt/slides/slide3434.xml" ContentType="application/vnd.openxmlformats-officedocument.presentationml.slide+xml"/>
  <Override PartName="/ppt/slides/slide3435.xml" ContentType="application/vnd.openxmlformats-officedocument.presentationml.slide+xml"/>
  <Override PartName="/ppt/slides/slide3436.xml" ContentType="application/vnd.openxmlformats-officedocument.presentationml.slide+xml"/>
  <Override PartName="/ppt/slides/slide3437.xml" ContentType="application/vnd.openxmlformats-officedocument.presentationml.slide+xml"/>
  <Override PartName="/ppt/slides/slide3438.xml" ContentType="application/vnd.openxmlformats-officedocument.presentationml.slide+xml"/>
  <Override PartName="/ppt/slides/slide3439.xml" ContentType="application/vnd.openxmlformats-officedocument.presentationml.slide+xml"/>
  <Override PartName="/ppt/slides/slide3440.xml" ContentType="application/vnd.openxmlformats-officedocument.presentationml.slide+xml"/>
  <Override PartName="/ppt/slides/slide3441.xml" ContentType="application/vnd.openxmlformats-officedocument.presentationml.slide+xml"/>
  <Override PartName="/ppt/slides/slide3442.xml" ContentType="application/vnd.openxmlformats-officedocument.presentationml.slide+xml"/>
  <Override PartName="/ppt/slides/slide3443.xml" ContentType="application/vnd.openxmlformats-officedocument.presentationml.slide+xml"/>
  <Override PartName="/ppt/slides/slide3444.xml" ContentType="application/vnd.openxmlformats-officedocument.presentationml.slide+xml"/>
  <Override PartName="/ppt/slides/slide3445.xml" ContentType="application/vnd.openxmlformats-officedocument.presentationml.slide+xml"/>
  <Override PartName="/ppt/slides/slide3446.xml" ContentType="application/vnd.openxmlformats-officedocument.presentationml.slide+xml"/>
  <Override PartName="/ppt/slides/slide3447.xml" ContentType="application/vnd.openxmlformats-officedocument.presentationml.slide+xml"/>
  <Override PartName="/ppt/slides/slide3448.xml" ContentType="application/vnd.openxmlformats-officedocument.presentationml.slide+xml"/>
  <Override PartName="/ppt/slides/slide3449.xml" ContentType="application/vnd.openxmlformats-officedocument.presentationml.slide+xml"/>
  <Override PartName="/ppt/slides/slide3450.xml" ContentType="application/vnd.openxmlformats-officedocument.presentationml.slide+xml"/>
  <Override PartName="/ppt/slides/slide3451.xml" ContentType="application/vnd.openxmlformats-officedocument.presentationml.slide+xml"/>
  <Override PartName="/ppt/slides/slide3452.xml" ContentType="application/vnd.openxmlformats-officedocument.presentationml.slide+xml"/>
  <Override PartName="/ppt/slides/slide3453.xml" ContentType="application/vnd.openxmlformats-officedocument.presentationml.slide+xml"/>
  <Override PartName="/ppt/slides/slide3454.xml" ContentType="application/vnd.openxmlformats-officedocument.presentationml.slide+xml"/>
  <Override PartName="/ppt/slides/slide3455.xml" ContentType="application/vnd.openxmlformats-officedocument.presentationml.slide+xml"/>
  <Override PartName="/ppt/slides/slide3456.xml" ContentType="application/vnd.openxmlformats-officedocument.presentationml.slide+xml"/>
  <Override PartName="/ppt/slides/slide3457.xml" ContentType="application/vnd.openxmlformats-officedocument.presentationml.slide+xml"/>
  <Override PartName="/ppt/slides/slide3458.xml" ContentType="application/vnd.openxmlformats-officedocument.presentationml.slide+xml"/>
  <Override PartName="/ppt/slides/slide3459.xml" ContentType="application/vnd.openxmlformats-officedocument.presentationml.slide+xml"/>
  <Override PartName="/ppt/slides/slide3460.xml" ContentType="application/vnd.openxmlformats-officedocument.presentationml.slide+xml"/>
  <Override PartName="/ppt/slides/slide3461.xml" ContentType="application/vnd.openxmlformats-officedocument.presentationml.slide+xml"/>
  <Override PartName="/ppt/slides/slide3462.xml" ContentType="application/vnd.openxmlformats-officedocument.presentationml.slide+xml"/>
  <Override PartName="/ppt/slides/slide3463.xml" ContentType="application/vnd.openxmlformats-officedocument.presentationml.slide+xml"/>
  <Override PartName="/ppt/slides/slide3464.xml" ContentType="application/vnd.openxmlformats-officedocument.presentationml.slide+xml"/>
  <Override PartName="/ppt/slides/slide3465.xml" ContentType="application/vnd.openxmlformats-officedocument.presentationml.slide+xml"/>
  <Override PartName="/ppt/slides/slide3466.xml" ContentType="application/vnd.openxmlformats-officedocument.presentationml.slide+xml"/>
  <Override PartName="/ppt/slides/slide3467.xml" ContentType="application/vnd.openxmlformats-officedocument.presentationml.slide+xml"/>
  <Override PartName="/ppt/slides/slide3468.xml" ContentType="application/vnd.openxmlformats-officedocument.presentationml.slide+xml"/>
  <Override PartName="/ppt/slides/slide3469.xml" ContentType="application/vnd.openxmlformats-officedocument.presentationml.slide+xml"/>
  <Override PartName="/ppt/slides/slide3470.xml" ContentType="application/vnd.openxmlformats-officedocument.presentationml.slide+xml"/>
  <Override PartName="/ppt/slides/slide3471.xml" ContentType="application/vnd.openxmlformats-officedocument.presentationml.slide+xml"/>
  <Override PartName="/ppt/slides/slide3472.xml" ContentType="application/vnd.openxmlformats-officedocument.presentationml.slide+xml"/>
  <Override PartName="/ppt/slides/slide3473.xml" ContentType="application/vnd.openxmlformats-officedocument.presentationml.slide+xml"/>
  <Override PartName="/ppt/slides/slide3474.xml" ContentType="application/vnd.openxmlformats-officedocument.presentationml.slide+xml"/>
  <Override PartName="/ppt/slides/slide3475.xml" ContentType="application/vnd.openxmlformats-officedocument.presentationml.slide+xml"/>
  <Override PartName="/ppt/slides/slide3476.xml" ContentType="application/vnd.openxmlformats-officedocument.presentationml.slide+xml"/>
  <Override PartName="/ppt/slides/slide3477.xml" ContentType="application/vnd.openxmlformats-officedocument.presentationml.slide+xml"/>
  <Override PartName="/ppt/slides/slide3478.xml" ContentType="application/vnd.openxmlformats-officedocument.presentationml.slide+xml"/>
  <Override PartName="/ppt/slides/slide3479.xml" ContentType="application/vnd.openxmlformats-officedocument.presentationml.slide+xml"/>
  <Override PartName="/ppt/slides/slide3480.xml" ContentType="application/vnd.openxmlformats-officedocument.presentationml.slide+xml"/>
  <Override PartName="/ppt/slides/slide3481.xml" ContentType="application/vnd.openxmlformats-officedocument.presentationml.slide+xml"/>
  <Override PartName="/ppt/slides/slide3482.xml" ContentType="application/vnd.openxmlformats-officedocument.presentationml.slide+xml"/>
  <Override PartName="/ppt/slides/slide3483.xml" ContentType="application/vnd.openxmlformats-officedocument.presentationml.slide+xml"/>
  <Override PartName="/ppt/slides/slide3484.xml" ContentType="application/vnd.openxmlformats-officedocument.presentationml.slide+xml"/>
  <Override PartName="/ppt/slides/slide3485.xml" ContentType="application/vnd.openxmlformats-officedocument.presentationml.slide+xml"/>
  <Override PartName="/ppt/slides/slide3486.xml" ContentType="application/vnd.openxmlformats-officedocument.presentationml.slide+xml"/>
  <Override PartName="/ppt/slides/slide3487.xml" ContentType="application/vnd.openxmlformats-officedocument.presentationml.slide+xml"/>
  <Override PartName="/ppt/slides/slide3488.xml" ContentType="application/vnd.openxmlformats-officedocument.presentationml.slide+xml"/>
  <Override PartName="/ppt/slides/slide3489.xml" ContentType="application/vnd.openxmlformats-officedocument.presentationml.slide+xml"/>
  <Override PartName="/ppt/slides/slide3490.xml" ContentType="application/vnd.openxmlformats-officedocument.presentationml.slide+xml"/>
  <Override PartName="/ppt/slides/slide3491.xml" ContentType="application/vnd.openxmlformats-officedocument.presentationml.slide+xml"/>
  <Override PartName="/ppt/slides/slide3492.xml" ContentType="application/vnd.openxmlformats-officedocument.presentationml.slide+xml"/>
  <Override PartName="/ppt/slides/slide3493.xml" ContentType="application/vnd.openxmlformats-officedocument.presentationml.slide+xml"/>
  <Override PartName="/ppt/slides/slide3494.xml" ContentType="application/vnd.openxmlformats-officedocument.presentationml.slide+xml"/>
  <Override PartName="/ppt/slides/slide3495.xml" ContentType="application/vnd.openxmlformats-officedocument.presentationml.slide+xml"/>
  <Override PartName="/ppt/slides/slide3496.xml" ContentType="application/vnd.openxmlformats-officedocument.presentationml.slide+xml"/>
  <Override PartName="/ppt/slides/slide3497.xml" ContentType="application/vnd.openxmlformats-officedocument.presentationml.slide+xml"/>
  <Override PartName="/ppt/slides/slide3498.xml" ContentType="application/vnd.openxmlformats-officedocument.presentationml.slide+xml"/>
  <Override PartName="/ppt/slides/slide3499.xml" ContentType="application/vnd.openxmlformats-officedocument.presentationml.slide+xml"/>
  <Override PartName="/ppt/slides/slide3500.xml" ContentType="application/vnd.openxmlformats-officedocument.presentationml.slide+xml"/>
  <Override PartName="/ppt/slides/slide3501.xml" ContentType="application/vnd.openxmlformats-officedocument.presentationml.slide+xml"/>
  <Override PartName="/ppt/slides/slide3502.xml" ContentType="application/vnd.openxmlformats-officedocument.presentationml.slide+xml"/>
  <Override PartName="/ppt/slides/slide3503.xml" ContentType="application/vnd.openxmlformats-officedocument.presentationml.slide+xml"/>
  <Override PartName="/ppt/slides/slide3504.xml" ContentType="application/vnd.openxmlformats-officedocument.presentationml.slide+xml"/>
  <Override PartName="/ppt/slides/slide3505.xml" ContentType="application/vnd.openxmlformats-officedocument.presentationml.slide+xml"/>
  <Override PartName="/ppt/slides/slide3506.xml" ContentType="application/vnd.openxmlformats-officedocument.presentationml.slide+xml"/>
  <Override PartName="/ppt/slides/slide3507.xml" ContentType="application/vnd.openxmlformats-officedocument.presentationml.slide+xml"/>
  <Override PartName="/ppt/slides/slide3508.xml" ContentType="application/vnd.openxmlformats-officedocument.presentationml.slide+xml"/>
  <Override PartName="/ppt/slides/slide3509.xml" ContentType="application/vnd.openxmlformats-officedocument.presentationml.slide+xml"/>
  <Override PartName="/ppt/slides/slide3510.xml" ContentType="application/vnd.openxmlformats-officedocument.presentationml.slide+xml"/>
  <Override PartName="/ppt/slides/slide3511.xml" ContentType="application/vnd.openxmlformats-officedocument.presentationml.slide+xml"/>
  <Override PartName="/ppt/slides/slide3512.xml" ContentType="application/vnd.openxmlformats-officedocument.presentationml.slide+xml"/>
  <Override PartName="/ppt/slides/slide3513.xml" ContentType="application/vnd.openxmlformats-officedocument.presentationml.slide+xml"/>
  <Override PartName="/ppt/slides/slide3514.xml" ContentType="application/vnd.openxmlformats-officedocument.presentationml.slide+xml"/>
  <Override PartName="/ppt/slides/slide3515.xml" ContentType="application/vnd.openxmlformats-officedocument.presentationml.slide+xml"/>
  <Override PartName="/ppt/slides/slide3516.xml" ContentType="application/vnd.openxmlformats-officedocument.presentationml.slide+xml"/>
  <Override PartName="/ppt/slides/slide3517.xml" ContentType="application/vnd.openxmlformats-officedocument.presentationml.slide+xml"/>
  <Override PartName="/ppt/slides/slide3518.xml" ContentType="application/vnd.openxmlformats-officedocument.presentationml.slide+xml"/>
  <Override PartName="/ppt/slides/slide3519.xml" ContentType="application/vnd.openxmlformats-officedocument.presentationml.slide+xml"/>
  <Override PartName="/ppt/slides/slide3520.xml" ContentType="application/vnd.openxmlformats-officedocument.presentationml.slide+xml"/>
  <Override PartName="/ppt/slides/slide3521.xml" ContentType="application/vnd.openxmlformats-officedocument.presentationml.slide+xml"/>
  <Override PartName="/ppt/slides/slide3522.xml" ContentType="application/vnd.openxmlformats-officedocument.presentationml.slide+xml"/>
  <Override PartName="/ppt/slides/slide3523.xml" ContentType="application/vnd.openxmlformats-officedocument.presentationml.slide+xml"/>
  <Override PartName="/ppt/slides/slide3524.xml" ContentType="application/vnd.openxmlformats-officedocument.presentationml.slide+xml"/>
  <Override PartName="/ppt/slides/slide3525.xml" ContentType="application/vnd.openxmlformats-officedocument.presentationml.slide+xml"/>
  <Override PartName="/ppt/slides/slide3526.xml" ContentType="application/vnd.openxmlformats-officedocument.presentationml.slide+xml"/>
  <Override PartName="/ppt/slides/slide3527.xml" ContentType="application/vnd.openxmlformats-officedocument.presentationml.slide+xml"/>
  <Override PartName="/ppt/slides/slide3528.xml" ContentType="application/vnd.openxmlformats-officedocument.presentationml.slide+xml"/>
  <Override PartName="/ppt/slides/slide3529.xml" ContentType="application/vnd.openxmlformats-officedocument.presentationml.slide+xml"/>
  <Override PartName="/ppt/slides/slide3530.xml" ContentType="application/vnd.openxmlformats-officedocument.presentationml.slide+xml"/>
  <Override PartName="/ppt/slides/slide3531.xml" ContentType="application/vnd.openxmlformats-officedocument.presentationml.slide+xml"/>
  <Override PartName="/ppt/slides/slide3532.xml" ContentType="application/vnd.openxmlformats-officedocument.presentationml.slide+xml"/>
  <Override PartName="/ppt/slides/slide3533.xml" ContentType="application/vnd.openxmlformats-officedocument.presentationml.slide+xml"/>
  <Override PartName="/ppt/slides/slide3534.xml" ContentType="application/vnd.openxmlformats-officedocument.presentationml.slide+xml"/>
  <Override PartName="/ppt/slides/slide3535.xml" ContentType="application/vnd.openxmlformats-officedocument.presentationml.slide+xml"/>
  <Override PartName="/ppt/slides/slide3536.xml" ContentType="application/vnd.openxmlformats-officedocument.presentationml.slide+xml"/>
  <Override PartName="/ppt/slides/slide3537.xml" ContentType="application/vnd.openxmlformats-officedocument.presentationml.slide+xml"/>
  <Override PartName="/ppt/slides/slide3538.xml" ContentType="application/vnd.openxmlformats-officedocument.presentationml.slide+xml"/>
  <Override PartName="/ppt/slides/slide3539.xml" ContentType="application/vnd.openxmlformats-officedocument.presentationml.slide+xml"/>
  <Override PartName="/ppt/slides/slide3540.xml" ContentType="application/vnd.openxmlformats-officedocument.presentationml.slide+xml"/>
  <Override PartName="/ppt/slides/slide3541.xml" ContentType="application/vnd.openxmlformats-officedocument.presentationml.slide+xml"/>
  <Override PartName="/ppt/slides/slide3542.xml" ContentType="application/vnd.openxmlformats-officedocument.presentationml.slide+xml"/>
  <Override PartName="/ppt/slides/slide3543.xml" ContentType="application/vnd.openxmlformats-officedocument.presentationml.slide+xml"/>
  <Override PartName="/ppt/slides/slide3544.xml" ContentType="application/vnd.openxmlformats-officedocument.presentationml.slide+xml"/>
  <Override PartName="/ppt/slides/slide3545.xml" ContentType="application/vnd.openxmlformats-officedocument.presentationml.slide+xml"/>
  <Override PartName="/ppt/slides/slide3546.xml" ContentType="application/vnd.openxmlformats-officedocument.presentationml.slide+xml"/>
  <Override PartName="/ppt/slides/slide3547.xml" ContentType="application/vnd.openxmlformats-officedocument.presentationml.slide+xml"/>
  <Override PartName="/ppt/slides/slide3548.xml" ContentType="application/vnd.openxmlformats-officedocument.presentationml.slide+xml"/>
  <Override PartName="/ppt/slides/slide3549.xml" ContentType="application/vnd.openxmlformats-officedocument.presentationml.slide+xml"/>
  <Override PartName="/ppt/slides/slide3550.xml" ContentType="application/vnd.openxmlformats-officedocument.presentationml.slide+xml"/>
  <Override PartName="/ppt/slides/slide3551.xml" ContentType="application/vnd.openxmlformats-officedocument.presentationml.slide+xml"/>
  <Override PartName="/ppt/slides/slide3552.xml" ContentType="application/vnd.openxmlformats-officedocument.presentationml.slide+xml"/>
  <Override PartName="/ppt/slides/slide3553.xml" ContentType="application/vnd.openxmlformats-officedocument.presentationml.slide+xml"/>
  <Override PartName="/ppt/slides/slide3554.xml" ContentType="application/vnd.openxmlformats-officedocument.presentationml.slide+xml"/>
  <Override PartName="/ppt/slides/slide3555.xml" ContentType="application/vnd.openxmlformats-officedocument.presentationml.slide+xml"/>
  <Override PartName="/ppt/slides/slide3556.xml" ContentType="application/vnd.openxmlformats-officedocument.presentationml.slide+xml"/>
  <Override PartName="/ppt/slides/slide3557.xml" ContentType="application/vnd.openxmlformats-officedocument.presentationml.slide+xml"/>
  <Override PartName="/ppt/slides/slide3558.xml" ContentType="application/vnd.openxmlformats-officedocument.presentationml.slide+xml"/>
  <Override PartName="/ppt/slides/slide3559.xml" ContentType="application/vnd.openxmlformats-officedocument.presentationml.slide+xml"/>
  <Override PartName="/ppt/slides/slide3560.xml" ContentType="application/vnd.openxmlformats-officedocument.presentationml.slide+xml"/>
  <Override PartName="/ppt/slides/slide3561.xml" ContentType="application/vnd.openxmlformats-officedocument.presentationml.slide+xml"/>
  <Override PartName="/ppt/slides/slide3562.xml" ContentType="application/vnd.openxmlformats-officedocument.presentationml.slide+xml"/>
  <Override PartName="/ppt/slides/slide3563.xml" ContentType="application/vnd.openxmlformats-officedocument.presentationml.slide+xml"/>
  <Override PartName="/ppt/slides/slide3564.xml" ContentType="application/vnd.openxmlformats-officedocument.presentationml.slide+xml"/>
  <Override PartName="/ppt/slides/slide3565.xml" ContentType="application/vnd.openxmlformats-officedocument.presentationml.slide+xml"/>
  <Override PartName="/ppt/slides/slide3566.xml" ContentType="application/vnd.openxmlformats-officedocument.presentationml.slide+xml"/>
  <Override PartName="/ppt/slides/slide3567.xml" ContentType="application/vnd.openxmlformats-officedocument.presentationml.slide+xml"/>
  <Override PartName="/ppt/slides/slide3568.xml" ContentType="application/vnd.openxmlformats-officedocument.presentationml.slide+xml"/>
  <Override PartName="/ppt/slides/slide3569.xml" ContentType="application/vnd.openxmlformats-officedocument.presentationml.slide+xml"/>
  <Override PartName="/ppt/slides/slide3570.xml" ContentType="application/vnd.openxmlformats-officedocument.presentationml.slide+xml"/>
  <Override PartName="/ppt/slides/slide3571.xml" ContentType="application/vnd.openxmlformats-officedocument.presentationml.slide+xml"/>
  <Override PartName="/ppt/slides/slide3572.xml" ContentType="application/vnd.openxmlformats-officedocument.presentationml.slide+xml"/>
  <Override PartName="/ppt/slides/slide3573.xml" ContentType="application/vnd.openxmlformats-officedocument.presentationml.slide+xml"/>
  <Override PartName="/ppt/slides/slide3574.xml" ContentType="application/vnd.openxmlformats-officedocument.presentationml.slide+xml"/>
  <Override PartName="/ppt/slides/slide3575.xml" ContentType="application/vnd.openxmlformats-officedocument.presentationml.slide+xml"/>
  <Override PartName="/ppt/slides/slide3576.xml" ContentType="application/vnd.openxmlformats-officedocument.presentationml.slide+xml"/>
  <Override PartName="/ppt/slides/slide3577.xml" ContentType="application/vnd.openxmlformats-officedocument.presentationml.slide+xml"/>
  <Override PartName="/ppt/slides/slide3578.xml" ContentType="application/vnd.openxmlformats-officedocument.presentationml.slide+xml"/>
  <Override PartName="/ppt/slides/slide3579.xml" ContentType="application/vnd.openxmlformats-officedocument.presentationml.slide+xml"/>
  <Override PartName="/ppt/slides/slide3580.xml" ContentType="application/vnd.openxmlformats-officedocument.presentationml.slide+xml"/>
  <Override PartName="/ppt/slides/slide3581.xml" ContentType="application/vnd.openxmlformats-officedocument.presentationml.slide+xml"/>
  <Override PartName="/ppt/slides/slide3582.xml" ContentType="application/vnd.openxmlformats-officedocument.presentationml.slide+xml"/>
  <Override PartName="/ppt/slides/slide3583.xml" ContentType="application/vnd.openxmlformats-officedocument.presentationml.slide+xml"/>
  <Override PartName="/ppt/slides/slide3584.xml" ContentType="application/vnd.openxmlformats-officedocument.presentationml.slide+xml"/>
  <Override PartName="/ppt/slides/slide3585.xml" ContentType="application/vnd.openxmlformats-officedocument.presentationml.slide+xml"/>
  <Override PartName="/ppt/slides/slide3586.xml" ContentType="application/vnd.openxmlformats-officedocument.presentationml.slide+xml"/>
  <Override PartName="/ppt/slides/slide3587.xml" ContentType="application/vnd.openxmlformats-officedocument.presentationml.slide+xml"/>
  <Override PartName="/ppt/slides/slide3588.xml" ContentType="application/vnd.openxmlformats-officedocument.presentationml.slide+xml"/>
  <Override PartName="/ppt/slides/slide3589.xml" ContentType="application/vnd.openxmlformats-officedocument.presentationml.slide+xml"/>
  <Override PartName="/ppt/slides/slide3590.xml" ContentType="application/vnd.openxmlformats-officedocument.presentationml.slide+xml"/>
  <Override PartName="/ppt/slides/slide3591.xml" ContentType="application/vnd.openxmlformats-officedocument.presentationml.slide+xml"/>
  <Override PartName="/ppt/slides/slide3592.xml" ContentType="application/vnd.openxmlformats-officedocument.presentationml.slide+xml"/>
  <Override PartName="/ppt/slides/slide3593.xml" ContentType="application/vnd.openxmlformats-officedocument.presentationml.slide+xml"/>
  <Override PartName="/ppt/slides/slide3594.xml" ContentType="application/vnd.openxmlformats-officedocument.presentationml.slide+xml"/>
  <Override PartName="/ppt/slides/slide3595.xml" ContentType="application/vnd.openxmlformats-officedocument.presentationml.slide+xml"/>
  <Override PartName="/ppt/slides/slide3596.xml" ContentType="application/vnd.openxmlformats-officedocument.presentationml.slide+xml"/>
  <Override PartName="/ppt/slides/slide3597.xml" ContentType="application/vnd.openxmlformats-officedocument.presentationml.slide+xml"/>
  <Override PartName="/ppt/slides/slide3598.xml" ContentType="application/vnd.openxmlformats-officedocument.presentationml.slide+xml"/>
  <Override PartName="/ppt/slides/slide3599.xml" ContentType="application/vnd.openxmlformats-officedocument.presentationml.slide+xml"/>
  <Override PartName="/ppt/slides/slide3600.xml" ContentType="application/vnd.openxmlformats-officedocument.presentationml.slide+xml"/>
  <Override PartName="/ppt/slides/slide3601.xml" ContentType="application/vnd.openxmlformats-officedocument.presentationml.slide+xml"/>
  <Override PartName="/ppt/slides/slide3602.xml" ContentType="application/vnd.openxmlformats-officedocument.presentationml.slide+xml"/>
  <Override PartName="/ppt/slides/slide3603.xml" ContentType="application/vnd.openxmlformats-officedocument.presentationml.slide+xml"/>
  <Override PartName="/ppt/slides/slide3604.xml" ContentType="application/vnd.openxmlformats-officedocument.presentationml.slide+xml"/>
  <Override PartName="/ppt/slides/slide3605.xml" ContentType="application/vnd.openxmlformats-officedocument.presentationml.slide+xml"/>
  <Override PartName="/ppt/slides/slide3606.xml" ContentType="application/vnd.openxmlformats-officedocument.presentationml.slide+xml"/>
  <Override PartName="/ppt/slides/slide3607.xml" ContentType="application/vnd.openxmlformats-officedocument.presentationml.slide+xml"/>
  <Override PartName="/ppt/slides/slide3608.xml" ContentType="application/vnd.openxmlformats-officedocument.presentationml.slide+xml"/>
  <Override PartName="/ppt/slides/slide3609.xml" ContentType="application/vnd.openxmlformats-officedocument.presentationml.slide+xml"/>
  <Override PartName="/ppt/slides/slide3610.xml" ContentType="application/vnd.openxmlformats-officedocument.presentationml.slide+xml"/>
  <Override PartName="/ppt/slides/slide3611.xml" ContentType="application/vnd.openxmlformats-officedocument.presentationml.slide+xml"/>
  <Override PartName="/ppt/slides/slide3612.xml" ContentType="application/vnd.openxmlformats-officedocument.presentationml.slide+xml"/>
  <Override PartName="/ppt/slides/slide3613.xml" ContentType="application/vnd.openxmlformats-officedocument.presentationml.slide+xml"/>
  <Override PartName="/ppt/slides/slide3614.xml" ContentType="application/vnd.openxmlformats-officedocument.presentationml.slide+xml"/>
  <Override PartName="/ppt/slides/slide3615.xml" ContentType="application/vnd.openxmlformats-officedocument.presentationml.slide+xml"/>
  <Override PartName="/ppt/slides/slide3616.xml" ContentType="application/vnd.openxmlformats-officedocument.presentationml.slide+xml"/>
  <Override PartName="/ppt/slides/slide3617.xml" ContentType="application/vnd.openxmlformats-officedocument.presentationml.slide+xml"/>
  <Override PartName="/ppt/slides/slide3618.xml" ContentType="application/vnd.openxmlformats-officedocument.presentationml.slide+xml"/>
  <Override PartName="/ppt/slides/slide3619.xml" ContentType="application/vnd.openxmlformats-officedocument.presentationml.slide+xml"/>
  <Override PartName="/ppt/slides/slide3620.xml" ContentType="application/vnd.openxmlformats-officedocument.presentationml.slide+xml"/>
  <Override PartName="/ppt/slides/slide3621.xml" ContentType="application/vnd.openxmlformats-officedocument.presentationml.slide+xml"/>
  <Override PartName="/ppt/slides/slide3622.xml" ContentType="application/vnd.openxmlformats-officedocument.presentationml.slide+xml"/>
  <Override PartName="/ppt/slides/slide3623.xml" ContentType="application/vnd.openxmlformats-officedocument.presentationml.slide+xml"/>
  <Override PartName="/ppt/slides/slide3624.xml" ContentType="application/vnd.openxmlformats-officedocument.presentationml.slide+xml"/>
  <Override PartName="/ppt/slides/slide3625.xml" ContentType="application/vnd.openxmlformats-officedocument.presentationml.slide+xml"/>
  <Override PartName="/ppt/slides/slide3626.xml" ContentType="application/vnd.openxmlformats-officedocument.presentationml.slide+xml"/>
  <Override PartName="/ppt/slides/slide3627.xml" ContentType="application/vnd.openxmlformats-officedocument.presentationml.slide+xml"/>
  <Override PartName="/ppt/slides/slide3628.xml" ContentType="application/vnd.openxmlformats-officedocument.presentationml.slide+xml"/>
  <Override PartName="/ppt/slides/slide3629.xml" ContentType="application/vnd.openxmlformats-officedocument.presentationml.slide+xml"/>
  <Override PartName="/ppt/slides/slide3630.xml" ContentType="application/vnd.openxmlformats-officedocument.presentationml.slide+xml"/>
  <Override PartName="/ppt/slides/slide3631.xml" ContentType="application/vnd.openxmlformats-officedocument.presentationml.slide+xml"/>
  <Override PartName="/ppt/slides/slide3632.xml" ContentType="application/vnd.openxmlformats-officedocument.presentationml.slide+xml"/>
  <Override PartName="/ppt/slides/slide3633.xml" ContentType="application/vnd.openxmlformats-officedocument.presentationml.slide+xml"/>
  <Override PartName="/ppt/slides/slide3634.xml" ContentType="application/vnd.openxmlformats-officedocument.presentationml.slide+xml"/>
  <Override PartName="/ppt/slides/slide3635.xml" ContentType="application/vnd.openxmlformats-officedocument.presentationml.slide+xml"/>
  <Override PartName="/ppt/slides/slide3636.xml" ContentType="application/vnd.openxmlformats-officedocument.presentationml.slide+xml"/>
  <Override PartName="/ppt/slides/slide3637.xml" ContentType="application/vnd.openxmlformats-officedocument.presentationml.slide+xml"/>
  <Override PartName="/ppt/slides/slide3638.xml" ContentType="application/vnd.openxmlformats-officedocument.presentationml.slide+xml"/>
  <Override PartName="/ppt/slides/slide3639.xml" ContentType="application/vnd.openxmlformats-officedocument.presentationml.slide+xml"/>
  <Override PartName="/ppt/slides/slide3640.xml" ContentType="application/vnd.openxmlformats-officedocument.presentationml.slide+xml"/>
  <Override PartName="/ppt/slides/slide3641.xml" ContentType="application/vnd.openxmlformats-officedocument.presentationml.slide+xml"/>
  <Override PartName="/ppt/slides/slide3642.xml" ContentType="application/vnd.openxmlformats-officedocument.presentationml.slide+xml"/>
  <Override PartName="/ppt/slides/slide3643.xml" ContentType="application/vnd.openxmlformats-officedocument.presentationml.slide+xml"/>
  <Override PartName="/ppt/slides/slide3644.xml" ContentType="application/vnd.openxmlformats-officedocument.presentationml.slide+xml"/>
  <Override PartName="/ppt/slides/slide3645.xml" ContentType="application/vnd.openxmlformats-officedocument.presentationml.slide+xml"/>
  <Override PartName="/ppt/slides/slide3646.xml" ContentType="application/vnd.openxmlformats-officedocument.presentationml.slide+xml"/>
  <Override PartName="/ppt/slides/slide3647.xml" ContentType="application/vnd.openxmlformats-officedocument.presentationml.slide+xml"/>
  <Override PartName="/ppt/slides/slide3648.xml" ContentType="application/vnd.openxmlformats-officedocument.presentationml.slide+xml"/>
  <Override PartName="/ppt/slides/slide3649.xml" ContentType="application/vnd.openxmlformats-officedocument.presentationml.slide+xml"/>
  <Override PartName="/ppt/slides/slide3650.xml" ContentType="application/vnd.openxmlformats-officedocument.presentationml.slide+xml"/>
  <Override PartName="/ppt/slides/slide3651.xml" ContentType="application/vnd.openxmlformats-officedocument.presentationml.slide+xml"/>
  <Override PartName="/ppt/slides/slide3652.xml" ContentType="application/vnd.openxmlformats-officedocument.presentationml.slide+xml"/>
  <Override PartName="/ppt/slides/slide3653.xml" ContentType="application/vnd.openxmlformats-officedocument.presentationml.slide+xml"/>
  <Override PartName="/ppt/slides/slide3654.xml" ContentType="application/vnd.openxmlformats-officedocument.presentationml.slide+xml"/>
  <Override PartName="/ppt/slides/slide3655.xml" ContentType="application/vnd.openxmlformats-officedocument.presentationml.slide+xml"/>
  <Override PartName="/ppt/slides/slide3656.xml" ContentType="application/vnd.openxmlformats-officedocument.presentationml.slide+xml"/>
  <Override PartName="/ppt/slides/slide3657.xml" ContentType="application/vnd.openxmlformats-officedocument.presentationml.slide+xml"/>
  <Override PartName="/ppt/slides/slide3658.xml" ContentType="application/vnd.openxmlformats-officedocument.presentationml.slide+xml"/>
  <Override PartName="/ppt/slides/slide3659.xml" ContentType="application/vnd.openxmlformats-officedocument.presentationml.slide+xml"/>
  <Override PartName="/ppt/slides/slide3660.xml" ContentType="application/vnd.openxmlformats-officedocument.presentationml.slide+xml"/>
  <Override PartName="/ppt/slides/slide3661.xml" ContentType="application/vnd.openxmlformats-officedocument.presentationml.slide+xml"/>
  <Override PartName="/ppt/slides/slide3662.xml" ContentType="application/vnd.openxmlformats-officedocument.presentationml.slide+xml"/>
  <Override PartName="/ppt/slides/slide3663.xml" ContentType="application/vnd.openxmlformats-officedocument.presentationml.slide+xml"/>
  <Override PartName="/ppt/slides/slide3664.xml" ContentType="application/vnd.openxmlformats-officedocument.presentationml.slide+xml"/>
  <Override PartName="/ppt/slides/slide3665.xml" ContentType="application/vnd.openxmlformats-officedocument.presentationml.slide+xml"/>
  <Override PartName="/ppt/slides/slide3666.xml" ContentType="application/vnd.openxmlformats-officedocument.presentationml.slide+xml"/>
  <Override PartName="/ppt/slides/slide3667.xml" ContentType="application/vnd.openxmlformats-officedocument.presentationml.slide+xml"/>
  <Override PartName="/ppt/slides/slide3668.xml" ContentType="application/vnd.openxmlformats-officedocument.presentationml.slide+xml"/>
  <Override PartName="/ppt/slides/slide3669.xml" ContentType="application/vnd.openxmlformats-officedocument.presentationml.slide+xml"/>
  <Override PartName="/ppt/slides/slide3670.xml" ContentType="application/vnd.openxmlformats-officedocument.presentationml.slide+xml"/>
  <Override PartName="/ppt/slides/slide3671.xml" ContentType="application/vnd.openxmlformats-officedocument.presentationml.slide+xml"/>
  <Override PartName="/ppt/slides/slide3672.xml" ContentType="application/vnd.openxmlformats-officedocument.presentationml.slide+xml"/>
  <Override PartName="/ppt/slides/slide3673.xml" ContentType="application/vnd.openxmlformats-officedocument.presentationml.slide+xml"/>
  <Override PartName="/ppt/slides/slide3674.xml" ContentType="application/vnd.openxmlformats-officedocument.presentationml.slide+xml"/>
  <Override PartName="/ppt/slides/slide3675.xml" ContentType="application/vnd.openxmlformats-officedocument.presentationml.slide+xml"/>
  <Override PartName="/ppt/slides/slide3676.xml" ContentType="application/vnd.openxmlformats-officedocument.presentationml.slide+xml"/>
  <Override PartName="/ppt/slides/slide3677.xml" ContentType="application/vnd.openxmlformats-officedocument.presentationml.slide+xml"/>
  <Override PartName="/ppt/slides/slide3678.xml" ContentType="application/vnd.openxmlformats-officedocument.presentationml.slide+xml"/>
  <Override PartName="/ppt/slides/slide3679.xml" ContentType="application/vnd.openxmlformats-officedocument.presentationml.slide+xml"/>
  <Override PartName="/ppt/slides/slide3680.xml" ContentType="application/vnd.openxmlformats-officedocument.presentationml.slide+xml"/>
  <Override PartName="/ppt/slides/slide3681.xml" ContentType="application/vnd.openxmlformats-officedocument.presentationml.slide+xml"/>
  <Override PartName="/ppt/slides/slide3682.xml" ContentType="application/vnd.openxmlformats-officedocument.presentationml.slide+xml"/>
  <Override PartName="/ppt/slides/slide3683.xml" ContentType="application/vnd.openxmlformats-officedocument.presentationml.slide+xml"/>
  <Override PartName="/ppt/slides/slide3684.xml" ContentType="application/vnd.openxmlformats-officedocument.presentationml.slide+xml"/>
  <Override PartName="/ppt/slides/slide3685.xml" ContentType="application/vnd.openxmlformats-officedocument.presentationml.slide+xml"/>
  <Override PartName="/ppt/slides/slide3686.xml" ContentType="application/vnd.openxmlformats-officedocument.presentationml.slide+xml"/>
  <Override PartName="/ppt/slides/slide3687.xml" ContentType="application/vnd.openxmlformats-officedocument.presentationml.slide+xml"/>
  <Override PartName="/ppt/slides/slide3688.xml" ContentType="application/vnd.openxmlformats-officedocument.presentationml.slide+xml"/>
  <Override PartName="/ppt/slides/slide3689.xml" ContentType="application/vnd.openxmlformats-officedocument.presentationml.slide+xml"/>
  <Override PartName="/ppt/slides/slide3690.xml" ContentType="application/vnd.openxmlformats-officedocument.presentationml.slide+xml"/>
  <Override PartName="/ppt/slides/slide3691.xml" ContentType="application/vnd.openxmlformats-officedocument.presentationml.slide+xml"/>
  <Override PartName="/ppt/slides/slide3692.xml" ContentType="application/vnd.openxmlformats-officedocument.presentationml.slide+xml"/>
  <Override PartName="/ppt/slides/slide3693.xml" ContentType="application/vnd.openxmlformats-officedocument.presentationml.slide+xml"/>
  <Override PartName="/ppt/slides/slide3694.xml" ContentType="application/vnd.openxmlformats-officedocument.presentationml.slide+xml"/>
  <Override PartName="/ppt/slides/slide3695.xml" ContentType="application/vnd.openxmlformats-officedocument.presentationml.slide+xml"/>
  <Override PartName="/ppt/slides/slide3696.xml" ContentType="application/vnd.openxmlformats-officedocument.presentationml.slide+xml"/>
  <Override PartName="/ppt/slides/slide3697.xml" ContentType="application/vnd.openxmlformats-officedocument.presentationml.slide+xml"/>
  <Override PartName="/ppt/slides/slide3698.xml" ContentType="application/vnd.openxmlformats-officedocument.presentationml.slide+xml"/>
  <Override PartName="/ppt/slides/slide3699.xml" ContentType="application/vnd.openxmlformats-officedocument.presentationml.slide+xml"/>
  <Override PartName="/ppt/slides/slide3700.xml" ContentType="application/vnd.openxmlformats-officedocument.presentationml.slide+xml"/>
  <Override PartName="/ppt/slides/slide3701.xml" ContentType="application/vnd.openxmlformats-officedocument.presentationml.slide+xml"/>
  <Override PartName="/ppt/slides/slide3702.xml" ContentType="application/vnd.openxmlformats-officedocument.presentationml.slide+xml"/>
  <Override PartName="/ppt/slides/slide3703.xml" ContentType="application/vnd.openxmlformats-officedocument.presentationml.slide+xml"/>
  <Override PartName="/ppt/slides/slide3704.xml" ContentType="application/vnd.openxmlformats-officedocument.presentationml.slide+xml"/>
  <Override PartName="/ppt/slides/slide3705.xml" ContentType="application/vnd.openxmlformats-officedocument.presentationml.slide+xml"/>
  <Override PartName="/ppt/slides/slide3706.xml" ContentType="application/vnd.openxmlformats-officedocument.presentationml.slide+xml"/>
  <Override PartName="/ppt/slides/slide3707.xml" ContentType="application/vnd.openxmlformats-officedocument.presentationml.slide+xml"/>
  <Override PartName="/ppt/slides/slide3708.xml" ContentType="application/vnd.openxmlformats-officedocument.presentationml.slide+xml"/>
  <Override PartName="/ppt/slides/slide3709.xml" ContentType="application/vnd.openxmlformats-officedocument.presentationml.slide+xml"/>
  <Override PartName="/ppt/slides/slide3710.xml" ContentType="application/vnd.openxmlformats-officedocument.presentationml.slide+xml"/>
  <Override PartName="/ppt/slides/slide3711.xml" ContentType="application/vnd.openxmlformats-officedocument.presentationml.slide+xml"/>
  <Override PartName="/ppt/slides/slide3712.xml" ContentType="application/vnd.openxmlformats-officedocument.presentationml.slide+xml"/>
  <Override PartName="/ppt/slides/slide3713.xml" ContentType="application/vnd.openxmlformats-officedocument.presentationml.slide+xml"/>
  <Override PartName="/ppt/slides/slide3714.xml" ContentType="application/vnd.openxmlformats-officedocument.presentationml.slide+xml"/>
  <Override PartName="/ppt/slides/slide3715.xml" ContentType="application/vnd.openxmlformats-officedocument.presentationml.slide+xml"/>
  <Override PartName="/ppt/slides/slide3716.xml" ContentType="application/vnd.openxmlformats-officedocument.presentationml.slide+xml"/>
  <Override PartName="/ppt/slides/slide3717.xml" ContentType="application/vnd.openxmlformats-officedocument.presentationml.slide+xml"/>
  <Override PartName="/ppt/slides/slide3718.xml" ContentType="application/vnd.openxmlformats-officedocument.presentationml.slide+xml"/>
  <Override PartName="/ppt/slides/slide3719.xml" ContentType="application/vnd.openxmlformats-officedocument.presentationml.slide+xml"/>
  <Override PartName="/ppt/slides/slide3720.xml" ContentType="application/vnd.openxmlformats-officedocument.presentationml.slide+xml"/>
  <Override PartName="/ppt/slides/slide3721.xml" ContentType="application/vnd.openxmlformats-officedocument.presentationml.slide+xml"/>
  <Override PartName="/ppt/slides/slide3722.xml" ContentType="application/vnd.openxmlformats-officedocument.presentationml.slide+xml"/>
  <Override PartName="/ppt/slides/slide3723.xml" ContentType="application/vnd.openxmlformats-officedocument.presentationml.slide+xml"/>
  <Override PartName="/ppt/slides/slide3724.xml" ContentType="application/vnd.openxmlformats-officedocument.presentationml.slide+xml"/>
  <Override PartName="/ppt/slides/slide3725.xml" ContentType="application/vnd.openxmlformats-officedocument.presentationml.slide+xml"/>
  <Override PartName="/ppt/slides/slide3726.xml" ContentType="application/vnd.openxmlformats-officedocument.presentationml.slide+xml"/>
  <Override PartName="/ppt/slides/slide3727.xml" ContentType="application/vnd.openxmlformats-officedocument.presentationml.slide+xml"/>
  <Override PartName="/ppt/slides/slide3728.xml" ContentType="application/vnd.openxmlformats-officedocument.presentationml.slide+xml"/>
  <Override PartName="/ppt/slides/slide3729.xml" ContentType="application/vnd.openxmlformats-officedocument.presentationml.slide+xml"/>
  <Override PartName="/ppt/slides/slide3730.xml" ContentType="application/vnd.openxmlformats-officedocument.presentationml.slide+xml"/>
  <Override PartName="/ppt/slides/slide3731.xml" ContentType="application/vnd.openxmlformats-officedocument.presentationml.slide+xml"/>
  <Override PartName="/ppt/slides/slide3732.xml" ContentType="application/vnd.openxmlformats-officedocument.presentationml.slide+xml"/>
  <Override PartName="/ppt/slides/slide3733.xml" ContentType="application/vnd.openxmlformats-officedocument.presentationml.slide+xml"/>
  <Override PartName="/ppt/slides/slide3734.xml" ContentType="application/vnd.openxmlformats-officedocument.presentationml.slide+xml"/>
  <Override PartName="/ppt/slides/slide3735.xml" ContentType="application/vnd.openxmlformats-officedocument.presentationml.slide+xml"/>
  <Override PartName="/ppt/slides/slide3736.xml" ContentType="application/vnd.openxmlformats-officedocument.presentationml.slide+xml"/>
  <Override PartName="/ppt/slides/slide3737.xml" ContentType="application/vnd.openxmlformats-officedocument.presentationml.slide+xml"/>
  <Override PartName="/ppt/slides/slide3738.xml" ContentType="application/vnd.openxmlformats-officedocument.presentationml.slide+xml"/>
  <Override PartName="/ppt/slides/slide3739.xml" ContentType="application/vnd.openxmlformats-officedocument.presentationml.slide+xml"/>
  <Override PartName="/ppt/slides/slide3740.xml" ContentType="application/vnd.openxmlformats-officedocument.presentationml.slide+xml"/>
  <Override PartName="/ppt/slides/slide3741.xml" ContentType="application/vnd.openxmlformats-officedocument.presentationml.slide+xml"/>
  <Override PartName="/ppt/slides/slide3742.xml" ContentType="application/vnd.openxmlformats-officedocument.presentationml.slide+xml"/>
  <Override PartName="/ppt/slides/slide3743.xml" ContentType="application/vnd.openxmlformats-officedocument.presentationml.slide+xml"/>
  <Override PartName="/ppt/slides/slide3744.xml" ContentType="application/vnd.openxmlformats-officedocument.presentationml.slide+xml"/>
  <Override PartName="/ppt/slides/slide3745.xml" ContentType="application/vnd.openxmlformats-officedocument.presentationml.slide+xml"/>
  <Override PartName="/ppt/slides/slide3746.xml" ContentType="application/vnd.openxmlformats-officedocument.presentationml.slide+xml"/>
  <Override PartName="/ppt/slides/slide3747.xml" ContentType="application/vnd.openxmlformats-officedocument.presentationml.slide+xml"/>
  <Override PartName="/ppt/slides/slide3748.xml" ContentType="application/vnd.openxmlformats-officedocument.presentationml.slide+xml"/>
  <Override PartName="/ppt/slides/slide3749.xml" ContentType="application/vnd.openxmlformats-officedocument.presentationml.slide+xml"/>
  <Override PartName="/ppt/slides/slide3750.xml" ContentType="application/vnd.openxmlformats-officedocument.presentationml.slide+xml"/>
  <Override PartName="/ppt/slides/slide3751.xml" ContentType="application/vnd.openxmlformats-officedocument.presentationml.slide+xml"/>
  <Override PartName="/ppt/slides/slide3752.xml" ContentType="application/vnd.openxmlformats-officedocument.presentationml.slide+xml"/>
  <Override PartName="/ppt/slides/slide3753.xml" ContentType="application/vnd.openxmlformats-officedocument.presentationml.slide+xml"/>
  <Override PartName="/ppt/slides/slide3754.xml" ContentType="application/vnd.openxmlformats-officedocument.presentationml.slide+xml"/>
  <Override PartName="/ppt/slides/slide3755.xml" ContentType="application/vnd.openxmlformats-officedocument.presentationml.slide+xml"/>
  <Override PartName="/ppt/slides/slide3756.xml" ContentType="application/vnd.openxmlformats-officedocument.presentationml.slide+xml"/>
  <Override PartName="/ppt/slides/slide3757.xml" ContentType="application/vnd.openxmlformats-officedocument.presentationml.slide+xml"/>
  <Override PartName="/ppt/slides/slide3758.xml" ContentType="application/vnd.openxmlformats-officedocument.presentationml.slide+xml"/>
  <Override PartName="/ppt/slides/slide3759.xml" ContentType="application/vnd.openxmlformats-officedocument.presentationml.slide+xml"/>
  <Override PartName="/ppt/slides/slide3760.xml" ContentType="application/vnd.openxmlformats-officedocument.presentationml.slide+xml"/>
  <Override PartName="/ppt/slides/slide3761.xml" ContentType="application/vnd.openxmlformats-officedocument.presentationml.slide+xml"/>
  <Override PartName="/ppt/slides/slide3762.xml" ContentType="application/vnd.openxmlformats-officedocument.presentationml.slide+xml"/>
  <Override PartName="/ppt/slides/slide3763.xml" ContentType="application/vnd.openxmlformats-officedocument.presentationml.slide+xml"/>
  <Override PartName="/ppt/slides/slide3764.xml" ContentType="application/vnd.openxmlformats-officedocument.presentationml.slide+xml"/>
  <Override PartName="/ppt/slides/slide3765.xml" ContentType="application/vnd.openxmlformats-officedocument.presentationml.slide+xml"/>
  <Override PartName="/ppt/slides/slide3766.xml" ContentType="application/vnd.openxmlformats-officedocument.presentationml.slide+xml"/>
  <Override PartName="/ppt/slides/slide3767.xml" ContentType="application/vnd.openxmlformats-officedocument.presentationml.slide+xml"/>
  <Override PartName="/ppt/slides/slide3768.xml" ContentType="application/vnd.openxmlformats-officedocument.presentationml.slide+xml"/>
  <Override PartName="/ppt/slides/slide3769.xml" ContentType="application/vnd.openxmlformats-officedocument.presentationml.slide+xml"/>
  <Override PartName="/ppt/slides/slide3770.xml" ContentType="application/vnd.openxmlformats-officedocument.presentationml.slide+xml"/>
  <Override PartName="/ppt/slides/slide3771.xml" ContentType="application/vnd.openxmlformats-officedocument.presentationml.slide+xml"/>
  <Override PartName="/ppt/slides/slide3772.xml" ContentType="application/vnd.openxmlformats-officedocument.presentationml.slide+xml"/>
  <Override PartName="/ppt/slides/slide3773.xml" ContentType="application/vnd.openxmlformats-officedocument.presentationml.slide+xml"/>
  <Override PartName="/ppt/slides/slide3774.xml" ContentType="application/vnd.openxmlformats-officedocument.presentationml.slide+xml"/>
  <Override PartName="/ppt/slides/slide3775.xml" ContentType="application/vnd.openxmlformats-officedocument.presentationml.slide+xml"/>
  <Override PartName="/ppt/slides/slide3776.xml" ContentType="application/vnd.openxmlformats-officedocument.presentationml.slide+xml"/>
  <Override PartName="/ppt/slides/slide3777.xml" ContentType="application/vnd.openxmlformats-officedocument.presentationml.slide+xml"/>
  <Override PartName="/ppt/slides/slide3778.xml" ContentType="application/vnd.openxmlformats-officedocument.presentationml.slide+xml"/>
  <Override PartName="/ppt/slides/slide3779.xml" ContentType="application/vnd.openxmlformats-officedocument.presentationml.slide+xml"/>
  <Override PartName="/ppt/slides/slide3780.xml" ContentType="application/vnd.openxmlformats-officedocument.presentationml.slide+xml"/>
  <Override PartName="/ppt/slides/slide3781.xml" ContentType="application/vnd.openxmlformats-officedocument.presentationml.slide+xml"/>
  <Override PartName="/ppt/slides/slide3782.xml" ContentType="application/vnd.openxmlformats-officedocument.presentationml.slide+xml"/>
  <Override PartName="/ppt/slides/slide3783.xml" ContentType="application/vnd.openxmlformats-officedocument.presentationml.slide+xml"/>
  <Override PartName="/ppt/slides/slide3784.xml" ContentType="application/vnd.openxmlformats-officedocument.presentationml.slide+xml"/>
  <Override PartName="/ppt/slides/slide3785.xml" ContentType="application/vnd.openxmlformats-officedocument.presentationml.slide+xml"/>
  <Override PartName="/ppt/slides/slide3786.xml" ContentType="application/vnd.openxmlformats-officedocument.presentationml.slide+xml"/>
  <Override PartName="/ppt/slides/slide3787.xml" ContentType="application/vnd.openxmlformats-officedocument.presentationml.slide+xml"/>
  <Override PartName="/ppt/slides/slide3788.xml" ContentType="application/vnd.openxmlformats-officedocument.presentationml.slide+xml"/>
  <Override PartName="/ppt/slides/slide3789.xml" ContentType="application/vnd.openxmlformats-officedocument.presentationml.slide+xml"/>
  <Override PartName="/ppt/slides/slide3790.xml" ContentType="application/vnd.openxmlformats-officedocument.presentationml.slide+xml"/>
  <Override PartName="/ppt/slides/slide3791.xml" ContentType="application/vnd.openxmlformats-officedocument.presentationml.slide+xml"/>
  <Override PartName="/ppt/slides/slide3792.xml" ContentType="application/vnd.openxmlformats-officedocument.presentationml.slide+xml"/>
  <Override PartName="/ppt/slides/slide3793.xml" ContentType="application/vnd.openxmlformats-officedocument.presentationml.slide+xml"/>
  <Override PartName="/ppt/slides/slide3794.xml" ContentType="application/vnd.openxmlformats-officedocument.presentationml.slide+xml"/>
  <Override PartName="/ppt/slides/slide3795.xml" ContentType="application/vnd.openxmlformats-officedocument.presentationml.slide+xml"/>
  <Override PartName="/ppt/slides/slide3796.xml" ContentType="application/vnd.openxmlformats-officedocument.presentationml.slide+xml"/>
  <Override PartName="/ppt/slides/slide3797.xml" ContentType="application/vnd.openxmlformats-officedocument.presentationml.slide+xml"/>
  <Override PartName="/ppt/slides/slide3798.xml" ContentType="application/vnd.openxmlformats-officedocument.presentationml.slide+xml"/>
  <Override PartName="/ppt/slides/slide3799.xml" ContentType="application/vnd.openxmlformats-officedocument.presentationml.slide+xml"/>
  <Override PartName="/ppt/slides/slide3800.xml" ContentType="application/vnd.openxmlformats-officedocument.presentationml.slide+xml"/>
  <Override PartName="/ppt/slides/slide3801.xml" ContentType="application/vnd.openxmlformats-officedocument.presentationml.slide+xml"/>
  <Override PartName="/ppt/slides/slide3802.xml" ContentType="application/vnd.openxmlformats-officedocument.presentationml.slide+xml"/>
  <Override PartName="/ppt/slides/slide3803.xml" ContentType="application/vnd.openxmlformats-officedocument.presentationml.slide+xml"/>
  <Override PartName="/ppt/slides/slide3804.xml" ContentType="application/vnd.openxmlformats-officedocument.presentationml.slide+xml"/>
  <Override PartName="/ppt/slides/slide3805.xml" ContentType="application/vnd.openxmlformats-officedocument.presentationml.slide+xml"/>
  <Override PartName="/ppt/slides/slide3806.xml" ContentType="application/vnd.openxmlformats-officedocument.presentationml.slide+xml"/>
  <Override PartName="/ppt/slides/slide3807.xml" ContentType="application/vnd.openxmlformats-officedocument.presentationml.slide+xml"/>
  <Override PartName="/ppt/slides/slide3808.xml" ContentType="application/vnd.openxmlformats-officedocument.presentationml.slide+xml"/>
  <Override PartName="/ppt/slides/slide3809.xml" ContentType="application/vnd.openxmlformats-officedocument.presentationml.slide+xml"/>
  <Override PartName="/ppt/slides/slide3810.xml" ContentType="application/vnd.openxmlformats-officedocument.presentationml.slide+xml"/>
  <Override PartName="/ppt/slides/slide3811.xml" ContentType="application/vnd.openxmlformats-officedocument.presentationml.slide+xml"/>
  <Override PartName="/ppt/slides/slide3812.xml" ContentType="application/vnd.openxmlformats-officedocument.presentationml.slide+xml"/>
  <Override PartName="/ppt/slides/slide3813.xml" ContentType="application/vnd.openxmlformats-officedocument.presentationml.slide+xml"/>
  <Override PartName="/ppt/slides/slide3814.xml" ContentType="application/vnd.openxmlformats-officedocument.presentationml.slide+xml"/>
  <Override PartName="/ppt/slides/slide3815.xml" ContentType="application/vnd.openxmlformats-officedocument.presentationml.slide+xml"/>
  <Override PartName="/ppt/slides/slide3816.xml" ContentType="application/vnd.openxmlformats-officedocument.presentationml.slide+xml"/>
  <Override PartName="/ppt/slides/slide3817.xml" ContentType="application/vnd.openxmlformats-officedocument.presentationml.slide+xml"/>
  <Override PartName="/ppt/slides/slide3818.xml" ContentType="application/vnd.openxmlformats-officedocument.presentationml.slide+xml"/>
  <Override PartName="/ppt/slides/slide3819.xml" ContentType="application/vnd.openxmlformats-officedocument.presentationml.slide+xml"/>
  <Override PartName="/ppt/slides/slide3820.xml" ContentType="application/vnd.openxmlformats-officedocument.presentationml.slide+xml"/>
  <Override PartName="/ppt/slides/slide3821.xml" ContentType="application/vnd.openxmlformats-officedocument.presentationml.slide+xml"/>
  <Override PartName="/ppt/slides/slide3822.xml" ContentType="application/vnd.openxmlformats-officedocument.presentationml.slide+xml"/>
  <Override PartName="/ppt/slides/slide3823.xml" ContentType="application/vnd.openxmlformats-officedocument.presentationml.slide+xml"/>
  <Override PartName="/ppt/slides/slide3824.xml" ContentType="application/vnd.openxmlformats-officedocument.presentationml.slide+xml"/>
  <Override PartName="/ppt/slides/slide3825.xml" ContentType="application/vnd.openxmlformats-officedocument.presentationml.slide+xml"/>
  <Override PartName="/ppt/slides/slide3826.xml" ContentType="application/vnd.openxmlformats-officedocument.presentationml.slide+xml"/>
  <Override PartName="/ppt/slides/slide3827.xml" ContentType="application/vnd.openxmlformats-officedocument.presentationml.slide+xml"/>
  <Override PartName="/ppt/slides/slide3828.xml" ContentType="application/vnd.openxmlformats-officedocument.presentationml.slide+xml"/>
  <Override PartName="/ppt/slides/slide3829.xml" ContentType="application/vnd.openxmlformats-officedocument.presentationml.slide+xml"/>
  <Override PartName="/ppt/slides/slide3830.xml" ContentType="application/vnd.openxmlformats-officedocument.presentationml.slide+xml"/>
  <Override PartName="/ppt/slides/slide3831.xml" ContentType="application/vnd.openxmlformats-officedocument.presentationml.slide+xml"/>
  <Override PartName="/ppt/slides/slide3832.xml" ContentType="application/vnd.openxmlformats-officedocument.presentationml.slide+xml"/>
  <Override PartName="/ppt/slides/slide3833.xml" ContentType="application/vnd.openxmlformats-officedocument.presentationml.slide+xml"/>
  <Override PartName="/ppt/slides/slide3834.xml" ContentType="application/vnd.openxmlformats-officedocument.presentationml.slide+xml"/>
  <Override PartName="/ppt/slides/slide3835.xml" ContentType="application/vnd.openxmlformats-officedocument.presentationml.slide+xml"/>
  <Override PartName="/ppt/slides/slide3836.xml" ContentType="application/vnd.openxmlformats-officedocument.presentationml.slide+xml"/>
  <Override PartName="/ppt/slides/slide3837.xml" ContentType="application/vnd.openxmlformats-officedocument.presentationml.slide+xml"/>
  <Override PartName="/ppt/slides/slide3838.xml" ContentType="application/vnd.openxmlformats-officedocument.presentationml.slide+xml"/>
  <Override PartName="/ppt/slides/slide3839.xml" ContentType="application/vnd.openxmlformats-officedocument.presentationml.slide+xml"/>
  <Override PartName="/ppt/slides/slide3840.xml" ContentType="application/vnd.openxmlformats-officedocument.presentationml.slide+xml"/>
  <Override PartName="/ppt/slides/slide3841.xml" ContentType="application/vnd.openxmlformats-officedocument.presentationml.slide+xml"/>
  <Override PartName="/ppt/slides/slide3842.xml" ContentType="application/vnd.openxmlformats-officedocument.presentationml.slide+xml"/>
  <Override PartName="/ppt/slides/slide3843.xml" ContentType="application/vnd.openxmlformats-officedocument.presentationml.slide+xml"/>
  <Override PartName="/ppt/slides/slide3844.xml" ContentType="application/vnd.openxmlformats-officedocument.presentationml.slide+xml"/>
  <Override PartName="/ppt/slides/slide3845.xml" ContentType="application/vnd.openxmlformats-officedocument.presentationml.slide+xml"/>
  <Override PartName="/ppt/slides/slide3846.xml" ContentType="application/vnd.openxmlformats-officedocument.presentationml.slide+xml"/>
  <Override PartName="/ppt/slides/slide3847.xml" ContentType="application/vnd.openxmlformats-officedocument.presentationml.slide+xml"/>
  <Override PartName="/ppt/slides/slide3848.xml" ContentType="application/vnd.openxmlformats-officedocument.presentationml.slide+xml"/>
  <Override PartName="/ppt/slides/slide3849.xml" ContentType="application/vnd.openxmlformats-officedocument.presentationml.slide+xml"/>
  <Override PartName="/ppt/slides/slide3850.xml" ContentType="application/vnd.openxmlformats-officedocument.presentationml.slide+xml"/>
  <Override PartName="/ppt/slides/slide3851.xml" ContentType="application/vnd.openxmlformats-officedocument.presentationml.slide+xml"/>
  <Override PartName="/ppt/slides/slide3852.xml" ContentType="application/vnd.openxmlformats-officedocument.presentationml.slide+xml"/>
  <Override PartName="/ppt/slides/slide3853.xml" ContentType="application/vnd.openxmlformats-officedocument.presentationml.slide+xml"/>
  <Override PartName="/ppt/slides/slide3854.xml" ContentType="application/vnd.openxmlformats-officedocument.presentationml.slide+xml"/>
  <Override PartName="/ppt/slides/slide3855.xml" ContentType="application/vnd.openxmlformats-officedocument.presentationml.slide+xml"/>
  <Override PartName="/ppt/slides/slide3856.xml" ContentType="application/vnd.openxmlformats-officedocument.presentationml.slide+xml"/>
  <Override PartName="/ppt/slides/slide3857.xml" ContentType="application/vnd.openxmlformats-officedocument.presentationml.slide+xml"/>
  <Override PartName="/ppt/slides/slide3858.xml" ContentType="application/vnd.openxmlformats-officedocument.presentationml.slide+xml"/>
  <Override PartName="/ppt/slides/slide3859.xml" ContentType="application/vnd.openxmlformats-officedocument.presentationml.slide+xml"/>
  <Override PartName="/ppt/slides/slide3860.xml" ContentType="application/vnd.openxmlformats-officedocument.presentationml.slide+xml"/>
  <Override PartName="/ppt/slides/slide3861.xml" ContentType="application/vnd.openxmlformats-officedocument.presentationml.slide+xml"/>
  <Override PartName="/ppt/slides/slide3862.xml" ContentType="application/vnd.openxmlformats-officedocument.presentationml.slide+xml"/>
  <Override PartName="/ppt/slides/slide3863.xml" ContentType="application/vnd.openxmlformats-officedocument.presentationml.slide+xml"/>
  <Override PartName="/ppt/slides/slide3864.xml" ContentType="application/vnd.openxmlformats-officedocument.presentationml.slide+xml"/>
  <Override PartName="/ppt/slides/slide3865.xml" ContentType="application/vnd.openxmlformats-officedocument.presentationml.slide+xml"/>
  <Override PartName="/ppt/slides/slide3866.xml" ContentType="application/vnd.openxmlformats-officedocument.presentationml.slide+xml"/>
  <Override PartName="/ppt/slides/slide3867.xml" ContentType="application/vnd.openxmlformats-officedocument.presentationml.slide+xml"/>
  <Override PartName="/ppt/slides/slide3868.xml" ContentType="application/vnd.openxmlformats-officedocument.presentationml.slide+xml"/>
  <Override PartName="/ppt/slides/slide3869.xml" ContentType="application/vnd.openxmlformats-officedocument.presentationml.slide+xml"/>
  <Override PartName="/ppt/slides/slide3870.xml" ContentType="application/vnd.openxmlformats-officedocument.presentationml.slide+xml"/>
  <Override PartName="/ppt/slides/slide3871.xml" ContentType="application/vnd.openxmlformats-officedocument.presentationml.slide+xml"/>
  <Override PartName="/ppt/slides/slide3872.xml" ContentType="application/vnd.openxmlformats-officedocument.presentationml.slide+xml"/>
  <Override PartName="/ppt/slides/slide3873.xml" ContentType="application/vnd.openxmlformats-officedocument.presentationml.slide+xml"/>
  <Override PartName="/ppt/slides/slide3874.xml" ContentType="application/vnd.openxmlformats-officedocument.presentationml.slide+xml"/>
  <Override PartName="/ppt/slides/slide3875.xml" ContentType="application/vnd.openxmlformats-officedocument.presentationml.slide+xml"/>
  <Override PartName="/ppt/slides/slide3876.xml" ContentType="application/vnd.openxmlformats-officedocument.presentationml.slide+xml"/>
  <Override PartName="/ppt/slides/slide3877.xml" ContentType="application/vnd.openxmlformats-officedocument.presentationml.slide+xml"/>
  <Override PartName="/ppt/slides/slide3878.xml" ContentType="application/vnd.openxmlformats-officedocument.presentationml.slide+xml"/>
  <Override PartName="/ppt/slides/slide3879.xml" ContentType="application/vnd.openxmlformats-officedocument.presentationml.slide+xml"/>
  <Override PartName="/ppt/slides/slide3880.xml" ContentType="application/vnd.openxmlformats-officedocument.presentationml.slide+xml"/>
  <Override PartName="/ppt/slides/slide3881.xml" ContentType="application/vnd.openxmlformats-officedocument.presentationml.slide+xml"/>
  <Override PartName="/ppt/slides/slide3882.xml" ContentType="application/vnd.openxmlformats-officedocument.presentationml.slide+xml"/>
  <Override PartName="/ppt/slides/slide3883.xml" ContentType="application/vnd.openxmlformats-officedocument.presentationml.slide+xml"/>
  <Override PartName="/ppt/slides/slide3884.xml" ContentType="application/vnd.openxmlformats-officedocument.presentationml.slide+xml"/>
  <Override PartName="/ppt/slides/slide3885.xml" ContentType="application/vnd.openxmlformats-officedocument.presentationml.slide+xml"/>
  <Override PartName="/ppt/slides/slide3886.xml" ContentType="application/vnd.openxmlformats-officedocument.presentationml.slide+xml"/>
  <Override PartName="/ppt/slides/slide3887.xml" ContentType="application/vnd.openxmlformats-officedocument.presentationml.slide+xml"/>
  <Override PartName="/ppt/slides/slide3888.xml" ContentType="application/vnd.openxmlformats-officedocument.presentationml.slide+xml"/>
  <Override PartName="/ppt/slides/slide3889.xml" ContentType="application/vnd.openxmlformats-officedocument.presentationml.slide+xml"/>
  <Override PartName="/ppt/slides/slide3890.xml" ContentType="application/vnd.openxmlformats-officedocument.presentationml.slide+xml"/>
  <Override PartName="/ppt/slides/slide3891.xml" ContentType="application/vnd.openxmlformats-officedocument.presentationml.slide+xml"/>
  <Override PartName="/ppt/slides/slide3892.xml" ContentType="application/vnd.openxmlformats-officedocument.presentationml.slide+xml"/>
  <Override PartName="/ppt/slides/slide3893.xml" ContentType="application/vnd.openxmlformats-officedocument.presentationml.slide+xml"/>
  <Override PartName="/ppt/slides/slide3894.xml" ContentType="application/vnd.openxmlformats-officedocument.presentationml.slide+xml"/>
  <Override PartName="/ppt/slides/slide3895.xml" ContentType="application/vnd.openxmlformats-officedocument.presentationml.slide+xml"/>
  <Override PartName="/ppt/slides/slide3896.xml" ContentType="application/vnd.openxmlformats-officedocument.presentationml.slide+xml"/>
  <Override PartName="/ppt/slides/slide3897.xml" ContentType="application/vnd.openxmlformats-officedocument.presentationml.slide+xml"/>
  <Override PartName="/ppt/slides/slide3898.xml" ContentType="application/vnd.openxmlformats-officedocument.presentationml.slide+xml"/>
  <Override PartName="/ppt/slides/slide3899.xml" ContentType="application/vnd.openxmlformats-officedocument.presentationml.slide+xml"/>
  <Override PartName="/ppt/slides/slide3900.xml" ContentType="application/vnd.openxmlformats-officedocument.presentationml.slide+xml"/>
  <Override PartName="/ppt/slides/slide3901.xml" ContentType="application/vnd.openxmlformats-officedocument.presentationml.slide+xml"/>
  <Override PartName="/ppt/slides/slide3902.xml" ContentType="application/vnd.openxmlformats-officedocument.presentationml.slide+xml"/>
  <Override PartName="/ppt/slides/slide3903.xml" ContentType="application/vnd.openxmlformats-officedocument.presentationml.slide+xml"/>
  <Override PartName="/ppt/slides/slide3904.xml" ContentType="application/vnd.openxmlformats-officedocument.presentationml.slide+xml"/>
  <Override PartName="/ppt/slides/slide3905.xml" ContentType="application/vnd.openxmlformats-officedocument.presentationml.slide+xml"/>
  <Override PartName="/ppt/slides/slide3906.xml" ContentType="application/vnd.openxmlformats-officedocument.presentationml.slide+xml"/>
  <Override PartName="/ppt/slides/slide3907.xml" ContentType="application/vnd.openxmlformats-officedocument.presentationml.slide+xml"/>
  <Override PartName="/ppt/slides/slide3908.xml" ContentType="application/vnd.openxmlformats-officedocument.presentationml.slide+xml"/>
  <Override PartName="/ppt/slides/slide3909.xml" ContentType="application/vnd.openxmlformats-officedocument.presentationml.slide+xml"/>
  <Override PartName="/ppt/slides/slide3910.xml" ContentType="application/vnd.openxmlformats-officedocument.presentationml.slide+xml"/>
  <Override PartName="/ppt/slides/slide3911.xml" ContentType="application/vnd.openxmlformats-officedocument.presentationml.slide+xml"/>
  <Override PartName="/ppt/slides/slide3912.xml" ContentType="application/vnd.openxmlformats-officedocument.presentationml.slide+xml"/>
  <Override PartName="/ppt/slides/slide3913.xml" ContentType="application/vnd.openxmlformats-officedocument.presentationml.slide+xml"/>
  <Override PartName="/ppt/slides/slide3914.xml" ContentType="application/vnd.openxmlformats-officedocument.presentationml.slide+xml"/>
  <Override PartName="/ppt/slides/slide3915.xml" ContentType="application/vnd.openxmlformats-officedocument.presentationml.slide+xml"/>
  <Override PartName="/ppt/slides/slide3916.xml" ContentType="application/vnd.openxmlformats-officedocument.presentationml.slide+xml"/>
  <Override PartName="/ppt/slides/slide3917.xml" ContentType="application/vnd.openxmlformats-officedocument.presentationml.slide+xml"/>
  <Override PartName="/ppt/slides/slide3918.xml" ContentType="application/vnd.openxmlformats-officedocument.presentationml.slide+xml"/>
  <Override PartName="/ppt/slides/slide3919.xml" ContentType="application/vnd.openxmlformats-officedocument.presentationml.slide+xml"/>
  <Override PartName="/ppt/slides/slide3920.xml" ContentType="application/vnd.openxmlformats-officedocument.presentationml.slide+xml"/>
  <Override PartName="/ppt/slides/slide3921.xml" ContentType="application/vnd.openxmlformats-officedocument.presentationml.slide+xml"/>
  <Override PartName="/ppt/slides/slide3922.xml" ContentType="application/vnd.openxmlformats-officedocument.presentationml.slide+xml"/>
  <Override PartName="/ppt/slides/slide3923.xml" ContentType="application/vnd.openxmlformats-officedocument.presentationml.slide+xml"/>
  <Override PartName="/ppt/slides/slide3924.xml" ContentType="application/vnd.openxmlformats-officedocument.presentationml.slide+xml"/>
  <Override PartName="/ppt/slides/slide3925.xml" ContentType="application/vnd.openxmlformats-officedocument.presentationml.slide+xml"/>
  <Override PartName="/ppt/slides/slide3926.xml" ContentType="application/vnd.openxmlformats-officedocument.presentationml.slide+xml"/>
  <Override PartName="/ppt/slides/slide3927.xml" ContentType="application/vnd.openxmlformats-officedocument.presentationml.slide+xml"/>
  <Override PartName="/ppt/slides/slide3928.xml" ContentType="application/vnd.openxmlformats-officedocument.presentationml.slide+xml"/>
  <Override PartName="/ppt/slides/slide3929.xml" ContentType="application/vnd.openxmlformats-officedocument.presentationml.slide+xml"/>
  <Override PartName="/ppt/slides/slide3930.xml" ContentType="application/vnd.openxmlformats-officedocument.presentationml.slide+xml"/>
  <Override PartName="/ppt/slides/slide3931.xml" ContentType="application/vnd.openxmlformats-officedocument.presentationml.slide+xml"/>
  <Override PartName="/ppt/slides/slide3932.xml" ContentType="application/vnd.openxmlformats-officedocument.presentationml.slide+xml"/>
  <Override PartName="/ppt/slides/slide3933.xml" ContentType="application/vnd.openxmlformats-officedocument.presentationml.slide+xml"/>
  <Override PartName="/ppt/slides/slide3934.xml" ContentType="application/vnd.openxmlformats-officedocument.presentationml.slide+xml"/>
  <Override PartName="/ppt/slides/slide3935.xml" ContentType="application/vnd.openxmlformats-officedocument.presentationml.slide+xml"/>
  <Override PartName="/ppt/slides/slide3936.xml" ContentType="application/vnd.openxmlformats-officedocument.presentationml.slide+xml"/>
  <Override PartName="/ppt/slides/slide3937.xml" ContentType="application/vnd.openxmlformats-officedocument.presentationml.slide+xml"/>
  <Override PartName="/ppt/slides/slide3938.xml" ContentType="application/vnd.openxmlformats-officedocument.presentationml.slide+xml"/>
  <Override PartName="/ppt/slides/slide3939.xml" ContentType="application/vnd.openxmlformats-officedocument.presentationml.slide+xml"/>
  <Override PartName="/ppt/slides/slide3940.xml" ContentType="application/vnd.openxmlformats-officedocument.presentationml.slide+xml"/>
  <Override PartName="/ppt/slides/slide3941.xml" ContentType="application/vnd.openxmlformats-officedocument.presentationml.slide+xml"/>
  <Override PartName="/ppt/slides/slide3942.xml" ContentType="application/vnd.openxmlformats-officedocument.presentationml.slide+xml"/>
  <Override PartName="/ppt/slides/slide3943.xml" ContentType="application/vnd.openxmlformats-officedocument.presentationml.slide+xml"/>
  <Override PartName="/ppt/slides/slide3944.xml" ContentType="application/vnd.openxmlformats-officedocument.presentationml.slide+xml"/>
  <Override PartName="/ppt/slides/slide3945.xml" ContentType="application/vnd.openxmlformats-officedocument.presentationml.slide+xml"/>
  <Override PartName="/ppt/slides/slide3946.xml" ContentType="application/vnd.openxmlformats-officedocument.presentationml.slide+xml"/>
  <Override PartName="/ppt/slides/slide3947.xml" ContentType="application/vnd.openxmlformats-officedocument.presentationml.slide+xml"/>
  <Override PartName="/ppt/slides/slide3948.xml" ContentType="application/vnd.openxmlformats-officedocument.presentationml.slide+xml"/>
  <Override PartName="/ppt/slides/slide3949.xml" ContentType="application/vnd.openxmlformats-officedocument.presentationml.slide+xml"/>
  <Override PartName="/ppt/slides/slide3950.xml" ContentType="application/vnd.openxmlformats-officedocument.presentationml.slide+xml"/>
  <Override PartName="/ppt/slides/slide3951.xml" ContentType="application/vnd.openxmlformats-officedocument.presentationml.slide+xml"/>
  <Override PartName="/ppt/slides/slide3952.xml" ContentType="application/vnd.openxmlformats-officedocument.presentationml.slide+xml"/>
  <Override PartName="/ppt/slides/slide3953.xml" ContentType="application/vnd.openxmlformats-officedocument.presentationml.slide+xml"/>
  <Override PartName="/ppt/slides/slide3954.xml" ContentType="application/vnd.openxmlformats-officedocument.presentationml.slide+xml"/>
  <Override PartName="/ppt/slides/slide3955.xml" ContentType="application/vnd.openxmlformats-officedocument.presentationml.slide+xml"/>
  <Override PartName="/ppt/slides/slide3956.xml" ContentType="application/vnd.openxmlformats-officedocument.presentationml.slide+xml"/>
  <Override PartName="/ppt/slides/slide3957.xml" ContentType="application/vnd.openxmlformats-officedocument.presentationml.slide+xml"/>
  <Override PartName="/ppt/slides/slide3958.xml" ContentType="application/vnd.openxmlformats-officedocument.presentationml.slide+xml"/>
  <Override PartName="/ppt/slides/slide3959.xml" ContentType="application/vnd.openxmlformats-officedocument.presentationml.slide+xml"/>
  <Override PartName="/ppt/slides/slide3960.xml" ContentType="application/vnd.openxmlformats-officedocument.presentationml.slide+xml"/>
  <Override PartName="/ppt/slides/slide3961.xml" ContentType="application/vnd.openxmlformats-officedocument.presentationml.slide+xml"/>
  <Override PartName="/ppt/slides/slide3962.xml" ContentType="application/vnd.openxmlformats-officedocument.presentationml.slide+xml"/>
  <Override PartName="/ppt/slides/slide3963.xml" ContentType="application/vnd.openxmlformats-officedocument.presentationml.slide+xml"/>
  <Override PartName="/ppt/slides/slide3964.xml" ContentType="application/vnd.openxmlformats-officedocument.presentationml.slide+xml"/>
  <Override PartName="/ppt/slides/slide3965.xml" ContentType="application/vnd.openxmlformats-officedocument.presentationml.slide+xml"/>
  <Override PartName="/ppt/slides/slide3966.xml" ContentType="application/vnd.openxmlformats-officedocument.presentationml.slide+xml"/>
  <Override PartName="/ppt/slides/slide3967.xml" ContentType="application/vnd.openxmlformats-officedocument.presentationml.slide+xml"/>
  <Override PartName="/ppt/slides/slide3968.xml" ContentType="application/vnd.openxmlformats-officedocument.presentationml.slide+xml"/>
  <Override PartName="/ppt/slides/slide3969.xml" ContentType="application/vnd.openxmlformats-officedocument.presentationml.slide+xml"/>
  <Override PartName="/ppt/slides/slide3970.xml" ContentType="application/vnd.openxmlformats-officedocument.presentationml.slide+xml"/>
  <Override PartName="/ppt/slides/slide3971.xml" ContentType="application/vnd.openxmlformats-officedocument.presentationml.slide+xml"/>
  <Override PartName="/ppt/slides/slide3972.xml" ContentType="application/vnd.openxmlformats-officedocument.presentationml.slide+xml"/>
  <Override PartName="/ppt/slides/slide3973.xml" ContentType="application/vnd.openxmlformats-officedocument.presentationml.slide+xml"/>
  <Override PartName="/ppt/slides/slide3974.xml" ContentType="application/vnd.openxmlformats-officedocument.presentationml.slide+xml"/>
  <Override PartName="/ppt/slides/slide3975.xml" ContentType="application/vnd.openxmlformats-officedocument.presentationml.slide+xml"/>
  <Override PartName="/ppt/slides/slide3976.xml" ContentType="application/vnd.openxmlformats-officedocument.presentationml.slide+xml"/>
  <Override PartName="/ppt/slides/slide3977.xml" ContentType="application/vnd.openxmlformats-officedocument.presentationml.slide+xml"/>
  <Override PartName="/ppt/slides/slide3978.xml" ContentType="application/vnd.openxmlformats-officedocument.presentationml.slide+xml"/>
  <Override PartName="/ppt/slides/slide3979.xml" ContentType="application/vnd.openxmlformats-officedocument.presentationml.slide+xml"/>
  <Override PartName="/ppt/slides/slide3980.xml" ContentType="application/vnd.openxmlformats-officedocument.presentationml.slide+xml"/>
  <Override PartName="/ppt/slides/slide3981.xml" ContentType="application/vnd.openxmlformats-officedocument.presentationml.slide+xml"/>
  <Override PartName="/ppt/slides/slide3982.xml" ContentType="application/vnd.openxmlformats-officedocument.presentationml.slide+xml"/>
  <Override PartName="/ppt/slides/slide3983.xml" ContentType="application/vnd.openxmlformats-officedocument.presentationml.slide+xml"/>
  <Override PartName="/ppt/slides/slide3984.xml" ContentType="application/vnd.openxmlformats-officedocument.presentationml.slide+xml"/>
  <Override PartName="/ppt/slides/slide3985.xml" ContentType="application/vnd.openxmlformats-officedocument.presentationml.slide+xml"/>
  <Override PartName="/ppt/slides/slide3986.xml" ContentType="application/vnd.openxmlformats-officedocument.presentationml.slide+xml"/>
  <Override PartName="/ppt/slides/slide3987.xml" ContentType="application/vnd.openxmlformats-officedocument.presentationml.slide+xml"/>
  <Override PartName="/ppt/slides/slide3988.xml" ContentType="application/vnd.openxmlformats-officedocument.presentationml.slide+xml"/>
  <Override PartName="/ppt/slides/slide3989.xml" ContentType="application/vnd.openxmlformats-officedocument.presentationml.slide+xml"/>
  <Override PartName="/ppt/slides/slide3990.xml" ContentType="application/vnd.openxmlformats-officedocument.presentationml.slide+xml"/>
  <Override PartName="/ppt/slides/slide3991.xml" ContentType="application/vnd.openxmlformats-officedocument.presentationml.slide+xml"/>
  <Override PartName="/ppt/slides/slide3992.xml" ContentType="application/vnd.openxmlformats-officedocument.presentationml.slide+xml"/>
  <Override PartName="/ppt/slides/slide3993.xml" ContentType="application/vnd.openxmlformats-officedocument.presentationml.slide+xml"/>
  <Override PartName="/ppt/slides/slide3994.xml" ContentType="application/vnd.openxmlformats-officedocument.presentationml.slide+xml"/>
  <Override PartName="/ppt/slides/slide3995.xml" ContentType="application/vnd.openxmlformats-officedocument.presentationml.slide+xml"/>
  <Override PartName="/ppt/slides/slide3996.xml" ContentType="application/vnd.openxmlformats-officedocument.presentationml.slide+xml"/>
  <Override PartName="/ppt/slides/slide3997.xml" ContentType="application/vnd.openxmlformats-officedocument.presentationml.slide+xml"/>
  <Override PartName="/ppt/slides/slide3998.xml" ContentType="application/vnd.openxmlformats-officedocument.presentationml.slide+xml"/>
  <Override PartName="/ppt/slides/slide3999.xml" ContentType="application/vnd.openxmlformats-officedocument.presentationml.slide+xml"/>
  <Override PartName="/ppt/slides/slide4000.xml" ContentType="application/vnd.openxmlformats-officedocument.presentationml.slide+xml"/>
  <Override PartName="/ppt/slides/slide4001.xml" ContentType="application/vnd.openxmlformats-officedocument.presentationml.slide+xml"/>
  <Override PartName="/ppt/slides/slide4002.xml" ContentType="application/vnd.openxmlformats-officedocument.presentationml.slide+xml"/>
  <Override PartName="/ppt/slides/slide4003.xml" ContentType="application/vnd.openxmlformats-officedocument.presentationml.slide+xml"/>
  <Override PartName="/ppt/slides/slide4004.xml" ContentType="application/vnd.openxmlformats-officedocument.presentationml.slide+xml"/>
  <Override PartName="/ppt/slides/slide4005.xml" ContentType="application/vnd.openxmlformats-officedocument.presentationml.slide+xml"/>
  <Override PartName="/ppt/slides/slide4006.xml" ContentType="application/vnd.openxmlformats-officedocument.presentationml.slide+xml"/>
  <Override PartName="/ppt/slides/slide4007.xml" ContentType="application/vnd.openxmlformats-officedocument.presentationml.slide+xml"/>
  <Override PartName="/ppt/slides/slide4008.xml" ContentType="application/vnd.openxmlformats-officedocument.presentationml.slide+xml"/>
  <Override PartName="/ppt/slides/slide4009.xml" ContentType="application/vnd.openxmlformats-officedocument.presentationml.slide+xml"/>
  <Override PartName="/ppt/slides/slide4010.xml" ContentType="application/vnd.openxmlformats-officedocument.presentationml.slide+xml"/>
  <Override PartName="/ppt/slides/slide4011.xml" ContentType="application/vnd.openxmlformats-officedocument.presentationml.slide+xml"/>
  <Override PartName="/ppt/slides/slide4012.xml" ContentType="application/vnd.openxmlformats-officedocument.presentationml.slide+xml"/>
  <Override PartName="/ppt/slides/slide4013.xml" ContentType="application/vnd.openxmlformats-officedocument.presentationml.slide+xml"/>
  <Override PartName="/ppt/slides/slide4014.xml" ContentType="application/vnd.openxmlformats-officedocument.presentationml.slide+xml"/>
  <Override PartName="/ppt/slides/slide4015.xml" ContentType="application/vnd.openxmlformats-officedocument.presentationml.slide+xml"/>
  <Override PartName="/ppt/slides/slide4016.xml" ContentType="application/vnd.openxmlformats-officedocument.presentationml.slide+xml"/>
  <Override PartName="/ppt/slides/slide4017.xml" ContentType="application/vnd.openxmlformats-officedocument.presentationml.slide+xml"/>
  <Override PartName="/ppt/slides/slide4018.xml" ContentType="application/vnd.openxmlformats-officedocument.presentationml.slide+xml"/>
  <Override PartName="/ppt/slides/slide4019.xml" ContentType="application/vnd.openxmlformats-officedocument.presentationml.slide+xml"/>
  <Override PartName="/ppt/slides/slide4020.xml" ContentType="application/vnd.openxmlformats-officedocument.presentationml.slide+xml"/>
  <Override PartName="/ppt/slides/slide4021.xml" ContentType="application/vnd.openxmlformats-officedocument.presentationml.slide+xml"/>
  <Override PartName="/ppt/slides/slide4022.xml" ContentType="application/vnd.openxmlformats-officedocument.presentationml.slide+xml"/>
  <Override PartName="/ppt/slides/slide4023.xml" ContentType="application/vnd.openxmlformats-officedocument.presentationml.slide+xml"/>
  <Override PartName="/ppt/slides/slide4024.xml" ContentType="application/vnd.openxmlformats-officedocument.presentationml.slide+xml"/>
  <Override PartName="/ppt/slides/slide4025.xml" ContentType="application/vnd.openxmlformats-officedocument.presentationml.slide+xml"/>
  <Override PartName="/ppt/slides/slide4026.xml" ContentType="application/vnd.openxmlformats-officedocument.presentationml.slide+xml"/>
  <Override PartName="/ppt/slides/slide4027.xml" ContentType="application/vnd.openxmlformats-officedocument.presentationml.slide+xml"/>
  <Override PartName="/ppt/slides/slide4028.xml" ContentType="application/vnd.openxmlformats-officedocument.presentationml.slide+xml"/>
  <Override PartName="/ppt/slides/slide4029.xml" ContentType="application/vnd.openxmlformats-officedocument.presentationml.slide+xml"/>
  <Override PartName="/ppt/slides/slide4030.xml" ContentType="application/vnd.openxmlformats-officedocument.presentationml.slide+xml"/>
  <Override PartName="/ppt/slides/slide4031.xml" ContentType="application/vnd.openxmlformats-officedocument.presentationml.slide+xml"/>
  <Override PartName="/ppt/slides/slide4032.xml" ContentType="application/vnd.openxmlformats-officedocument.presentationml.slide+xml"/>
  <Override PartName="/ppt/slides/slide4033.xml" ContentType="application/vnd.openxmlformats-officedocument.presentationml.slide+xml"/>
  <Override PartName="/ppt/slides/slide4034.xml" ContentType="application/vnd.openxmlformats-officedocument.presentationml.slide+xml"/>
  <Override PartName="/ppt/slides/slide4035.xml" ContentType="application/vnd.openxmlformats-officedocument.presentationml.slide+xml"/>
  <Override PartName="/ppt/slides/slide4036.xml" ContentType="application/vnd.openxmlformats-officedocument.presentationml.slide+xml"/>
  <Override PartName="/ppt/slides/slide4037.xml" ContentType="application/vnd.openxmlformats-officedocument.presentationml.slide+xml"/>
  <Override PartName="/ppt/slides/slide4038.xml" ContentType="application/vnd.openxmlformats-officedocument.presentationml.slide+xml"/>
  <Override PartName="/ppt/slides/slide4039.xml" ContentType="application/vnd.openxmlformats-officedocument.presentationml.slide+xml"/>
  <Override PartName="/ppt/slides/slide4040.xml" ContentType="application/vnd.openxmlformats-officedocument.presentationml.slide+xml"/>
  <Override PartName="/ppt/slides/slide4041.xml" ContentType="application/vnd.openxmlformats-officedocument.presentationml.slide+xml"/>
  <Override PartName="/ppt/slides/slide4042.xml" ContentType="application/vnd.openxmlformats-officedocument.presentationml.slide+xml"/>
  <Override PartName="/ppt/slides/slide4043.xml" ContentType="application/vnd.openxmlformats-officedocument.presentationml.slide+xml"/>
  <Override PartName="/ppt/slides/slide4044.xml" ContentType="application/vnd.openxmlformats-officedocument.presentationml.slide+xml"/>
  <Override PartName="/ppt/slides/slide4045.xml" ContentType="application/vnd.openxmlformats-officedocument.presentationml.slide+xml"/>
  <Override PartName="/ppt/slides/slide4046.xml" ContentType="application/vnd.openxmlformats-officedocument.presentationml.slide+xml"/>
  <Override PartName="/ppt/slides/slide4047.xml" ContentType="application/vnd.openxmlformats-officedocument.presentationml.slide+xml"/>
  <Override PartName="/ppt/slides/slide4048.xml" ContentType="application/vnd.openxmlformats-officedocument.presentationml.slide+xml"/>
  <Override PartName="/ppt/slides/slide4049.xml" ContentType="application/vnd.openxmlformats-officedocument.presentationml.slide+xml"/>
  <Override PartName="/ppt/slides/slide4050.xml" ContentType="application/vnd.openxmlformats-officedocument.presentationml.slide+xml"/>
  <Override PartName="/ppt/slides/slide4051.xml" ContentType="application/vnd.openxmlformats-officedocument.presentationml.slide+xml"/>
  <Override PartName="/ppt/slides/slide4052.xml" ContentType="application/vnd.openxmlformats-officedocument.presentationml.slide+xml"/>
  <Override PartName="/ppt/slides/slide4053.xml" ContentType="application/vnd.openxmlformats-officedocument.presentationml.slide+xml"/>
  <Override PartName="/ppt/slides/slide4054.xml" ContentType="application/vnd.openxmlformats-officedocument.presentationml.slide+xml"/>
  <Override PartName="/ppt/slides/slide4055.xml" ContentType="application/vnd.openxmlformats-officedocument.presentationml.slide+xml"/>
  <Override PartName="/ppt/slides/slide4056.xml" ContentType="application/vnd.openxmlformats-officedocument.presentationml.slide+xml"/>
  <Override PartName="/ppt/slides/slide4057.xml" ContentType="application/vnd.openxmlformats-officedocument.presentationml.slide+xml"/>
  <Override PartName="/ppt/slides/slide4058.xml" ContentType="application/vnd.openxmlformats-officedocument.presentationml.slide+xml"/>
  <Override PartName="/ppt/slides/slide4059.xml" ContentType="application/vnd.openxmlformats-officedocument.presentationml.slide+xml"/>
  <Override PartName="/ppt/slides/slide4060.xml" ContentType="application/vnd.openxmlformats-officedocument.presentationml.slide+xml"/>
  <Override PartName="/ppt/slides/slide4061.xml" ContentType="application/vnd.openxmlformats-officedocument.presentationml.slide+xml"/>
  <Override PartName="/ppt/slides/slide4062.xml" ContentType="application/vnd.openxmlformats-officedocument.presentationml.slide+xml"/>
  <Override PartName="/ppt/slides/slide4063.xml" ContentType="application/vnd.openxmlformats-officedocument.presentationml.slide+xml"/>
  <Override PartName="/ppt/slides/slide4064.xml" ContentType="application/vnd.openxmlformats-officedocument.presentationml.slide+xml"/>
  <Override PartName="/ppt/slides/slide4065.xml" ContentType="application/vnd.openxmlformats-officedocument.presentationml.slide+xml"/>
  <Override PartName="/ppt/slides/slide4066.xml" ContentType="application/vnd.openxmlformats-officedocument.presentationml.slide+xml"/>
  <Override PartName="/ppt/slides/slide4067.xml" ContentType="application/vnd.openxmlformats-officedocument.presentationml.slide+xml"/>
  <Override PartName="/ppt/slides/slide4068.xml" ContentType="application/vnd.openxmlformats-officedocument.presentationml.slide+xml"/>
  <Override PartName="/ppt/slides/slide4069.xml" ContentType="application/vnd.openxmlformats-officedocument.presentationml.slide+xml"/>
  <Override PartName="/ppt/slides/slide4070.xml" ContentType="application/vnd.openxmlformats-officedocument.presentationml.slide+xml"/>
  <Override PartName="/ppt/slides/slide4071.xml" ContentType="application/vnd.openxmlformats-officedocument.presentationml.slide+xml"/>
  <Override PartName="/ppt/slides/slide4072.xml" ContentType="application/vnd.openxmlformats-officedocument.presentationml.slide+xml"/>
  <Override PartName="/ppt/slides/slide4073.xml" ContentType="application/vnd.openxmlformats-officedocument.presentationml.slide+xml"/>
  <Override PartName="/ppt/slides/slide4074.xml" ContentType="application/vnd.openxmlformats-officedocument.presentationml.slide+xml"/>
  <Override PartName="/ppt/slides/slide4075.xml" ContentType="application/vnd.openxmlformats-officedocument.presentationml.slide+xml"/>
  <Override PartName="/ppt/slides/slide4076.xml" ContentType="application/vnd.openxmlformats-officedocument.presentationml.slide+xml"/>
  <Override PartName="/ppt/slides/slide4077.xml" ContentType="application/vnd.openxmlformats-officedocument.presentationml.slide+xml"/>
  <Override PartName="/ppt/slides/slide4078.xml" ContentType="application/vnd.openxmlformats-officedocument.presentationml.slide+xml"/>
  <Override PartName="/ppt/slides/slide4079.xml" ContentType="application/vnd.openxmlformats-officedocument.presentationml.slide+xml"/>
  <Override PartName="/ppt/slides/slide4080.xml" ContentType="application/vnd.openxmlformats-officedocument.presentationml.slide+xml"/>
  <Override PartName="/ppt/slides/slide4081.xml" ContentType="application/vnd.openxmlformats-officedocument.presentationml.slide+xml"/>
  <Override PartName="/ppt/slides/slide4082.xml" ContentType="application/vnd.openxmlformats-officedocument.presentationml.slide+xml"/>
  <Override PartName="/ppt/slides/slide4083.xml" ContentType="application/vnd.openxmlformats-officedocument.presentationml.slide+xml"/>
  <Override PartName="/ppt/slides/slide4084.xml" ContentType="application/vnd.openxmlformats-officedocument.presentationml.slide+xml"/>
  <Override PartName="/ppt/slides/slide4085.xml" ContentType="application/vnd.openxmlformats-officedocument.presentationml.slide+xml"/>
  <Override PartName="/ppt/slides/slide4086.xml" ContentType="application/vnd.openxmlformats-officedocument.presentationml.slide+xml"/>
  <Override PartName="/ppt/slides/slide4087.xml" ContentType="application/vnd.openxmlformats-officedocument.presentationml.slide+xml"/>
  <Override PartName="/ppt/slides/slide4088.xml" ContentType="application/vnd.openxmlformats-officedocument.presentationml.slide+xml"/>
  <Override PartName="/ppt/slides/slide4089.xml" ContentType="application/vnd.openxmlformats-officedocument.presentationml.slide+xml"/>
  <Override PartName="/ppt/slides/slide4090.xml" ContentType="application/vnd.openxmlformats-officedocument.presentationml.slide+xml"/>
  <Override PartName="/ppt/slides/slide4091.xml" ContentType="application/vnd.openxmlformats-officedocument.presentationml.slide+xml"/>
  <Override PartName="/ppt/slides/slide4092.xml" ContentType="application/vnd.openxmlformats-officedocument.presentationml.slide+xml"/>
  <Override PartName="/ppt/slides/slide4093.xml" ContentType="application/vnd.openxmlformats-officedocument.presentationml.slide+xml"/>
  <Override PartName="/ppt/slides/slide4094.xml" ContentType="application/vnd.openxmlformats-officedocument.presentationml.slide+xml"/>
  <Override PartName="/ppt/slides/slide4095.xml" ContentType="application/vnd.openxmlformats-officedocument.presentationml.slide+xml"/>
  <Override PartName="/ppt/slides/slide4096.xml" ContentType="application/vnd.openxmlformats-officedocument.presentationml.slide+xml"/>
  <Override PartName="/ppt/slides/slide4097.xml" ContentType="application/vnd.openxmlformats-officedocument.presentationml.slide+xml"/>
  <Override PartName="/ppt/slides/slide4098.xml" ContentType="application/vnd.openxmlformats-officedocument.presentationml.slide+xml"/>
  <Override PartName="/ppt/slides/slide4099.xml" ContentType="application/vnd.openxmlformats-officedocument.presentationml.slide+xml"/>
  <Override PartName="/ppt/slides/slide4100.xml" ContentType="application/vnd.openxmlformats-officedocument.presentationml.slide+xml"/>
  <Override PartName="/ppt/slides/slide4101.xml" ContentType="application/vnd.openxmlformats-officedocument.presentationml.slide+xml"/>
  <Override PartName="/ppt/slides/slide4102.xml" ContentType="application/vnd.openxmlformats-officedocument.presentationml.slide+xml"/>
  <Override PartName="/ppt/slides/slide4103.xml" ContentType="application/vnd.openxmlformats-officedocument.presentationml.slide+xml"/>
  <Override PartName="/ppt/slides/slide4104.xml" ContentType="application/vnd.openxmlformats-officedocument.presentationml.slide+xml"/>
  <Override PartName="/ppt/slides/slide4105.xml" ContentType="application/vnd.openxmlformats-officedocument.presentationml.slide+xml"/>
  <Override PartName="/ppt/slides/slide4106.xml" ContentType="application/vnd.openxmlformats-officedocument.presentationml.slide+xml"/>
  <Override PartName="/ppt/slides/slide4107.xml" ContentType="application/vnd.openxmlformats-officedocument.presentationml.slide+xml"/>
  <Override PartName="/ppt/slides/slide4108.xml" ContentType="application/vnd.openxmlformats-officedocument.presentationml.slide+xml"/>
  <Override PartName="/ppt/slides/slide4109.xml" ContentType="application/vnd.openxmlformats-officedocument.presentationml.slide+xml"/>
  <Override PartName="/ppt/slides/slide4110.xml" ContentType="application/vnd.openxmlformats-officedocument.presentationml.slide+xml"/>
  <Override PartName="/ppt/slides/slide4111.xml" ContentType="application/vnd.openxmlformats-officedocument.presentationml.slide+xml"/>
  <Override PartName="/ppt/slides/slide4112.xml" ContentType="application/vnd.openxmlformats-officedocument.presentationml.slide+xml"/>
  <Override PartName="/ppt/slides/slide4113.xml" ContentType="application/vnd.openxmlformats-officedocument.presentationml.slide+xml"/>
  <Override PartName="/ppt/slides/slide4114.xml" ContentType="application/vnd.openxmlformats-officedocument.presentationml.slide+xml"/>
  <Override PartName="/ppt/slides/slide4115.xml" ContentType="application/vnd.openxmlformats-officedocument.presentationml.slide+xml"/>
  <Override PartName="/ppt/slides/slide4116.xml" ContentType="application/vnd.openxmlformats-officedocument.presentationml.slide+xml"/>
  <Override PartName="/ppt/slides/slide4117.xml" ContentType="application/vnd.openxmlformats-officedocument.presentationml.slide+xml"/>
  <Override PartName="/ppt/slides/slide4118.xml" ContentType="application/vnd.openxmlformats-officedocument.presentationml.slide+xml"/>
  <Override PartName="/ppt/slides/slide4119.xml" ContentType="application/vnd.openxmlformats-officedocument.presentationml.slide+xml"/>
  <Override PartName="/ppt/slides/slide4120.xml" ContentType="application/vnd.openxmlformats-officedocument.presentationml.slide+xml"/>
  <Override PartName="/ppt/slides/slide4121.xml" ContentType="application/vnd.openxmlformats-officedocument.presentationml.slide+xml"/>
  <Override PartName="/ppt/slides/slide4122.xml" ContentType="application/vnd.openxmlformats-officedocument.presentationml.slide+xml"/>
  <Override PartName="/ppt/slides/slide4123.xml" ContentType="application/vnd.openxmlformats-officedocument.presentationml.slide+xml"/>
  <Override PartName="/ppt/slides/slide4124.xml" ContentType="application/vnd.openxmlformats-officedocument.presentationml.slide+xml"/>
  <Override PartName="/ppt/slides/slide4125.xml" ContentType="application/vnd.openxmlformats-officedocument.presentationml.slide+xml"/>
  <Override PartName="/ppt/slides/slide4126.xml" ContentType="application/vnd.openxmlformats-officedocument.presentationml.slide+xml"/>
  <Override PartName="/ppt/slides/slide4127.xml" ContentType="application/vnd.openxmlformats-officedocument.presentationml.slide+xml"/>
  <Override PartName="/ppt/slides/slide4128.xml" ContentType="application/vnd.openxmlformats-officedocument.presentationml.slide+xml"/>
  <Override PartName="/ppt/slides/slide4129.xml" ContentType="application/vnd.openxmlformats-officedocument.presentationml.slide+xml"/>
  <Override PartName="/ppt/slides/slide4130.xml" ContentType="application/vnd.openxmlformats-officedocument.presentationml.slide+xml"/>
  <Override PartName="/ppt/slides/slide4131.xml" ContentType="application/vnd.openxmlformats-officedocument.presentationml.slide+xml"/>
  <Override PartName="/ppt/slides/slide4132.xml" ContentType="application/vnd.openxmlformats-officedocument.presentationml.slide+xml"/>
  <Override PartName="/ppt/slides/slide4133.xml" ContentType="application/vnd.openxmlformats-officedocument.presentationml.slide+xml"/>
  <Override PartName="/ppt/slides/slide4134.xml" ContentType="application/vnd.openxmlformats-officedocument.presentationml.slide+xml"/>
  <Override PartName="/ppt/slides/slide4135.xml" ContentType="application/vnd.openxmlformats-officedocument.presentationml.slide+xml"/>
  <Override PartName="/ppt/slides/slide4136.xml" ContentType="application/vnd.openxmlformats-officedocument.presentationml.slide+xml"/>
  <Override PartName="/ppt/slides/slide4137.xml" ContentType="application/vnd.openxmlformats-officedocument.presentationml.slide+xml"/>
  <Override PartName="/ppt/slides/slide4138.xml" ContentType="application/vnd.openxmlformats-officedocument.presentationml.slide+xml"/>
  <Override PartName="/ppt/slides/slide4139.xml" ContentType="application/vnd.openxmlformats-officedocument.presentationml.slide+xml"/>
  <Override PartName="/ppt/slides/slide4140.xml" ContentType="application/vnd.openxmlformats-officedocument.presentationml.slide+xml"/>
  <Override PartName="/ppt/slides/slide4141.xml" ContentType="application/vnd.openxmlformats-officedocument.presentationml.slide+xml"/>
  <Override PartName="/ppt/slides/slide4142.xml" ContentType="application/vnd.openxmlformats-officedocument.presentationml.slide+xml"/>
  <Override PartName="/ppt/slides/slide4143.xml" ContentType="application/vnd.openxmlformats-officedocument.presentationml.slide+xml"/>
  <Override PartName="/ppt/slides/slide4144.xml" ContentType="application/vnd.openxmlformats-officedocument.presentationml.slide+xml"/>
  <Override PartName="/ppt/slides/slide4145.xml" ContentType="application/vnd.openxmlformats-officedocument.presentationml.slide+xml"/>
  <Override PartName="/ppt/slides/slide4146.xml" ContentType="application/vnd.openxmlformats-officedocument.presentationml.slide+xml"/>
  <Override PartName="/ppt/slides/slide4147.xml" ContentType="application/vnd.openxmlformats-officedocument.presentationml.slide+xml"/>
  <Override PartName="/ppt/slides/slide4148.xml" ContentType="application/vnd.openxmlformats-officedocument.presentationml.slide+xml"/>
  <Override PartName="/ppt/slides/slide4149.xml" ContentType="application/vnd.openxmlformats-officedocument.presentationml.slide+xml"/>
  <Override PartName="/ppt/slides/slide4150.xml" ContentType="application/vnd.openxmlformats-officedocument.presentationml.slide+xml"/>
  <Override PartName="/ppt/slides/slide4151.xml" ContentType="application/vnd.openxmlformats-officedocument.presentationml.slide+xml"/>
  <Override PartName="/ppt/slides/slide4152.xml" ContentType="application/vnd.openxmlformats-officedocument.presentationml.slide+xml"/>
  <Override PartName="/ppt/slides/slide4153.xml" ContentType="application/vnd.openxmlformats-officedocument.presentationml.slide+xml"/>
  <Override PartName="/ppt/slides/slide4154.xml" ContentType="application/vnd.openxmlformats-officedocument.presentationml.slide+xml"/>
  <Override PartName="/ppt/slides/slide4155.xml" ContentType="application/vnd.openxmlformats-officedocument.presentationml.slide+xml"/>
  <Override PartName="/ppt/slides/slide4156.xml" ContentType="application/vnd.openxmlformats-officedocument.presentationml.slide+xml"/>
  <Override PartName="/ppt/slides/slide4157.xml" ContentType="application/vnd.openxmlformats-officedocument.presentationml.slide+xml"/>
  <Override PartName="/ppt/slides/slide4158.xml" ContentType="application/vnd.openxmlformats-officedocument.presentationml.slide+xml"/>
  <Override PartName="/ppt/slides/slide4159.xml" ContentType="application/vnd.openxmlformats-officedocument.presentationml.slide+xml"/>
  <Override PartName="/ppt/slides/slide4160.xml" ContentType="application/vnd.openxmlformats-officedocument.presentationml.slide+xml"/>
  <Override PartName="/ppt/slides/slide4161.xml" ContentType="application/vnd.openxmlformats-officedocument.presentationml.slide+xml"/>
  <Override PartName="/ppt/slides/slide4162.xml" ContentType="application/vnd.openxmlformats-officedocument.presentationml.slide+xml"/>
  <Override PartName="/ppt/slides/slide4163.xml" ContentType="application/vnd.openxmlformats-officedocument.presentationml.slide+xml"/>
  <Override PartName="/ppt/slides/slide4164.xml" ContentType="application/vnd.openxmlformats-officedocument.presentationml.slide+xml"/>
  <Override PartName="/ppt/slides/slide4165.xml" ContentType="application/vnd.openxmlformats-officedocument.presentationml.slide+xml"/>
  <Override PartName="/ppt/slides/slide4166.xml" ContentType="application/vnd.openxmlformats-officedocument.presentationml.slide+xml"/>
  <Override PartName="/ppt/slides/slide4167.xml" ContentType="application/vnd.openxmlformats-officedocument.presentationml.slide+xml"/>
  <Override PartName="/ppt/slides/slide4168.xml" ContentType="application/vnd.openxmlformats-officedocument.presentationml.slide+xml"/>
  <Override PartName="/ppt/slides/slide4169.xml" ContentType="application/vnd.openxmlformats-officedocument.presentationml.slide+xml"/>
  <Override PartName="/ppt/slides/slide4170.xml" ContentType="application/vnd.openxmlformats-officedocument.presentationml.slide+xml"/>
  <Override PartName="/ppt/slides/slide4171.xml" ContentType="application/vnd.openxmlformats-officedocument.presentationml.slide+xml"/>
  <Override PartName="/ppt/slides/slide4172.xml" ContentType="application/vnd.openxmlformats-officedocument.presentationml.slide+xml"/>
  <Override PartName="/ppt/slides/slide4173.xml" ContentType="application/vnd.openxmlformats-officedocument.presentationml.slide+xml"/>
  <Override PartName="/ppt/slides/slide4174.xml" ContentType="application/vnd.openxmlformats-officedocument.presentationml.slide+xml"/>
  <Override PartName="/ppt/slides/slide4175.xml" ContentType="application/vnd.openxmlformats-officedocument.presentationml.slide+xml"/>
  <Override PartName="/ppt/slides/slide4176.xml" ContentType="application/vnd.openxmlformats-officedocument.presentationml.slide+xml"/>
  <Override PartName="/ppt/slides/slide4177.xml" ContentType="application/vnd.openxmlformats-officedocument.presentationml.slide+xml"/>
  <Override PartName="/ppt/slides/slide4178.xml" ContentType="application/vnd.openxmlformats-officedocument.presentationml.slide+xml"/>
  <Override PartName="/ppt/slides/slide4179.xml" ContentType="application/vnd.openxmlformats-officedocument.presentationml.slide+xml"/>
  <Override PartName="/ppt/slides/slide4180.xml" ContentType="application/vnd.openxmlformats-officedocument.presentationml.slide+xml"/>
  <Override PartName="/ppt/slides/slide4181.xml" ContentType="application/vnd.openxmlformats-officedocument.presentationml.slide+xml"/>
  <Override PartName="/ppt/slides/slide4182.xml" ContentType="application/vnd.openxmlformats-officedocument.presentationml.slide+xml"/>
  <Override PartName="/ppt/slides/slide4183.xml" ContentType="application/vnd.openxmlformats-officedocument.presentationml.slide+xml"/>
  <Override PartName="/ppt/slides/slide4184.xml" ContentType="application/vnd.openxmlformats-officedocument.presentationml.slide+xml"/>
  <Override PartName="/ppt/slides/slide4185.xml" ContentType="application/vnd.openxmlformats-officedocument.presentationml.slide+xml"/>
  <Override PartName="/ppt/slides/slide4186.xml" ContentType="application/vnd.openxmlformats-officedocument.presentationml.slide+xml"/>
  <Override PartName="/ppt/slides/slide4187.xml" ContentType="application/vnd.openxmlformats-officedocument.presentationml.slide+xml"/>
  <Override PartName="/ppt/slides/slide4188.xml" ContentType="application/vnd.openxmlformats-officedocument.presentationml.slide+xml"/>
  <Override PartName="/ppt/slides/slide4189.xml" ContentType="application/vnd.openxmlformats-officedocument.presentationml.slide+xml"/>
  <Override PartName="/ppt/slides/slide4190.xml" ContentType="application/vnd.openxmlformats-officedocument.presentationml.slide+xml"/>
  <Override PartName="/ppt/slides/slide4191.xml" ContentType="application/vnd.openxmlformats-officedocument.presentationml.slide+xml"/>
  <Override PartName="/ppt/slides/slide4192.xml" ContentType="application/vnd.openxmlformats-officedocument.presentationml.slide+xml"/>
  <Override PartName="/ppt/slides/slide4193.xml" ContentType="application/vnd.openxmlformats-officedocument.presentationml.slide+xml"/>
  <Override PartName="/ppt/slides/slide4194.xml" ContentType="application/vnd.openxmlformats-officedocument.presentationml.slide+xml"/>
  <Override PartName="/ppt/slides/slide4195.xml" ContentType="application/vnd.openxmlformats-officedocument.presentationml.slide+xml"/>
  <Override PartName="/ppt/slides/slide4196.xml" ContentType="application/vnd.openxmlformats-officedocument.presentationml.slide+xml"/>
  <Override PartName="/ppt/slides/slide4197.xml" ContentType="application/vnd.openxmlformats-officedocument.presentationml.slide+xml"/>
  <Override PartName="/ppt/slides/slide4198.xml" ContentType="application/vnd.openxmlformats-officedocument.presentationml.slide+xml"/>
  <Override PartName="/ppt/slides/slide4199.xml" ContentType="application/vnd.openxmlformats-officedocument.presentationml.slide+xml"/>
  <Override PartName="/ppt/slides/slide4200.xml" ContentType="application/vnd.openxmlformats-officedocument.presentationml.slide+xml"/>
  <Override PartName="/ppt/slides/slide4201.xml" ContentType="application/vnd.openxmlformats-officedocument.presentationml.slide+xml"/>
  <Override PartName="/ppt/slides/slide4202.xml" ContentType="application/vnd.openxmlformats-officedocument.presentationml.slide+xml"/>
  <Override PartName="/ppt/slides/slide4203.xml" ContentType="application/vnd.openxmlformats-officedocument.presentationml.slide+xml"/>
  <Override PartName="/ppt/slides/slide4204.xml" ContentType="application/vnd.openxmlformats-officedocument.presentationml.slide+xml"/>
  <Override PartName="/ppt/slides/slide4205.xml" ContentType="application/vnd.openxmlformats-officedocument.presentationml.slide+xml"/>
  <Override PartName="/ppt/slides/slide4206.xml" ContentType="application/vnd.openxmlformats-officedocument.presentationml.slide+xml"/>
  <Override PartName="/ppt/slides/slide4207.xml" ContentType="application/vnd.openxmlformats-officedocument.presentationml.slide+xml"/>
  <Override PartName="/ppt/slides/slide4208.xml" ContentType="application/vnd.openxmlformats-officedocument.presentationml.slide+xml"/>
  <Override PartName="/ppt/slides/slide4209.xml" ContentType="application/vnd.openxmlformats-officedocument.presentationml.slide+xml"/>
  <Override PartName="/ppt/slides/slide4210.xml" ContentType="application/vnd.openxmlformats-officedocument.presentationml.slide+xml"/>
  <Override PartName="/ppt/slides/slide4211.xml" ContentType="application/vnd.openxmlformats-officedocument.presentationml.slide+xml"/>
  <Override PartName="/ppt/slides/slide4212.xml" ContentType="application/vnd.openxmlformats-officedocument.presentationml.slide+xml"/>
  <Override PartName="/ppt/slides/slide4213.xml" ContentType="application/vnd.openxmlformats-officedocument.presentationml.slide+xml"/>
  <Override PartName="/ppt/slides/slide4214.xml" ContentType="application/vnd.openxmlformats-officedocument.presentationml.slide+xml"/>
  <Override PartName="/ppt/slides/slide4215.xml" ContentType="application/vnd.openxmlformats-officedocument.presentationml.slide+xml"/>
  <Override PartName="/ppt/slides/slide4216.xml" ContentType="application/vnd.openxmlformats-officedocument.presentationml.slide+xml"/>
  <Override PartName="/ppt/slides/slide4217.xml" ContentType="application/vnd.openxmlformats-officedocument.presentationml.slide+xml"/>
  <Override PartName="/ppt/slides/slide4218.xml" ContentType="application/vnd.openxmlformats-officedocument.presentationml.slide+xml"/>
  <Override PartName="/ppt/slides/slide4219.xml" ContentType="application/vnd.openxmlformats-officedocument.presentationml.slide+xml"/>
  <Override PartName="/ppt/slides/slide4220.xml" ContentType="application/vnd.openxmlformats-officedocument.presentationml.slide+xml"/>
  <Override PartName="/ppt/slides/slide4221.xml" ContentType="application/vnd.openxmlformats-officedocument.presentationml.slide+xml"/>
  <Override PartName="/ppt/slides/slide4222.xml" ContentType="application/vnd.openxmlformats-officedocument.presentationml.slide+xml"/>
  <Override PartName="/ppt/slides/slide4223.xml" ContentType="application/vnd.openxmlformats-officedocument.presentationml.slide+xml"/>
  <Override PartName="/ppt/slides/slide4224.xml" ContentType="application/vnd.openxmlformats-officedocument.presentationml.slide+xml"/>
  <Override PartName="/ppt/slides/slide4225.xml" ContentType="application/vnd.openxmlformats-officedocument.presentationml.slide+xml"/>
  <Override PartName="/ppt/slides/slide4226.xml" ContentType="application/vnd.openxmlformats-officedocument.presentationml.slide+xml"/>
  <Override PartName="/ppt/slides/slide4227.xml" ContentType="application/vnd.openxmlformats-officedocument.presentationml.slide+xml"/>
  <Override PartName="/ppt/slides/slide4228.xml" ContentType="application/vnd.openxmlformats-officedocument.presentationml.slide+xml"/>
  <Override PartName="/ppt/slides/slide4229.xml" ContentType="application/vnd.openxmlformats-officedocument.presentationml.slide+xml"/>
  <Override PartName="/ppt/slides/slide4230.xml" ContentType="application/vnd.openxmlformats-officedocument.presentationml.slide+xml"/>
  <Override PartName="/ppt/slides/slide4231.xml" ContentType="application/vnd.openxmlformats-officedocument.presentationml.slide+xml"/>
  <Override PartName="/ppt/slides/slide4232.xml" ContentType="application/vnd.openxmlformats-officedocument.presentationml.slide+xml"/>
  <Override PartName="/ppt/slides/slide4233.xml" ContentType="application/vnd.openxmlformats-officedocument.presentationml.slide+xml"/>
  <Override PartName="/ppt/slides/slide4234.xml" ContentType="application/vnd.openxmlformats-officedocument.presentationml.slide+xml"/>
  <Override PartName="/ppt/slides/slide4235.xml" ContentType="application/vnd.openxmlformats-officedocument.presentationml.slide+xml"/>
  <Override PartName="/ppt/slides/slide4236.xml" ContentType="application/vnd.openxmlformats-officedocument.presentationml.slide+xml"/>
  <Override PartName="/ppt/slides/slide4237.xml" ContentType="application/vnd.openxmlformats-officedocument.presentationml.slide+xml"/>
  <Override PartName="/ppt/slides/slide4238.xml" ContentType="application/vnd.openxmlformats-officedocument.presentationml.slide+xml"/>
  <Override PartName="/ppt/slides/slide4239.xml" ContentType="application/vnd.openxmlformats-officedocument.presentationml.slide+xml"/>
  <Override PartName="/ppt/slides/slide4240.xml" ContentType="application/vnd.openxmlformats-officedocument.presentationml.slide+xml"/>
  <Override PartName="/ppt/slides/slide4241.xml" ContentType="application/vnd.openxmlformats-officedocument.presentationml.slide+xml"/>
  <Override PartName="/ppt/slides/slide4242.xml" ContentType="application/vnd.openxmlformats-officedocument.presentationml.slide+xml"/>
  <Override PartName="/ppt/slides/slide4243.xml" ContentType="application/vnd.openxmlformats-officedocument.presentationml.slide+xml"/>
  <Override PartName="/ppt/slides/slide4244.xml" ContentType="application/vnd.openxmlformats-officedocument.presentationml.slide+xml"/>
  <Override PartName="/ppt/slides/slide4245.xml" ContentType="application/vnd.openxmlformats-officedocument.presentationml.slide+xml"/>
  <Override PartName="/ppt/slides/slide4246.xml" ContentType="application/vnd.openxmlformats-officedocument.presentationml.slide+xml"/>
  <Override PartName="/ppt/slides/slide4247.xml" ContentType="application/vnd.openxmlformats-officedocument.presentationml.slide+xml"/>
  <Override PartName="/ppt/slides/slide4248.xml" ContentType="application/vnd.openxmlformats-officedocument.presentationml.slide+xml"/>
  <Override PartName="/ppt/slides/slide4249.xml" ContentType="application/vnd.openxmlformats-officedocument.presentationml.slide+xml"/>
  <Override PartName="/ppt/slides/slide4250.xml" ContentType="application/vnd.openxmlformats-officedocument.presentationml.slide+xml"/>
  <Override PartName="/ppt/slides/slide4251.xml" ContentType="application/vnd.openxmlformats-officedocument.presentationml.slide+xml"/>
  <Override PartName="/ppt/slides/slide4252.xml" ContentType="application/vnd.openxmlformats-officedocument.presentationml.slide+xml"/>
  <Override PartName="/ppt/slides/slide4253.xml" ContentType="application/vnd.openxmlformats-officedocument.presentationml.slide+xml"/>
  <Override PartName="/ppt/slides/slide4254.xml" ContentType="application/vnd.openxmlformats-officedocument.presentationml.slide+xml"/>
  <Override PartName="/ppt/slides/slide4255.xml" ContentType="application/vnd.openxmlformats-officedocument.presentationml.slide+xml"/>
  <Override PartName="/ppt/slides/slide4256.xml" ContentType="application/vnd.openxmlformats-officedocument.presentationml.slide+xml"/>
  <Override PartName="/ppt/slides/slide4257.xml" ContentType="application/vnd.openxmlformats-officedocument.presentationml.slide+xml"/>
  <Override PartName="/ppt/slides/slide4258.xml" ContentType="application/vnd.openxmlformats-officedocument.presentationml.slide+xml"/>
  <Override PartName="/ppt/slides/slide4259.xml" ContentType="application/vnd.openxmlformats-officedocument.presentationml.slide+xml"/>
  <Override PartName="/ppt/slides/slide4260.xml" ContentType="application/vnd.openxmlformats-officedocument.presentationml.slide+xml"/>
  <Override PartName="/ppt/slides/slide4261.xml" ContentType="application/vnd.openxmlformats-officedocument.presentationml.slide+xml"/>
  <Override PartName="/ppt/slides/slide4262.xml" ContentType="application/vnd.openxmlformats-officedocument.presentationml.slide+xml"/>
  <Override PartName="/ppt/slides/slide4263.xml" ContentType="application/vnd.openxmlformats-officedocument.presentationml.slide+xml"/>
  <Override PartName="/ppt/slides/slide4264.xml" ContentType="application/vnd.openxmlformats-officedocument.presentationml.slide+xml"/>
  <Override PartName="/ppt/slides/slide4265.xml" ContentType="application/vnd.openxmlformats-officedocument.presentationml.slide+xml"/>
  <Override PartName="/ppt/slides/slide4266.xml" ContentType="application/vnd.openxmlformats-officedocument.presentationml.slide+xml"/>
  <Override PartName="/ppt/slides/slide4267.xml" ContentType="application/vnd.openxmlformats-officedocument.presentationml.slide+xml"/>
  <Override PartName="/ppt/slides/slide4268.xml" ContentType="application/vnd.openxmlformats-officedocument.presentationml.slide+xml"/>
  <Override PartName="/ppt/slides/slide4269.xml" ContentType="application/vnd.openxmlformats-officedocument.presentationml.slide+xml"/>
  <Override PartName="/ppt/slides/slide4270.xml" ContentType="application/vnd.openxmlformats-officedocument.presentationml.slide+xml"/>
  <Override PartName="/ppt/slides/slide4271.xml" ContentType="application/vnd.openxmlformats-officedocument.presentationml.slide+xml"/>
  <Override PartName="/ppt/slides/slide4272.xml" ContentType="application/vnd.openxmlformats-officedocument.presentationml.slide+xml"/>
  <Override PartName="/ppt/slides/slide4273.xml" ContentType="application/vnd.openxmlformats-officedocument.presentationml.slide+xml"/>
  <Override PartName="/ppt/slides/slide4274.xml" ContentType="application/vnd.openxmlformats-officedocument.presentationml.slide+xml"/>
  <Override PartName="/ppt/slides/slide4275.xml" ContentType="application/vnd.openxmlformats-officedocument.presentationml.slide+xml"/>
  <Override PartName="/ppt/slides/slide4276.xml" ContentType="application/vnd.openxmlformats-officedocument.presentationml.slide+xml"/>
  <Override PartName="/ppt/slides/slide4277.xml" ContentType="application/vnd.openxmlformats-officedocument.presentationml.slide+xml"/>
  <Override PartName="/ppt/slides/slide4278.xml" ContentType="application/vnd.openxmlformats-officedocument.presentationml.slide+xml"/>
  <Override PartName="/ppt/slides/slide4279.xml" ContentType="application/vnd.openxmlformats-officedocument.presentationml.slide+xml"/>
  <Override PartName="/ppt/slides/slide4280.xml" ContentType="application/vnd.openxmlformats-officedocument.presentationml.slide+xml"/>
  <Override PartName="/ppt/slides/slide4281.xml" ContentType="application/vnd.openxmlformats-officedocument.presentationml.slide+xml"/>
  <Override PartName="/ppt/slides/slide4282.xml" ContentType="application/vnd.openxmlformats-officedocument.presentationml.slide+xml"/>
  <Override PartName="/ppt/slides/slide4283.xml" ContentType="application/vnd.openxmlformats-officedocument.presentationml.slide+xml"/>
  <Override PartName="/ppt/slides/slide4284.xml" ContentType="application/vnd.openxmlformats-officedocument.presentationml.slide+xml"/>
  <Override PartName="/ppt/slides/slide4285.xml" ContentType="application/vnd.openxmlformats-officedocument.presentationml.slide+xml"/>
  <Override PartName="/ppt/slides/slide4286.xml" ContentType="application/vnd.openxmlformats-officedocument.presentationml.slide+xml"/>
  <Override PartName="/ppt/slides/slide4287.xml" ContentType="application/vnd.openxmlformats-officedocument.presentationml.slide+xml"/>
  <Override PartName="/ppt/slides/slide4288.xml" ContentType="application/vnd.openxmlformats-officedocument.presentationml.slide+xml"/>
  <Override PartName="/ppt/slides/slide4289.xml" ContentType="application/vnd.openxmlformats-officedocument.presentationml.slide+xml"/>
  <Override PartName="/ppt/slides/slide4290.xml" ContentType="application/vnd.openxmlformats-officedocument.presentationml.slide+xml"/>
  <Override PartName="/ppt/slides/slide4291.xml" ContentType="application/vnd.openxmlformats-officedocument.presentationml.slide+xml"/>
  <Override PartName="/ppt/slides/slide4292.xml" ContentType="application/vnd.openxmlformats-officedocument.presentationml.slide+xml"/>
  <Override PartName="/ppt/slides/slide4293.xml" ContentType="application/vnd.openxmlformats-officedocument.presentationml.slide+xml"/>
  <Override PartName="/ppt/slides/slide4294.xml" ContentType="application/vnd.openxmlformats-officedocument.presentationml.slide+xml"/>
  <Override PartName="/ppt/slides/slide4295.xml" ContentType="application/vnd.openxmlformats-officedocument.presentationml.slide+xml"/>
  <Override PartName="/ppt/slides/slide4296.xml" ContentType="application/vnd.openxmlformats-officedocument.presentationml.slide+xml"/>
  <Override PartName="/ppt/slides/slide4297.xml" ContentType="application/vnd.openxmlformats-officedocument.presentationml.slide+xml"/>
  <Override PartName="/ppt/slides/slide4298.xml" ContentType="application/vnd.openxmlformats-officedocument.presentationml.slide+xml"/>
  <Override PartName="/ppt/slides/slide4299.xml" ContentType="application/vnd.openxmlformats-officedocument.presentationml.slide+xml"/>
  <Override PartName="/ppt/slides/slide4300.xml" ContentType="application/vnd.openxmlformats-officedocument.presentationml.slide+xml"/>
  <Override PartName="/ppt/slides/slide4301.xml" ContentType="application/vnd.openxmlformats-officedocument.presentationml.slide+xml"/>
  <Override PartName="/ppt/slides/slide4302.xml" ContentType="application/vnd.openxmlformats-officedocument.presentationml.slide+xml"/>
  <Override PartName="/ppt/slides/slide4303.xml" ContentType="application/vnd.openxmlformats-officedocument.presentationml.slide+xml"/>
  <Override PartName="/ppt/slides/slide4304.xml" ContentType="application/vnd.openxmlformats-officedocument.presentationml.slide+xml"/>
  <Override PartName="/ppt/slides/slide4305.xml" ContentType="application/vnd.openxmlformats-officedocument.presentationml.slide+xml"/>
  <Override PartName="/ppt/slides/slide4306.xml" ContentType="application/vnd.openxmlformats-officedocument.presentationml.slide+xml"/>
  <Override PartName="/ppt/slides/slide4307.xml" ContentType="application/vnd.openxmlformats-officedocument.presentationml.slide+xml"/>
  <Override PartName="/ppt/slides/slide4308.xml" ContentType="application/vnd.openxmlformats-officedocument.presentationml.slide+xml"/>
  <Override PartName="/ppt/slides/slide4309.xml" ContentType="application/vnd.openxmlformats-officedocument.presentationml.slide+xml"/>
  <Override PartName="/ppt/slides/slide4310.xml" ContentType="application/vnd.openxmlformats-officedocument.presentationml.slide+xml"/>
  <Override PartName="/ppt/slides/slide4311.xml" ContentType="application/vnd.openxmlformats-officedocument.presentationml.slide+xml"/>
  <Override PartName="/ppt/slides/slide4312.xml" ContentType="application/vnd.openxmlformats-officedocument.presentationml.slide+xml"/>
  <Override PartName="/ppt/slides/slide4313.xml" ContentType="application/vnd.openxmlformats-officedocument.presentationml.slide+xml"/>
  <Override PartName="/ppt/slides/slide4314.xml" ContentType="application/vnd.openxmlformats-officedocument.presentationml.slide+xml"/>
  <Override PartName="/ppt/slides/slide4315.xml" ContentType="application/vnd.openxmlformats-officedocument.presentationml.slide+xml"/>
  <Override PartName="/ppt/slides/slide4316.xml" ContentType="application/vnd.openxmlformats-officedocument.presentationml.slide+xml"/>
  <Override PartName="/ppt/slides/slide4317.xml" ContentType="application/vnd.openxmlformats-officedocument.presentationml.slide+xml"/>
  <Override PartName="/ppt/slides/slide4318.xml" ContentType="application/vnd.openxmlformats-officedocument.presentationml.slide+xml"/>
  <Override PartName="/ppt/slides/slide4319.xml" ContentType="application/vnd.openxmlformats-officedocument.presentationml.slide+xml"/>
  <Override PartName="/ppt/slides/slide4320.xml" ContentType="application/vnd.openxmlformats-officedocument.presentationml.slide+xml"/>
  <Override PartName="/ppt/slides/slide4321.xml" ContentType="application/vnd.openxmlformats-officedocument.presentationml.slide+xml"/>
  <Override PartName="/ppt/slides/slide4322.xml" ContentType="application/vnd.openxmlformats-officedocument.presentationml.slide+xml"/>
  <Override PartName="/ppt/slides/slide4323.xml" ContentType="application/vnd.openxmlformats-officedocument.presentationml.slide+xml"/>
  <Override PartName="/ppt/slides/slide4324.xml" ContentType="application/vnd.openxmlformats-officedocument.presentationml.slide+xml"/>
  <Override PartName="/ppt/slides/slide4325.xml" ContentType="application/vnd.openxmlformats-officedocument.presentationml.slide+xml"/>
  <Override PartName="/ppt/slides/slide4326.xml" ContentType="application/vnd.openxmlformats-officedocument.presentationml.slide+xml"/>
  <Override PartName="/ppt/slides/slide4327.xml" ContentType="application/vnd.openxmlformats-officedocument.presentationml.slide+xml"/>
  <Override PartName="/ppt/slides/slide4328.xml" ContentType="application/vnd.openxmlformats-officedocument.presentationml.slide+xml"/>
  <Override PartName="/ppt/slides/slide4329.xml" ContentType="application/vnd.openxmlformats-officedocument.presentationml.slide+xml"/>
  <Override PartName="/ppt/slides/slide4330.xml" ContentType="application/vnd.openxmlformats-officedocument.presentationml.slide+xml"/>
  <Override PartName="/ppt/slides/slide4331.xml" ContentType="application/vnd.openxmlformats-officedocument.presentationml.slide+xml"/>
  <Override PartName="/ppt/slides/slide4332.xml" ContentType="application/vnd.openxmlformats-officedocument.presentationml.slide+xml"/>
  <Override PartName="/ppt/slides/slide4333.xml" ContentType="application/vnd.openxmlformats-officedocument.presentationml.slide+xml"/>
  <Override PartName="/ppt/slides/slide4334.xml" ContentType="application/vnd.openxmlformats-officedocument.presentationml.slide+xml"/>
  <Override PartName="/ppt/slides/slide4335.xml" ContentType="application/vnd.openxmlformats-officedocument.presentationml.slide+xml"/>
  <Override PartName="/ppt/slides/slide4336.xml" ContentType="application/vnd.openxmlformats-officedocument.presentationml.slide+xml"/>
  <Override PartName="/ppt/slides/slide4337.xml" ContentType="application/vnd.openxmlformats-officedocument.presentationml.slide+xml"/>
  <Override PartName="/ppt/slides/slide4338.xml" ContentType="application/vnd.openxmlformats-officedocument.presentationml.slide+xml"/>
  <Override PartName="/ppt/slides/slide4339.xml" ContentType="application/vnd.openxmlformats-officedocument.presentationml.slide+xml"/>
  <Override PartName="/ppt/slides/slide4340.xml" ContentType="application/vnd.openxmlformats-officedocument.presentationml.slide+xml"/>
  <Override PartName="/ppt/slides/slide4341.xml" ContentType="application/vnd.openxmlformats-officedocument.presentationml.slide+xml"/>
  <Override PartName="/ppt/slides/slide4342.xml" ContentType="application/vnd.openxmlformats-officedocument.presentationml.slide+xml"/>
  <Override PartName="/ppt/slides/slide4343.xml" ContentType="application/vnd.openxmlformats-officedocument.presentationml.slide+xml"/>
  <Override PartName="/ppt/slides/slide4344.xml" ContentType="application/vnd.openxmlformats-officedocument.presentationml.slide+xml"/>
  <Override PartName="/ppt/slides/slide4345.xml" ContentType="application/vnd.openxmlformats-officedocument.presentationml.slide+xml"/>
  <Override PartName="/ppt/slides/slide4346.xml" ContentType="application/vnd.openxmlformats-officedocument.presentationml.slide+xml"/>
  <Override PartName="/ppt/slides/slide4347.xml" ContentType="application/vnd.openxmlformats-officedocument.presentationml.slide+xml"/>
  <Override PartName="/ppt/slides/slide4348.xml" ContentType="application/vnd.openxmlformats-officedocument.presentationml.slide+xml"/>
  <Override PartName="/ppt/slides/slide4349.xml" ContentType="application/vnd.openxmlformats-officedocument.presentationml.slide+xml"/>
  <Override PartName="/ppt/slides/slide4350.xml" ContentType="application/vnd.openxmlformats-officedocument.presentationml.slide+xml"/>
  <Override PartName="/ppt/slides/slide4351.xml" ContentType="application/vnd.openxmlformats-officedocument.presentationml.slide+xml"/>
  <Override PartName="/ppt/slides/slide4352.xml" ContentType="application/vnd.openxmlformats-officedocument.presentationml.slide+xml"/>
  <Override PartName="/ppt/slides/slide4353.xml" ContentType="application/vnd.openxmlformats-officedocument.presentationml.slide+xml"/>
  <Override PartName="/ppt/slides/slide4354.xml" ContentType="application/vnd.openxmlformats-officedocument.presentationml.slide+xml"/>
  <Override PartName="/ppt/slides/slide4355.xml" ContentType="application/vnd.openxmlformats-officedocument.presentationml.slide+xml"/>
  <Override PartName="/ppt/slides/slide4356.xml" ContentType="application/vnd.openxmlformats-officedocument.presentationml.slide+xml"/>
  <Override PartName="/ppt/slides/slide4357.xml" ContentType="application/vnd.openxmlformats-officedocument.presentationml.slide+xml"/>
  <Override PartName="/ppt/slides/slide4358.xml" ContentType="application/vnd.openxmlformats-officedocument.presentationml.slide+xml"/>
  <Override PartName="/ppt/slides/slide4359.xml" ContentType="application/vnd.openxmlformats-officedocument.presentationml.slide+xml"/>
  <Override PartName="/ppt/slides/slide4360.xml" ContentType="application/vnd.openxmlformats-officedocument.presentationml.slide+xml"/>
  <Override PartName="/ppt/slides/slide4361.xml" ContentType="application/vnd.openxmlformats-officedocument.presentationml.slide+xml"/>
  <Override PartName="/ppt/slides/slide4362.xml" ContentType="application/vnd.openxmlformats-officedocument.presentationml.slide+xml"/>
  <Override PartName="/ppt/slides/slide4363.xml" ContentType="application/vnd.openxmlformats-officedocument.presentationml.slide+xml"/>
  <Override PartName="/ppt/slides/slide4364.xml" ContentType="application/vnd.openxmlformats-officedocument.presentationml.slide+xml"/>
  <Override PartName="/ppt/slides/slide4365.xml" ContentType="application/vnd.openxmlformats-officedocument.presentationml.slide+xml"/>
  <Override PartName="/ppt/slides/slide4366.xml" ContentType="application/vnd.openxmlformats-officedocument.presentationml.slide+xml"/>
  <Override PartName="/ppt/slides/slide4367.xml" ContentType="application/vnd.openxmlformats-officedocument.presentationml.slide+xml"/>
  <Override PartName="/ppt/slides/slide4368.xml" ContentType="application/vnd.openxmlformats-officedocument.presentationml.slide+xml"/>
  <Override PartName="/ppt/slides/slide4369.xml" ContentType="application/vnd.openxmlformats-officedocument.presentationml.slide+xml"/>
  <Override PartName="/ppt/slides/slide4370.xml" ContentType="application/vnd.openxmlformats-officedocument.presentationml.slide+xml"/>
  <Override PartName="/ppt/slides/slide4371.xml" ContentType="application/vnd.openxmlformats-officedocument.presentationml.slide+xml"/>
  <Override PartName="/ppt/slides/slide4372.xml" ContentType="application/vnd.openxmlformats-officedocument.presentationml.slide+xml"/>
  <Override PartName="/ppt/slides/slide4373.xml" ContentType="application/vnd.openxmlformats-officedocument.presentationml.slide+xml"/>
  <Override PartName="/ppt/slides/slide4374.xml" ContentType="application/vnd.openxmlformats-officedocument.presentationml.slide+xml"/>
  <Override PartName="/ppt/slides/slide4375.xml" ContentType="application/vnd.openxmlformats-officedocument.presentationml.slide+xml"/>
  <Override PartName="/ppt/slides/slide437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0.xml" ContentType="application/vnd.openxmlformats-officedocument.presentationml.notesSlide+xml"/>
  <Override PartName="/ppt/notesSlides/notesSlide651.xml" ContentType="application/vnd.openxmlformats-officedocument.presentationml.notesSlide+xml"/>
  <Override PartName="/ppt/notesSlides/notesSlide652.xml" ContentType="application/vnd.openxmlformats-officedocument.presentationml.notesSlide+xml"/>
  <Override PartName="/ppt/notesSlides/notesSlide653.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0.xml" ContentType="application/vnd.openxmlformats-officedocument.presentationml.notesSlide+xml"/>
  <Override PartName="/ppt/notesSlides/notesSlide661.xml" ContentType="application/vnd.openxmlformats-officedocument.presentationml.notesSlide+xml"/>
  <Override PartName="/ppt/notesSlides/notesSlide662.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0.xml" ContentType="application/vnd.openxmlformats-officedocument.presentationml.notesSlide+xml"/>
  <Override PartName="/ppt/notesSlides/notesSlide681.xml" ContentType="application/vnd.openxmlformats-officedocument.presentationml.notesSlide+xml"/>
  <Override PartName="/ppt/notesSlides/notesSlide682.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89.xml" ContentType="application/vnd.openxmlformats-officedocument.presentationml.notesSlide+xml"/>
  <Override PartName="/ppt/notesSlides/notesSlide690.xml" ContentType="application/vnd.openxmlformats-officedocument.presentationml.notesSlide+xml"/>
  <Override PartName="/ppt/notesSlides/notesSlide691.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09.xml" ContentType="application/vnd.openxmlformats-officedocument.presentationml.notesSlide+xml"/>
  <Override PartName="/ppt/notesSlides/notesSlide710.xml" ContentType="application/vnd.openxmlformats-officedocument.presentationml.notesSlide+xml"/>
  <Override PartName="/ppt/notesSlides/notesSlide711.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8.xml" ContentType="application/vnd.openxmlformats-officedocument.presentationml.notesSlide+xml"/>
  <Override PartName="/ppt/notesSlides/notesSlide719.xml" ContentType="application/vnd.openxmlformats-officedocument.presentationml.notesSlide+xml"/>
  <Override PartName="/ppt/notesSlides/notesSlide720.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8.xml" ContentType="application/vnd.openxmlformats-officedocument.presentationml.notesSlide+xml"/>
  <Override PartName="/ppt/notesSlides/notesSlide739.xml" ContentType="application/vnd.openxmlformats-officedocument.presentationml.notesSlide+xml"/>
  <Override PartName="/ppt/notesSlides/notesSlide740.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7.xml" ContentType="application/vnd.openxmlformats-officedocument.presentationml.notesSlide+xml"/>
  <Override PartName="/ppt/notesSlides/notesSlide748.xml" ContentType="application/vnd.openxmlformats-officedocument.presentationml.notesSlide+xml"/>
  <Override PartName="/ppt/notesSlides/notesSlide749.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7.xml" ContentType="application/vnd.openxmlformats-officedocument.presentationml.notesSlide+xml"/>
  <Override PartName="/ppt/notesSlides/notesSlide768.xml" ContentType="application/vnd.openxmlformats-officedocument.presentationml.notesSlide+xml"/>
  <Override PartName="/ppt/notesSlides/notesSlide769.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6.xml" ContentType="application/vnd.openxmlformats-officedocument.presentationml.notesSlide+xml"/>
  <Override PartName="/ppt/notesSlides/notesSlide777.xml" ContentType="application/vnd.openxmlformats-officedocument.presentationml.notesSlide+xml"/>
  <Override PartName="/ppt/notesSlides/notesSlide778.xml" ContentType="application/vnd.openxmlformats-officedocument.presentationml.notesSlide+xml"/>
  <Override PartName="/ppt/notesSlides/notesSlide779.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6.xml" ContentType="application/vnd.openxmlformats-officedocument.presentationml.notesSlide+xml"/>
  <Override PartName="/ppt/notesSlides/notesSlide797.xml" ContentType="application/vnd.openxmlformats-officedocument.presentationml.notesSlide+xml"/>
  <Override PartName="/ppt/notesSlides/notesSlide798.xml" ContentType="application/vnd.openxmlformats-officedocument.presentationml.notesSlide+xml"/>
  <Override PartName="/ppt/notesSlides/notesSlide799.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5.xml" ContentType="application/vnd.openxmlformats-officedocument.presentationml.notesSlide+xml"/>
  <Override PartName="/ppt/notesSlides/notesSlide806.xml" ContentType="application/vnd.openxmlformats-officedocument.presentationml.notesSlide+xml"/>
  <Override PartName="/ppt/notesSlides/notesSlide807.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5.xml" ContentType="application/vnd.openxmlformats-officedocument.presentationml.notesSlide+xml"/>
  <Override PartName="/ppt/notesSlides/notesSlide826.xml" ContentType="application/vnd.openxmlformats-officedocument.presentationml.notesSlide+xml"/>
  <Override PartName="/ppt/notesSlides/notesSlide827.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4.xml" ContentType="application/vnd.openxmlformats-officedocument.presentationml.notesSlide+xml"/>
  <Override PartName="/ppt/notesSlides/notesSlide835.xml" ContentType="application/vnd.openxmlformats-officedocument.presentationml.notesSlide+xml"/>
  <Override PartName="/ppt/notesSlides/notesSlide836.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4.xml" ContentType="application/vnd.openxmlformats-officedocument.presentationml.notesSlide+xml"/>
  <Override PartName="/ppt/notesSlides/notesSlide855.xml" ContentType="application/vnd.openxmlformats-officedocument.presentationml.notesSlide+xml"/>
  <Override PartName="/ppt/notesSlides/notesSlide856.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3.xml" ContentType="application/vnd.openxmlformats-officedocument.presentationml.notesSlide+xml"/>
  <Override PartName="/ppt/notesSlides/notesSlide864.xml" ContentType="application/vnd.openxmlformats-officedocument.presentationml.notesSlide+xml"/>
  <Override PartName="/ppt/notesSlides/notesSlide865.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3.xml" ContentType="application/vnd.openxmlformats-officedocument.presentationml.notesSlide+xml"/>
  <Override PartName="/ppt/notesSlides/notesSlide884.xml" ContentType="application/vnd.openxmlformats-officedocument.presentationml.notesSlide+xml"/>
  <Override PartName="/ppt/notesSlides/notesSlide885.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2.xml" ContentType="application/vnd.openxmlformats-officedocument.presentationml.notesSlide+xml"/>
  <Override PartName="/ppt/notesSlides/notesSlide893.xml" ContentType="application/vnd.openxmlformats-officedocument.presentationml.notesSlide+xml"/>
  <Override PartName="/ppt/notesSlides/notesSlide894.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2.xml" ContentType="application/vnd.openxmlformats-officedocument.presentationml.notesSlide+xml"/>
  <Override PartName="/ppt/notesSlides/notesSlide913.xml" ContentType="application/vnd.openxmlformats-officedocument.presentationml.notesSlide+xml"/>
  <Override PartName="/ppt/notesSlides/notesSlide914.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0.xml" ContentType="application/vnd.openxmlformats-officedocument.presentationml.notesSlide+xml"/>
  <Override PartName="/ppt/notesSlides/notesSlide921.xml" ContentType="application/vnd.openxmlformats-officedocument.presentationml.notesSlide+xml"/>
  <Override PartName="/ppt/notesSlides/notesSlide922.xml" ContentType="application/vnd.openxmlformats-officedocument.presentationml.notesSlide+xml"/>
  <Override PartName="/ppt/notesSlides/notesSlide923.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0.xml" ContentType="application/vnd.openxmlformats-officedocument.presentationml.notesSlide+xml"/>
  <Override PartName="/ppt/notesSlides/notesSlide941.xml" ContentType="application/vnd.openxmlformats-officedocument.presentationml.notesSlide+xml"/>
  <Override PartName="/ppt/notesSlides/notesSlide942.xml" ContentType="application/vnd.openxmlformats-officedocument.presentationml.notesSlide+xml"/>
  <Override PartName="/ppt/notesSlides/notesSlide943.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0.xml" ContentType="application/vnd.openxmlformats-officedocument.presentationml.notesSlide+xml"/>
  <Override PartName="/ppt/notesSlides/notesSlide951.xml" ContentType="application/vnd.openxmlformats-officedocument.presentationml.notesSlide+xml"/>
  <Override PartName="/ppt/notesSlides/notesSlide952.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0.xml" ContentType="application/vnd.openxmlformats-officedocument.presentationml.notesSlide+xml"/>
  <Override PartName="/ppt/notesSlides/notesSlide971.xml" ContentType="application/vnd.openxmlformats-officedocument.presentationml.notesSlide+xml"/>
  <Override PartName="/ppt/notesSlides/notesSlide972.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79.xml" ContentType="application/vnd.openxmlformats-officedocument.presentationml.notesSlide+xml"/>
  <Override PartName="/ppt/notesSlides/notesSlide980.xml" ContentType="application/vnd.openxmlformats-officedocument.presentationml.notesSlide+xml"/>
  <Override PartName="/ppt/notesSlides/notesSlide981.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notesSlides/notesSlide999.xml" ContentType="application/vnd.openxmlformats-officedocument.presentationml.notesSlide+xml"/>
  <Override PartName="/ppt/notesSlides/notesSlide1000.xml" ContentType="application/vnd.openxmlformats-officedocument.presentationml.notesSlide+xml"/>
  <Override PartName="/ppt/notesSlides/notesSlide1001.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8.xml" ContentType="application/vnd.openxmlformats-officedocument.presentationml.notesSlide+xml"/>
  <Override PartName="/ppt/notesSlides/notesSlide1009.xml" ContentType="application/vnd.openxmlformats-officedocument.presentationml.notesSlide+xml"/>
  <Override PartName="/ppt/notesSlides/notesSlide1010.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8.xml" ContentType="application/vnd.openxmlformats-officedocument.presentationml.notesSlide+xml"/>
  <Override PartName="/ppt/notesSlides/notesSlide1029.xml" ContentType="application/vnd.openxmlformats-officedocument.presentationml.notesSlide+xml"/>
  <Override PartName="/ppt/notesSlides/notesSlide1030.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7.xml" ContentType="application/vnd.openxmlformats-officedocument.presentationml.notesSlide+xml"/>
  <Override PartName="/ppt/notesSlides/notesSlide1038.xml" ContentType="application/vnd.openxmlformats-officedocument.presentationml.notesSlide+xml"/>
  <Override PartName="/ppt/notesSlides/notesSlide1039.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7.xml" ContentType="application/vnd.openxmlformats-officedocument.presentationml.notesSlide+xml"/>
  <Override PartName="/ppt/notesSlides/notesSlide1058.xml" ContentType="application/vnd.openxmlformats-officedocument.presentationml.notesSlide+xml"/>
  <Override PartName="/ppt/notesSlides/notesSlide1059.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6.xml" ContentType="application/vnd.openxmlformats-officedocument.presentationml.notesSlide+xml"/>
  <Override PartName="/ppt/notesSlides/notesSlide1067.xml" ContentType="application/vnd.openxmlformats-officedocument.presentationml.notesSlide+xml"/>
  <Override PartName="/ppt/notesSlides/notesSlide1068.xml" ContentType="application/vnd.openxmlformats-officedocument.presentationml.notesSlide+xml"/>
  <Override PartName="/ppt/notesSlides/notesSlide1069.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6.xml" ContentType="application/vnd.openxmlformats-officedocument.presentationml.notesSlide+xml"/>
  <Override PartName="/ppt/notesSlides/notesSlide1087.xml" ContentType="application/vnd.openxmlformats-officedocument.presentationml.notesSlide+xml"/>
  <Override PartName="/ppt/notesSlides/notesSlide1088.xml" ContentType="application/vnd.openxmlformats-officedocument.presentationml.notesSlide+xml"/>
  <Override PartName="/ppt/notesSlides/notesSlide108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5.xml" ContentType="application/vnd.openxmlformats-officedocument.presentationml.notesSlide+xml"/>
  <Override PartName="/ppt/notesSlides/notesSlide1096.xml" ContentType="application/vnd.openxmlformats-officedocument.presentationml.notesSlide+xml"/>
  <Override PartName="/ppt/notesSlides/notesSlide1097.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5.xml" ContentType="application/vnd.openxmlformats-officedocument.presentationml.notesSlide+xml"/>
  <Override PartName="/ppt/notesSlides/notesSlide1116.xml" ContentType="application/vnd.openxmlformats-officedocument.presentationml.notesSlide+xml"/>
  <Override PartName="/ppt/notesSlides/notesSlide1117.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4.xml" ContentType="application/vnd.openxmlformats-officedocument.presentationml.notesSlide+xml"/>
  <Override PartName="/ppt/notesSlides/notesSlide1125.xml" ContentType="application/vnd.openxmlformats-officedocument.presentationml.notesSlide+xml"/>
  <Override PartName="/ppt/notesSlides/notesSlide1126.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4.xml" ContentType="application/vnd.openxmlformats-officedocument.presentationml.notesSlide+xml"/>
  <Override PartName="/ppt/notesSlides/notesSlide1145.xml" ContentType="application/vnd.openxmlformats-officedocument.presentationml.notesSlide+xml"/>
  <Override PartName="/ppt/notesSlides/notesSlide1146.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3.xml" ContentType="application/vnd.openxmlformats-officedocument.presentationml.notesSlide+xml"/>
  <Override PartName="/ppt/notesSlides/notesSlide1154.xml" ContentType="application/vnd.openxmlformats-officedocument.presentationml.notesSlide+xml"/>
  <Override PartName="/ppt/notesSlides/notesSlide1155.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3.xml" ContentType="application/vnd.openxmlformats-officedocument.presentationml.notesSlide+xml"/>
  <Override PartName="/ppt/notesSlides/notesSlide1174.xml" ContentType="application/vnd.openxmlformats-officedocument.presentationml.notesSlide+xml"/>
  <Override PartName="/ppt/notesSlides/notesSlide1175.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2.xml" ContentType="application/vnd.openxmlformats-officedocument.presentationml.notesSlide+xml"/>
  <Override PartName="/ppt/notesSlides/notesSlide1183.xml" ContentType="application/vnd.openxmlformats-officedocument.presentationml.notesSlide+xml"/>
  <Override PartName="/ppt/notesSlides/notesSlide1184.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2.xml" ContentType="application/vnd.openxmlformats-officedocument.presentationml.notesSlide+xml"/>
  <Override PartName="/ppt/notesSlides/notesSlide1203.xml" ContentType="application/vnd.openxmlformats-officedocument.presentationml.notesSlide+xml"/>
  <Override PartName="/ppt/notesSlides/notesSlide1204.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0.xml" ContentType="application/vnd.openxmlformats-officedocument.presentationml.notesSlide+xml"/>
  <Override PartName="/ppt/notesSlides/notesSlide1211.xml" ContentType="application/vnd.openxmlformats-officedocument.presentationml.notesSlide+xml"/>
  <Override PartName="/ppt/notesSlides/notesSlide1212.xml" ContentType="application/vnd.openxmlformats-officedocument.presentationml.notesSlide+xml"/>
  <Override PartName="/ppt/notesSlides/notesSlide1213.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0.xml" ContentType="application/vnd.openxmlformats-officedocument.presentationml.notesSlide+xml"/>
  <Override PartName="/ppt/notesSlides/notesSlide1231.xml" ContentType="application/vnd.openxmlformats-officedocument.presentationml.notesSlide+xml"/>
  <Override PartName="/ppt/notesSlides/notesSlide1232.xml" ContentType="application/vnd.openxmlformats-officedocument.presentationml.notesSlide+xml"/>
  <Override PartName="/ppt/notesSlides/notesSlide1233.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0.xml" ContentType="application/vnd.openxmlformats-officedocument.presentationml.notesSlide+xml"/>
  <Override PartName="/ppt/notesSlides/notesSlide1241.xml" ContentType="application/vnd.openxmlformats-officedocument.presentationml.notesSlide+xml"/>
  <Override PartName="/ppt/notesSlides/notesSlide1242.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ppt/notesSlides/notesSlide1246.xml" ContentType="application/vnd.openxmlformats-officedocument.presentationml.notesSlide+xml"/>
  <Override PartName="/ppt/notesSlides/notesSlide1247.xml" ContentType="application/vnd.openxmlformats-officedocument.presentationml.notesSlide+xml"/>
  <Override PartName="/ppt/notesSlides/notesSlide1248.xml" ContentType="application/vnd.openxmlformats-officedocument.presentationml.notesSlide+xml"/>
  <Override PartName="/ppt/notesSlides/notesSlide1249.xml" ContentType="application/vnd.openxmlformats-officedocument.presentationml.notesSlide+xml"/>
  <Override PartName="/ppt/notesSlides/notesSlide1250.xml" ContentType="application/vnd.openxmlformats-officedocument.presentationml.notesSlide+xml"/>
  <Override PartName="/ppt/notesSlides/notesSlide1251.xml" ContentType="application/vnd.openxmlformats-officedocument.presentationml.notesSlide+xml"/>
  <Override PartName="/ppt/notesSlides/notesSlide1252.xml" ContentType="application/vnd.openxmlformats-officedocument.presentationml.notesSlide+xml"/>
  <Override PartName="/ppt/notesSlides/notesSlide1253.xml" ContentType="application/vnd.openxmlformats-officedocument.presentationml.notesSlide+xml"/>
  <Override PartName="/ppt/notesSlides/notesSlide1254.xml" ContentType="application/vnd.openxmlformats-officedocument.presentationml.notesSlide+xml"/>
  <Override PartName="/ppt/notesSlides/notesSlide1255.xml" ContentType="application/vnd.openxmlformats-officedocument.presentationml.notesSlide+xml"/>
  <Override PartName="/ppt/notesSlides/notesSlide1256.xml" ContentType="application/vnd.openxmlformats-officedocument.presentationml.notesSlide+xml"/>
  <Override PartName="/ppt/notesSlides/notesSlide1257.xml" ContentType="application/vnd.openxmlformats-officedocument.presentationml.notesSlide+xml"/>
  <Override PartName="/ppt/notesSlides/notesSlide1258.xml" ContentType="application/vnd.openxmlformats-officedocument.presentationml.notesSlide+xml"/>
  <Override PartName="/ppt/notesSlides/notesSlide1259.xml" ContentType="application/vnd.openxmlformats-officedocument.presentationml.notesSlide+xml"/>
  <Override PartName="/ppt/notesSlides/notesSlide1260.xml" ContentType="application/vnd.openxmlformats-officedocument.presentationml.notesSlide+xml"/>
  <Override PartName="/ppt/notesSlides/notesSlide1261.xml" ContentType="application/vnd.openxmlformats-officedocument.presentationml.notesSlide+xml"/>
  <Override PartName="/ppt/notesSlides/notesSlide1262.xml" ContentType="application/vnd.openxmlformats-officedocument.presentationml.notesSlide+xml"/>
  <Override PartName="/ppt/notesSlides/notesSlide1263.xml" ContentType="application/vnd.openxmlformats-officedocument.presentationml.notesSlide+xml"/>
  <Override PartName="/ppt/notesSlides/notesSlide1264.xml" ContentType="application/vnd.openxmlformats-officedocument.presentationml.notesSlide+xml"/>
  <Override PartName="/ppt/notesSlides/notesSlide1265.xml" ContentType="application/vnd.openxmlformats-officedocument.presentationml.notesSlide+xml"/>
  <Override PartName="/ppt/notesSlides/notesSlide1266.xml" ContentType="application/vnd.openxmlformats-officedocument.presentationml.notesSlide+xml"/>
  <Override PartName="/ppt/notesSlides/notesSlide1267.xml" ContentType="application/vnd.openxmlformats-officedocument.presentationml.notesSlide+xml"/>
  <Override PartName="/ppt/notesSlides/notesSlide1268.xml" ContentType="application/vnd.openxmlformats-officedocument.presentationml.notesSlide+xml"/>
  <Override PartName="/ppt/notesSlides/notesSlide1269.xml" ContentType="application/vnd.openxmlformats-officedocument.presentationml.notesSlide+xml"/>
  <Override PartName="/ppt/notesSlides/notesSlide1270.xml" ContentType="application/vnd.openxmlformats-officedocument.presentationml.notesSlide+xml"/>
  <Override PartName="/ppt/notesSlides/notesSlide1271.xml" ContentType="application/vnd.openxmlformats-officedocument.presentationml.notesSlide+xml"/>
  <Override PartName="/ppt/notesSlides/notesSlide1272.xml" ContentType="application/vnd.openxmlformats-officedocument.presentationml.notesSlide+xml"/>
  <Override PartName="/ppt/notesSlides/notesSlide1273.xml" ContentType="application/vnd.openxmlformats-officedocument.presentationml.notesSlide+xml"/>
  <Override PartName="/ppt/notesSlides/notesSlide1274.xml" ContentType="application/vnd.openxmlformats-officedocument.presentationml.notesSlide+xml"/>
  <Override PartName="/ppt/notesSlides/notesSlide1275.xml" ContentType="application/vnd.openxmlformats-officedocument.presentationml.notesSlide+xml"/>
  <Override PartName="/ppt/notesSlides/notesSlide1276.xml" ContentType="application/vnd.openxmlformats-officedocument.presentationml.notesSlide+xml"/>
  <Override PartName="/ppt/notesSlides/notesSlide1277.xml" ContentType="application/vnd.openxmlformats-officedocument.presentationml.notesSlide+xml"/>
  <Override PartName="/ppt/notesSlides/notesSlide1278.xml" ContentType="application/vnd.openxmlformats-officedocument.presentationml.notesSlide+xml"/>
  <Override PartName="/ppt/notesSlides/notesSlide1279.xml" ContentType="application/vnd.openxmlformats-officedocument.presentationml.notesSlide+xml"/>
  <Override PartName="/ppt/notesSlides/notesSlide1280.xml" ContentType="application/vnd.openxmlformats-officedocument.presentationml.notesSlide+xml"/>
  <Override PartName="/ppt/notesSlides/notesSlide1281.xml" ContentType="application/vnd.openxmlformats-officedocument.presentationml.notesSlide+xml"/>
  <Override PartName="/ppt/notesSlides/notesSlide1282.xml" ContentType="application/vnd.openxmlformats-officedocument.presentationml.notesSlide+xml"/>
  <Override PartName="/ppt/notesSlides/notesSlide1283.xml" ContentType="application/vnd.openxmlformats-officedocument.presentationml.notesSlide+xml"/>
  <Override PartName="/ppt/notesSlides/notesSlide1284.xml" ContentType="application/vnd.openxmlformats-officedocument.presentationml.notesSlide+xml"/>
  <Override PartName="/ppt/notesSlides/notesSlide1285.xml" ContentType="application/vnd.openxmlformats-officedocument.presentationml.notesSlide+xml"/>
  <Override PartName="/ppt/notesSlides/notesSlide1286.xml" ContentType="application/vnd.openxmlformats-officedocument.presentationml.notesSlide+xml"/>
  <Override PartName="/ppt/notesSlides/notesSlide1287.xml" ContentType="application/vnd.openxmlformats-officedocument.presentationml.notesSlide+xml"/>
  <Override PartName="/ppt/notesSlides/notesSlide1288.xml" ContentType="application/vnd.openxmlformats-officedocument.presentationml.notesSlide+xml"/>
  <Override PartName="/ppt/notesSlides/notesSlide1289.xml" ContentType="application/vnd.openxmlformats-officedocument.presentationml.notesSlide+xml"/>
  <Override PartName="/ppt/notesSlides/notesSlide1290.xml" ContentType="application/vnd.openxmlformats-officedocument.presentationml.notesSlide+xml"/>
  <Override PartName="/ppt/notesSlides/notesSlide1291.xml" ContentType="application/vnd.openxmlformats-officedocument.presentationml.notesSlide+xml"/>
  <Override PartName="/ppt/notesSlides/notesSlide1292.xml" ContentType="application/vnd.openxmlformats-officedocument.presentationml.notesSlide+xml"/>
  <Override PartName="/ppt/notesSlides/notesSlide1293.xml" ContentType="application/vnd.openxmlformats-officedocument.presentationml.notesSlide+xml"/>
  <Override PartName="/ppt/notesSlides/notesSlide1294.xml" ContentType="application/vnd.openxmlformats-officedocument.presentationml.notesSlide+xml"/>
  <Override PartName="/ppt/notesSlides/notesSlide1295.xml" ContentType="application/vnd.openxmlformats-officedocument.presentationml.notesSlide+xml"/>
  <Override PartName="/ppt/notesSlides/notesSlide1296.xml" ContentType="application/vnd.openxmlformats-officedocument.presentationml.notesSlide+xml"/>
  <Override PartName="/ppt/notesSlides/notesSlide1297.xml" ContentType="application/vnd.openxmlformats-officedocument.presentationml.notesSlide+xml"/>
  <Override PartName="/ppt/notesSlides/notesSlide1298.xml" ContentType="application/vnd.openxmlformats-officedocument.presentationml.notesSlide+xml"/>
  <Override PartName="/ppt/notesSlides/notesSlide1299.xml" ContentType="application/vnd.openxmlformats-officedocument.presentationml.notesSlide+xml"/>
  <Override PartName="/ppt/notesSlides/notesSlide1300.xml" ContentType="application/vnd.openxmlformats-officedocument.presentationml.notesSlide+xml"/>
  <Override PartName="/ppt/notesSlides/notesSlide1301.xml" ContentType="application/vnd.openxmlformats-officedocument.presentationml.notesSlide+xml"/>
  <Override PartName="/ppt/notesSlides/notesSlide1302.xml" ContentType="application/vnd.openxmlformats-officedocument.presentationml.notesSlide+xml"/>
  <Override PartName="/ppt/notesSlides/notesSlide1303.xml" ContentType="application/vnd.openxmlformats-officedocument.presentationml.notesSlide+xml"/>
  <Override PartName="/ppt/notesSlides/notesSlide1304.xml" ContentType="application/vnd.openxmlformats-officedocument.presentationml.notesSlide+xml"/>
  <Override PartName="/ppt/notesSlides/notesSlide1305.xml" ContentType="application/vnd.openxmlformats-officedocument.presentationml.notesSlide+xml"/>
  <Override PartName="/ppt/notesSlides/notesSlide1306.xml" ContentType="application/vnd.openxmlformats-officedocument.presentationml.notesSlide+xml"/>
  <Override PartName="/ppt/notesSlides/notesSlide1307.xml" ContentType="application/vnd.openxmlformats-officedocument.presentationml.notesSlide+xml"/>
  <Override PartName="/ppt/notesSlides/notesSlide1308.xml" ContentType="application/vnd.openxmlformats-officedocument.presentationml.notesSlide+xml"/>
  <Override PartName="/ppt/notesSlides/notesSlide1309.xml" ContentType="application/vnd.openxmlformats-officedocument.presentationml.notesSlide+xml"/>
  <Override PartName="/ppt/notesSlides/notesSlide1310.xml" ContentType="application/vnd.openxmlformats-officedocument.presentationml.notesSlide+xml"/>
  <Override PartName="/ppt/notesSlides/notesSlide1311.xml" ContentType="application/vnd.openxmlformats-officedocument.presentationml.notesSlide+xml"/>
  <Override PartName="/ppt/notesSlides/notesSlide1312.xml" ContentType="application/vnd.openxmlformats-officedocument.presentationml.notesSlide+xml"/>
  <Override PartName="/ppt/notesSlides/notesSlide1313.xml" ContentType="application/vnd.openxmlformats-officedocument.presentationml.notesSlide+xml"/>
  <Override PartName="/ppt/notesSlides/notesSlide1314.xml" ContentType="application/vnd.openxmlformats-officedocument.presentationml.notesSlide+xml"/>
  <Override PartName="/ppt/notesSlides/notesSlide1315.xml" ContentType="application/vnd.openxmlformats-officedocument.presentationml.notesSlide+xml"/>
  <Override PartName="/ppt/notesSlides/notesSlide1316.xml" ContentType="application/vnd.openxmlformats-officedocument.presentationml.notesSlide+xml"/>
  <Override PartName="/ppt/notesSlides/notesSlide1317.xml" ContentType="application/vnd.openxmlformats-officedocument.presentationml.notesSlide+xml"/>
  <Override PartName="/ppt/notesSlides/notesSlide1318.xml" ContentType="application/vnd.openxmlformats-officedocument.presentationml.notesSlide+xml"/>
  <Override PartName="/ppt/notesSlides/notesSlide1319.xml" ContentType="application/vnd.openxmlformats-officedocument.presentationml.notesSlide+xml"/>
  <Override PartName="/ppt/notesSlides/notesSlide1320.xml" ContentType="application/vnd.openxmlformats-officedocument.presentationml.notesSlide+xml"/>
  <Override PartName="/ppt/notesSlides/notesSlide1321.xml" ContentType="application/vnd.openxmlformats-officedocument.presentationml.notesSlide+xml"/>
  <Override PartName="/ppt/notesSlides/notesSlide1322.xml" ContentType="application/vnd.openxmlformats-officedocument.presentationml.notesSlide+xml"/>
  <Override PartName="/ppt/notesSlides/notesSlide1323.xml" ContentType="application/vnd.openxmlformats-officedocument.presentationml.notesSlide+xml"/>
  <Override PartName="/ppt/notesSlides/notesSlide1324.xml" ContentType="application/vnd.openxmlformats-officedocument.presentationml.notesSlide+xml"/>
  <Override PartName="/ppt/notesSlides/notesSlide1325.xml" ContentType="application/vnd.openxmlformats-officedocument.presentationml.notesSlide+xml"/>
  <Override PartName="/ppt/notesSlides/notesSlide1326.xml" ContentType="application/vnd.openxmlformats-officedocument.presentationml.notesSlide+xml"/>
  <Override PartName="/ppt/notesSlides/notesSlide1327.xml" ContentType="application/vnd.openxmlformats-officedocument.presentationml.notesSlide+xml"/>
  <Override PartName="/ppt/notesSlides/notesSlide1328.xml" ContentType="application/vnd.openxmlformats-officedocument.presentationml.notesSlide+xml"/>
  <Override PartName="/ppt/notesSlides/notesSlide1329.xml" ContentType="application/vnd.openxmlformats-officedocument.presentationml.notesSlide+xml"/>
  <Override PartName="/ppt/notesSlides/notesSlide1330.xml" ContentType="application/vnd.openxmlformats-officedocument.presentationml.notesSlide+xml"/>
  <Override PartName="/ppt/notesSlides/notesSlide1331.xml" ContentType="application/vnd.openxmlformats-officedocument.presentationml.notesSlide+xml"/>
  <Override PartName="/ppt/notesSlides/notesSlide1332.xml" ContentType="application/vnd.openxmlformats-officedocument.presentationml.notesSlide+xml"/>
  <Override PartName="/ppt/notesSlides/notesSlide1333.xml" ContentType="application/vnd.openxmlformats-officedocument.presentationml.notesSlide+xml"/>
  <Override PartName="/ppt/notesSlides/notesSlide1334.xml" ContentType="application/vnd.openxmlformats-officedocument.presentationml.notesSlide+xml"/>
  <Override PartName="/ppt/notesSlides/notesSlide1335.xml" ContentType="application/vnd.openxmlformats-officedocument.presentationml.notesSlide+xml"/>
  <Override PartName="/ppt/notesSlides/notesSlide1336.xml" ContentType="application/vnd.openxmlformats-officedocument.presentationml.notesSlide+xml"/>
  <Override PartName="/ppt/notesSlides/notesSlide1337.xml" ContentType="application/vnd.openxmlformats-officedocument.presentationml.notesSlide+xml"/>
  <Override PartName="/ppt/notesSlides/notesSlide1338.xml" ContentType="application/vnd.openxmlformats-officedocument.presentationml.notesSlide+xml"/>
  <Override PartName="/ppt/notesSlides/notesSlide1339.xml" ContentType="application/vnd.openxmlformats-officedocument.presentationml.notesSlide+xml"/>
  <Override PartName="/ppt/notesSlides/notesSlide1340.xml" ContentType="application/vnd.openxmlformats-officedocument.presentationml.notesSlide+xml"/>
  <Override PartName="/ppt/notesSlides/notesSlide1341.xml" ContentType="application/vnd.openxmlformats-officedocument.presentationml.notesSlide+xml"/>
  <Override PartName="/ppt/notesSlides/notesSlide1342.xml" ContentType="application/vnd.openxmlformats-officedocument.presentationml.notesSlide+xml"/>
  <Override PartName="/ppt/notesSlides/notesSlide1343.xml" ContentType="application/vnd.openxmlformats-officedocument.presentationml.notesSlide+xml"/>
  <Override PartName="/ppt/notesSlides/notesSlide1344.xml" ContentType="application/vnd.openxmlformats-officedocument.presentationml.notesSlide+xml"/>
  <Override PartName="/ppt/notesSlides/notesSlide1345.xml" ContentType="application/vnd.openxmlformats-officedocument.presentationml.notesSlide+xml"/>
  <Override PartName="/ppt/notesSlides/notesSlide1346.xml" ContentType="application/vnd.openxmlformats-officedocument.presentationml.notesSlide+xml"/>
  <Override PartName="/ppt/notesSlides/notesSlide1347.xml" ContentType="application/vnd.openxmlformats-officedocument.presentationml.notesSlide+xml"/>
  <Override PartName="/ppt/notesSlides/notesSlide1348.xml" ContentType="application/vnd.openxmlformats-officedocument.presentationml.notesSlide+xml"/>
  <Override PartName="/ppt/notesSlides/notesSlide1349.xml" ContentType="application/vnd.openxmlformats-officedocument.presentationml.notesSlide+xml"/>
  <Override PartName="/ppt/notesSlides/notesSlide1350.xml" ContentType="application/vnd.openxmlformats-officedocument.presentationml.notesSlide+xml"/>
  <Override PartName="/ppt/notesSlides/notesSlide1351.xml" ContentType="application/vnd.openxmlformats-officedocument.presentationml.notesSlide+xml"/>
  <Override PartName="/ppt/notesSlides/notesSlide1352.xml" ContentType="application/vnd.openxmlformats-officedocument.presentationml.notesSlide+xml"/>
  <Override PartName="/ppt/notesSlides/notesSlide1353.xml" ContentType="application/vnd.openxmlformats-officedocument.presentationml.notesSlide+xml"/>
  <Override PartName="/ppt/notesSlides/notesSlide1354.xml" ContentType="application/vnd.openxmlformats-officedocument.presentationml.notesSlide+xml"/>
  <Override PartName="/ppt/notesSlides/notesSlide1355.xml" ContentType="application/vnd.openxmlformats-officedocument.presentationml.notesSlide+xml"/>
  <Override PartName="/ppt/notesSlides/notesSlide1356.xml" ContentType="application/vnd.openxmlformats-officedocument.presentationml.notesSlide+xml"/>
  <Override PartName="/ppt/notesSlides/notesSlide1357.xml" ContentType="application/vnd.openxmlformats-officedocument.presentationml.notesSlide+xml"/>
  <Override PartName="/ppt/notesSlides/notesSlide1358.xml" ContentType="application/vnd.openxmlformats-officedocument.presentationml.notesSlide+xml"/>
  <Override PartName="/ppt/notesSlides/notesSlide1359.xml" ContentType="application/vnd.openxmlformats-officedocument.presentationml.notesSlide+xml"/>
  <Override PartName="/ppt/notesSlides/notesSlide1360.xml" ContentType="application/vnd.openxmlformats-officedocument.presentationml.notesSlide+xml"/>
  <Override PartName="/ppt/notesSlides/notesSlide1361.xml" ContentType="application/vnd.openxmlformats-officedocument.presentationml.notesSlide+xml"/>
  <Override PartName="/ppt/notesSlides/notesSlide1362.xml" ContentType="application/vnd.openxmlformats-officedocument.presentationml.notesSlide+xml"/>
  <Override PartName="/ppt/notesSlides/notesSlide1363.xml" ContentType="application/vnd.openxmlformats-officedocument.presentationml.notesSlide+xml"/>
  <Override PartName="/ppt/notesSlides/notesSlide1364.xml" ContentType="application/vnd.openxmlformats-officedocument.presentationml.notesSlide+xml"/>
  <Override PartName="/ppt/notesSlides/notesSlide1365.xml" ContentType="application/vnd.openxmlformats-officedocument.presentationml.notesSlide+xml"/>
  <Override PartName="/ppt/notesSlides/notesSlide1366.xml" ContentType="application/vnd.openxmlformats-officedocument.presentationml.notesSlide+xml"/>
  <Override PartName="/ppt/notesSlides/notesSlide1367.xml" ContentType="application/vnd.openxmlformats-officedocument.presentationml.notesSlide+xml"/>
  <Override PartName="/ppt/notesSlides/notesSlide1368.xml" ContentType="application/vnd.openxmlformats-officedocument.presentationml.notesSlide+xml"/>
  <Override PartName="/ppt/notesSlides/notesSlide1369.xml" ContentType="application/vnd.openxmlformats-officedocument.presentationml.notesSlide+xml"/>
  <Override PartName="/ppt/notesSlides/notesSlide1370.xml" ContentType="application/vnd.openxmlformats-officedocument.presentationml.notesSlide+xml"/>
  <Override PartName="/ppt/notesSlides/notesSlide1371.xml" ContentType="application/vnd.openxmlformats-officedocument.presentationml.notesSlide+xml"/>
  <Override PartName="/ppt/notesSlides/notesSlide1372.xml" ContentType="application/vnd.openxmlformats-officedocument.presentationml.notesSlide+xml"/>
  <Override PartName="/ppt/notesSlides/notesSlide1373.xml" ContentType="application/vnd.openxmlformats-officedocument.presentationml.notesSlide+xml"/>
  <Override PartName="/ppt/notesSlides/notesSlide1374.xml" ContentType="application/vnd.openxmlformats-officedocument.presentationml.notesSlide+xml"/>
  <Override PartName="/ppt/notesSlides/notesSlide1375.xml" ContentType="application/vnd.openxmlformats-officedocument.presentationml.notesSlide+xml"/>
  <Override PartName="/ppt/notesSlides/notesSlide1376.xml" ContentType="application/vnd.openxmlformats-officedocument.presentationml.notesSlide+xml"/>
  <Override PartName="/ppt/notesSlides/notesSlide1377.xml" ContentType="application/vnd.openxmlformats-officedocument.presentationml.notesSlide+xml"/>
  <Override PartName="/ppt/notesSlides/notesSlide1378.xml" ContentType="application/vnd.openxmlformats-officedocument.presentationml.notesSlide+xml"/>
  <Override PartName="/ppt/notesSlides/notesSlide1379.xml" ContentType="application/vnd.openxmlformats-officedocument.presentationml.notesSlide+xml"/>
  <Override PartName="/ppt/notesSlides/notesSlide1380.xml" ContentType="application/vnd.openxmlformats-officedocument.presentationml.notesSlide+xml"/>
  <Override PartName="/ppt/notesSlides/notesSlide1381.xml" ContentType="application/vnd.openxmlformats-officedocument.presentationml.notesSlide+xml"/>
  <Override PartName="/ppt/notesSlides/notesSlide1382.xml" ContentType="application/vnd.openxmlformats-officedocument.presentationml.notesSlide+xml"/>
  <Override PartName="/ppt/notesSlides/notesSlide1383.xml" ContentType="application/vnd.openxmlformats-officedocument.presentationml.notesSlide+xml"/>
  <Override PartName="/ppt/notesSlides/notesSlide1384.xml" ContentType="application/vnd.openxmlformats-officedocument.presentationml.notesSlide+xml"/>
  <Override PartName="/ppt/notesSlides/notesSlide1385.xml" ContentType="application/vnd.openxmlformats-officedocument.presentationml.notesSlide+xml"/>
  <Override PartName="/ppt/notesSlides/notesSlide1386.xml" ContentType="application/vnd.openxmlformats-officedocument.presentationml.notesSlide+xml"/>
  <Override PartName="/ppt/notesSlides/notesSlide1387.xml" ContentType="application/vnd.openxmlformats-officedocument.presentationml.notesSlide+xml"/>
  <Override PartName="/ppt/notesSlides/notesSlide1388.xml" ContentType="application/vnd.openxmlformats-officedocument.presentationml.notesSlide+xml"/>
  <Override PartName="/ppt/notesSlides/notesSlide1389.xml" ContentType="application/vnd.openxmlformats-officedocument.presentationml.notesSlide+xml"/>
  <Override PartName="/ppt/notesSlides/notesSlide1390.xml" ContentType="application/vnd.openxmlformats-officedocument.presentationml.notesSlide+xml"/>
  <Override PartName="/ppt/notesSlides/notesSlide1391.xml" ContentType="application/vnd.openxmlformats-officedocument.presentationml.notesSlide+xml"/>
  <Override PartName="/ppt/notesSlides/notesSlide1392.xml" ContentType="application/vnd.openxmlformats-officedocument.presentationml.notesSlide+xml"/>
  <Override PartName="/ppt/notesSlides/notesSlide1393.xml" ContentType="application/vnd.openxmlformats-officedocument.presentationml.notesSlide+xml"/>
  <Override PartName="/ppt/notesSlides/notesSlide1394.xml" ContentType="application/vnd.openxmlformats-officedocument.presentationml.notesSlide+xml"/>
  <Override PartName="/ppt/notesSlides/notesSlide1395.xml" ContentType="application/vnd.openxmlformats-officedocument.presentationml.notesSlide+xml"/>
  <Override PartName="/ppt/notesSlides/notesSlide1396.xml" ContentType="application/vnd.openxmlformats-officedocument.presentationml.notesSlide+xml"/>
  <Override PartName="/ppt/notesSlides/notesSlide1397.xml" ContentType="application/vnd.openxmlformats-officedocument.presentationml.notesSlide+xml"/>
  <Override PartName="/ppt/notesSlides/notesSlide1398.xml" ContentType="application/vnd.openxmlformats-officedocument.presentationml.notesSlide+xml"/>
  <Override PartName="/ppt/notesSlides/notesSlide1399.xml" ContentType="application/vnd.openxmlformats-officedocument.presentationml.notesSlide+xml"/>
  <Override PartName="/ppt/notesSlides/notesSlide1400.xml" ContentType="application/vnd.openxmlformats-officedocument.presentationml.notesSlide+xml"/>
  <Override PartName="/ppt/notesSlides/notesSlide1401.xml" ContentType="application/vnd.openxmlformats-officedocument.presentationml.notesSlide+xml"/>
  <Override PartName="/ppt/notesSlides/notesSlide1402.xml" ContentType="application/vnd.openxmlformats-officedocument.presentationml.notesSlide+xml"/>
  <Override PartName="/ppt/notesSlides/notesSlide1403.xml" ContentType="application/vnd.openxmlformats-officedocument.presentationml.notesSlide+xml"/>
  <Override PartName="/ppt/notesSlides/notesSlide1404.xml" ContentType="application/vnd.openxmlformats-officedocument.presentationml.notesSlide+xml"/>
  <Override PartName="/ppt/notesSlides/notesSlide1405.xml" ContentType="application/vnd.openxmlformats-officedocument.presentationml.notesSlide+xml"/>
  <Override PartName="/ppt/notesSlides/notesSlide1406.xml" ContentType="application/vnd.openxmlformats-officedocument.presentationml.notesSlide+xml"/>
  <Override PartName="/ppt/notesSlides/notesSlide1407.xml" ContentType="application/vnd.openxmlformats-officedocument.presentationml.notesSlide+xml"/>
  <Override PartName="/ppt/notesSlides/notesSlide1408.xml" ContentType="application/vnd.openxmlformats-officedocument.presentationml.notesSlide+xml"/>
  <Override PartName="/ppt/notesSlides/notesSlide1409.xml" ContentType="application/vnd.openxmlformats-officedocument.presentationml.notesSlide+xml"/>
  <Override PartName="/ppt/notesSlides/notesSlide1410.xml" ContentType="application/vnd.openxmlformats-officedocument.presentationml.notesSlide+xml"/>
  <Override PartName="/ppt/notesSlides/notesSlide1411.xml" ContentType="application/vnd.openxmlformats-officedocument.presentationml.notesSlide+xml"/>
  <Override PartName="/ppt/notesSlides/notesSlide1412.xml" ContentType="application/vnd.openxmlformats-officedocument.presentationml.notesSlide+xml"/>
  <Override PartName="/ppt/notesSlides/notesSlide1413.xml" ContentType="application/vnd.openxmlformats-officedocument.presentationml.notesSlide+xml"/>
  <Override PartName="/ppt/notesSlides/notesSlide1414.xml" ContentType="application/vnd.openxmlformats-officedocument.presentationml.notesSlide+xml"/>
  <Override PartName="/ppt/notesSlides/notesSlide1415.xml" ContentType="application/vnd.openxmlformats-officedocument.presentationml.notesSlide+xml"/>
  <Override PartName="/ppt/notesSlides/notesSlide1416.xml" ContentType="application/vnd.openxmlformats-officedocument.presentationml.notesSlide+xml"/>
  <Override PartName="/ppt/notesSlides/notesSlide1417.xml" ContentType="application/vnd.openxmlformats-officedocument.presentationml.notesSlide+xml"/>
  <Override PartName="/ppt/notesSlides/notesSlide1418.xml" ContentType="application/vnd.openxmlformats-officedocument.presentationml.notesSlide+xml"/>
  <Override PartName="/ppt/notesSlides/notesSlide1419.xml" ContentType="application/vnd.openxmlformats-officedocument.presentationml.notesSlide+xml"/>
  <Override PartName="/ppt/notesSlides/notesSlide1420.xml" ContentType="application/vnd.openxmlformats-officedocument.presentationml.notesSlide+xml"/>
  <Override PartName="/ppt/notesSlides/notesSlide1421.xml" ContentType="application/vnd.openxmlformats-officedocument.presentationml.notesSlide+xml"/>
  <Override PartName="/ppt/notesSlides/notesSlide1422.xml" ContentType="application/vnd.openxmlformats-officedocument.presentationml.notesSlide+xml"/>
  <Override PartName="/ppt/notesSlides/notesSlide1423.xml" ContentType="application/vnd.openxmlformats-officedocument.presentationml.notesSlide+xml"/>
  <Override PartName="/ppt/notesSlides/notesSlide1424.xml" ContentType="application/vnd.openxmlformats-officedocument.presentationml.notesSlide+xml"/>
  <Override PartName="/ppt/notesSlides/notesSlide1425.xml" ContentType="application/vnd.openxmlformats-officedocument.presentationml.notesSlide+xml"/>
  <Override PartName="/ppt/notesSlides/notesSlide1426.xml" ContentType="application/vnd.openxmlformats-officedocument.presentationml.notesSlide+xml"/>
  <Override PartName="/ppt/notesSlides/notesSlide1427.xml" ContentType="application/vnd.openxmlformats-officedocument.presentationml.notesSlide+xml"/>
  <Override PartName="/ppt/notesSlides/notesSlide1428.xml" ContentType="application/vnd.openxmlformats-officedocument.presentationml.notesSlide+xml"/>
  <Override PartName="/ppt/notesSlides/notesSlide1429.xml" ContentType="application/vnd.openxmlformats-officedocument.presentationml.notesSlide+xml"/>
  <Override PartName="/ppt/notesSlides/notesSlide1430.xml" ContentType="application/vnd.openxmlformats-officedocument.presentationml.notesSlide+xml"/>
  <Override PartName="/ppt/notesSlides/notesSlide1431.xml" ContentType="application/vnd.openxmlformats-officedocument.presentationml.notesSlide+xml"/>
  <Override PartName="/ppt/notesSlides/notesSlide1432.xml" ContentType="application/vnd.openxmlformats-officedocument.presentationml.notesSlide+xml"/>
  <Override PartName="/ppt/notesSlides/notesSlide1433.xml" ContentType="application/vnd.openxmlformats-officedocument.presentationml.notesSlide+xml"/>
  <Override PartName="/ppt/notesSlides/notesSlide1434.xml" ContentType="application/vnd.openxmlformats-officedocument.presentationml.notesSlide+xml"/>
  <Override PartName="/ppt/notesSlides/notesSlide1435.xml" ContentType="application/vnd.openxmlformats-officedocument.presentationml.notesSlide+xml"/>
  <Override PartName="/ppt/notesSlides/notesSlide1436.xml" ContentType="application/vnd.openxmlformats-officedocument.presentationml.notesSlide+xml"/>
  <Override PartName="/ppt/notesSlides/notesSlide1437.xml" ContentType="application/vnd.openxmlformats-officedocument.presentationml.notesSlide+xml"/>
  <Override PartName="/ppt/notesSlides/notesSlide1438.xml" ContentType="application/vnd.openxmlformats-officedocument.presentationml.notesSlide+xml"/>
  <Override PartName="/ppt/notesSlides/notesSlide1439.xml" ContentType="application/vnd.openxmlformats-officedocument.presentationml.notesSlide+xml"/>
  <Override PartName="/ppt/notesSlides/notesSlide1440.xml" ContentType="application/vnd.openxmlformats-officedocument.presentationml.notesSlide+xml"/>
  <Override PartName="/ppt/notesSlides/notesSlide1441.xml" ContentType="application/vnd.openxmlformats-officedocument.presentationml.notesSlide+xml"/>
  <Override PartName="/ppt/notesSlides/notesSlide1442.xml" ContentType="application/vnd.openxmlformats-officedocument.presentationml.notesSlide+xml"/>
  <Override PartName="/ppt/notesSlides/notesSlide1443.xml" ContentType="application/vnd.openxmlformats-officedocument.presentationml.notesSlide+xml"/>
  <Override PartName="/ppt/notesSlides/notesSlide1444.xml" ContentType="application/vnd.openxmlformats-officedocument.presentationml.notesSlide+xml"/>
  <Override PartName="/ppt/notesSlides/notesSlide1445.xml" ContentType="application/vnd.openxmlformats-officedocument.presentationml.notesSlide+xml"/>
  <Override PartName="/ppt/notesSlides/notesSlide1446.xml" ContentType="application/vnd.openxmlformats-officedocument.presentationml.notesSlide+xml"/>
  <Override PartName="/ppt/notesSlides/notesSlide1447.xml" ContentType="application/vnd.openxmlformats-officedocument.presentationml.notesSlide+xml"/>
  <Override PartName="/ppt/notesSlides/notesSlide1448.xml" ContentType="application/vnd.openxmlformats-officedocument.presentationml.notesSlide+xml"/>
  <Override PartName="/ppt/notesSlides/notesSlide1449.xml" ContentType="application/vnd.openxmlformats-officedocument.presentationml.notesSlide+xml"/>
  <Override PartName="/ppt/notesSlides/notesSlide1450.xml" ContentType="application/vnd.openxmlformats-officedocument.presentationml.notesSlide+xml"/>
  <Override PartName="/ppt/notesSlides/notesSlide1451.xml" ContentType="application/vnd.openxmlformats-officedocument.presentationml.notesSlide+xml"/>
  <Override PartName="/ppt/notesSlides/notesSlide1452.xml" ContentType="application/vnd.openxmlformats-officedocument.presentationml.notesSlide+xml"/>
  <Override PartName="/ppt/notesSlides/notesSlide1453.xml" ContentType="application/vnd.openxmlformats-officedocument.presentationml.notesSlide+xml"/>
  <Override PartName="/ppt/notesSlides/notesSlide1454.xml" ContentType="application/vnd.openxmlformats-officedocument.presentationml.notesSlide+xml"/>
  <Override PartName="/ppt/notesSlides/notesSlide1455.xml" ContentType="application/vnd.openxmlformats-officedocument.presentationml.notesSlide+xml"/>
  <Override PartName="/ppt/notesSlides/notesSlide1456.xml" ContentType="application/vnd.openxmlformats-officedocument.presentationml.notesSlide+xml"/>
  <Override PartName="/ppt/notesSlides/notesSlide1457.xml" ContentType="application/vnd.openxmlformats-officedocument.presentationml.notesSlide+xml"/>
  <Override PartName="/ppt/notesSlides/notesSlide1458.xml" ContentType="application/vnd.openxmlformats-officedocument.presentationml.notesSlide+xml"/>
  <Override PartName="/ppt/notesSlides/notesSlide1459.xml" ContentType="application/vnd.openxmlformats-officedocument.presentationml.notesSlide+xml"/>
  <Override PartName="/ppt/notesSlides/notesSlide1460.xml" ContentType="application/vnd.openxmlformats-officedocument.presentationml.notesSlide+xml"/>
  <Override PartName="/ppt/notesSlides/notesSlide1461.xml" ContentType="application/vnd.openxmlformats-officedocument.presentationml.notesSlide+xml"/>
  <Override PartName="/ppt/notesSlides/notesSlide1462.xml" ContentType="application/vnd.openxmlformats-officedocument.presentationml.notesSlide+xml"/>
  <Override PartName="/ppt/notesSlides/notesSlide1463.xml" ContentType="application/vnd.openxmlformats-officedocument.presentationml.notesSlide+xml"/>
  <Override PartName="/ppt/notesSlides/notesSlide1464.xml" ContentType="application/vnd.openxmlformats-officedocument.presentationml.notesSlide+xml"/>
  <Override PartName="/ppt/notesSlides/notesSlide1465.xml" ContentType="application/vnd.openxmlformats-officedocument.presentationml.notesSlide+xml"/>
  <Override PartName="/ppt/notesSlides/notesSlide1466.xml" ContentType="application/vnd.openxmlformats-officedocument.presentationml.notesSlide+xml"/>
  <Override PartName="/ppt/notesSlides/notesSlide1467.xml" ContentType="application/vnd.openxmlformats-officedocument.presentationml.notesSlide+xml"/>
  <Override PartName="/ppt/notesSlides/notesSlide1468.xml" ContentType="application/vnd.openxmlformats-officedocument.presentationml.notesSlide+xml"/>
  <Override PartName="/ppt/notesSlides/notesSlide1469.xml" ContentType="application/vnd.openxmlformats-officedocument.presentationml.notesSlide+xml"/>
  <Override PartName="/ppt/notesSlides/notesSlide1470.xml" ContentType="application/vnd.openxmlformats-officedocument.presentationml.notesSlide+xml"/>
  <Override PartName="/ppt/notesSlides/notesSlide1471.xml" ContentType="application/vnd.openxmlformats-officedocument.presentationml.notesSlide+xml"/>
  <Override PartName="/ppt/notesSlides/notesSlide1472.xml" ContentType="application/vnd.openxmlformats-officedocument.presentationml.notesSlide+xml"/>
  <Override PartName="/ppt/notesSlides/notesSlide1473.xml" ContentType="application/vnd.openxmlformats-officedocument.presentationml.notesSlide+xml"/>
  <Override PartName="/ppt/notesSlides/notesSlide1474.xml" ContentType="application/vnd.openxmlformats-officedocument.presentationml.notesSlide+xml"/>
  <Override PartName="/ppt/notesSlides/notesSlide1475.xml" ContentType="application/vnd.openxmlformats-officedocument.presentationml.notesSlide+xml"/>
  <Override PartName="/ppt/notesSlides/notesSlide1476.xml" ContentType="application/vnd.openxmlformats-officedocument.presentationml.notesSlide+xml"/>
  <Override PartName="/ppt/notesSlides/notesSlide1477.xml" ContentType="application/vnd.openxmlformats-officedocument.presentationml.notesSlide+xml"/>
  <Override PartName="/ppt/notesSlides/notesSlide1478.xml" ContentType="application/vnd.openxmlformats-officedocument.presentationml.notesSlide+xml"/>
  <Override PartName="/ppt/notesSlides/notesSlide1479.xml" ContentType="application/vnd.openxmlformats-officedocument.presentationml.notesSlide+xml"/>
  <Override PartName="/ppt/notesSlides/notesSlide1480.xml" ContentType="application/vnd.openxmlformats-officedocument.presentationml.notesSlide+xml"/>
  <Override PartName="/ppt/notesSlides/notesSlide1481.xml" ContentType="application/vnd.openxmlformats-officedocument.presentationml.notesSlide+xml"/>
  <Override PartName="/ppt/notesSlides/notesSlide1482.xml" ContentType="application/vnd.openxmlformats-officedocument.presentationml.notesSlide+xml"/>
  <Override PartName="/ppt/notesSlides/notesSlide1483.xml" ContentType="application/vnd.openxmlformats-officedocument.presentationml.notesSlide+xml"/>
  <Override PartName="/ppt/notesSlides/notesSlide1484.xml" ContentType="application/vnd.openxmlformats-officedocument.presentationml.notesSlide+xml"/>
  <Override PartName="/ppt/notesSlides/notesSlide1485.xml" ContentType="application/vnd.openxmlformats-officedocument.presentationml.notesSlide+xml"/>
  <Override PartName="/ppt/notesSlides/notesSlide1486.xml" ContentType="application/vnd.openxmlformats-officedocument.presentationml.notesSlide+xml"/>
  <Override PartName="/ppt/notesSlides/notesSlide1487.xml" ContentType="application/vnd.openxmlformats-officedocument.presentationml.notesSlide+xml"/>
  <Override PartName="/ppt/notesSlides/notesSlide1488.xml" ContentType="application/vnd.openxmlformats-officedocument.presentationml.notesSlide+xml"/>
  <Override PartName="/ppt/notesSlides/notesSlide1489.xml" ContentType="application/vnd.openxmlformats-officedocument.presentationml.notesSlide+xml"/>
  <Override PartName="/ppt/notesSlides/notesSlide1490.xml" ContentType="application/vnd.openxmlformats-officedocument.presentationml.notesSlide+xml"/>
  <Override PartName="/ppt/notesSlides/notesSlide1491.xml" ContentType="application/vnd.openxmlformats-officedocument.presentationml.notesSlide+xml"/>
  <Override PartName="/ppt/notesSlides/notesSlide1492.xml" ContentType="application/vnd.openxmlformats-officedocument.presentationml.notesSlide+xml"/>
  <Override PartName="/ppt/notesSlides/notesSlide1493.xml" ContentType="application/vnd.openxmlformats-officedocument.presentationml.notesSlide+xml"/>
  <Override PartName="/ppt/notesSlides/notesSlide1494.xml" ContentType="application/vnd.openxmlformats-officedocument.presentationml.notesSlide+xml"/>
  <Override PartName="/ppt/notesSlides/notesSlide1495.xml" ContentType="application/vnd.openxmlformats-officedocument.presentationml.notesSlide+xml"/>
  <Override PartName="/ppt/notesSlides/notesSlide1496.xml" ContentType="application/vnd.openxmlformats-officedocument.presentationml.notesSlide+xml"/>
  <Override PartName="/ppt/notesSlides/notesSlide1497.xml" ContentType="application/vnd.openxmlformats-officedocument.presentationml.notesSlide+xml"/>
  <Override PartName="/ppt/notesSlides/notesSlide1498.xml" ContentType="application/vnd.openxmlformats-officedocument.presentationml.notesSlide+xml"/>
  <Override PartName="/ppt/notesSlides/notesSlide1499.xml" ContentType="application/vnd.openxmlformats-officedocument.presentationml.notesSlide+xml"/>
  <Override PartName="/ppt/notesSlides/notesSlide1500.xml" ContentType="application/vnd.openxmlformats-officedocument.presentationml.notesSlide+xml"/>
  <Override PartName="/ppt/notesSlides/notesSlide1501.xml" ContentType="application/vnd.openxmlformats-officedocument.presentationml.notesSlide+xml"/>
  <Override PartName="/ppt/notesSlides/notesSlide1502.xml" ContentType="application/vnd.openxmlformats-officedocument.presentationml.notesSlide+xml"/>
  <Override PartName="/ppt/notesSlides/notesSlide1503.xml" ContentType="application/vnd.openxmlformats-officedocument.presentationml.notesSlide+xml"/>
  <Override PartName="/ppt/notesSlides/notesSlide1504.xml" ContentType="application/vnd.openxmlformats-officedocument.presentationml.notesSlide+xml"/>
  <Override PartName="/ppt/notesSlides/notesSlide1505.xml" ContentType="application/vnd.openxmlformats-officedocument.presentationml.notesSlide+xml"/>
  <Override PartName="/ppt/notesSlides/notesSlide1506.xml" ContentType="application/vnd.openxmlformats-officedocument.presentationml.notesSlide+xml"/>
  <Override PartName="/ppt/notesSlides/notesSlide1507.xml" ContentType="application/vnd.openxmlformats-officedocument.presentationml.notesSlide+xml"/>
  <Override PartName="/ppt/notesSlides/notesSlide1508.xml" ContentType="application/vnd.openxmlformats-officedocument.presentationml.notesSlide+xml"/>
  <Override PartName="/ppt/notesSlides/notesSlide1509.xml" ContentType="application/vnd.openxmlformats-officedocument.presentationml.notesSlide+xml"/>
  <Override PartName="/ppt/notesSlides/notesSlide1510.xml" ContentType="application/vnd.openxmlformats-officedocument.presentationml.notesSlide+xml"/>
  <Override PartName="/ppt/notesSlides/notesSlide1511.xml" ContentType="application/vnd.openxmlformats-officedocument.presentationml.notesSlide+xml"/>
  <Override PartName="/ppt/notesSlides/notesSlide1512.xml" ContentType="application/vnd.openxmlformats-officedocument.presentationml.notesSlide+xml"/>
  <Override PartName="/ppt/notesSlides/notesSlide1513.xml" ContentType="application/vnd.openxmlformats-officedocument.presentationml.notesSlide+xml"/>
  <Override PartName="/ppt/notesSlides/notesSlide1514.xml" ContentType="application/vnd.openxmlformats-officedocument.presentationml.notesSlide+xml"/>
  <Override PartName="/ppt/notesSlides/notesSlide1515.xml" ContentType="application/vnd.openxmlformats-officedocument.presentationml.notesSlide+xml"/>
  <Override PartName="/ppt/notesSlides/notesSlide1516.xml" ContentType="application/vnd.openxmlformats-officedocument.presentationml.notesSlide+xml"/>
  <Override PartName="/ppt/notesSlides/notesSlide1517.xml" ContentType="application/vnd.openxmlformats-officedocument.presentationml.notesSlide+xml"/>
  <Override PartName="/ppt/notesSlides/notesSlide1518.xml" ContentType="application/vnd.openxmlformats-officedocument.presentationml.notesSlide+xml"/>
  <Override PartName="/ppt/notesSlides/notesSlide1519.xml" ContentType="application/vnd.openxmlformats-officedocument.presentationml.notesSlide+xml"/>
  <Override PartName="/ppt/notesSlides/notesSlide1520.xml" ContentType="application/vnd.openxmlformats-officedocument.presentationml.notesSlide+xml"/>
  <Override PartName="/ppt/notesSlides/notesSlide1521.xml" ContentType="application/vnd.openxmlformats-officedocument.presentationml.notesSlide+xml"/>
  <Override PartName="/ppt/notesSlides/notesSlide1522.xml" ContentType="application/vnd.openxmlformats-officedocument.presentationml.notesSlide+xml"/>
  <Override PartName="/ppt/notesSlides/notesSlide1523.xml" ContentType="application/vnd.openxmlformats-officedocument.presentationml.notesSlide+xml"/>
  <Override PartName="/ppt/notesSlides/notesSlide1524.xml" ContentType="application/vnd.openxmlformats-officedocument.presentationml.notesSlide+xml"/>
  <Override PartName="/ppt/notesSlides/notesSlide1525.xml" ContentType="application/vnd.openxmlformats-officedocument.presentationml.notesSlide+xml"/>
  <Override PartName="/ppt/notesSlides/notesSlide1526.xml" ContentType="application/vnd.openxmlformats-officedocument.presentationml.notesSlide+xml"/>
  <Override PartName="/ppt/notesSlides/notesSlide1527.xml" ContentType="application/vnd.openxmlformats-officedocument.presentationml.notesSlide+xml"/>
  <Override PartName="/ppt/notesSlides/notesSlide1528.xml" ContentType="application/vnd.openxmlformats-officedocument.presentationml.notesSlide+xml"/>
  <Override PartName="/ppt/notesSlides/notesSlide1529.xml" ContentType="application/vnd.openxmlformats-officedocument.presentationml.notesSlide+xml"/>
  <Override PartName="/ppt/notesSlides/notesSlide1530.xml" ContentType="application/vnd.openxmlformats-officedocument.presentationml.notesSlide+xml"/>
  <Override PartName="/ppt/notesSlides/notesSlide1531.xml" ContentType="application/vnd.openxmlformats-officedocument.presentationml.notesSlide+xml"/>
  <Override PartName="/ppt/notesSlides/notesSlide1532.xml" ContentType="application/vnd.openxmlformats-officedocument.presentationml.notesSlide+xml"/>
  <Override PartName="/ppt/notesSlides/notesSlide1533.xml" ContentType="application/vnd.openxmlformats-officedocument.presentationml.notesSlide+xml"/>
  <Override PartName="/ppt/notesSlides/notesSlide1534.xml" ContentType="application/vnd.openxmlformats-officedocument.presentationml.notesSlide+xml"/>
  <Override PartName="/ppt/notesSlides/notesSlide1535.xml" ContentType="application/vnd.openxmlformats-officedocument.presentationml.notesSlide+xml"/>
  <Override PartName="/ppt/notesSlides/notesSlide1536.xml" ContentType="application/vnd.openxmlformats-officedocument.presentationml.notesSlide+xml"/>
  <Override PartName="/ppt/notesSlides/notesSlide1537.xml" ContentType="application/vnd.openxmlformats-officedocument.presentationml.notesSlide+xml"/>
  <Override PartName="/ppt/notesSlides/notesSlide1538.xml" ContentType="application/vnd.openxmlformats-officedocument.presentationml.notesSlide+xml"/>
  <Override PartName="/ppt/notesSlides/notesSlide1539.xml" ContentType="application/vnd.openxmlformats-officedocument.presentationml.notesSlide+xml"/>
  <Override PartName="/ppt/notesSlides/notesSlide1540.xml" ContentType="application/vnd.openxmlformats-officedocument.presentationml.notesSlide+xml"/>
  <Override PartName="/ppt/notesSlides/notesSlide1541.xml" ContentType="application/vnd.openxmlformats-officedocument.presentationml.notesSlide+xml"/>
  <Override PartName="/ppt/notesSlides/notesSlide1542.xml" ContentType="application/vnd.openxmlformats-officedocument.presentationml.notesSlide+xml"/>
  <Override PartName="/ppt/notesSlides/notesSlide1543.xml" ContentType="application/vnd.openxmlformats-officedocument.presentationml.notesSlide+xml"/>
  <Override PartName="/ppt/notesSlides/notesSlide1544.xml" ContentType="application/vnd.openxmlformats-officedocument.presentationml.notesSlide+xml"/>
  <Override PartName="/ppt/notesSlides/notesSlide1545.xml" ContentType="application/vnd.openxmlformats-officedocument.presentationml.notesSlide+xml"/>
  <Override PartName="/ppt/notesSlides/notesSlide1546.xml" ContentType="application/vnd.openxmlformats-officedocument.presentationml.notesSlide+xml"/>
  <Override PartName="/ppt/notesSlides/notesSlide1547.xml" ContentType="application/vnd.openxmlformats-officedocument.presentationml.notesSlide+xml"/>
  <Override PartName="/ppt/notesSlides/notesSlide1548.xml" ContentType="application/vnd.openxmlformats-officedocument.presentationml.notesSlide+xml"/>
  <Override PartName="/ppt/notesSlides/notesSlide1549.xml" ContentType="application/vnd.openxmlformats-officedocument.presentationml.notesSlide+xml"/>
  <Override PartName="/ppt/notesSlides/notesSlide1550.xml" ContentType="application/vnd.openxmlformats-officedocument.presentationml.notesSlide+xml"/>
  <Override PartName="/ppt/notesSlides/notesSlide1551.xml" ContentType="application/vnd.openxmlformats-officedocument.presentationml.notesSlide+xml"/>
  <Override PartName="/ppt/notesSlides/notesSlide1552.xml" ContentType="application/vnd.openxmlformats-officedocument.presentationml.notesSlide+xml"/>
  <Override PartName="/ppt/notesSlides/notesSlide1553.xml" ContentType="application/vnd.openxmlformats-officedocument.presentationml.notesSlide+xml"/>
  <Override PartName="/ppt/notesSlides/notesSlide1554.xml" ContentType="application/vnd.openxmlformats-officedocument.presentationml.notesSlide+xml"/>
  <Override PartName="/ppt/notesSlides/notesSlide1555.xml" ContentType="application/vnd.openxmlformats-officedocument.presentationml.notesSlide+xml"/>
  <Override PartName="/ppt/notesSlides/notesSlide1556.xml" ContentType="application/vnd.openxmlformats-officedocument.presentationml.notesSlide+xml"/>
  <Override PartName="/ppt/notesSlides/notesSlide1557.xml" ContentType="application/vnd.openxmlformats-officedocument.presentationml.notesSlide+xml"/>
  <Override PartName="/ppt/notesSlides/notesSlide1558.xml" ContentType="application/vnd.openxmlformats-officedocument.presentationml.notesSlide+xml"/>
  <Override PartName="/ppt/notesSlides/notesSlide1559.xml" ContentType="application/vnd.openxmlformats-officedocument.presentationml.notesSlide+xml"/>
  <Override PartName="/ppt/notesSlides/notesSlide1560.xml" ContentType="application/vnd.openxmlformats-officedocument.presentationml.notesSlide+xml"/>
  <Override PartName="/ppt/notesSlides/notesSlide1561.xml" ContentType="application/vnd.openxmlformats-officedocument.presentationml.notesSlide+xml"/>
  <Override PartName="/ppt/notesSlides/notesSlide1562.xml" ContentType="application/vnd.openxmlformats-officedocument.presentationml.notesSlide+xml"/>
  <Override PartName="/ppt/notesSlides/notesSlide1563.xml" ContentType="application/vnd.openxmlformats-officedocument.presentationml.notesSlide+xml"/>
  <Override PartName="/ppt/notesSlides/notesSlide1564.xml" ContentType="application/vnd.openxmlformats-officedocument.presentationml.notesSlide+xml"/>
  <Override PartName="/ppt/notesSlides/notesSlide1565.xml" ContentType="application/vnd.openxmlformats-officedocument.presentationml.notesSlide+xml"/>
  <Override PartName="/ppt/notesSlides/notesSlide1566.xml" ContentType="application/vnd.openxmlformats-officedocument.presentationml.notesSlide+xml"/>
  <Override PartName="/ppt/notesSlides/notesSlide1567.xml" ContentType="application/vnd.openxmlformats-officedocument.presentationml.notesSlide+xml"/>
  <Override PartName="/ppt/notesSlides/notesSlide1568.xml" ContentType="application/vnd.openxmlformats-officedocument.presentationml.notesSlide+xml"/>
  <Override PartName="/ppt/notesSlides/notesSlide1569.xml" ContentType="application/vnd.openxmlformats-officedocument.presentationml.notesSlide+xml"/>
  <Override PartName="/ppt/notesSlides/notesSlide1570.xml" ContentType="application/vnd.openxmlformats-officedocument.presentationml.notesSlide+xml"/>
  <Override PartName="/ppt/notesSlides/notesSlide1571.xml" ContentType="application/vnd.openxmlformats-officedocument.presentationml.notesSlide+xml"/>
  <Override PartName="/ppt/notesSlides/notesSlide1572.xml" ContentType="application/vnd.openxmlformats-officedocument.presentationml.notesSlide+xml"/>
  <Override PartName="/ppt/notesSlides/notesSlide1573.xml" ContentType="application/vnd.openxmlformats-officedocument.presentationml.notesSlide+xml"/>
  <Override PartName="/ppt/notesSlides/notesSlide1574.xml" ContentType="application/vnd.openxmlformats-officedocument.presentationml.notesSlide+xml"/>
  <Override PartName="/ppt/notesSlides/notesSlide1575.xml" ContentType="application/vnd.openxmlformats-officedocument.presentationml.notesSlide+xml"/>
  <Override PartName="/ppt/notesSlides/notesSlide1576.xml" ContentType="application/vnd.openxmlformats-officedocument.presentationml.notesSlide+xml"/>
  <Override PartName="/ppt/notesSlides/notesSlide1577.xml" ContentType="application/vnd.openxmlformats-officedocument.presentationml.notesSlide+xml"/>
  <Override PartName="/ppt/notesSlides/notesSlide1578.xml" ContentType="application/vnd.openxmlformats-officedocument.presentationml.notesSlide+xml"/>
  <Override PartName="/ppt/notesSlides/notesSlide1579.xml" ContentType="application/vnd.openxmlformats-officedocument.presentationml.notesSlide+xml"/>
  <Override PartName="/ppt/notesSlides/notesSlide1580.xml" ContentType="application/vnd.openxmlformats-officedocument.presentationml.notesSlide+xml"/>
  <Override PartName="/ppt/notesSlides/notesSlide1581.xml" ContentType="application/vnd.openxmlformats-officedocument.presentationml.notesSlide+xml"/>
  <Override PartName="/ppt/notesSlides/notesSlide1582.xml" ContentType="application/vnd.openxmlformats-officedocument.presentationml.notesSlide+xml"/>
  <Override PartName="/ppt/notesSlides/notesSlide1583.xml" ContentType="application/vnd.openxmlformats-officedocument.presentationml.notesSlide+xml"/>
  <Override PartName="/ppt/notesSlides/notesSlide1584.xml" ContentType="application/vnd.openxmlformats-officedocument.presentationml.notesSlide+xml"/>
  <Override PartName="/ppt/notesSlides/notesSlide1585.xml" ContentType="application/vnd.openxmlformats-officedocument.presentationml.notesSlide+xml"/>
  <Override PartName="/ppt/notesSlides/notesSlide1586.xml" ContentType="application/vnd.openxmlformats-officedocument.presentationml.notesSlide+xml"/>
  <Override PartName="/ppt/notesSlides/notesSlide1587.xml" ContentType="application/vnd.openxmlformats-officedocument.presentationml.notesSlide+xml"/>
  <Override PartName="/ppt/notesSlides/notesSlide1588.xml" ContentType="application/vnd.openxmlformats-officedocument.presentationml.notesSlide+xml"/>
  <Override PartName="/ppt/notesSlides/notesSlide1589.xml" ContentType="application/vnd.openxmlformats-officedocument.presentationml.notesSlide+xml"/>
  <Override PartName="/ppt/notesSlides/notesSlide1590.xml" ContentType="application/vnd.openxmlformats-officedocument.presentationml.notesSlide+xml"/>
  <Override PartName="/ppt/notesSlides/notesSlide1591.xml" ContentType="application/vnd.openxmlformats-officedocument.presentationml.notesSlide+xml"/>
  <Override PartName="/ppt/notesSlides/notesSlide1592.xml" ContentType="application/vnd.openxmlformats-officedocument.presentationml.notesSlide+xml"/>
  <Override PartName="/ppt/notesSlides/notesSlide1593.xml" ContentType="application/vnd.openxmlformats-officedocument.presentationml.notesSlide+xml"/>
  <Override PartName="/ppt/notesSlides/notesSlide1594.xml" ContentType="application/vnd.openxmlformats-officedocument.presentationml.notesSlide+xml"/>
  <Override PartName="/ppt/notesSlides/notesSlide1595.xml" ContentType="application/vnd.openxmlformats-officedocument.presentationml.notesSlide+xml"/>
  <Override PartName="/ppt/notesSlides/notesSlide1596.xml" ContentType="application/vnd.openxmlformats-officedocument.presentationml.notesSlide+xml"/>
  <Override PartName="/ppt/notesSlides/notesSlide1597.xml" ContentType="application/vnd.openxmlformats-officedocument.presentationml.notesSlide+xml"/>
  <Override PartName="/ppt/notesSlides/notesSlide1598.xml" ContentType="application/vnd.openxmlformats-officedocument.presentationml.notesSlide+xml"/>
  <Override PartName="/ppt/notesSlides/notesSlide1599.xml" ContentType="application/vnd.openxmlformats-officedocument.presentationml.notesSlide+xml"/>
  <Override PartName="/ppt/notesSlides/notesSlide1600.xml" ContentType="application/vnd.openxmlformats-officedocument.presentationml.notesSlide+xml"/>
  <Override PartName="/ppt/notesSlides/notesSlide1601.xml" ContentType="application/vnd.openxmlformats-officedocument.presentationml.notesSlide+xml"/>
  <Override PartName="/ppt/notesSlides/notesSlide1602.xml" ContentType="application/vnd.openxmlformats-officedocument.presentationml.notesSlide+xml"/>
  <Override PartName="/ppt/notesSlides/notesSlide1603.xml" ContentType="application/vnd.openxmlformats-officedocument.presentationml.notesSlide+xml"/>
  <Override PartName="/ppt/notesSlides/notesSlide1604.xml" ContentType="application/vnd.openxmlformats-officedocument.presentationml.notesSlide+xml"/>
  <Override PartName="/ppt/notesSlides/notesSlide1605.xml" ContentType="application/vnd.openxmlformats-officedocument.presentationml.notesSlide+xml"/>
  <Override PartName="/ppt/notesSlides/notesSlide1606.xml" ContentType="application/vnd.openxmlformats-officedocument.presentationml.notesSlide+xml"/>
  <Override PartName="/ppt/notesSlides/notesSlide1607.xml" ContentType="application/vnd.openxmlformats-officedocument.presentationml.notesSlide+xml"/>
  <Override PartName="/ppt/notesSlides/notesSlide1608.xml" ContentType="application/vnd.openxmlformats-officedocument.presentationml.notesSlide+xml"/>
  <Override PartName="/ppt/notesSlides/notesSlide1609.xml" ContentType="application/vnd.openxmlformats-officedocument.presentationml.notesSlide+xml"/>
  <Override PartName="/ppt/notesSlides/notesSlide1610.xml" ContentType="application/vnd.openxmlformats-officedocument.presentationml.notesSlide+xml"/>
  <Override PartName="/ppt/notesSlides/notesSlide1611.xml" ContentType="application/vnd.openxmlformats-officedocument.presentationml.notesSlide+xml"/>
  <Override PartName="/ppt/notesSlides/notesSlide1612.xml" ContentType="application/vnd.openxmlformats-officedocument.presentationml.notesSlide+xml"/>
  <Override PartName="/ppt/notesSlides/notesSlide1613.xml" ContentType="application/vnd.openxmlformats-officedocument.presentationml.notesSlide+xml"/>
  <Override PartName="/ppt/notesSlides/notesSlide1614.xml" ContentType="application/vnd.openxmlformats-officedocument.presentationml.notesSlide+xml"/>
  <Override PartName="/ppt/notesSlides/notesSlide1615.xml" ContentType="application/vnd.openxmlformats-officedocument.presentationml.notesSlide+xml"/>
  <Override PartName="/ppt/notesSlides/notesSlide1616.xml" ContentType="application/vnd.openxmlformats-officedocument.presentationml.notesSlide+xml"/>
  <Override PartName="/ppt/notesSlides/notesSlide1617.xml" ContentType="application/vnd.openxmlformats-officedocument.presentationml.notesSlide+xml"/>
  <Override PartName="/ppt/notesSlides/notesSlide1618.xml" ContentType="application/vnd.openxmlformats-officedocument.presentationml.notesSlide+xml"/>
  <Override PartName="/ppt/notesSlides/notesSlide1619.xml" ContentType="application/vnd.openxmlformats-officedocument.presentationml.notesSlide+xml"/>
  <Override PartName="/ppt/notesSlides/notesSlide1620.xml" ContentType="application/vnd.openxmlformats-officedocument.presentationml.notesSlide+xml"/>
  <Override PartName="/ppt/notesSlides/notesSlide1621.xml" ContentType="application/vnd.openxmlformats-officedocument.presentationml.notesSlide+xml"/>
  <Override PartName="/ppt/notesSlides/notesSlide1622.xml" ContentType="application/vnd.openxmlformats-officedocument.presentationml.notesSlide+xml"/>
  <Override PartName="/ppt/notesSlides/notesSlide1623.xml" ContentType="application/vnd.openxmlformats-officedocument.presentationml.notesSlide+xml"/>
  <Override PartName="/ppt/notesSlides/notesSlide1624.xml" ContentType="application/vnd.openxmlformats-officedocument.presentationml.notesSlide+xml"/>
  <Override PartName="/ppt/notesSlides/notesSlide1625.xml" ContentType="application/vnd.openxmlformats-officedocument.presentationml.notesSlide+xml"/>
  <Override PartName="/ppt/notesSlides/notesSlide1626.xml" ContentType="application/vnd.openxmlformats-officedocument.presentationml.notesSlide+xml"/>
  <Override PartName="/ppt/notesSlides/notesSlide1627.xml" ContentType="application/vnd.openxmlformats-officedocument.presentationml.notesSlide+xml"/>
  <Override PartName="/ppt/notesSlides/notesSlide1628.xml" ContentType="application/vnd.openxmlformats-officedocument.presentationml.notesSlide+xml"/>
  <Override PartName="/ppt/notesSlides/notesSlide1629.xml" ContentType="application/vnd.openxmlformats-officedocument.presentationml.notesSlide+xml"/>
  <Override PartName="/ppt/notesSlides/notesSlide1630.xml" ContentType="application/vnd.openxmlformats-officedocument.presentationml.notesSlide+xml"/>
  <Override PartName="/ppt/notesSlides/notesSlide1631.xml" ContentType="application/vnd.openxmlformats-officedocument.presentationml.notesSlide+xml"/>
  <Override PartName="/ppt/notesSlides/notesSlide1632.xml" ContentType="application/vnd.openxmlformats-officedocument.presentationml.notesSlide+xml"/>
  <Override PartName="/ppt/notesSlides/notesSlide1633.xml" ContentType="application/vnd.openxmlformats-officedocument.presentationml.notesSlide+xml"/>
  <Override PartName="/ppt/notesSlides/notesSlide1634.xml" ContentType="application/vnd.openxmlformats-officedocument.presentationml.notesSlide+xml"/>
  <Override PartName="/ppt/notesSlides/notesSlide1635.xml" ContentType="application/vnd.openxmlformats-officedocument.presentationml.notesSlide+xml"/>
  <Override PartName="/ppt/notesSlides/notesSlide163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63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638.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63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640.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64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642.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643.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644.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645.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646.xml" ContentType="application/vnd.openxmlformats-officedocument.presentationml.notesSlide+xml"/>
  <Override PartName="/ppt/notesSlides/notesSlide1647.xml" ContentType="application/vnd.openxmlformats-officedocument.presentationml.notesSlide+xml"/>
  <Override PartName="/ppt/notesSlides/notesSlide1648.xml" ContentType="application/vnd.openxmlformats-officedocument.presentationml.notesSlide+xml"/>
  <Override PartName="/ppt/notesSlides/notesSlide1649.xml" ContentType="application/vnd.openxmlformats-officedocument.presentationml.notesSlide+xml"/>
  <Override PartName="/ppt/notesSlides/notesSlide1650.xml" ContentType="application/vnd.openxmlformats-officedocument.presentationml.notesSlide+xml"/>
  <Override PartName="/ppt/notesSlides/notesSlide1651.xml" ContentType="application/vnd.openxmlformats-officedocument.presentationml.notesSlide+xml"/>
  <Override PartName="/ppt/notesSlides/notesSlide1652.xml" ContentType="application/vnd.openxmlformats-officedocument.presentationml.notesSlide+xml"/>
  <Override PartName="/ppt/notesSlides/notesSlide1653.xml" ContentType="application/vnd.openxmlformats-officedocument.presentationml.notesSlide+xml"/>
  <Override PartName="/ppt/notesSlides/notesSlide1654.xml" ContentType="application/vnd.openxmlformats-officedocument.presentationml.notesSlide+xml"/>
  <Override PartName="/ppt/notesSlides/notesSlide1655.xml" ContentType="application/vnd.openxmlformats-officedocument.presentationml.notesSlide+xml"/>
  <Override PartName="/ppt/notesSlides/notesSlide1656.xml" ContentType="application/vnd.openxmlformats-officedocument.presentationml.notesSlide+xml"/>
  <Override PartName="/ppt/notesSlides/notesSlide1657.xml" ContentType="application/vnd.openxmlformats-officedocument.presentationml.notesSlide+xml"/>
  <Override PartName="/ppt/notesSlides/notesSlide1658.xml" ContentType="application/vnd.openxmlformats-officedocument.presentationml.notesSlide+xml"/>
  <Override PartName="/ppt/notesSlides/notesSlide1659.xml" ContentType="application/vnd.openxmlformats-officedocument.presentationml.notesSlide+xml"/>
  <Override PartName="/ppt/notesSlides/notesSlide1660.xml" ContentType="application/vnd.openxmlformats-officedocument.presentationml.notesSlide+xml"/>
  <Override PartName="/ppt/notesSlides/notesSlide1661.xml" ContentType="application/vnd.openxmlformats-officedocument.presentationml.notesSlide+xml"/>
  <Override PartName="/ppt/notesSlides/notesSlide1662.xml" ContentType="application/vnd.openxmlformats-officedocument.presentationml.notesSlide+xml"/>
  <Override PartName="/ppt/notesSlides/notesSlide1663.xml" ContentType="application/vnd.openxmlformats-officedocument.presentationml.notesSlide+xml"/>
  <Override PartName="/ppt/notesSlides/notesSlide1664.xml" ContentType="application/vnd.openxmlformats-officedocument.presentationml.notesSlide+xml"/>
  <Override PartName="/ppt/notesSlides/notesSlide1665.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66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1667.xml" ContentType="application/vnd.openxmlformats-officedocument.presentationml.notesSlide+xml"/>
  <Override PartName="/ppt/notesSlides/notesSlide1668.xml" ContentType="application/vnd.openxmlformats-officedocument.presentationml.notesSlide+xml"/>
  <Override PartName="/ppt/notesSlides/notesSlide1669.xml" ContentType="application/vnd.openxmlformats-officedocument.presentationml.notesSlide+xml"/>
  <Override PartName="/ppt/notesSlides/notesSlide1670.xml" ContentType="application/vnd.openxmlformats-officedocument.presentationml.notesSlide+xml"/>
  <Override PartName="/ppt/notesSlides/notesSlide1671.xml" ContentType="application/vnd.openxmlformats-officedocument.presentationml.notesSlide+xml"/>
  <Override PartName="/ppt/notesSlides/notesSlide1672.xml" ContentType="application/vnd.openxmlformats-officedocument.presentationml.notesSlide+xml"/>
  <Override PartName="/ppt/notesSlides/notesSlide1673.xml" ContentType="application/vnd.openxmlformats-officedocument.presentationml.notesSlide+xml"/>
  <Override PartName="/ppt/notesSlides/notesSlide1674.xml" ContentType="application/vnd.openxmlformats-officedocument.presentationml.notesSlide+xml"/>
  <Override PartName="/ppt/notesSlides/notesSlide1675.xml" ContentType="application/vnd.openxmlformats-officedocument.presentationml.notesSlide+xml"/>
  <Override PartName="/ppt/notesSlides/notesSlide1676.xml" ContentType="application/vnd.openxmlformats-officedocument.presentationml.notesSlide+xml"/>
  <Override PartName="/ppt/notesSlides/notesSlide1677.xml" ContentType="application/vnd.openxmlformats-officedocument.presentationml.notesSlide+xml"/>
  <Override PartName="/ppt/notesSlides/notesSlide1678.xml" ContentType="application/vnd.openxmlformats-officedocument.presentationml.notesSlide+xml"/>
  <Override PartName="/ppt/notesSlides/notesSlide1679.xml" ContentType="application/vnd.openxmlformats-officedocument.presentationml.notesSlide+xml"/>
  <Override PartName="/ppt/notesSlides/notesSlide1680.xml" ContentType="application/vnd.openxmlformats-officedocument.presentationml.notesSlide+xml"/>
  <Override PartName="/ppt/notesSlides/notesSlide1681.xml" ContentType="application/vnd.openxmlformats-officedocument.presentationml.notesSlide+xml"/>
  <Override PartName="/ppt/notesSlides/notesSlide1682.xml" ContentType="application/vnd.openxmlformats-officedocument.presentationml.notesSlide+xml"/>
  <Override PartName="/ppt/notesSlides/notesSlide1683.xml" ContentType="application/vnd.openxmlformats-officedocument.presentationml.notesSlide+xml"/>
  <Override PartName="/ppt/notesSlides/notesSlide1684.xml" ContentType="application/vnd.openxmlformats-officedocument.presentationml.notesSlide+xml"/>
  <Override PartName="/ppt/notesSlides/notesSlide1685.xml" ContentType="application/vnd.openxmlformats-officedocument.presentationml.notesSlide+xml"/>
  <Override PartName="/ppt/notesSlides/notesSlide1686.xml" ContentType="application/vnd.openxmlformats-officedocument.presentationml.notesSlide+xml"/>
  <Override PartName="/ppt/notesSlides/notesSlide1687.xml" ContentType="application/vnd.openxmlformats-officedocument.presentationml.notesSlide+xml"/>
  <Override PartName="/ppt/notesSlides/notesSlide1688.xml" ContentType="application/vnd.openxmlformats-officedocument.presentationml.notesSlide+xml"/>
  <Override PartName="/ppt/notesSlides/notesSlide1689.xml" ContentType="application/vnd.openxmlformats-officedocument.presentationml.notesSlide+xml"/>
  <Override PartName="/ppt/notesSlides/notesSlide1690.xml" ContentType="application/vnd.openxmlformats-officedocument.presentationml.notesSlide+xml"/>
  <Override PartName="/ppt/notesSlides/notesSlide1691.xml" ContentType="application/vnd.openxmlformats-officedocument.presentationml.notesSlide+xml"/>
  <Override PartName="/ppt/notesSlides/notesSlide1692.xml" ContentType="application/vnd.openxmlformats-officedocument.presentationml.notesSlide+xml"/>
  <Override PartName="/ppt/notesSlides/notesSlide1693.xml" ContentType="application/vnd.openxmlformats-officedocument.presentationml.notesSlide+xml"/>
  <Override PartName="/ppt/notesSlides/notesSlide1694.xml" ContentType="application/vnd.openxmlformats-officedocument.presentationml.notesSlide+xml"/>
  <Override PartName="/ppt/notesSlides/notesSlide1695.xml" ContentType="application/vnd.openxmlformats-officedocument.presentationml.notesSlide+xml"/>
  <Override PartName="/ppt/notesSlides/notesSlide1696.xml" ContentType="application/vnd.openxmlformats-officedocument.presentationml.notesSlide+xml"/>
  <Override PartName="/ppt/notesSlides/notesSlide1697.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698.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699.xml" ContentType="application/vnd.openxmlformats-officedocument.presentationml.notesSlide+xml"/>
  <Override PartName="/ppt/notesSlides/notesSlide1700.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701.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702.xml" ContentType="application/vnd.openxmlformats-officedocument.presentationml.notesSlide+xml"/>
  <Override PartName="/ppt/notesSlides/notesSlide1703.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704.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705.xml" ContentType="application/vnd.openxmlformats-officedocument.presentationml.notesSlide+xml"/>
  <Override PartName="/ppt/notesSlides/notesSlide1706.xml" ContentType="application/vnd.openxmlformats-officedocument.presentationml.notesSlide+xml"/>
  <Override PartName="/ppt/notesSlides/notesSlide1707.xml" ContentType="application/vnd.openxmlformats-officedocument.presentationml.notesSlide+xml"/>
  <Override PartName="/ppt/notesSlides/notesSlide1708.xml" ContentType="application/vnd.openxmlformats-officedocument.presentationml.notesSlide+xml"/>
  <Override PartName="/ppt/notesSlides/notesSlide1709.xml" ContentType="application/vnd.openxmlformats-officedocument.presentationml.notesSlide+xml"/>
  <Override PartName="/ppt/notesSlides/notesSlide1710.xml" ContentType="application/vnd.openxmlformats-officedocument.presentationml.notesSlide+xml"/>
  <Override PartName="/ppt/notesSlides/notesSlide1711.xml" ContentType="application/vnd.openxmlformats-officedocument.presentationml.notesSlide+xml"/>
  <Override PartName="/ppt/notesSlides/notesSlide1712.xml" ContentType="application/vnd.openxmlformats-officedocument.presentationml.notesSlide+xml"/>
  <Override PartName="/ppt/notesSlides/notesSlide1713.xml" ContentType="application/vnd.openxmlformats-officedocument.presentationml.notesSlide+xml"/>
  <Override PartName="/ppt/notesSlides/notesSlide1714.xml" ContentType="application/vnd.openxmlformats-officedocument.presentationml.notesSlide+xml"/>
  <Override PartName="/ppt/notesSlides/notesSlide1715.xml" ContentType="application/vnd.openxmlformats-officedocument.presentationml.notesSlide+xml"/>
  <Override PartName="/ppt/notesSlides/notesSlide1716.xml" ContentType="application/vnd.openxmlformats-officedocument.presentationml.notesSlide+xml"/>
  <Override PartName="/ppt/notesSlides/notesSlide1717.xml" ContentType="application/vnd.openxmlformats-officedocument.presentationml.notesSlide+xml"/>
  <Override PartName="/ppt/notesSlides/notesSlide1718.xml" ContentType="application/vnd.openxmlformats-officedocument.presentationml.notesSlide+xml"/>
  <Override PartName="/ppt/notesSlides/notesSlide1719.xml" ContentType="application/vnd.openxmlformats-officedocument.presentationml.notesSlide+xml"/>
  <Override PartName="/ppt/notesSlides/notesSlide1720.xml" ContentType="application/vnd.openxmlformats-officedocument.presentationml.notesSlide+xml"/>
  <Override PartName="/ppt/notesSlides/notesSlide1721.xml" ContentType="application/vnd.openxmlformats-officedocument.presentationml.notesSlide+xml"/>
  <Override PartName="/ppt/notesSlides/notesSlide1722.xml" ContentType="application/vnd.openxmlformats-officedocument.presentationml.notesSlide+xml"/>
  <Override PartName="/ppt/notesSlides/notesSlide1723.xml" ContentType="application/vnd.openxmlformats-officedocument.presentationml.notesSlide+xml"/>
  <Override PartName="/ppt/notesSlides/notesSlide1724.xml" ContentType="application/vnd.openxmlformats-officedocument.presentationml.notesSlide+xml"/>
  <Override PartName="/ppt/notesSlides/notesSlide1725.xml" ContentType="application/vnd.openxmlformats-officedocument.presentationml.notesSlide+xml"/>
  <Override PartName="/ppt/notesSlides/notesSlide1726.xml" ContentType="application/vnd.openxmlformats-officedocument.presentationml.notesSlide+xml"/>
  <Override PartName="/ppt/notesSlides/notesSlide1727.xml" ContentType="application/vnd.openxmlformats-officedocument.presentationml.notesSlide+xml"/>
  <Override PartName="/ppt/notesSlides/notesSlide1728.xml" ContentType="application/vnd.openxmlformats-officedocument.presentationml.notesSlide+xml"/>
  <Override PartName="/ppt/notesSlides/notesSlide1729.xml" ContentType="application/vnd.openxmlformats-officedocument.presentationml.notesSlide+xml"/>
  <Override PartName="/ppt/notesSlides/notesSlide1730.xml" ContentType="application/vnd.openxmlformats-officedocument.presentationml.notesSlide+xml"/>
  <Override PartName="/ppt/notesSlides/notesSlide1731.xml" ContentType="application/vnd.openxmlformats-officedocument.presentationml.notesSlide+xml"/>
  <Override PartName="/ppt/notesSlides/notesSlide1732.xml" ContentType="application/vnd.openxmlformats-officedocument.presentationml.notesSlide+xml"/>
  <Override PartName="/ppt/notesSlides/notesSlide1733.xml" ContentType="application/vnd.openxmlformats-officedocument.presentationml.notesSlide+xml"/>
  <Override PartName="/ppt/notesSlides/notesSlide1734.xml" ContentType="application/vnd.openxmlformats-officedocument.presentationml.notesSlide+xml"/>
  <Override PartName="/ppt/notesSlides/notesSlide1735.xml" ContentType="application/vnd.openxmlformats-officedocument.presentationml.notesSlide+xml"/>
  <Override PartName="/ppt/notesSlides/notesSlide1736.xml" ContentType="application/vnd.openxmlformats-officedocument.presentationml.notesSlide+xml"/>
  <Override PartName="/ppt/notesSlides/notesSlide1737.xml" ContentType="application/vnd.openxmlformats-officedocument.presentationml.notesSlide+xml"/>
  <Override PartName="/ppt/notesSlides/notesSlide1738.xml" ContentType="application/vnd.openxmlformats-officedocument.presentationml.notesSlide+xml"/>
  <Override PartName="/ppt/notesSlides/notesSlide1739.xml" ContentType="application/vnd.openxmlformats-officedocument.presentationml.notesSlide+xml"/>
  <Override PartName="/ppt/notesSlides/notesSlide1740.xml" ContentType="application/vnd.openxmlformats-officedocument.presentationml.notesSlide+xml"/>
  <Override PartName="/ppt/notesSlides/notesSlide1741.xml" ContentType="application/vnd.openxmlformats-officedocument.presentationml.notesSlide+xml"/>
  <Override PartName="/ppt/notesSlides/notesSlide1742.xml" ContentType="application/vnd.openxmlformats-officedocument.presentationml.notesSlide+xml"/>
  <Override PartName="/ppt/notesSlides/notesSlide1743.xml" ContentType="application/vnd.openxmlformats-officedocument.presentationml.notesSlide+xml"/>
  <Override PartName="/ppt/notesSlides/notesSlide1744.xml" ContentType="application/vnd.openxmlformats-officedocument.presentationml.notesSlide+xml"/>
  <Override PartName="/ppt/notesSlides/notesSlide1745.xml" ContentType="application/vnd.openxmlformats-officedocument.presentationml.notesSlide+xml"/>
  <Override PartName="/ppt/notesSlides/notesSlide1746.xml" ContentType="application/vnd.openxmlformats-officedocument.presentationml.notesSlide+xml"/>
  <Override PartName="/ppt/notesSlides/notesSlide1747.xml" ContentType="application/vnd.openxmlformats-officedocument.presentationml.notesSlide+xml"/>
  <Override PartName="/ppt/notesSlides/notesSlide1748.xml" ContentType="application/vnd.openxmlformats-officedocument.presentationml.notesSlide+xml"/>
  <Override PartName="/ppt/notesSlides/notesSlide1749.xml" ContentType="application/vnd.openxmlformats-officedocument.presentationml.notesSlide+xml"/>
  <Override PartName="/ppt/notesSlides/notesSlide1750.xml" ContentType="application/vnd.openxmlformats-officedocument.presentationml.notesSlide+xml"/>
  <Override PartName="/ppt/notesSlides/notesSlide1751.xml" ContentType="application/vnd.openxmlformats-officedocument.presentationml.notesSlide+xml"/>
  <Override PartName="/ppt/notesSlides/notesSlide1752.xml" ContentType="application/vnd.openxmlformats-officedocument.presentationml.notesSlide+xml"/>
  <Override PartName="/ppt/notesSlides/notesSlide1753.xml" ContentType="application/vnd.openxmlformats-officedocument.presentationml.notesSlide+xml"/>
  <Override PartName="/ppt/notesSlides/notesSlide1754.xml" ContentType="application/vnd.openxmlformats-officedocument.presentationml.notesSlide+xml"/>
  <Override PartName="/ppt/notesSlides/notesSlide1755.xml" ContentType="application/vnd.openxmlformats-officedocument.presentationml.notesSlide+xml"/>
  <Override PartName="/ppt/notesSlides/notesSlide1756.xml" ContentType="application/vnd.openxmlformats-officedocument.presentationml.notesSlide+xml"/>
  <Override PartName="/ppt/notesSlides/notesSlide1757.xml" ContentType="application/vnd.openxmlformats-officedocument.presentationml.notesSlide+xml"/>
  <Override PartName="/ppt/notesSlides/notesSlide1758.xml" ContentType="application/vnd.openxmlformats-officedocument.presentationml.notesSlide+xml"/>
  <Override PartName="/ppt/notesSlides/notesSlide1759.xml" ContentType="application/vnd.openxmlformats-officedocument.presentationml.notesSlide+xml"/>
  <Override PartName="/ppt/notesSlides/notesSlide1760.xml" ContentType="application/vnd.openxmlformats-officedocument.presentationml.notesSlide+xml"/>
  <Override PartName="/ppt/notesSlides/notesSlide1761.xml" ContentType="application/vnd.openxmlformats-officedocument.presentationml.notesSlide+xml"/>
  <Override PartName="/ppt/notesSlides/notesSlide1762.xml" ContentType="application/vnd.openxmlformats-officedocument.presentationml.notesSlide+xml"/>
  <Override PartName="/ppt/notesSlides/notesSlide1763.xml" ContentType="application/vnd.openxmlformats-officedocument.presentationml.notesSlide+xml"/>
  <Override PartName="/ppt/notesSlides/notesSlide1764.xml" ContentType="application/vnd.openxmlformats-officedocument.presentationml.notesSlide+xml"/>
  <Override PartName="/ppt/notesSlides/notesSlide1765.xml" ContentType="application/vnd.openxmlformats-officedocument.presentationml.notesSlide+xml"/>
  <Override PartName="/ppt/notesSlides/notesSlide1766.xml" ContentType="application/vnd.openxmlformats-officedocument.presentationml.notesSlide+xml"/>
  <Override PartName="/ppt/notesSlides/notesSlide1767.xml" ContentType="application/vnd.openxmlformats-officedocument.presentationml.notesSlide+xml"/>
  <Override PartName="/ppt/notesSlides/notesSlide1768.xml" ContentType="application/vnd.openxmlformats-officedocument.presentationml.notesSlide+xml"/>
  <Override PartName="/ppt/notesSlides/notesSlide1769.xml" ContentType="application/vnd.openxmlformats-officedocument.presentationml.notesSlide+xml"/>
  <Override PartName="/ppt/notesSlides/notesSlide1770.xml" ContentType="application/vnd.openxmlformats-officedocument.presentationml.notesSlide+xml"/>
  <Override PartName="/ppt/notesSlides/notesSlide1771.xml" ContentType="application/vnd.openxmlformats-officedocument.presentationml.notesSlide+xml"/>
  <Override PartName="/ppt/notesSlides/notesSlide1772.xml" ContentType="application/vnd.openxmlformats-officedocument.presentationml.notesSlide+xml"/>
  <Override PartName="/ppt/notesSlides/notesSlide1773.xml" ContentType="application/vnd.openxmlformats-officedocument.presentationml.notesSlide+xml"/>
  <Override PartName="/ppt/notesSlides/notesSlide1774.xml" ContentType="application/vnd.openxmlformats-officedocument.presentationml.notesSlide+xml"/>
  <Override PartName="/ppt/notesSlides/notesSlide1775.xml" ContentType="application/vnd.openxmlformats-officedocument.presentationml.notesSlide+xml"/>
  <Override PartName="/ppt/notesSlides/notesSlide1776.xml" ContentType="application/vnd.openxmlformats-officedocument.presentationml.notesSlide+xml"/>
  <Override PartName="/ppt/notesSlides/notesSlide1777.xml" ContentType="application/vnd.openxmlformats-officedocument.presentationml.notesSlide+xml"/>
  <Override PartName="/ppt/notesSlides/notesSlide1778.xml" ContentType="application/vnd.openxmlformats-officedocument.presentationml.notesSlide+xml"/>
  <Override PartName="/ppt/notesSlides/notesSlide1779.xml" ContentType="application/vnd.openxmlformats-officedocument.presentationml.notesSlide+xml"/>
  <Override PartName="/ppt/notesSlides/notesSlide1780.xml" ContentType="application/vnd.openxmlformats-officedocument.presentationml.notesSlide+xml"/>
  <Override PartName="/ppt/notesSlides/notesSlide1781.xml" ContentType="application/vnd.openxmlformats-officedocument.presentationml.notesSlide+xml"/>
  <Override PartName="/ppt/notesSlides/notesSlide1782.xml" ContentType="application/vnd.openxmlformats-officedocument.presentationml.notesSlide+xml"/>
  <Override PartName="/ppt/notesSlides/notesSlide1783.xml" ContentType="application/vnd.openxmlformats-officedocument.presentationml.notesSlide+xml"/>
  <Override PartName="/ppt/notesSlides/notesSlide1784.xml" ContentType="application/vnd.openxmlformats-officedocument.presentationml.notesSlide+xml"/>
  <Override PartName="/ppt/notesSlides/notesSlide1785.xml" ContentType="application/vnd.openxmlformats-officedocument.presentationml.notesSlide+xml"/>
  <Override PartName="/ppt/notesSlides/notesSlide1786.xml" ContentType="application/vnd.openxmlformats-officedocument.presentationml.notesSlide+xml"/>
  <Override PartName="/ppt/notesSlides/notesSlide1787.xml" ContentType="application/vnd.openxmlformats-officedocument.presentationml.notesSlide+xml"/>
  <Override PartName="/ppt/notesSlides/notesSlide1788.xml" ContentType="application/vnd.openxmlformats-officedocument.presentationml.notesSlide+xml"/>
  <Override PartName="/ppt/notesSlides/notesSlide1789.xml" ContentType="application/vnd.openxmlformats-officedocument.presentationml.notesSlide+xml"/>
  <Override PartName="/ppt/notesSlides/notesSlide1790.xml" ContentType="application/vnd.openxmlformats-officedocument.presentationml.notesSlide+xml"/>
  <Override PartName="/ppt/notesSlides/notesSlide1791.xml" ContentType="application/vnd.openxmlformats-officedocument.presentationml.notesSlide+xml"/>
  <Override PartName="/ppt/notesSlides/notesSlide1792.xml" ContentType="application/vnd.openxmlformats-officedocument.presentationml.notesSlide+xml"/>
  <Override PartName="/ppt/notesSlides/notesSlide1793.xml" ContentType="application/vnd.openxmlformats-officedocument.presentationml.notesSlide+xml"/>
  <Override PartName="/ppt/notesSlides/notesSlide1794.xml" ContentType="application/vnd.openxmlformats-officedocument.presentationml.notesSlide+xml"/>
  <Override PartName="/ppt/notesSlides/notesSlide1795.xml" ContentType="application/vnd.openxmlformats-officedocument.presentationml.notesSlide+xml"/>
  <Override PartName="/ppt/notesSlides/notesSlide1796.xml" ContentType="application/vnd.openxmlformats-officedocument.presentationml.notesSlide+xml"/>
  <Override PartName="/ppt/notesSlides/notesSlide1797.xml" ContentType="application/vnd.openxmlformats-officedocument.presentationml.notesSlide+xml"/>
  <Override PartName="/ppt/notesSlides/notesSlide1798.xml" ContentType="application/vnd.openxmlformats-officedocument.presentationml.notesSlide+xml"/>
  <Override PartName="/ppt/notesSlides/notesSlide1799.xml" ContentType="application/vnd.openxmlformats-officedocument.presentationml.notesSlide+xml"/>
  <Override PartName="/ppt/notesSlides/notesSlide1800.xml" ContentType="application/vnd.openxmlformats-officedocument.presentationml.notesSlide+xml"/>
  <Override PartName="/ppt/notesSlides/notesSlide1801.xml" ContentType="application/vnd.openxmlformats-officedocument.presentationml.notesSlide+xml"/>
  <Override PartName="/ppt/notesSlides/notesSlide1802.xml" ContentType="application/vnd.openxmlformats-officedocument.presentationml.notesSlide+xml"/>
  <Override PartName="/ppt/notesSlides/notesSlide1803.xml" ContentType="application/vnd.openxmlformats-officedocument.presentationml.notesSlide+xml"/>
  <Override PartName="/ppt/notesSlides/notesSlide1804.xml" ContentType="application/vnd.openxmlformats-officedocument.presentationml.notesSlide+xml"/>
  <Override PartName="/ppt/notesSlides/notesSlide1805.xml" ContentType="application/vnd.openxmlformats-officedocument.presentationml.notesSlide+xml"/>
  <Override PartName="/ppt/notesSlides/notesSlide1806.xml" ContentType="application/vnd.openxmlformats-officedocument.presentationml.notesSlide+xml"/>
  <Override PartName="/ppt/notesSlides/notesSlide1807.xml" ContentType="application/vnd.openxmlformats-officedocument.presentationml.notesSlide+xml"/>
  <Override PartName="/ppt/notesSlides/notesSlide1808.xml" ContentType="application/vnd.openxmlformats-officedocument.presentationml.notesSlide+xml"/>
  <Override PartName="/ppt/notesSlides/notesSlide1809.xml" ContentType="application/vnd.openxmlformats-officedocument.presentationml.notesSlide+xml"/>
  <Override PartName="/ppt/notesSlides/notesSlide1810.xml" ContentType="application/vnd.openxmlformats-officedocument.presentationml.notesSlide+xml"/>
  <Override PartName="/ppt/notesSlides/notesSlide1811.xml" ContentType="application/vnd.openxmlformats-officedocument.presentationml.notesSlide+xml"/>
  <Override PartName="/ppt/notesSlides/notesSlide1812.xml" ContentType="application/vnd.openxmlformats-officedocument.presentationml.notesSlide+xml"/>
  <Override PartName="/ppt/notesSlides/notesSlide1813.xml" ContentType="application/vnd.openxmlformats-officedocument.presentationml.notesSlide+xml"/>
  <Override PartName="/ppt/notesSlides/notesSlide1814.xml" ContentType="application/vnd.openxmlformats-officedocument.presentationml.notesSlide+xml"/>
  <Override PartName="/ppt/notesSlides/notesSlide1815.xml" ContentType="application/vnd.openxmlformats-officedocument.presentationml.notesSlide+xml"/>
  <Override PartName="/ppt/notesSlides/notesSlide1816.xml" ContentType="application/vnd.openxmlformats-officedocument.presentationml.notesSlide+xml"/>
  <Override PartName="/ppt/notesSlides/notesSlide1817.xml" ContentType="application/vnd.openxmlformats-officedocument.presentationml.notesSlide+xml"/>
  <Override PartName="/ppt/notesSlides/notesSlide1818.xml" ContentType="application/vnd.openxmlformats-officedocument.presentationml.notesSlide+xml"/>
  <Override PartName="/ppt/notesSlides/notesSlide1819.xml" ContentType="application/vnd.openxmlformats-officedocument.presentationml.notesSlide+xml"/>
  <Override PartName="/ppt/notesSlides/notesSlide1820.xml" ContentType="application/vnd.openxmlformats-officedocument.presentationml.notesSlide+xml"/>
  <Override PartName="/ppt/notesSlides/notesSlide1821.xml" ContentType="application/vnd.openxmlformats-officedocument.presentationml.notesSlide+xml"/>
  <Override PartName="/ppt/notesSlides/notesSlide1822.xml" ContentType="application/vnd.openxmlformats-officedocument.presentationml.notesSlide+xml"/>
  <Override PartName="/ppt/notesSlides/notesSlide1823.xml" ContentType="application/vnd.openxmlformats-officedocument.presentationml.notesSlide+xml"/>
  <Override PartName="/ppt/notesSlides/notesSlide1824.xml" ContentType="application/vnd.openxmlformats-officedocument.presentationml.notesSlide+xml"/>
  <Override PartName="/ppt/notesSlides/notesSlide1825.xml" ContentType="application/vnd.openxmlformats-officedocument.presentationml.notesSlide+xml"/>
  <Override PartName="/ppt/notesSlides/notesSlide1826.xml" ContentType="application/vnd.openxmlformats-officedocument.presentationml.notesSlide+xml"/>
  <Override PartName="/ppt/notesSlides/notesSlide1827.xml" ContentType="application/vnd.openxmlformats-officedocument.presentationml.notesSlide+xml"/>
  <Override PartName="/ppt/notesSlides/notesSlide1828.xml" ContentType="application/vnd.openxmlformats-officedocument.presentationml.notesSlide+xml"/>
  <Override PartName="/ppt/notesSlides/notesSlide1829.xml" ContentType="application/vnd.openxmlformats-officedocument.presentationml.notesSlide+xml"/>
  <Override PartName="/ppt/notesSlides/notesSlide1830.xml" ContentType="application/vnd.openxmlformats-officedocument.presentationml.notesSlide+xml"/>
  <Override PartName="/ppt/notesSlides/notesSlide1831.xml" ContentType="application/vnd.openxmlformats-officedocument.presentationml.notesSlide+xml"/>
  <Override PartName="/ppt/notesSlides/notesSlide1832.xml" ContentType="application/vnd.openxmlformats-officedocument.presentationml.notesSlide+xml"/>
  <Override PartName="/ppt/notesSlides/notesSlide1833.xml" ContentType="application/vnd.openxmlformats-officedocument.presentationml.notesSlide+xml"/>
  <Override PartName="/ppt/notesSlides/notesSlide1834.xml" ContentType="application/vnd.openxmlformats-officedocument.presentationml.notesSlide+xml"/>
  <Override PartName="/ppt/notesSlides/notesSlide1835.xml" ContentType="application/vnd.openxmlformats-officedocument.presentationml.notesSlide+xml"/>
  <Override PartName="/ppt/notesSlides/notesSlide1836.xml" ContentType="application/vnd.openxmlformats-officedocument.presentationml.notesSlide+xml"/>
  <Override PartName="/ppt/notesSlides/notesSlide1837.xml" ContentType="application/vnd.openxmlformats-officedocument.presentationml.notesSlide+xml"/>
  <Override PartName="/ppt/notesSlides/notesSlide1838.xml" ContentType="application/vnd.openxmlformats-officedocument.presentationml.notesSlide+xml"/>
  <Override PartName="/ppt/notesSlides/notesSlide1839.xml" ContentType="application/vnd.openxmlformats-officedocument.presentationml.notesSlide+xml"/>
  <Override PartName="/ppt/notesSlides/notesSlide1840.xml" ContentType="application/vnd.openxmlformats-officedocument.presentationml.notesSlide+xml"/>
  <Override PartName="/ppt/notesSlides/notesSlide1841.xml" ContentType="application/vnd.openxmlformats-officedocument.presentationml.notesSlide+xml"/>
  <Override PartName="/ppt/notesSlides/notesSlide1842.xml" ContentType="application/vnd.openxmlformats-officedocument.presentationml.notesSlide+xml"/>
  <Override PartName="/ppt/notesSlides/notesSlide1843.xml" ContentType="application/vnd.openxmlformats-officedocument.presentationml.notesSlide+xml"/>
  <Override PartName="/ppt/notesSlides/notesSlide1844.xml" ContentType="application/vnd.openxmlformats-officedocument.presentationml.notesSlide+xml"/>
  <Override PartName="/ppt/notesSlides/notesSlide1845.xml" ContentType="application/vnd.openxmlformats-officedocument.presentationml.notesSlide+xml"/>
  <Override PartName="/ppt/notesSlides/notesSlide1846.xml" ContentType="application/vnd.openxmlformats-officedocument.presentationml.notesSlide+xml"/>
  <Override PartName="/ppt/notesSlides/notesSlide1847.xml" ContentType="application/vnd.openxmlformats-officedocument.presentationml.notesSlide+xml"/>
  <Override PartName="/ppt/notesSlides/notesSlide1848.xml" ContentType="application/vnd.openxmlformats-officedocument.presentationml.notesSlide+xml"/>
  <Override PartName="/ppt/notesSlides/notesSlide1849.xml" ContentType="application/vnd.openxmlformats-officedocument.presentationml.notesSlide+xml"/>
  <Override PartName="/ppt/notesSlides/notesSlide1850.xml" ContentType="application/vnd.openxmlformats-officedocument.presentationml.notesSlide+xml"/>
  <Override PartName="/ppt/notesSlides/notesSlide1851.xml" ContentType="application/vnd.openxmlformats-officedocument.presentationml.notesSlide+xml"/>
  <Override PartName="/ppt/notesSlides/notesSlide1852.xml" ContentType="application/vnd.openxmlformats-officedocument.presentationml.notesSlide+xml"/>
  <Override PartName="/ppt/notesSlides/notesSlide1853.xml" ContentType="application/vnd.openxmlformats-officedocument.presentationml.notesSlide+xml"/>
  <Override PartName="/ppt/notesSlides/notesSlide1854.xml" ContentType="application/vnd.openxmlformats-officedocument.presentationml.notesSlide+xml"/>
  <Override PartName="/ppt/notesSlides/notesSlide1855.xml" ContentType="application/vnd.openxmlformats-officedocument.presentationml.notesSlide+xml"/>
  <Override PartName="/ppt/notesSlides/notesSlide1856.xml" ContentType="application/vnd.openxmlformats-officedocument.presentationml.notesSlide+xml"/>
  <Override PartName="/ppt/notesSlides/notesSlide1857.xml" ContentType="application/vnd.openxmlformats-officedocument.presentationml.notesSlide+xml"/>
  <Override PartName="/ppt/notesSlides/notesSlide1858.xml" ContentType="application/vnd.openxmlformats-officedocument.presentationml.notesSlide+xml"/>
  <Override PartName="/ppt/notesSlides/notesSlide1859.xml" ContentType="application/vnd.openxmlformats-officedocument.presentationml.notesSlide+xml"/>
  <Override PartName="/ppt/notesSlides/notesSlide1860.xml" ContentType="application/vnd.openxmlformats-officedocument.presentationml.notesSlide+xml"/>
  <Override PartName="/ppt/notesSlides/notesSlide1861.xml" ContentType="application/vnd.openxmlformats-officedocument.presentationml.notesSlide+xml"/>
  <Override PartName="/ppt/notesSlides/notesSlide1862.xml" ContentType="application/vnd.openxmlformats-officedocument.presentationml.notesSlide+xml"/>
  <Override PartName="/ppt/notesSlides/notesSlide1863.xml" ContentType="application/vnd.openxmlformats-officedocument.presentationml.notesSlide+xml"/>
  <Override PartName="/ppt/notesSlides/notesSlide1864.xml" ContentType="application/vnd.openxmlformats-officedocument.presentationml.notesSlide+xml"/>
  <Override PartName="/ppt/notesSlides/notesSlide1865.xml" ContentType="application/vnd.openxmlformats-officedocument.presentationml.notesSlide+xml"/>
  <Override PartName="/ppt/notesSlides/notesSlide1866.xml" ContentType="application/vnd.openxmlformats-officedocument.presentationml.notesSlide+xml"/>
  <Override PartName="/ppt/notesSlides/notesSlide1867.xml" ContentType="application/vnd.openxmlformats-officedocument.presentationml.notesSlide+xml"/>
  <Override PartName="/ppt/notesSlides/notesSlide1868.xml" ContentType="application/vnd.openxmlformats-officedocument.presentationml.notesSlide+xml"/>
  <Override PartName="/ppt/notesSlides/notesSlide1869.xml" ContentType="application/vnd.openxmlformats-officedocument.presentationml.notesSlide+xml"/>
  <Override PartName="/ppt/notesSlides/notesSlide1870.xml" ContentType="application/vnd.openxmlformats-officedocument.presentationml.notesSlide+xml"/>
  <Override PartName="/ppt/notesSlides/notesSlide1871.xml" ContentType="application/vnd.openxmlformats-officedocument.presentationml.notesSlide+xml"/>
  <Override PartName="/ppt/notesSlides/notesSlide1872.xml" ContentType="application/vnd.openxmlformats-officedocument.presentationml.notesSlide+xml"/>
  <Override PartName="/ppt/notesSlides/notesSlide1873.xml" ContentType="application/vnd.openxmlformats-officedocument.presentationml.notesSlide+xml"/>
  <Override PartName="/ppt/notesSlides/notesSlide1874.xml" ContentType="application/vnd.openxmlformats-officedocument.presentationml.notesSlide+xml"/>
  <Override PartName="/ppt/notesSlides/notesSlide1875.xml" ContentType="application/vnd.openxmlformats-officedocument.presentationml.notesSlide+xml"/>
  <Override PartName="/ppt/notesSlides/notesSlide1876.xml" ContentType="application/vnd.openxmlformats-officedocument.presentationml.notesSlide+xml"/>
  <Override PartName="/ppt/notesSlides/notesSlide1877.xml" ContentType="application/vnd.openxmlformats-officedocument.presentationml.notesSlide+xml"/>
  <Override PartName="/ppt/notesSlides/notesSlide1878.xml" ContentType="application/vnd.openxmlformats-officedocument.presentationml.notesSlide+xml"/>
  <Override PartName="/ppt/notesSlides/notesSlide1879.xml" ContentType="application/vnd.openxmlformats-officedocument.presentationml.notesSlide+xml"/>
  <Override PartName="/ppt/notesSlides/notesSlide1880.xml" ContentType="application/vnd.openxmlformats-officedocument.presentationml.notesSlide+xml"/>
  <Override PartName="/ppt/notesSlides/notesSlide1881.xml" ContentType="application/vnd.openxmlformats-officedocument.presentationml.notesSlide+xml"/>
  <Override PartName="/ppt/notesSlides/notesSlide1882.xml" ContentType="application/vnd.openxmlformats-officedocument.presentationml.notesSlide+xml"/>
  <Override PartName="/ppt/notesSlides/notesSlide1883.xml" ContentType="application/vnd.openxmlformats-officedocument.presentationml.notesSlide+xml"/>
  <Override PartName="/ppt/notesSlides/notesSlide1884.xml" ContentType="application/vnd.openxmlformats-officedocument.presentationml.notesSlide+xml"/>
  <Override PartName="/ppt/notesSlides/notesSlide1885.xml" ContentType="application/vnd.openxmlformats-officedocument.presentationml.notesSlide+xml"/>
  <Override PartName="/ppt/notesSlides/notesSlide1886.xml" ContentType="application/vnd.openxmlformats-officedocument.presentationml.notesSlide+xml"/>
  <Override PartName="/ppt/notesSlides/notesSlide1887.xml" ContentType="application/vnd.openxmlformats-officedocument.presentationml.notesSlide+xml"/>
  <Override PartName="/ppt/notesSlides/notesSlide1888.xml" ContentType="application/vnd.openxmlformats-officedocument.presentationml.notesSlide+xml"/>
  <Override PartName="/ppt/notesSlides/notesSlide1889.xml" ContentType="application/vnd.openxmlformats-officedocument.presentationml.notesSlide+xml"/>
  <Override PartName="/ppt/notesSlides/notesSlide1890.xml" ContentType="application/vnd.openxmlformats-officedocument.presentationml.notesSlide+xml"/>
  <Override PartName="/ppt/notesSlides/notesSlide1891.xml" ContentType="application/vnd.openxmlformats-officedocument.presentationml.notesSlide+xml"/>
  <Override PartName="/ppt/notesSlides/notesSlide1892.xml" ContentType="application/vnd.openxmlformats-officedocument.presentationml.notesSlide+xml"/>
  <Override PartName="/ppt/notesSlides/notesSlide1893.xml" ContentType="application/vnd.openxmlformats-officedocument.presentationml.notesSlide+xml"/>
  <Override PartName="/ppt/notesSlides/notesSlide1894.xml" ContentType="application/vnd.openxmlformats-officedocument.presentationml.notesSlide+xml"/>
  <Override PartName="/ppt/notesSlides/notesSlide1895.xml" ContentType="application/vnd.openxmlformats-officedocument.presentationml.notesSlide+xml"/>
  <Override PartName="/ppt/notesSlides/notesSlide1896.xml" ContentType="application/vnd.openxmlformats-officedocument.presentationml.notesSlide+xml"/>
  <Override PartName="/ppt/notesSlides/notesSlide1897.xml" ContentType="application/vnd.openxmlformats-officedocument.presentationml.notesSlide+xml"/>
  <Override PartName="/ppt/notesSlides/notesSlide1898.xml" ContentType="application/vnd.openxmlformats-officedocument.presentationml.notesSlide+xml"/>
  <Override PartName="/ppt/notesSlides/notesSlide1899.xml" ContentType="application/vnd.openxmlformats-officedocument.presentationml.notesSlide+xml"/>
  <Override PartName="/ppt/notesSlides/notesSlide1900.xml" ContentType="application/vnd.openxmlformats-officedocument.presentationml.notesSlide+xml"/>
  <Override PartName="/ppt/notesSlides/notesSlide1901.xml" ContentType="application/vnd.openxmlformats-officedocument.presentationml.notesSlide+xml"/>
  <Override PartName="/ppt/notesSlides/notesSlide1902.xml" ContentType="application/vnd.openxmlformats-officedocument.presentationml.notesSlide+xml"/>
  <Override PartName="/ppt/notesSlides/notesSlide1903.xml" ContentType="application/vnd.openxmlformats-officedocument.presentationml.notesSlide+xml"/>
  <Override PartName="/ppt/notesSlides/notesSlide1904.xml" ContentType="application/vnd.openxmlformats-officedocument.presentationml.notesSlide+xml"/>
  <Override PartName="/ppt/notesSlides/notesSlide1905.xml" ContentType="application/vnd.openxmlformats-officedocument.presentationml.notesSlide+xml"/>
  <Override PartName="/ppt/notesSlides/notesSlide1906.xml" ContentType="application/vnd.openxmlformats-officedocument.presentationml.notesSlide+xml"/>
  <Override PartName="/ppt/notesSlides/notesSlide1907.xml" ContentType="application/vnd.openxmlformats-officedocument.presentationml.notesSlide+xml"/>
  <Override PartName="/ppt/notesSlides/notesSlide1908.xml" ContentType="application/vnd.openxmlformats-officedocument.presentationml.notesSlide+xml"/>
  <Override PartName="/ppt/notesSlides/notesSlide1909.xml" ContentType="application/vnd.openxmlformats-officedocument.presentationml.notesSlide+xml"/>
  <Override PartName="/ppt/notesSlides/notesSlide1910.xml" ContentType="application/vnd.openxmlformats-officedocument.presentationml.notesSlide+xml"/>
  <Override PartName="/ppt/notesSlides/notesSlide1911.xml" ContentType="application/vnd.openxmlformats-officedocument.presentationml.notesSlide+xml"/>
  <Override PartName="/ppt/notesSlides/notesSlide1912.xml" ContentType="application/vnd.openxmlformats-officedocument.presentationml.notesSlide+xml"/>
  <Override PartName="/ppt/notesSlides/notesSlide1913.xml" ContentType="application/vnd.openxmlformats-officedocument.presentationml.notesSlide+xml"/>
  <Override PartName="/ppt/notesSlides/notesSlide1914.xml" ContentType="application/vnd.openxmlformats-officedocument.presentationml.notesSlide+xml"/>
  <Override PartName="/ppt/notesSlides/notesSlide1915.xml" ContentType="application/vnd.openxmlformats-officedocument.presentationml.notesSlide+xml"/>
  <Override PartName="/ppt/notesSlides/notesSlide1916.xml" ContentType="application/vnd.openxmlformats-officedocument.presentationml.notesSlide+xml"/>
  <Override PartName="/ppt/notesSlides/notesSlide1917.xml" ContentType="application/vnd.openxmlformats-officedocument.presentationml.notesSlide+xml"/>
  <Override PartName="/ppt/notesSlides/notesSlide1918.xml" ContentType="application/vnd.openxmlformats-officedocument.presentationml.notesSlide+xml"/>
  <Override PartName="/ppt/notesSlides/notesSlide1919.xml" ContentType="application/vnd.openxmlformats-officedocument.presentationml.notesSlide+xml"/>
  <Override PartName="/ppt/notesSlides/notesSlide1920.xml" ContentType="application/vnd.openxmlformats-officedocument.presentationml.notesSlide+xml"/>
  <Override PartName="/ppt/notesSlides/notesSlide1921.xml" ContentType="application/vnd.openxmlformats-officedocument.presentationml.notesSlide+xml"/>
  <Override PartName="/ppt/notesSlides/notesSlide1922.xml" ContentType="application/vnd.openxmlformats-officedocument.presentationml.notesSlide+xml"/>
  <Override PartName="/ppt/notesSlides/notesSlide1923.xml" ContentType="application/vnd.openxmlformats-officedocument.presentationml.notesSlide+xml"/>
  <Override PartName="/ppt/notesSlides/notesSlide1924.xml" ContentType="application/vnd.openxmlformats-officedocument.presentationml.notesSlide+xml"/>
  <Override PartName="/ppt/notesSlides/notesSlide1925.xml" ContentType="application/vnd.openxmlformats-officedocument.presentationml.notesSlide+xml"/>
  <Override PartName="/ppt/notesSlides/notesSlide1926.xml" ContentType="application/vnd.openxmlformats-officedocument.presentationml.notesSlide+xml"/>
  <Override PartName="/ppt/notesSlides/notesSlide1927.xml" ContentType="application/vnd.openxmlformats-officedocument.presentationml.notesSlide+xml"/>
  <Override PartName="/ppt/notesSlides/notesSlide1928.xml" ContentType="application/vnd.openxmlformats-officedocument.presentationml.notesSlide+xml"/>
  <Override PartName="/ppt/notesSlides/notesSlide1929.xml" ContentType="application/vnd.openxmlformats-officedocument.presentationml.notesSlide+xml"/>
  <Override PartName="/ppt/notesSlides/notesSlide1930.xml" ContentType="application/vnd.openxmlformats-officedocument.presentationml.notesSlide+xml"/>
  <Override PartName="/ppt/notesSlides/notesSlide1931.xml" ContentType="application/vnd.openxmlformats-officedocument.presentationml.notesSlide+xml"/>
  <Override PartName="/ppt/notesSlides/notesSlide1932.xml" ContentType="application/vnd.openxmlformats-officedocument.presentationml.notesSlide+xml"/>
  <Override PartName="/ppt/notesSlides/notesSlide1933.xml" ContentType="application/vnd.openxmlformats-officedocument.presentationml.notesSlide+xml"/>
  <Override PartName="/ppt/notesSlides/notesSlide1934.xml" ContentType="application/vnd.openxmlformats-officedocument.presentationml.notesSlide+xml"/>
  <Override PartName="/ppt/notesSlides/notesSlide1935.xml" ContentType="application/vnd.openxmlformats-officedocument.presentationml.notesSlide+xml"/>
  <Override PartName="/ppt/notesSlides/notesSlide1936.xml" ContentType="application/vnd.openxmlformats-officedocument.presentationml.notesSlide+xml"/>
  <Override PartName="/ppt/notesSlides/notesSlide1937.xml" ContentType="application/vnd.openxmlformats-officedocument.presentationml.notesSlide+xml"/>
  <Override PartName="/ppt/notesSlides/notesSlide1938.xml" ContentType="application/vnd.openxmlformats-officedocument.presentationml.notesSlide+xml"/>
  <Override PartName="/ppt/notesSlides/notesSlide1939.xml" ContentType="application/vnd.openxmlformats-officedocument.presentationml.notesSlide+xml"/>
  <Override PartName="/ppt/notesSlides/notesSlide1940.xml" ContentType="application/vnd.openxmlformats-officedocument.presentationml.notesSlide+xml"/>
  <Override PartName="/ppt/notesSlides/notesSlide1941.xml" ContentType="application/vnd.openxmlformats-officedocument.presentationml.notesSlide+xml"/>
  <Override PartName="/ppt/notesSlides/notesSlide1942.xml" ContentType="application/vnd.openxmlformats-officedocument.presentationml.notesSlide+xml"/>
  <Override PartName="/ppt/notesSlides/notesSlide1943.xml" ContentType="application/vnd.openxmlformats-officedocument.presentationml.notesSlide+xml"/>
  <Override PartName="/ppt/notesSlides/notesSlide1944.xml" ContentType="application/vnd.openxmlformats-officedocument.presentationml.notesSlide+xml"/>
  <Override PartName="/ppt/notesSlides/notesSlide1945.xml" ContentType="application/vnd.openxmlformats-officedocument.presentationml.notesSlide+xml"/>
  <Override PartName="/ppt/notesSlides/notesSlide1946.xml" ContentType="application/vnd.openxmlformats-officedocument.presentationml.notesSlide+xml"/>
  <Override PartName="/ppt/notesSlides/notesSlide1947.xml" ContentType="application/vnd.openxmlformats-officedocument.presentationml.notesSlide+xml"/>
  <Override PartName="/ppt/notesSlides/notesSlide1948.xml" ContentType="application/vnd.openxmlformats-officedocument.presentationml.notesSlide+xml"/>
  <Override PartName="/ppt/notesSlides/notesSlide1949.xml" ContentType="application/vnd.openxmlformats-officedocument.presentationml.notesSlide+xml"/>
  <Override PartName="/ppt/notesSlides/notesSlide1950.xml" ContentType="application/vnd.openxmlformats-officedocument.presentationml.notesSlide+xml"/>
  <Override PartName="/ppt/notesSlides/notesSlide1951.xml" ContentType="application/vnd.openxmlformats-officedocument.presentationml.notesSlide+xml"/>
  <Override PartName="/ppt/notesSlides/notesSlide1952.xml" ContentType="application/vnd.openxmlformats-officedocument.presentationml.notesSlide+xml"/>
  <Override PartName="/ppt/notesSlides/notesSlide1953.xml" ContentType="application/vnd.openxmlformats-officedocument.presentationml.notesSlide+xml"/>
  <Override PartName="/ppt/notesSlides/notesSlide1954.xml" ContentType="application/vnd.openxmlformats-officedocument.presentationml.notesSlide+xml"/>
  <Override PartName="/ppt/notesSlides/notesSlide1955.xml" ContentType="application/vnd.openxmlformats-officedocument.presentationml.notesSlide+xml"/>
  <Override PartName="/ppt/notesSlides/notesSlide1956.xml" ContentType="application/vnd.openxmlformats-officedocument.presentationml.notesSlide+xml"/>
  <Override PartName="/ppt/notesSlides/notesSlide1957.xml" ContentType="application/vnd.openxmlformats-officedocument.presentationml.notesSlide+xml"/>
  <Override PartName="/ppt/notesSlides/notesSlide1958.xml" ContentType="application/vnd.openxmlformats-officedocument.presentationml.notesSlide+xml"/>
  <Override PartName="/ppt/notesSlides/notesSlide1959.xml" ContentType="application/vnd.openxmlformats-officedocument.presentationml.notesSlide+xml"/>
  <Override PartName="/ppt/notesSlides/notesSlide1960.xml" ContentType="application/vnd.openxmlformats-officedocument.presentationml.notesSlide+xml"/>
  <Override PartName="/ppt/notesSlides/notesSlide1961.xml" ContentType="application/vnd.openxmlformats-officedocument.presentationml.notesSlide+xml"/>
  <Override PartName="/ppt/notesSlides/notesSlide1962.xml" ContentType="application/vnd.openxmlformats-officedocument.presentationml.notesSlide+xml"/>
  <Override PartName="/ppt/notesSlides/notesSlide1963.xml" ContentType="application/vnd.openxmlformats-officedocument.presentationml.notesSlide+xml"/>
  <Override PartName="/ppt/notesSlides/notesSlide1964.xml" ContentType="application/vnd.openxmlformats-officedocument.presentationml.notesSlide+xml"/>
  <Override PartName="/ppt/notesSlides/notesSlide1965.xml" ContentType="application/vnd.openxmlformats-officedocument.presentationml.notesSlide+xml"/>
  <Override PartName="/ppt/notesSlides/notesSlide1966.xml" ContentType="application/vnd.openxmlformats-officedocument.presentationml.notesSlide+xml"/>
  <Override PartName="/ppt/notesSlides/notesSlide1967.xml" ContentType="application/vnd.openxmlformats-officedocument.presentationml.notesSlide+xml"/>
  <Override PartName="/ppt/notesSlides/notesSlide1968.xml" ContentType="application/vnd.openxmlformats-officedocument.presentationml.notesSlide+xml"/>
  <Override PartName="/ppt/notesSlides/notesSlide1969.xml" ContentType="application/vnd.openxmlformats-officedocument.presentationml.notesSlide+xml"/>
  <Override PartName="/ppt/notesSlides/notesSlide1970.xml" ContentType="application/vnd.openxmlformats-officedocument.presentationml.notesSlide+xml"/>
  <Override PartName="/ppt/notesSlides/notesSlide1971.xml" ContentType="application/vnd.openxmlformats-officedocument.presentationml.notesSlide+xml"/>
  <Override PartName="/ppt/notesSlides/notesSlide1972.xml" ContentType="application/vnd.openxmlformats-officedocument.presentationml.notesSlide+xml"/>
  <Override PartName="/ppt/notesSlides/notesSlide1973.xml" ContentType="application/vnd.openxmlformats-officedocument.presentationml.notesSlide+xml"/>
  <Override PartName="/ppt/notesSlides/notesSlide1974.xml" ContentType="application/vnd.openxmlformats-officedocument.presentationml.notesSlide+xml"/>
  <Override PartName="/ppt/notesSlides/notesSlide1975.xml" ContentType="application/vnd.openxmlformats-officedocument.presentationml.notesSlide+xml"/>
  <Override PartName="/ppt/notesSlides/notesSlide1976.xml" ContentType="application/vnd.openxmlformats-officedocument.presentationml.notesSlide+xml"/>
  <Override PartName="/ppt/notesSlides/notesSlide1977.xml" ContentType="application/vnd.openxmlformats-officedocument.presentationml.notesSlide+xml"/>
  <Override PartName="/ppt/notesSlides/notesSlide1978.xml" ContentType="application/vnd.openxmlformats-officedocument.presentationml.notesSlide+xml"/>
  <Override PartName="/ppt/notesSlides/notesSlide1979.xml" ContentType="application/vnd.openxmlformats-officedocument.presentationml.notesSlide+xml"/>
  <Override PartName="/ppt/notesSlides/notesSlide1980.xml" ContentType="application/vnd.openxmlformats-officedocument.presentationml.notesSlide+xml"/>
  <Override PartName="/ppt/notesSlides/notesSlide1981.xml" ContentType="application/vnd.openxmlformats-officedocument.presentationml.notesSlide+xml"/>
  <Override PartName="/ppt/notesSlides/notesSlide1982.xml" ContentType="application/vnd.openxmlformats-officedocument.presentationml.notesSlide+xml"/>
  <Override PartName="/ppt/notesSlides/notesSlide1983.xml" ContentType="application/vnd.openxmlformats-officedocument.presentationml.notesSlide+xml"/>
  <Override PartName="/ppt/notesSlides/notesSlide1984.xml" ContentType="application/vnd.openxmlformats-officedocument.presentationml.notesSlide+xml"/>
  <Override PartName="/ppt/notesSlides/notesSlide1985.xml" ContentType="application/vnd.openxmlformats-officedocument.presentationml.notesSlide+xml"/>
  <Override PartName="/ppt/notesSlides/notesSlide1986.xml" ContentType="application/vnd.openxmlformats-officedocument.presentationml.notesSlide+xml"/>
  <Override PartName="/ppt/notesSlides/notesSlide1987.xml" ContentType="application/vnd.openxmlformats-officedocument.presentationml.notesSlide+xml"/>
  <Override PartName="/ppt/notesSlides/notesSlide1988.xml" ContentType="application/vnd.openxmlformats-officedocument.presentationml.notesSlide+xml"/>
  <Override PartName="/ppt/notesSlides/notesSlide1989.xml" ContentType="application/vnd.openxmlformats-officedocument.presentationml.notesSlide+xml"/>
  <Override PartName="/ppt/notesSlides/notesSlide1990.xml" ContentType="application/vnd.openxmlformats-officedocument.presentationml.notesSlide+xml"/>
  <Override PartName="/ppt/notesSlides/notesSlide1991.xml" ContentType="application/vnd.openxmlformats-officedocument.presentationml.notesSlide+xml"/>
  <Override PartName="/ppt/notesSlides/notesSlide1992.xml" ContentType="application/vnd.openxmlformats-officedocument.presentationml.notesSlide+xml"/>
  <Override PartName="/ppt/notesSlides/notesSlide1993.xml" ContentType="application/vnd.openxmlformats-officedocument.presentationml.notesSlide+xml"/>
  <Override PartName="/ppt/notesSlides/notesSlide1994.xml" ContentType="application/vnd.openxmlformats-officedocument.presentationml.notesSlide+xml"/>
  <Override PartName="/ppt/notesSlides/notesSlide1995.xml" ContentType="application/vnd.openxmlformats-officedocument.presentationml.notesSlide+xml"/>
  <Override PartName="/ppt/notesSlides/notesSlide1996.xml" ContentType="application/vnd.openxmlformats-officedocument.presentationml.notesSlide+xml"/>
  <Override PartName="/ppt/notesSlides/notesSlide1997.xml" ContentType="application/vnd.openxmlformats-officedocument.presentationml.notesSlide+xml"/>
  <Override PartName="/ppt/notesSlides/notesSlide1998.xml" ContentType="application/vnd.openxmlformats-officedocument.presentationml.notesSlide+xml"/>
  <Override PartName="/ppt/notesSlides/notesSlide1999.xml" ContentType="application/vnd.openxmlformats-officedocument.presentationml.notesSlide+xml"/>
  <Override PartName="/ppt/notesSlides/notesSlide2000.xml" ContentType="application/vnd.openxmlformats-officedocument.presentationml.notesSlide+xml"/>
  <Override PartName="/ppt/notesSlides/notesSlide2001.xml" ContentType="application/vnd.openxmlformats-officedocument.presentationml.notesSlide+xml"/>
  <Override PartName="/ppt/notesSlides/notesSlide2002.xml" ContentType="application/vnd.openxmlformats-officedocument.presentationml.notesSlide+xml"/>
  <Override PartName="/ppt/notesSlides/notesSlide2003.xml" ContentType="application/vnd.openxmlformats-officedocument.presentationml.notesSlide+xml"/>
  <Override PartName="/ppt/notesSlides/notesSlide2004.xml" ContentType="application/vnd.openxmlformats-officedocument.presentationml.notesSlide+xml"/>
  <Override PartName="/ppt/notesSlides/notesSlide2005.xml" ContentType="application/vnd.openxmlformats-officedocument.presentationml.notesSlide+xml"/>
  <Override PartName="/ppt/notesSlides/notesSlide2006.xml" ContentType="application/vnd.openxmlformats-officedocument.presentationml.notesSlide+xml"/>
  <Override PartName="/ppt/notesSlides/notesSlide2007.xml" ContentType="application/vnd.openxmlformats-officedocument.presentationml.notesSlide+xml"/>
  <Override PartName="/ppt/notesSlides/notesSlide2008.xml" ContentType="application/vnd.openxmlformats-officedocument.presentationml.notesSlide+xml"/>
  <Override PartName="/ppt/notesSlides/notesSlide2009.xml" ContentType="application/vnd.openxmlformats-officedocument.presentationml.notesSlide+xml"/>
  <Override PartName="/ppt/notesSlides/notesSlide2010.xml" ContentType="application/vnd.openxmlformats-officedocument.presentationml.notesSlide+xml"/>
  <Override PartName="/ppt/notesSlides/notesSlide2011.xml" ContentType="application/vnd.openxmlformats-officedocument.presentationml.notesSlide+xml"/>
  <Override PartName="/ppt/notesSlides/notesSlide2012.xml" ContentType="application/vnd.openxmlformats-officedocument.presentationml.notesSlide+xml"/>
  <Override PartName="/ppt/notesSlides/notesSlide2013.xml" ContentType="application/vnd.openxmlformats-officedocument.presentationml.notesSlide+xml"/>
  <Override PartName="/ppt/notesSlides/notesSlide2014.xml" ContentType="application/vnd.openxmlformats-officedocument.presentationml.notesSlide+xml"/>
  <Override PartName="/ppt/notesSlides/notesSlide2015.xml" ContentType="application/vnd.openxmlformats-officedocument.presentationml.notesSlide+xml"/>
  <Override PartName="/ppt/notesSlides/notesSlide2016.xml" ContentType="application/vnd.openxmlformats-officedocument.presentationml.notesSlide+xml"/>
  <Override PartName="/ppt/notesSlides/notesSlide2017.xml" ContentType="application/vnd.openxmlformats-officedocument.presentationml.notesSlide+xml"/>
  <Override PartName="/ppt/notesSlides/notesSlide2018.xml" ContentType="application/vnd.openxmlformats-officedocument.presentationml.notesSlide+xml"/>
  <Override PartName="/ppt/notesSlides/notesSlide2019.xml" ContentType="application/vnd.openxmlformats-officedocument.presentationml.notesSlide+xml"/>
  <Override PartName="/ppt/notesSlides/notesSlide2020.xml" ContentType="application/vnd.openxmlformats-officedocument.presentationml.notesSlide+xml"/>
  <Override PartName="/ppt/notesSlides/notesSlide2021.xml" ContentType="application/vnd.openxmlformats-officedocument.presentationml.notesSlide+xml"/>
  <Override PartName="/ppt/notesSlides/notesSlide2022.xml" ContentType="application/vnd.openxmlformats-officedocument.presentationml.notesSlide+xml"/>
  <Override PartName="/ppt/notesSlides/notesSlide2023.xml" ContentType="application/vnd.openxmlformats-officedocument.presentationml.notesSlide+xml"/>
  <Override PartName="/ppt/notesSlides/notesSlide2024.xml" ContentType="application/vnd.openxmlformats-officedocument.presentationml.notesSlide+xml"/>
  <Override PartName="/ppt/notesSlides/notesSlide2025.xml" ContentType="application/vnd.openxmlformats-officedocument.presentationml.notesSlide+xml"/>
  <Override PartName="/ppt/notesSlides/notesSlide2026.xml" ContentType="application/vnd.openxmlformats-officedocument.presentationml.notesSlide+xml"/>
  <Override PartName="/ppt/notesSlides/notesSlide2027.xml" ContentType="application/vnd.openxmlformats-officedocument.presentationml.notesSlide+xml"/>
  <Override PartName="/ppt/notesSlides/notesSlide2028.xml" ContentType="application/vnd.openxmlformats-officedocument.presentationml.notesSlide+xml"/>
  <Override PartName="/ppt/notesSlides/notesSlide2029.xml" ContentType="application/vnd.openxmlformats-officedocument.presentationml.notesSlide+xml"/>
  <Override PartName="/ppt/notesSlides/notesSlide2030.xml" ContentType="application/vnd.openxmlformats-officedocument.presentationml.notesSlide+xml"/>
  <Override PartName="/ppt/notesSlides/notesSlide2031.xml" ContentType="application/vnd.openxmlformats-officedocument.presentationml.notesSlide+xml"/>
  <Override PartName="/ppt/notesSlides/notesSlide2032.xml" ContentType="application/vnd.openxmlformats-officedocument.presentationml.notesSlide+xml"/>
  <Override PartName="/ppt/notesSlides/notesSlide2033.xml" ContentType="application/vnd.openxmlformats-officedocument.presentationml.notesSlide+xml"/>
  <Override PartName="/ppt/notesSlides/notesSlide2034.xml" ContentType="application/vnd.openxmlformats-officedocument.presentationml.notesSlide+xml"/>
  <Override PartName="/ppt/notesSlides/notesSlide2035.xml" ContentType="application/vnd.openxmlformats-officedocument.presentationml.notesSlide+xml"/>
  <Override PartName="/ppt/notesSlides/notesSlide2036.xml" ContentType="application/vnd.openxmlformats-officedocument.presentationml.notesSlide+xml"/>
  <Override PartName="/ppt/notesSlides/notesSlide2037.xml" ContentType="application/vnd.openxmlformats-officedocument.presentationml.notesSlide+xml"/>
  <Override PartName="/ppt/notesSlides/notesSlide2038.xml" ContentType="application/vnd.openxmlformats-officedocument.presentationml.notesSlide+xml"/>
  <Override PartName="/ppt/notesSlides/notesSlide2039.xml" ContentType="application/vnd.openxmlformats-officedocument.presentationml.notesSlide+xml"/>
  <Override PartName="/ppt/notesSlides/notesSlide2040.xml" ContentType="application/vnd.openxmlformats-officedocument.presentationml.notesSlide+xml"/>
  <Override PartName="/ppt/notesSlides/notesSlide2041.xml" ContentType="application/vnd.openxmlformats-officedocument.presentationml.notesSlide+xml"/>
  <Override PartName="/ppt/notesSlides/notesSlide2042.xml" ContentType="application/vnd.openxmlformats-officedocument.presentationml.notesSlide+xml"/>
  <Override PartName="/ppt/notesSlides/notesSlide2043.xml" ContentType="application/vnd.openxmlformats-officedocument.presentationml.notesSlide+xml"/>
  <Override PartName="/ppt/notesSlides/notesSlide2044.xml" ContentType="application/vnd.openxmlformats-officedocument.presentationml.notesSlide+xml"/>
  <Override PartName="/ppt/notesSlides/notesSlide2045.xml" ContentType="application/vnd.openxmlformats-officedocument.presentationml.notesSlide+xml"/>
  <Override PartName="/ppt/notesSlides/notesSlide2046.xml" ContentType="application/vnd.openxmlformats-officedocument.presentationml.notesSlide+xml"/>
  <Override PartName="/ppt/notesSlides/notesSlide2047.xml" ContentType="application/vnd.openxmlformats-officedocument.presentationml.notesSlide+xml"/>
  <Override PartName="/ppt/notesSlides/notesSlide2048.xml" ContentType="application/vnd.openxmlformats-officedocument.presentationml.notesSlide+xml"/>
  <Override PartName="/ppt/notesSlides/notesSlide2049.xml" ContentType="application/vnd.openxmlformats-officedocument.presentationml.notesSlide+xml"/>
  <Override PartName="/ppt/notesSlides/notesSlide2050.xml" ContentType="application/vnd.openxmlformats-officedocument.presentationml.notesSlide+xml"/>
  <Override PartName="/ppt/notesSlides/notesSlide2051.xml" ContentType="application/vnd.openxmlformats-officedocument.presentationml.notesSlide+xml"/>
  <Override PartName="/ppt/notesSlides/notesSlide2052.xml" ContentType="application/vnd.openxmlformats-officedocument.presentationml.notesSlide+xml"/>
  <Override PartName="/ppt/notesSlides/notesSlide2053.xml" ContentType="application/vnd.openxmlformats-officedocument.presentationml.notesSlide+xml"/>
  <Override PartName="/ppt/notesSlides/notesSlide2054.xml" ContentType="application/vnd.openxmlformats-officedocument.presentationml.notesSlide+xml"/>
  <Override PartName="/ppt/notesSlides/notesSlide2055.xml" ContentType="application/vnd.openxmlformats-officedocument.presentationml.notesSlide+xml"/>
  <Override PartName="/ppt/notesSlides/notesSlide2056.xml" ContentType="application/vnd.openxmlformats-officedocument.presentationml.notesSlide+xml"/>
  <Override PartName="/ppt/notesSlides/notesSlide2057.xml" ContentType="application/vnd.openxmlformats-officedocument.presentationml.notesSlide+xml"/>
  <Override PartName="/ppt/notesSlides/notesSlide2058.xml" ContentType="application/vnd.openxmlformats-officedocument.presentationml.notesSlide+xml"/>
  <Override PartName="/ppt/notesSlides/notesSlide2059.xml" ContentType="application/vnd.openxmlformats-officedocument.presentationml.notesSlide+xml"/>
  <Override PartName="/ppt/notesSlides/notesSlide2060.xml" ContentType="application/vnd.openxmlformats-officedocument.presentationml.notesSlide+xml"/>
  <Override PartName="/ppt/notesSlides/notesSlide2061.xml" ContentType="application/vnd.openxmlformats-officedocument.presentationml.notesSlide+xml"/>
  <Override PartName="/ppt/notesSlides/notesSlide2062.xml" ContentType="application/vnd.openxmlformats-officedocument.presentationml.notesSlide+xml"/>
  <Override PartName="/ppt/notesSlides/notesSlide2063.xml" ContentType="application/vnd.openxmlformats-officedocument.presentationml.notesSlide+xml"/>
  <Override PartName="/ppt/notesSlides/notesSlide2064.xml" ContentType="application/vnd.openxmlformats-officedocument.presentationml.notesSlide+xml"/>
  <Override PartName="/ppt/notesSlides/notesSlide2065.xml" ContentType="application/vnd.openxmlformats-officedocument.presentationml.notesSlide+xml"/>
  <Override PartName="/ppt/notesSlides/notesSlide2066.xml" ContentType="application/vnd.openxmlformats-officedocument.presentationml.notesSlide+xml"/>
  <Override PartName="/ppt/notesSlides/notesSlide2067.xml" ContentType="application/vnd.openxmlformats-officedocument.presentationml.notesSlide+xml"/>
  <Override PartName="/ppt/notesSlides/notesSlide2068.xml" ContentType="application/vnd.openxmlformats-officedocument.presentationml.notesSlide+xml"/>
  <Override PartName="/ppt/notesSlides/notesSlide2069.xml" ContentType="application/vnd.openxmlformats-officedocument.presentationml.notesSlide+xml"/>
  <Override PartName="/ppt/notesSlides/notesSlide2070.xml" ContentType="application/vnd.openxmlformats-officedocument.presentationml.notesSlide+xml"/>
  <Override PartName="/ppt/notesSlides/notesSlide2071.xml" ContentType="application/vnd.openxmlformats-officedocument.presentationml.notesSlide+xml"/>
  <Override PartName="/ppt/notesSlides/notesSlide2072.xml" ContentType="application/vnd.openxmlformats-officedocument.presentationml.notesSlide+xml"/>
  <Override PartName="/ppt/notesSlides/notesSlide2073.xml" ContentType="application/vnd.openxmlformats-officedocument.presentationml.notesSlide+xml"/>
  <Override PartName="/ppt/notesSlides/notesSlide2074.xml" ContentType="application/vnd.openxmlformats-officedocument.presentationml.notesSlide+xml"/>
  <Override PartName="/ppt/notesSlides/notesSlide2075.xml" ContentType="application/vnd.openxmlformats-officedocument.presentationml.notesSlide+xml"/>
  <Override PartName="/ppt/notesSlides/notesSlide2076.xml" ContentType="application/vnd.openxmlformats-officedocument.presentationml.notesSlide+xml"/>
  <Override PartName="/ppt/notesSlides/notesSlide2077.xml" ContentType="application/vnd.openxmlformats-officedocument.presentationml.notesSlide+xml"/>
  <Override PartName="/ppt/notesSlides/notesSlide2078.xml" ContentType="application/vnd.openxmlformats-officedocument.presentationml.notesSlide+xml"/>
  <Override PartName="/ppt/notesSlides/notesSlide2079.xml" ContentType="application/vnd.openxmlformats-officedocument.presentationml.notesSlide+xml"/>
  <Override PartName="/ppt/notesSlides/notesSlide2080.xml" ContentType="application/vnd.openxmlformats-officedocument.presentationml.notesSlide+xml"/>
  <Override PartName="/ppt/notesSlides/notesSlide2081.xml" ContentType="application/vnd.openxmlformats-officedocument.presentationml.notesSlide+xml"/>
  <Override PartName="/ppt/notesSlides/notesSlide2082.xml" ContentType="application/vnd.openxmlformats-officedocument.presentationml.notesSlide+xml"/>
  <Override PartName="/ppt/notesSlides/notesSlide2083.xml" ContentType="application/vnd.openxmlformats-officedocument.presentationml.notesSlide+xml"/>
  <Override PartName="/ppt/notesSlides/notesSlide2084.xml" ContentType="application/vnd.openxmlformats-officedocument.presentationml.notesSlide+xml"/>
  <Override PartName="/ppt/notesSlides/notesSlide2085.xml" ContentType="application/vnd.openxmlformats-officedocument.presentationml.notesSlide+xml"/>
  <Override PartName="/ppt/notesSlides/notesSlide2086.xml" ContentType="application/vnd.openxmlformats-officedocument.presentationml.notesSlide+xml"/>
  <Override PartName="/ppt/notesSlides/notesSlide2087.xml" ContentType="application/vnd.openxmlformats-officedocument.presentationml.notesSlide+xml"/>
  <Override PartName="/ppt/notesSlides/notesSlide2088.xml" ContentType="application/vnd.openxmlformats-officedocument.presentationml.notesSlide+xml"/>
  <Override PartName="/ppt/notesSlides/notesSlide2089.xml" ContentType="application/vnd.openxmlformats-officedocument.presentationml.notesSlide+xml"/>
  <Override PartName="/ppt/notesSlides/notesSlide2090.xml" ContentType="application/vnd.openxmlformats-officedocument.presentationml.notesSlide+xml"/>
  <Override PartName="/ppt/notesSlides/notesSlide2091.xml" ContentType="application/vnd.openxmlformats-officedocument.presentationml.notesSlide+xml"/>
  <Override PartName="/ppt/notesSlides/notesSlide2092.xml" ContentType="application/vnd.openxmlformats-officedocument.presentationml.notesSlide+xml"/>
  <Override PartName="/ppt/notesSlides/notesSlide2093.xml" ContentType="application/vnd.openxmlformats-officedocument.presentationml.notesSlide+xml"/>
  <Override PartName="/ppt/notesSlides/notesSlide2094.xml" ContentType="application/vnd.openxmlformats-officedocument.presentationml.notesSlide+xml"/>
  <Override PartName="/ppt/notesSlides/notesSlide2095.xml" ContentType="application/vnd.openxmlformats-officedocument.presentationml.notesSlide+xml"/>
  <Override PartName="/ppt/notesSlides/notesSlide2096.xml" ContentType="application/vnd.openxmlformats-officedocument.presentationml.notesSlide+xml"/>
  <Override PartName="/ppt/notesSlides/notesSlide2097.xml" ContentType="application/vnd.openxmlformats-officedocument.presentationml.notesSlide+xml"/>
  <Override PartName="/ppt/notesSlides/notesSlide2098.xml" ContentType="application/vnd.openxmlformats-officedocument.presentationml.notesSlide+xml"/>
  <Override PartName="/ppt/notesSlides/notesSlide2099.xml" ContentType="application/vnd.openxmlformats-officedocument.presentationml.notesSlide+xml"/>
  <Override PartName="/ppt/notesSlides/notesSlide2100.xml" ContentType="application/vnd.openxmlformats-officedocument.presentationml.notesSlide+xml"/>
  <Override PartName="/ppt/notesSlides/notesSlide2101.xml" ContentType="application/vnd.openxmlformats-officedocument.presentationml.notesSlide+xml"/>
  <Override PartName="/ppt/notesSlides/notesSlide2102.xml" ContentType="application/vnd.openxmlformats-officedocument.presentationml.notesSlide+xml"/>
  <Override PartName="/ppt/notesSlides/notesSlide2103.xml" ContentType="application/vnd.openxmlformats-officedocument.presentationml.notesSlide+xml"/>
  <Override PartName="/ppt/notesSlides/notesSlide2104.xml" ContentType="application/vnd.openxmlformats-officedocument.presentationml.notesSlide+xml"/>
  <Override PartName="/ppt/notesSlides/notesSlide2105.xml" ContentType="application/vnd.openxmlformats-officedocument.presentationml.notesSlide+xml"/>
  <Override PartName="/ppt/notesSlides/notesSlide2106.xml" ContentType="application/vnd.openxmlformats-officedocument.presentationml.notesSlide+xml"/>
  <Override PartName="/ppt/notesSlides/notesSlide2107.xml" ContentType="application/vnd.openxmlformats-officedocument.presentationml.notesSlide+xml"/>
  <Override PartName="/ppt/notesSlides/notesSlide2108.xml" ContentType="application/vnd.openxmlformats-officedocument.presentationml.notesSlide+xml"/>
  <Override PartName="/ppt/notesSlides/notesSlide2109.xml" ContentType="application/vnd.openxmlformats-officedocument.presentationml.notesSlide+xml"/>
  <Override PartName="/ppt/notesSlides/notesSlide2110.xml" ContentType="application/vnd.openxmlformats-officedocument.presentationml.notesSlide+xml"/>
  <Override PartName="/ppt/notesSlides/notesSlide2111.xml" ContentType="application/vnd.openxmlformats-officedocument.presentationml.notesSlide+xml"/>
  <Override PartName="/ppt/notesSlides/notesSlide2112.xml" ContentType="application/vnd.openxmlformats-officedocument.presentationml.notesSlide+xml"/>
  <Override PartName="/ppt/notesSlides/notesSlide2113.xml" ContentType="application/vnd.openxmlformats-officedocument.presentationml.notesSlide+xml"/>
  <Override PartName="/ppt/notesSlides/notesSlide2114.xml" ContentType="application/vnd.openxmlformats-officedocument.presentationml.notesSlide+xml"/>
  <Override PartName="/ppt/notesSlides/notesSlide2115.xml" ContentType="application/vnd.openxmlformats-officedocument.presentationml.notesSlide+xml"/>
  <Override PartName="/ppt/notesSlides/notesSlide2116.xml" ContentType="application/vnd.openxmlformats-officedocument.presentationml.notesSlide+xml"/>
  <Override PartName="/ppt/notesSlides/notesSlide2117.xml" ContentType="application/vnd.openxmlformats-officedocument.presentationml.notesSlide+xml"/>
  <Override PartName="/ppt/notesSlides/notesSlide2118.xml" ContentType="application/vnd.openxmlformats-officedocument.presentationml.notesSlide+xml"/>
  <Override PartName="/ppt/notesSlides/notesSlide2119.xml" ContentType="application/vnd.openxmlformats-officedocument.presentationml.notesSlide+xml"/>
  <Override PartName="/ppt/notesSlides/notesSlide2120.xml" ContentType="application/vnd.openxmlformats-officedocument.presentationml.notesSlide+xml"/>
  <Override PartName="/ppt/notesSlides/notesSlide2121.xml" ContentType="application/vnd.openxmlformats-officedocument.presentationml.notesSlide+xml"/>
  <Override PartName="/ppt/notesSlides/notesSlide2122.xml" ContentType="application/vnd.openxmlformats-officedocument.presentationml.notesSlide+xml"/>
  <Override PartName="/ppt/notesSlides/notesSlide2123.xml" ContentType="application/vnd.openxmlformats-officedocument.presentationml.notesSlide+xml"/>
  <Override PartName="/ppt/notesSlides/notesSlide2124.xml" ContentType="application/vnd.openxmlformats-officedocument.presentationml.notesSlide+xml"/>
  <Override PartName="/ppt/notesSlides/notesSlide2125.xml" ContentType="application/vnd.openxmlformats-officedocument.presentationml.notesSlide+xml"/>
  <Override PartName="/ppt/notesSlides/notesSlide2126.xml" ContentType="application/vnd.openxmlformats-officedocument.presentationml.notesSlide+xml"/>
  <Override PartName="/ppt/notesSlides/notesSlide2127.xml" ContentType="application/vnd.openxmlformats-officedocument.presentationml.notesSlide+xml"/>
  <Override PartName="/ppt/notesSlides/notesSlide2128.xml" ContentType="application/vnd.openxmlformats-officedocument.presentationml.notesSlide+xml"/>
  <Override PartName="/ppt/notesSlides/notesSlide2129.xml" ContentType="application/vnd.openxmlformats-officedocument.presentationml.notesSlide+xml"/>
  <Override PartName="/ppt/notesSlides/notesSlide2130.xml" ContentType="application/vnd.openxmlformats-officedocument.presentationml.notesSlide+xml"/>
  <Override PartName="/ppt/notesSlides/notesSlide2131.xml" ContentType="application/vnd.openxmlformats-officedocument.presentationml.notesSlide+xml"/>
  <Override PartName="/ppt/notesSlides/notesSlide2132.xml" ContentType="application/vnd.openxmlformats-officedocument.presentationml.notesSlide+xml"/>
  <Override PartName="/ppt/notesSlides/notesSlide2133.xml" ContentType="application/vnd.openxmlformats-officedocument.presentationml.notesSlide+xml"/>
  <Override PartName="/ppt/notesSlides/notesSlide2134.xml" ContentType="application/vnd.openxmlformats-officedocument.presentationml.notesSlide+xml"/>
  <Override PartName="/ppt/notesSlides/notesSlide2135.xml" ContentType="application/vnd.openxmlformats-officedocument.presentationml.notesSlide+xml"/>
  <Override PartName="/ppt/notesSlides/notesSlide2136.xml" ContentType="application/vnd.openxmlformats-officedocument.presentationml.notesSlide+xml"/>
  <Override PartName="/ppt/notesSlides/notesSlide2137.xml" ContentType="application/vnd.openxmlformats-officedocument.presentationml.notesSlide+xml"/>
  <Override PartName="/ppt/notesSlides/notesSlide2138.xml" ContentType="application/vnd.openxmlformats-officedocument.presentationml.notesSlide+xml"/>
  <Override PartName="/ppt/notesSlides/notesSlide2139.xml" ContentType="application/vnd.openxmlformats-officedocument.presentationml.notesSlide+xml"/>
  <Override PartName="/ppt/notesSlides/notesSlide2140.xml" ContentType="application/vnd.openxmlformats-officedocument.presentationml.notesSlide+xml"/>
  <Override PartName="/ppt/notesSlides/notesSlide2141.xml" ContentType="application/vnd.openxmlformats-officedocument.presentationml.notesSlide+xml"/>
  <Override PartName="/ppt/notesSlides/notesSlide2142.xml" ContentType="application/vnd.openxmlformats-officedocument.presentationml.notesSlide+xml"/>
  <Override PartName="/ppt/notesSlides/notesSlide2143.xml" ContentType="application/vnd.openxmlformats-officedocument.presentationml.notesSlide+xml"/>
  <Override PartName="/ppt/notesSlides/notesSlide2144.xml" ContentType="application/vnd.openxmlformats-officedocument.presentationml.notesSlide+xml"/>
  <Override PartName="/ppt/notesSlides/notesSlide2145.xml" ContentType="application/vnd.openxmlformats-officedocument.presentationml.notesSlide+xml"/>
  <Override PartName="/ppt/notesSlides/notesSlide2146.xml" ContentType="application/vnd.openxmlformats-officedocument.presentationml.notesSlide+xml"/>
  <Override PartName="/ppt/notesSlides/notesSlide2147.xml" ContentType="application/vnd.openxmlformats-officedocument.presentationml.notesSlide+xml"/>
  <Override PartName="/ppt/notesSlides/notesSlide2148.xml" ContentType="application/vnd.openxmlformats-officedocument.presentationml.notesSlide+xml"/>
  <Override PartName="/ppt/notesSlides/notesSlide2149.xml" ContentType="application/vnd.openxmlformats-officedocument.presentationml.notesSlide+xml"/>
  <Override PartName="/ppt/notesSlides/notesSlide2150.xml" ContentType="application/vnd.openxmlformats-officedocument.presentationml.notesSlide+xml"/>
  <Override PartName="/ppt/notesSlides/notesSlide2151.xml" ContentType="application/vnd.openxmlformats-officedocument.presentationml.notesSlide+xml"/>
  <Override PartName="/ppt/notesSlides/notesSlide2152.xml" ContentType="application/vnd.openxmlformats-officedocument.presentationml.notesSlide+xml"/>
  <Override PartName="/ppt/notesSlides/notesSlide2153.xml" ContentType="application/vnd.openxmlformats-officedocument.presentationml.notesSlide+xml"/>
  <Override PartName="/ppt/notesSlides/notesSlide2154.xml" ContentType="application/vnd.openxmlformats-officedocument.presentationml.notesSlide+xml"/>
  <Override PartName="/ppt/notesSlides/notesSlide2155.xml" ContentType="application/vnd.openxmlformats-officedocument.presentationml.notesSlide+xml"/>
  <Override PartName="/ppt/notesSlides/notesSlide2156.xml" ContentType="application/vnd.openxmlformats-officedocument.presentationml.notesSlide+xml"/>
  <Override PartName="/ppt/notesSlides/notesSlide2157.xml" ContentType="application/vnd.openxmlformats-officedocument.presentationml.notesSlide+xml"/>
  <Override PartName="/ppt/notesSlides/notesSlide2158.xml" ContentType="application/vnd.openxmlformats-officedocument.presentationml.notesSlide+xml"/>
  <Override PartName="/ppt/notesSlides/notesSlide2159.xml" ContentType="application/vnd.openxmlformats-officedocument.presentationml.notesSlide+xml"/>
  <Override PartName="/ppt/notesSlides/notesSlide2160.xml" ContentType="application/vnd.openxmlformats-officedocument.presentationml.notesSlide+xml"/>
  <Override PartName="/ppt/notesSlides/notesSlide2161.xml" ContentType="application/vnd.openxmlformats-officedocument.presentationml.notesSlide+xml"/>
  <Override PartName="/ppt/notesSlides/notesSlide2162.xml" ContentType="application/vnd.openxmlformats-officedocument.presentationml.notesSlide+xml"/>
  <Override PartName="/ppt/notesSlides/notesSlide2163.xml" ContentType="application/vnd.openxmlformats-officedocument.presentationml.notesSlide+xml"/>
  <Override PartName="/ppt/notesSlides/notesSlide2164.xml" ContentType="application/vnd.openxmlformats-officedocument.presentationml.notesSlide+xml"/>
  <Override PartName="/ppt/notesSlides/notesSlide2165.xml" ContentType="application/vnd.openxmlformats-officedocument.presentationml.notesSlide+xml"/>
  <Override PartName="/ppt/notesSlides/notesSlide2166.xml" ContentType="application/vnd.openxmlformats-officedocument.presentationml.notesSlide+xml"/>
  <Override PartName="/ppt/notesSlides/notesSlide2167.xml" ContentType="application/vnd.openxmlformats-officedocument.presentationml.notesSlide+xml"/>
  <Override PartName="/ppt/notesSlides/notesSlide2168.xml" ContentType="application/vnd.openxmlformats-officedocument.presentationml.notesSlide+xml"/>
  <Override PartName="/ppt/notesSlides/notesSlide2169.xml" ContentType="application/vnd.openxmlformats-officedocument.presentationml.notesSlide+xml"/>
  <Override PartName="/ppt/notesSlides/notesSlide2170.xml" ContentType="application/vnd.openxmlformats-officedocument.presentationml.notesSlide+xml"/>
  <Override PartName="/ppt/notesSlides/notesSlide2171.xml" ContentType="application/vnd.openxmlformats-officedocument.presentationml.notesSlide+xml"/>
  <Override PartName="/ppt/notesSlides/notesSlide2172.xml" ContentType="application/vnd.openxmlformats-officedocument.presentationml.notesSlide+xml"/>
  <Override PartName="/ppt/notesSlides/notesSlide2173.xml" ContentType="application/vnd.openxmlformats-officedocument.presentationml.notesSlide+xml"/>
  <Override PartName="/ppt/notesSlides/notesSlide2174.xml" ContentType="application/vnd.openxmlformats-officedocument.presentationml.notesSlide+xml"/>
  <Override PartName="/ppt/notesSlides/notesSlide2175.xml" ContentType="application/vnd.openxmlformats-officedocument.presentationml.notesSlide+xml"/>
  <Override PartName="/ppt/notesSlides/notesSlide2176.xml" ContentType="application/vnd.openxmlformats-officedocument.presentationml.notesSlide+xml"/>
  <Override PartName="/ppt/notesSlides/notesSlide2177.xml" ContentType="application/vnd.openxmlformats-officedocument.presentationml.notesSlide+xml"/>
  <Override PartName="/ppt/notesSlides/notesSlide2178.xml" ContentType="application/vnd.openxmlformats-officedocument.presentationml.notesSlide+xml"/>
  <Override PartName="/ppt/notesSlides/notesSlide2179.xml" ContentType="application/vnd.openxmlformats-officedocument.presentationml.notesSlide+xml"/>
  <Override PartName="/ppt/notesSlides/notesSlide2180.xml" ContentType="application/vnd.openxmlformats-officedocument.presentationml.notesSlide+xml"/>
  <Override PartName="/ppt/notesSlides/notesSlide2181.xml" ContentType="application/vnd.openxmlformats-officedocument.presentationml.notesSlide+xml"/>
  <Override PartName="/ppt/notesSlides/notesSlide2182.xml" ContentType="application/vnd.openxmlformats-officedocument.presentationml.notesSlide+xml"/>
  <Override PartName="/ppt/notesSlides/notesSlide2183.xml" ContentType="application/vnd.openxmlformats-officedocument.presentationml.notesSlide+xml"/>
  <Override PartName="/ppt/notesSlides/notesSlide2184.xml" ContentType="application/vnd.openxmlformats-officedocument.presentationml.notesSlide+xml"/>
  <Override PartName="/ppt/notesSlides/notesSlide2185.xml" ContentType="application/vnd.openxmlformats-officedocument.presentationml.notesSlide+xml"/>
  <Override PartName="/ppt/notesSlides/notesSlide2186.xml" ContentType="application/vnd.openxmlformats-officedocument.presentationml.notesSlide+xml"/>
  <Override PartName="/ppt/notesSlides/notesSlide2187.xml" ContentType="application/vnd.openxmlformats-officedocument.presentationml.notesSlide+xml"/>
  <Override PartName="/ppt/notesSlides/notesSlide2188.xml" ContentType="application/vnd.openxmlformats-officedocument.presentationml.notesSlide+xml"/>
  <Override PartName="/ppt/notesSlides/notesSlide2189.xml" ContentType="application/vnd.openxmlformats-officedocument.presentationml.notesSlide+xml"/>
  <Override PartName="/ppt/notesSlides/notesSlide2190.xml" ContentType="application/vnd.openxmlformats-officedocument.presentationml.notesSlide+xml"/>
  <Override PartName="/ppt/notesSlides/notesSlide2191.xml" ContentType="application/vnd.openxmlformats-officedocument.presentationml.notesSlide+xml"/>
  <Override PartName="/ppt/notesSlides/notesSlide2192.xml" ContentType="application/vnd.openxmlformats-officedocument.presentationml.notesSlide+xml"/>
  <Override PartName="/ppt/notesSlides/notesSlide2193.xml" ContentType="application/vnd.openxmlformats-officedocument.presentationml.notesSlide+xml"/>
  <Override PartName="/ppt/notesSlides/notesSlide2194.xml" ContentType="application/vnd.openxmlformats-officedocument.presentationml.notesSlide+xml"/>
  <Override PartName="/ppt/notesSlides/notesSlide2195.xml" ContentType="application/vnd.openxmlformats-officedocument.presentationml.notesSlide+xml"/>
  <Override PartName="/ppt/notesSlides/notesSlide2196.xml" ContentType="application/vnd.openxmlformats-officedocument.presentationml.notesSlide+xml"/>
  <Override PartName="/ppt/notesSlides/notesSlide2197.xml" ContentType="application/vnd.openxmlformats-officedocument.presentationml.notesSlide+xml"/>
  <Override PartName="/ppt/notesSlides/notesSlide2198.xml" ContentType="application/vnd.openxmlformats-officedocument.presentationml.notesSlide+xml"/>
  <Override PartName="/ppt/notesSlides/notesSlide2199.xml" ContentType="application/vnd.openxmlformats-officedocument.presentationml.notesSlide+xml"/>
  <Override PartName="/ppt/notesSlides/notesSlide2200.xml" ContentType="application/vnd.openxmlformats-officedocument.presentationml.notesSlide+xml"/>
  <Override PartName="/ppt/notesSlides/notesSlide2201.xml" ContentType="application/vnd.openxmlformats-officedocument.presentationml.notesSlide+xml"/>
  <Override PartName="/ppt/notesSlides/notesSlide2202.xml" ContentType="application/vnd.openxmlformats-officedocument.presentationml.notesSlide+xml"/>
  <Override PartName="/ppt/notesSlides/notesSlide2203.xml" ContentType="application/vnd.openxmlformats-officedocument.presentationml.notesSlide+xml"/>
  <Override PartName="/ppt/notesSlides/notesSlide2204.xml" ContentType="application/vnd.openxmlformats-officedocument.presentationml.notesSlide+xml"/>
  <Override PartName="/ppt/notesSlides/notesSlide2205.xml" ContentType="application/vnd.openxmlformats-officedocument.presentationml.notesSlide+xml"/>
  <Override PartName="/ppt/notesSlides/notesSlide2206.xml" ContentType="application/vnd.openxmlformats-officedocument.presentationml.notesSlide+xml"/>
  <Override PartName="/ppt/notesSlides/notesSlide2207.xml" ContentType="application/vnd.openxmlformats-officedocument.presentationml.notesSlide+xml"/>
  <Override PartName="/ppt/notesSlides/notesSlide2208.xml" ContentType="application/vnd.openxmlformats-officedocument.presentationml.notesSlide+xml"/>
  <Override PartName="/ppt/notesSlides/notesSlide2209.xml" ContentType="application/vnd.openxmlformats-officedocument.presentationml.notesSlide+xml"/>
  <Override PartName="/ppt/notesSlides/notesSlide2210.xml" ContentType="application/vnd.openxmlformats-officedocument.presentationml.notesSlide+xml"/>
  <Override PartName="/ppt/notesSlides/notesSlide2211.xml" ContentType="application/vnd.openxmlformats-officedocument.presentationml.notesSlide+xml"/>
  <Override PartName="/ppt/notesSlides/notesSlide2212.xml" ContentType="application/vnd.openxmlformats-officedocument.presentationml.notesSlide+xml"/>
  <Override PartName="/ppt/notesSlides/notesSlide2213.xml" ContentType="application/vnd.openxmlformats-officedocument.presentationml.notesSlide+xml"/>
  <Override PartName="/ppt/notesSlides/notesSlide2214.xml" ContentType="application/vnd.openxmlformats-officedocument.presentationml.notesSlide+xml"/>
  <Override PartName="/ppt/notesSlides/notesSlide2215.xml" ContentType="application/vnd.openxmlformats-officedocument.presentationml.notesSlide+xml"/>
  <Override PartName="/ppt/notesSlides/notesSlide2216.xml" ContentType="application/vnd.openxmlformats-officedocument.presentationml.notesSlide+xml"/>
  <Override PartName="/ppt/notesSlides/notesSlide2217.xml" ContentType="application/vnd.openxmlformats-officedocument.presentationml.notesSlide+xml"/>
  <Override PartName="/ppt/notesSlides/notesSlide2218.xml" ContentType="application/vnd.openxmlformats-officedocument.presentationml.notesSlide+xml"/>
  <Override PartName="/ppt/notesSlides/notesSlide2219.xml" ContentType="application/vnd.openxmlformats-officedocument.presentationml.notesSlide+xml"/>
  <Override PartName="/ppt/notesSlides/notesSlide2220.xml" ContentType="application/vnd.openxmlformats-officedocument.presentationml.notesSlide+xml"/>
  <Override PartName="/ppt/notesSlides/notesSlide2221.xml" ContentType="application/vnd.openxmlformats-officedocument.presentationml.notesSlide+xml"/>
  <Override PartName="/ppt/notesSlides/notesSlide2222.xml" ContentType="application/vnd.openxmlformats-officedocument.presentationml.notesSlide+xml"/>
  <Override PartName="/ppt/notesSlides/notesSlide2223.xml" ContentType="application/vnd.openxmlformats-officedocument.presentationml.notesSlide+xml"/>
  <Override PartName="/ppt/notesSlides/notesSlide2224.xml" ContentType="application/vnd.openxmlformats-officedocument.presentationml.notesSlide+xml"/>
  <Override PartName="/ppt/notesSlides/notesSlide2225.xml" ContentType="application/vnd.openxmlformats-officedocument.presentationml.notesSlide+xml"/>
  <Override PartName="/ppt/notesSlides/notesSlide2226.xml" ContentType="application/vnd.openxmlformats-officedocument.presentationml.notesSlide+xml"/>
  <Override PartName="/ppt/notesSlides/notesSlide2227.xml" ContentType="application/vnd.openxmlformats-officedocument.presentationml.notesSlide+xml"/>
  <Override PartName="/ppt/notesSlides/notesSlide2228.xml" ContentType="application/vnd.openxmlformats-officedocument.presentationml.notesSlide+xml"/>
  <Override PartName="/ppt/notesSlides/notesSlide2229.xml" ContentType="application/vnd.openxmlformats-officedocument.presentationml.notesSlide+xml"/>
  <Override PartName="/ppt/notesSlides/notesSlide2230.xml" ContentType="application/vnd.openxmlformats-officedocument.presentationml.notesSlide+xml"/>
  <Override PartName="/ppt/notesSlides/notesSlide2231.xml" ContentType="application/vnd.openxmlformats-officedocument.presentationml.notesSlide+xml"/>
  <Override PartName="/ppt/notesSlides/notesSlide2232.xml" ContentType="application/vnd.openxmlformats-officedocument.presentationml.notesSlide+xml"/>
  <Override PartName="/ppt/notesSlides/notesSlide2233.xml" ContentType="application/vnd.openxmlformats-officedocument.presentationml.notesSlide+xml"/>
  <Override PartName="/ppt/notesSlides/notesSlide2234.xml" ContentType="application/vnd.openxmlformats-officedocument.presentationml.notesSlide+xml"/>
  <Override PartName="/ppt/notesSlides/notesSlide2235.xml" ContentType="application/vnd.openxmlformats-officedocument.presentationml.notesSlide+xml"/>
  <Override PartName="/ppt/notesSlides/notesSlide2236.xml" ContentType="application/vnd.openxmlformats-officedocument.presentationml.notesSlide+xml"/>
  <Override PartName="/ppt/notesSlides/notesSlide2237.xml" ContentType="application/vnd.openxmlformats-officedocument.presentationml.notesSlide+xml"/>
  <Override PartName="/ppt/notesSlides/notesSlide2238.xml" ContentType="application/vnd.openxmlformats-officedocument.presentationml.notesSlide+xml"/>
  <Override PartName="/ppt/notesSlides/notesSlide2239.xml" ContentType="application/vnd.openxmlformats-officedocument.presentationml.notesSlide+xml"/>
  <Override PartName="/ppt/notesSlides/notesSlide2240.xml" ContentType="application/vnd.openxmlformats-officedocument.presentationml.notesSlide+xml"/>
  <Override PartName="/ppt/notesSlides/notesSlide2241.xml" ContentType="application/vnd.openxmlformats-officedocument.presentationml.notesSlide+xml"/>
  <Override PartName="/ppt/notesSlides/notesSlide2242.xml" ContentType="application/vnd.openxmlformats-officedocument.presentationml.notesSlide+xml"/>
  <Override PartName="/ppt/notesSlides/notesSlide2243.xml" ContentType="application/vnd.openxmlformats-officedocument.presentationml.notesSlide+xml"/>
  <Override PartName="/ppt/notesSlides/notesSlide2244.xml" ContentType="application/vnd.openxmlformats-officedocument.presentationml.notesSlide+xml"/>
  <Override PartName="/ppt/notesSlides/notesSlide2245.xml" ContentType="application/vnd.openxmlformats-officedocument.presentationml.notesSlide+xml"/>
  <Override PartName="/ppt/notesSlides/notesSlide2246.xml" ContentType="application/vnd.openxmlformats-officedocument.presentationml.notesSlide+xml"/>
  <Override PartName="/ppt/notesSlides/notesSlide2247.xml" ContentType="application/vnd.openxmlformats-officedocument.presentationml.notesSlide+xml"/>
  <Override PartName="/ppt/notesSlides/notesSlide2248.xml" ContentType="application/vnd.openxmlformats-officedocument.presentationml.notesSlide+xml"/>
  <Override PartName="/ppt/notesSlides/notesSlide2249.xml" ContentType="application/vnd.openxmlformats-officedocument.presentationml.notesSlide+xml"/>
  <Override PartName="/ppt/notesSlides/notesSlide2250.xml" ContentType="application/vnd.openxmlformats-officedocument.presentationml.notesSlide+xml"/>
  <Override PartName="/ppt/notesSlides/notesSlide2251.xml" ContentType="application/vnd.openxmlformats-officedocument.presentationml.notesSlide+xml"/>
  <Override PartName="/ppt/notesSlides/notesSlide2252.xml" ContentType="application/vnd.openxmlformats-officedocument.presentationml.notesSlide+xml"/>
  <Override PartName="/ppt/notesSlides/notesSlide2253.xml" ContentType="application/vnd.openxmlformats-officedocument.presentationml.notesSlide+xml"/>
  <Override PartName="/ppt/notesSlides/notesSlide2254.xml" ContentType="application/vnd.openxmlformats-officedocument.presentationml.notesSlide+xml"/>
  <Override PartName="/ppt/notesSlides/notesSlide2255.xml" ContentType="application/vnd.openxmlformats-officedocument.presentationml.notesSlide+xml"/>
  <Override PartName="/ppt/notesSlides/notesSlide2256.xml" ContentType="application/vnd.openxmlformats-officedocument.presentationml.notesSlide+xml"/>
  <Override PartName="/ppt/notesSlides/notesSlide2257.xml" ContentType="application/vnd.openxmlformats-officedocument.presentationml.notesSlide+xml"/>
  <Override PartName="/ppt/notesSlides/notesSlide2258.xml" ContentType="application/vnd.openxmlformats-officedocument.presentationml.notesSlide+xml"/>
  <Override PartName="/ppt/notesSlides/notesSlide2259.xml" ContentType="application/vnd.openxmlformats-officedocument.presentationml.notesSlide+xml"/>
  <Override PartName="/ppt/notesSlides/notesSlide2260.xml" ContentType="application/vnd.openxmlformats-officedocument.presentationml.notesSlide+xml"/>
  <Override PartName="/ppt/notesSlides/notesSlide2261.xml" ContentType="application/vnd.openxmlformats-officedocument.presentationml.notesSlide+xml"/>
  <Override PartName="/ppt/notesSlides/notesSlide2262.xml" ContentType="application/vnd.openxmlformats-officedocument.presentationml.notesSlide+xml"/>
  <Override PartName="/ppt/notesSlides/notesSlide2263.xml" ContentType="application/vnd.openxmlformats-officedocument.presentationml.notesSlide+xml"/>
  <Override PartName="/ppt/notesSlides/notesSlide2264.xml" ContentType="application/vnd.openxmlformats-officedocument.presentationml.notesSlide+xml"/>
  <Override PartName="/ppt/notesSlides/notesSlide2265.xml" ContentType="application/vnd.openxmlformats-officedocument.presentationml.notesSlide+xml"/>
  <Override PartName="/ppt/notesSlides/notesSlide2266.xml" ContentType="application/vnd.openxmlformats-officedocument.presentationml.notesSlide+xml"/>
  <Override PartName="/ppt/notesSlides/notesSlide2267.xml" ContentType="application/vnd.openxmlformats-officedocument.presentationml.notesSlide+xml"/>
  <Override PartName="/ppt/notesSlides/notesSlide2268.xml" ContentType="application/vnd.openxmlformats-officedocument.presentationml.notesSlide+xml"/>
  <Override PartName="/ppt/notesSlides/notesSlide2269.xml" ContentType="application/vnd.openxmlformats-officedocument.presentationml.notesSlide+xml"/>
  <Override PartName="/ppt/notesSlides/notesSlide2270.xml" ContentType="application/vnd.openxmlformats-officedocument.presentationml.notesSlide+xml"/>
  <Override PartName="/ppt/notesSlides/notesSlide2271.xml" ContentType="application/vnd.openxmlformats-officedocument.presentationml.notesSlide+xml"/>
  <Override PartName="/ppt/notesSlides/notesSlide2272.xml" ContentType="application/vnd.openxmlformats-officedocument.presentationml.notesSlide+xml"/>
  <Override PartName="/ppt/notesSlides/notesSlide2273.xml" ContentType="application/vnd.openxmlformats-officedocument.presentationml.notesSlide+xml"/>
  <Override PartName="/ppt/notesSlides/notesSlide2274.xml" ContentType="application/vnd.openxmlformats-officedocument.presentationml.notesSlide+xml"/>
  <Override PartName="/ppt/notesSlides/notesSlide2275.xml" ContentType="application/vnd.openxmlformats-officedocument.presentationml.notesSlide+xml"/>
  <Override PartName="/ppt/notesSlides/notesSlide2276.xml" ContentType="application/vnd.openxmlformats-officedocument.presentationml.notesSlide+xml"/>
  <Override PartName="/ppt/notesSlides/notesSlide2277.xml" ContentType="application/vnd.openxmlformats-officedocument.presentationml.notesSlide+xml"/>
  <Override PartName="/ppt/notesSlides/notesSlide2278.xml" ContentType="application/vnd.openxmlformats-officedocument.presentationml.notesSlide+xml"/>
  <Override PartName="/ppt/notesSlides/notesSlide2279.xml" ContentType="application/vnd.openxmlformats-officedocument.presentationml.notesSlide+xml"/>
  <Override PartName="/ppt/notesSlides/notesSlide2280.xml" ContentType="application/vnd.openxmlformats-officedocument.presentationml.notesSlide+xml"/>
  <Override PartName="/ppt/notesSlides/notesSlide2281.xml" ContentType="application/vnd.openxmlformats-officedocument.presentationml.notesSlide+xml"/>
  <Override PartName="/ppt/notesSlides/notesSlide2282.xml" ContentType="application/vnd.openxmlformats-officedocument.presentationml.notesSlide+xml"/>
  <Override PartName="/ppt/notesSlides/notesSlide2283.xml" ContentType="application/vnd.openxmlformats-officedocument.presentationml.notesSlide+xml"/>
  <Override PartName="/ppt/notesSlides/notesSlide2284.xml" ContentType="application/vnd.openxmlformats-officedocument.presentationml.notesSlide+xml"/>
  <Override PartName="/ppt/notesSlides/notesSlide2285.xml" ContentType="application/vnd.openxmlformats-officedocument.presentationml.notesSlide+xml"/>
  <Override PartName="/ppt/notesSlides/notesSlide2286.xml" ContentType="application/vnd.openxmlformats-officedocument.presentationml.notesSlide+xml"/>
  <Override PartName="/ppt/notesSlides/notesSlide2287.xml" ContentType="application/vnd.openxmlformats-officedocument.presentationml.notesSlide+xml"/>
  <Override PartName="/ppt/notesSlides/notesSlide2288.xml" ContentType="application/vnd.openxmlformats-officedocument.presentationml.notesSlide+xml"/>
  <Override PartName="/ppt/notesSlides/notesSlide2289.xml" ContentType="application/vnd.openxmlformats-officedocument.presentationml.notesSlide+xml"/>
  <Override PartName="/ppt/notesSlides/notesSlide2290.xml" ContentType="application/vnd.openxmlformats-officedocument.presentationml.notesSlide+xml"/>
  <Override PartName="/ppt/notesSlides/notesSlide2291.xml" ContentType="application/vnd.openxmlformats-officedocument.presentationml.notesSlide+xml"/>
  <Override PartName="/ppt/notesSlides/notesSlide2292.xml" ContentType="application/vnd.openxmlformats-officedocument.presentationml.notesSlide+xml"/>
  <Override PartName="/ppt/notesSlides/notesSlide2293.xml" ContentType="application/vnd.openxmlformats-officedocument.presentationml.notesSlide+xml"/>
  <Override PartName="/ppt/notesSlides/notesSlide2294.xml" ContentType="application/vnd.openxmlformats-officedocument.presentationml.notesSlide+xml"/>
  <Override PartName="/ppt/notesSlides/notesSlide2295.xml" ContentType="application/vnd.openxmlformats-officedocument.presentationml.notesSlide+xml"/>
  <Override PartName="/ppt/notesSlides/notesSlide2296.xml" ContentType="application/vnd.openxmlformats-officedocument.presentationml.notesSlide+xml"/>
  <Override PartName="/ppt/notesSlides/notesSlide2297.xml" ContentType="application/vnd.openxmlformats-officedocument.presentationml.notesSlide+xml"/>
  <Override PartName="/ppt/notesSlides/notesSlide2298.xml" ContentType="application/vnd.openxmlformats-officedocument.presentationml.notesSlide+xml"/>
  <Override PartName="/ppt/notesSlides/notesSlide2299.xml" ContentType="application/vnd.openxmlformats-officedocument.presentationml.notesSlide+xml"/>
  <Override PartName="/ppt/notesSlides/notesSlide2300.xml" ContentType="application/vnd.openxmlformats-officedocument.presentationml.notesSlide+xml"/>
  <Override PartName="/ppt/notesSlides/notesSlide2301.xml" ContentType="application/vnd.openxmlformats-officedocument.presentationml.notesSlide+xml"/>
  <Override PartName="/ppt/notesSlides/notesSlide2302.xml" ContentType="application/vnd.openxmlformats-officedocument.presentationml.notesSlide+xml"/>
  <Override PartName="/ppt/notesSlides/notesSlide2303.xml" ContentType="application/vnd.openxmlformats-officedocument.presentationml.notesSlide+xml"/>
  <Override PartName="/ppt/notesSlides/notesSlide2304.xml" ContentType="application/vnd.openxmlformats-officedocument.presentationml.notesSlide+xml"/>
  <Override PartName="/ppt/notesSlides/notesSlide2305.xml" ContentType="application/vnd.openxmlformats-officedocument.presentationml.notesSlide+xml"/>
  <Override PartName="/ppt/notesSlides/notesSlide2306.xml" ContentType="application/vnd.openxmlformats-officedocument.presentationml.notesSlide+xml"/>
  <Override PartName="/ppt/notesSlides/notesSlide2307.xml" ContentType="application/vnd.openxmlformats-officedocument.presentationml.notesSlide+xml"/>
  <Override PartName="/ppt/notesSlides/notesSlide2308.xml" ContentType="application/vnd.openxmlformats-officedocument.presentationml.notesSlide+xml"/>
  <Override PartName="/ppt/notesSlides/notesSlide2309.xml" ContentType="application/vnd.openxmlformats-officedocument.presentationml.notesSlide+xml"/>
  <Override PartName="/ppt/notesSlides/notesSlide2310.xml" ContentType="application/vnd.openxmlformats-officedocument.presentationml.notesSlide+xml"/>
  <Override PartName="/ppt/notesSlides/notesSlide2311.xml" ContentType="application/vnd.openxmlformats-officedocument.presentationml.notesSlide+xml"/>
  <Override PartName="/ppt/notesSlides/notesSlide2312.xml" ContentType="application/vnd.openxmlformats-officedocument.presentationml.notesSlide+xml"/>
  <Override PartName="/ppt/notesSlides/notesSlide2313.xml" ContentType="application/vnd.openxmlformats-officedocument.presentationml.notesSlide+xml"/>
  <Override PartName="/ppt/notesSlides/notesSlide2314.xml" ContentType="application/vnd.openxmlformats-officedocument.presentationml.notesSlide+xml"/>
  <Override PartName="/ppt/notesSlides/notesSlide2315.xml" ContentType="application/vnd.openxmlformats-officedocument.presentationml.notesSlide+xml"/>
  <Override PartName="/ppt/notesSlides/notesSlide2316.xml" ContentType="application/vnd.openxmlformats-officedocument.presentationml.notesSlide+xml"/>
  <Override PartName="/ppt/notesSlides/notesSlide2317.xml" ContentType="application/vnd.openxmlformats-officedocument.presentationml.notesSlide+xml"/>
  <Override PartName="/ppt/notesSlides/notesSlide2318.xml" ContentType="application/vnd.openxmlformats-officedocument.presentationml.notesSlide+xml"/>
  <Override PartName="/ppt/notesSlides/notesSlide2319.xml" ContentType="application/vnd.openxmlformats-officedocument.presentationml.notesSlide+xml"/>
  <Override PartName="/ppt/notesSlides/notesSlide2320.xml" ContentType="application/vnd.openxmlformats-officedocument.presentationml.notesSlide+xml"/>
  <Override PartName="/ppt/notesSlides/notesSlide2321.xml" ContentType="application/vnd.openxmlformats-officedocument.presentationml.notesSlide+xml"/>
  <Override PartName="/ppt/notesSlides/notesSlide2322.xml" ContentType="application/vnd.openxmlformats-officedocument.presentationml.notesSlide+xml"/>
  <Override PartName="/ppt/notesSlides/notesSlide2323.xml" ContentType="application/vnd.openxmlformats-officedocument.presentationml.notesSlide+xml"/>
  <Override PartName="/ppt/notesSlides/notesSlide2324.xml" ContentType="application/vnd.openxmlformats-officedocument.presentationml.notesSlide+xml"/>
  <Override PartName="/ppt/notesSlides/notesSlide2325.xml" ContentType="application/vnd.openxmlformats-officedocument.presentationml.notesSlide+xml"/>
  <Override PartName="/ppt/notesSlides/notesSlide2326.xml" ContentType="application/vnd.openxmlformats-officedocument.presentationml.notesSlide+xml"/>
  <Override PartName="/ppt/notesSlides/notesSlide2327.xml" ContentType="application/vnd.openxmlformats-officedocument.presentationml.notesSlide+xml"/>
  <Override PartName="/ppt/notesSlides/notesSlide2328.xml" ContentType="application/vnd.openxmlformats-officedocument.presentationml.notesSlide+xml"/>
  <Override PartName="/ppt/notesSlides/notesSlide2329.xml" ContentType="application/vnd.openxmlformats-officedocument.presentationml.notesSlide+xml"/>
  <Override PartName="/ppt/notesSlides/notesSlide2330.xml" ContentType="application/vnd.openxmlformats-officedocument.presentationml.notesSlide+xml"/>
  <Override PartName="/ppt/notesSlides/notesSlide2331.xml" ContentType="application/vnd.openxmlformats-officedocument.presentationml.notesSlide+xml"/>
  <Override PartName="/ppt/notesSlides/notesSlide2332.xml" ContentType="application/vnd.openxmlformats-officedocument.presentationml.notesSlide+xml"/>
  <Override PartName="/ppt/notesSlides/notesSlide2333.xml" ContentType="application/vnd.openxmlformats-officedocument.presentationml.notesSlide+xml"/>
  <Override PartName="/ppt/notesSlides/notesSlide2334.xml" ContentType="application/vnd.openxmlformats-officedocument.presentationml.notesSlide+xml"/>
  <Override PartName="/ppt/notesSlides/notesSlide2335.xml" ContentType="application/vnd.openxmlformats-officedocument.presentationml.notesSlide+xml"/>
  <Override PartName="/ppt/notesSlides/notesSlide2336.xml" ContentType="application/vnd.openxmlformats-officedocument.presentationml.notesSlide+xml"/>
  <Override PartName="/ppt/notesSlides/notesSlide2337.xml" ContentType="application/vnd.openxmlformats-officedocument.presentationml.notesSlide+xml"/>
  <Override PartName="/ppt/notesSlides/notesSlide2338.xml" ContentType="application/vnd.openxmlformats-officedocument.presentationml.notesSlide+xml"/>
  <Override PartName="/ppt/notesSlides/notesSlide2339.xml" ContentType="application/vnd.openxmlformats-officedocument.presentationml.notesSlide+xml"/>
  <Override PartName="/ppt/notesSlides/notesSlide2340.xml" ContentType="application/vnd.openxmlformats-officedocument.presentationml.notesSlide+xml"/>
  <Override PartName="/ppt/notesSlides/notesSlide2341.xml" ContentType="application/vnd.openxmlformats-officedocument.presentationml.notesSlide+xml"/>
  <Override PartName="/ppt/notesSlides/notesSlide2342.xml" ContentType="application/vnd.openxmlformats-officedocument.presentationml.notesSlide+xml"/>
  <Override PartName="/ppt/notesSlides/notesSlide2343.xml" ContentType="application/vnd.openxmlformats-officedocument.presentationml.notesSlide+xml"/>
  <Override PartName="/ppt/notesSlides/notesSlide2344.xml" ContentType="application/vnd.openxmlformats-officedocument.presentationml.notesSlide+xml"/>
  <Override PartName="/ppt/notesSlides/notesSlide2345.xml" ContentType="application/vnd.openxmlformats-officedocument.presentationml.notesSlide+xml"/>
  <Override PartName="/ppt/notesSlides/notesSlide2346.xml" ContentType="application/vnd.openxmlformats-officedocument.presentationml.notesSlide+xml"/>
  <Override PartName="/ppt/notesSlides/notesSlide2347.xml" ContentType="application/vnd.openxmlformats-officedocument.presentationml.notesSlide+xml"/>
  <Override PartName="/ppt/notesSlides/notesSlide2348.xml" ContentType="application/vnd.openxmlformats-officedocument.presentationml.notesSlide+xml"/>
  <Override PartName="/ppt/notesSlides/notesSlide2349.xml" ContentType="application/vnd.openxmlformats-officedocument.presentationml.notesSlide+xml"/>
  <Override PartName="/ppt/notesSlides/notesSlide2350.xml" ContentType="application/vnd.openxmlformats-officedocument.presentationml.notesSlide+xml"/>
  <Override PartName="/ppt/notesSlides/notesSlide2351.xml" ContentType="application/vnd.openxmlformats-officedocument.presentationml.notesSlide+xml"/>
  <Override PartName="/ppt/notesSlides/notesSlide2352.xml" ContentType="application/vnd.openxmlformats-officedocument.presentationml.notesSlide+xml"/>
  <Override PartName="/ppt/notesSlides/notesSlide2353.xml" ContentType="application/vnd.openxmlformats-officedocument.presentationml.notesSlide+xml"/>
  <Override PartName="/ppt/notesSlides/notesSlide2354.xml" ContentType="application/vnd.openxmlformats-officedocument.presentationml.notesSlide+xml"/>
  <Override PartName="/ppt/notesSlides/notesSlide2355.xml" ContentType="application/vnd.openxmlformats-officedocument.presentationml.notesSlide+xml"/>
  <Override PartName="/ppt/notesSlides/notesSlide2356.xml" ContentType="application/vnd.openxmlformats-officedocument.presentationml.notesSlide+xml"/>
  <Override PartName="/ppt/notesSlides/notesSlide2357.xml" ContentType="application/vnd.openxmlformats-officedocument.presentationml.notesSlide+xml"/>
  <Override PartName="/ppt/notesSlides/notesSlide2358.xml" ContentType="application/vnd.openxmlformats-officedocument.presentationml.notesSlide+xml"/>
  <Override PartName="/ppt/notesSlides/notesSlide2359.xml" ContentType="application/vnd.openxmlformats-officedocument.presentationml.notesSlide+xml"/>
  <Override PartName="/ppt/notesSlides/notesSlide2360.xml" ContentType="application/vnd.openxmlformats-officedocument.presentationml.notesSlide+xml"/>
  <Override PartName="/ppt/notesSlides/notesSlide2361.xml" ContentType="application/vnd.openxmlformats-officedocument.presentationml.notesSlide+xml"/>
  <Override PartName="/ppt/notesSlides/notesSlide2362.xml" ContentType="application/vnd.openxmlformats-officedocument.presentationml.notesSlide+xml"/>
  <Override PartName="/ppt/notesSlides/notesSlide2363.xml" ContentType="application/vnd.openxmlformats-officedocument.presentationml.notesSlide+xml"/>
  <Override PartName="/ppt/notesSlides/notesSlide2364.xml" ContentType="application/vnd.openxmlformats-officedocument.presentationml.notesSlide+xml"/>
  <Override PartName="/ppt/notesSlides/notesSlide2365.xml" ContentType="application/vnd.openxmlformats-officedocument.presentationml.notesSlide+xml"/>
  <Override PartName="/ppt/notesSlides/notesSlide2366.xml" ContentType="application/vnd.openxmlformats-officedocument.presentationml.notesSlide+xml"/>
  <Override PartName="/ppt/notesSlides/notesSlide2367.xml" ContentType="application/vnd.openxmlformats-officedocument.presentationml.notesSlide+xml"/>
  <Override PartName="/ppt/notesSlides/notesSlide2368.xml" ContentType="application/vnd.openxmlformats-officedocument.presentationml.notesSlide+xml"/>
  <Override PartName="/ppt/notesSlides/notesSlide2369.xml" ContentType="application/vnd.openxmlformats-officedocument.presentationml.notesSlide+xml"/>
  <Override PartName="/ppt/notesSlides/notesSlide2370.xml" ContentType="application/vnd.openxmlformats-officedocument.presentationml.notesSlide+xml"/>
  <Override PartName="/ppt/notesSlides/notesSlide2371.xml" ContentType="application/vnd.openxmlformats-officedocument.presentationml.notesSlide+xml"/>
  <Override PartName="/ppt/notesSlides/notesSlide2372.xml" ContentType="application/vnd.openxmlformats-officedocument.presentationml.notesSlide+xml"/>
  <Override PartName="/ppt/notesSlides/notesSlide2373.xml" ContentType="application/vnd.openxmlformats-officedocument.presentationml.notesSlide+xml"/>
  <Override PartName="/ppt/notesSlides/notesSlide2374.xml" ContentType="application/vnd.openxmlformats-officedocument.presentationml.notesSlide+xml"/>
  <Override PartName="/ppt/notesSlides/notesSlide2375.xml" ContentType="application/vnd.openxmlformats-officedocument.presentationml.notesSlide+xml"/>
  <Override PartName="/ppt/notesSlides/notesSlide2376.xml" ContentType="application/vnd.openxmlformats-officedocument.presentationml.notesSlide+xml"/>
  <Override PartName="/ppt/notesSlides/notesSlide2377.xml" ContentType="application/vnd.openxmlformats-officedocument.presentationml.notesSlide+xml"/>
  <Override PartName="/ppt/notesSlides/notesSlide2378.xml" ContentType="application/vnd.openxmlformats-officedocument.presentationml.notesSlide+xml"/>
  <Override PartName="/ppt/notesSlides/notesSlide2379.xml" ContentType="application/vnd.openxmlformats-officedocument.presentationml.notesSlide+xml"/>
  <Override PartName="/ppt/notesSlides/notesSlide2380.xml" ContentType="application/vnd.openxmlformats-officedocument.presentationml.notesSlide+xml"/>
  <Override PartName="/ppt/notesSlides/notesSlide2381.xml" ContentType="application/vnd.openxmlformats-officedocument.presentationml.notesSlide+xml"/>
  <Override PartName="/ppt/notesSlides/notesSlide2382.xml" ContentType="application/vnd.openxmlformats-officedocument.presentationml.notesSlide+xml"/>
  <Override PartName="/ppt/notesSlides/notesSlide2383.xml" ContentType="application/vnd.openxmlformats-officedocument.presentationml.notesSlide+xml"/>
  <Override PartName="/ppt/notesSlides/notesSlide2384.xml" ContentType="application/vnd.openxmlformats-officedocument.presentationml.notesSlide+xml"/>
  <Override PartName="/ppt/notesSlides/notesSlide2385.xml" ContentType="application/vnd.openxmlformats-officedocument.presentationml.notesSlide+xml"/>
  <Override PartName="/ppt/notesSlides/notesSlide2386.xml" ContentType="application/vnd.openxmlformats-officedocument.presentationml.notesSlide+xml"/>
  <Override PartName="/ppt/notesSlides/notesSlide2387.xml" ContentType="application/vnd.openxmlformats-officedocument.presentationml.notesSlide+xml"/>
  <Override PartName="/ppt/notesSlides/notesSlide2388.xml" ContentType="application/vnd.openxmlformats-officedocument.presentationml.notesSlide+xml"/>
  <Override PartName="/ppt/notesSlides/notesSlide2389.xml" ContentType="application/vnd.openxmlformats-officedocument.presentationml.notesSlide+xml"/>
  <Override PartName="/ppt/notesSlides/notesSlide2390.xml" ContentType="application/vnd.openxmlformats-officedocument.presentationml.notesSlide+xml"/>
  <Override PartName="/ppt/notesSlides/notesSlide2391.xml" ContentType="application/vnd.openxmlformats-officedocument.presentationml.notesSlide+xml"/>
  <Override PartName="/ppt/notesSlides/notesSlide2392.xml" ContentType="application/vnd.openxmlformats-officedocument.presentationml.notesSlide+xml"/>
  <Override PartName="/ppt/notesSlides/notesSlide2393.xml" ContentType="application/vnd.openxmlformats-officedocument.presentationml.notesSlide+xml"/>
  <Override PartName="/ppt/notesSlides/notesSlide2394.xml" ContentType="application/vnd.openxmlformats-officedocument.presentationml.notesSlide+xml"/>
  <Override PartName="/ppt/notesSlides/notesSlide2395.xml" ContentType="application/vnd.openxmlformats-officedocument.presentationml.notesSlide+xml"/>
  <Override PartName="/ppt/notesSlides/notesSlide2396.xml" ContentType="application/vnd.openxmlformats-officedocument.presentationml.notesSlide+xml"/>
  <Override PartName="/ppt/notesSlides/notesSlide2397.xml" ContentType="application/vnd.openxmlformats-officedocument.presentationml.notesSlide+xml"/>
  <Override PartName="/ppt/notesSlides/notesSlide2398.xml" ContentType="application/vnd.openxmlformats-officedocument.presentationml.notesSlide+xml"/>
  <Override PartName="/ppt/notesSlides/notesSlide2399.xml" ContentType="application/vnd.openxmlformats-officedocument.presentationml.notesSlide+xml"/>
  <Override PartName="/ppt/notesSlides/notesSlide2400.xml" ContentType="application/vnd.openxmlformats-officedocument.presentationml.notesSlide+xml"/>
  <Override PartName="/ppt/notesSlides/notesSlide2401.xml" ContentType="application/vnd.openxmlformats-officedocument.presentationml.notesSlide+xml"/>
  <Override PartName="/ppt/notesSlides/notesSlide2402.xml" ContentType="application/vnd.openxmlformats-officedocument.presentationml.notesSlide+xml"/>
  <Override PartName="/ppt/notesSlides/notesSlide2403.xml" ContentType="application/vnd.openxmlformats-officedocument.presentationml.notesSlide+xml"/>
  <Override PartName="/ppt/notesSlides/notesSlide2404.xml" ContentType="application/vnd.openxmlformats-officedocument.presentationml.notesSlide+xml"/>
  <Override PartName="/ppt/notesSlides/notesSlide2405.xml" ContentType="application/vnd.openxmlformats-officedocument.presentationml.notesSlide+xml"/>
  <Override PartName="/ppt/notesSlides/notesSlide2406.xml" ContentType="application/vnd.openxmlformats-officedocument.presentationml.notesSlide+xml"/>
  <Override PartName="/ppt/notesSlides/notesSlide2407.xml" ContentType="application/vnd.openxmlformats-officedocument.presentationml.notesSlide+xml"/>
  <Override PartName="/ppt/notesSlides/notesSlide2408.xml" ContentType="application/vnd.openxmlformats-officedocument.presentationml.notesSlide+xml"/>
  <Override PartName="/ppt/notesSlides/notesSlide2409.xml" ContentType="application/vnd.openxmlformats-officedocument.presentationml.notesSlide+xml"/>
  <Override PartName="/ppt/notesSlides/notesSlide2410.xml" ContentType="application/vnd.openxmlformats-officedocument.presentationml.notesSlide+xml"/>
  <Override PartName="/ppt/notesSlides/notesSlide2411.xml" ContentType="application/vnd.openxmlformats-officedocument.presentationml.notesSlide+xml"/>
  <Override PartName="/ppt/notesSlides/notesSlide2412.xml" ContentType="application/vnd.openxmlformats-officedocument.presentationml.notesSlide+xml"/>
  <Override PartName="/ppt/notesSlides/notesSlide2413.xml" ContentType="application/vnd.openxmlformats-officedocument.presentationml.notesSlide+xml"/>
  <Override PartName="/ppt/notesSlides/notesSlide2414.xml" ContentType="application/vnd.openxmlformats-officedocument.presentationml.notesSlide+xml"/>
  <Override PartName="/ppt/notesSlides/notesSlide2415.xml" ContentType="application/vnd.openxmlformats-officedocument.presentationml.notesSlide+xml"/>
  <Override PartName="/ppt/notesSlides/notesSlide2416.xml" ContentType="application/vnd.openxmlformats-officedocument.presentationml.notesSlide+xml"/>
  <Override PartName="/ppt/notesSlides/notesSlide2417.xml" ContentType="application/vnd.openxmlformats-officedocument.presentationml.notesSlide+xml"/>
  <Override PartName="/ppt/notesSlides/notesSlide2418.xml" ContentType="application/vnd.openxmlformats-officedocument.presentationml.notesSlide+xml"/>
  <Override PartName="/ppt/notesSlides/notesSlide2419.xml" ContentType="application/vnd.openxmlformats-officedocument.presentationml.notesSlide+xml"/>
  <Override PartName="/ppt/notesSlides/notesSlide2420.xml" ContentType="application/vnd.openxmlformats-officedocument.presentationml.notesSlide+xml"/>
  <Override PartName="/ppt/notesSlides/notesSlide2421.xml" ContentType="application/vnd.openxmlformats-officedocument.presentationml.notesSlide+xml"/>
  <Override PartName="/ppt/notesSlides/notesSlide2422.xml" ContentType="application/vnd.openxmlformats-officedocument.presentationml.notesSlide+xml"/>
  <Override PartName="/ppt/notesSlides/notesSlide2423.xml" ContentType="application/vnd.openxmlformats-officedocument.presentationml.notesSlide+xml"/>
  <Override PartName="/ppt/notesSlides/notesSlide2424.xml" ContentType="application/vnd.openxmlformats-officedocument.presentationml.notesSlide+xml"/>
  <Override PartName="/ppt/notesSlides/notesSlide2425.xml" ContentType="application/vnd.openxmlformats-officedocument.presentationml.notesSlide+xml"/>
  <Override PartName="/ppt/notesSlides/notesSlide2426.xml" ContentType="application/vnd.openxmlformats-officedocument.presentationml.notesSlide+xml"/>
  <Override PartName="/ppt/notesSlides/notesSlide2427.xml" ContentType="application/vnd.openxmlformats-officedocument.presentationml.notesSlide+xml"/>
  <Override PartName="/ppt/notesSlides/notesSlide2428.xml" ContentType="application/vnd.openxmlformats-officedocument.presentationml.notesSlide+xml"/>
  <Override PartName="/ppt/notesSlides/notesSlide2429.xml" ContentType="application/vnd.openxmlformats-officedocument.presentationml.notesSlide+xml"/>
  <Override PartName="/ppt/notesSlides/notesSlide2430.xml" ContentType="application/vnd.openxmlformats-officedocument.presentationml.notesSlide+xml"/>
  <Override PartName="/ppt/notesSlides/notesSlide2431.xml" ContentType="application/vnd.openxmlformats-officedocument.presentationml.notesSlide+xml"/>
  <Override PartName="/ppt/notesSlides/notesSlide2432.xml" ContentType="application/vnd.openxmlformats-officedocument.presentationml.notesSlide+xml"/>
  <Override PartName="/ppt/notesSlides/notesSlide2433.xml" ContentType="application/vnd.openxmlformats-officedocument.presentationml.notesSlide+xml"/>
  <Override PartName="/ppt/notesSlides/notesSlide2434.xml" ContentType="application/vnd.openxmlformats-officedocument.presentationml.notesSlide+xml"/>
  <Override PartName="/ppt/notesSlides/notesSlide2435.xml" ContentType="application/vnd.openxmlformats-officedocument.presentationml.notesSlide+xml"/>
  <Override PartName="/ppt/notesSlides/notesSlide2436.xml" ContentType="application/vnd.openxmlformats-officedocument.presentationml.notesSlide+xml"/>
  <Override PartName="/ppt/notesSlides/notesSlide2437.xml" ContentType="application/vnd.openxmlformats-officedocument.presentationml.notesSlide+xml"/>
  <Override PartName="/ppt/notesSlides/notesSlide2438.xml" ContentType="application/vnd.openxmlformats-officedocument.presentationml.notesSlide+xml"/>
  <Override PartName="/ppt/notesSlides/notesSlide2439.xml" ContentType="application/vnd.openxmlformats-officedocument.presentationml.notesSlide+xml"/>
  <Override PartName="/ppt/notesSlides/notesSlide2440.xml" ContentType="application/vnd.openxmlformats-officedocument.presentationml.notesSlide+xml"/>
  <Override PartName="/ppt/notesSlides/notesSlide2441.xml" ContentType="application/vnd.openxmlformats-officedocument.presentationml.notesSlide+xml"/>
  <Override PartName="/ppt/notesSlides/notesSlide2442.xml" ContentType="application/vnd.openxmlformats-officedocument.presentationml.notesSlide+xml"/>
  <Override PartName="/ppt/notesSlides/notesSlide2443.xml" ContentType="application/vnd.openxmlformats-officedocument.presentationml.notesSlide+xml"/>
  <Override PartName="/ppt/notesSlides/notesSlide2444.xml" ContentType="application/vnd.openxmlformats-officedocument.presentationml.notesSlide+xml"/>
  <Override PartName="/ppt/notesSlides/notesSlide2445.xml" ContentType="application/vnd.openxmlformats-officedocument.presentationml.notesSlide+xml"/>
  <Override PartName="/ppt/notesSlides/notesSlide2446.xml" ContentType="application/vnd.openxmlformats-officedocument.presentationml.notesSlide+xml"/>
  <Override PartName="/ppt/notesSlides/notesSlide2447.xml" ContentType="application/vnd.openxmlformats-officedocument.presentationml.notesSlide+xml"/>
  <Override PartName="/ppt/notesSlides/notesSlide2448.xml" ContentType="application/vnd.openxmlformats-officedocument.presentationml.notesSlide+xml"/>
  <Override PartName="/ppt/notesSlides/notesSlide2449.xml" ContentType="application/vnd.openxmlformats-officedocument.presentationml.notesSlide+xml"/>
  <Override PartName="/ppt/notesSlides/notesSlide2450.xml" ContentType="application/vnd.openxmlformats-officedocument.presentationml.notesSlide+xml"/>
  <Override PartName="/ppt/notesSlides/notesSlide2451.xml" ContentType="application/vnd.openxmlformats-officedocument.presentationml.notesSlide+xml"/>
  <Override PartName="/ppt/notesSlides/notesSlide2452.xml" ContentType="application/vnd.openxmlformats-officedocument.presentationml.notesSlide+xml"/>
  <Override PartName="/ppt/notesSlides/notesSlide2453.xml" ContentType="application/vnd.openxmlformats-officedocument.presentationml.notesSlide+xml"/>
  <Override PartName="/ppt/notesSlides/notesSlide2454.xml" ContentType="application/vnd.openxmlformats-officedocument.presentationml.notesSlide+xml"/>
  <Override PartName="/ppt/notesSlides/notesSlide2455.xml" ContentType="application/vnd.openxmlformats-officedocument.presentationml.notesSlide+xml"/>
  <Override PartName="/ppt/notesSlides/notesSlide2456.xml" ContentType="application/vnd.openxmlformats-officedocument.presentationml.notesSlide+xml"/>
  <Override PartName="/ppt/notesSlides/notesSlide2457.xml" ContentType="application/vnd.openxmlformats-officedocument.presentationml.notesSlide+xml"/>
  <Override PartName="/ppt/notesSlides/notesSlide2458.xml" ContentType="application/vnd.openxmlformats-officedocument.presentationml.notesSlide+xml"/>
  <Override PartName="/ppt/notesSlides/notesSlide2459.xml" ContentType="application/vnd.openxmlformats-officedocument.presentationml.notesSlide+xml"/>
  <Override PartName="/ppt/notesSlides/notesSlide2460.xml" ContentType="application/vnd.openxmlformats-officedocument.presentationml.notesSlide+xml"/>
  <Override PartName="/ppt/notesSlides/notesSlide2461.xml" ContentType="application/vnd.openxmlformats-officedocument.presentationml.notesSlide+xml"/>
  <Override PartName="/ppt/notesSlides/notesSlide2462.xml" ContentType="application/vnd.openxmlformats-officedocument.presentationml.notesSlide+xml"/>
  <Override PartName="/ppt/notesSlides/notesSlide2463.xml" ContentType="application/vnd.openxmlformats-officedocument.presentationml.notesSlide+xml"/>
  <Override PartName="/ppt/notesSlides/notesSlide2464.xml" ContentType="application/vnd.openxmlformats-officedocument.presentationml.notesSlide+xml"/>
  <Override PartName="/ppt/notesSlides/notesSlide2465.xml" ContentType="application/vnd.openxmlformats-officedocument.presentationml.notesSlide+xml"/>
  <Override PartName="/ppt/notesSlides/notesSlide2466.xml" ContentType="application/vnd.openxmlformats-officedocument.presentationml.notesSlide+xml"/>
  <Override PartName="/ppt/notesSlides/notesSlide2467.xml" ContentType="application/vnd.openxmlformats-officedocument.presentationml.notesSlide+xml"/>
  <Override PartName="/ppt/notesSlides/notesSlide2468.xml" ContentType="application/vnd.openxmlformats-officedocument.presentationml.notesSlide+xml"/>
  <Override PartName="/ppt/notesSlides/notesSlide2469.xml" ContentType="application/vnd.openxmlformats-officedocument.presentationml.notesSlide+xml"/>
  <Override PartName="/ppt/notesSlides/notesSlide2470.xml" ContentType="application/vnd.openxmlformats-officedocument.presentationml.notesSlide+xml"/>
  <Override PartName="/ppt/notesSlides/notesSlide2471.xml" ContentType="application/vnd.openxmlformats-officedocument.presentationml.notesSlide+xml"/>
  <Override PartName="/ppt/notesSlides/notesSlide2472.xml" ContentType="application/vnd.openxmlformats-officedocument.presentationml.notesSlide+xml"/>
  <Override PartName="/ppt/notesSlides/notesSlide2473.xml" ContentType="application/vnd.openxmlformats-officedocument.presentationml.notesSlide+xml"/>
  <Override PartName="/ppt/notesSlides/notesSlide2474.xml" ContentType="application/vnd.openxmlformats-officedocument.presentationml.notesSlide+xml"/>
  <Override PartName="/ppt/notesSlides/notesSlide2475.xml" ContentType="application/vnd.openxmlformats-officedocument.presentationml.notesSlide+xml"/>
  <Override PartName="/ppt/notesSlides/notesSlide2476.xml" ContentType="application/vnd.openxmlformats-officedocument.presentationml.notesSlide+xml"/>
  <Override PartName="/ppt/notesSlides/notesSlide2477.xml" ContentType="application/vnd.openxmlformats-officedocument.presentationml.notesSlide+xml"/>
  <Override PartName="/ppt/notesSlides/notesSlide2478.xml" ContentType="application/vnd.openxmlformats-officedocument.presentationml.notesSlide+xml"/>
  <Override PartName="/ppt/notesSlides/notesSlide2479.xml" ContentType="application/vnd.openxmlformats-officedocument.presentationml.notesSlide+xml"/>
  <Override PartName="/ppt/notesSlides/notesSlide2480.xml" ContentType="application/vnd.openxmlformats-officedocument.presentationml.notesSlide+xml"/>
  <Override PartName="/ppt/notesSlides/notesSlide2481.xml" ContentType="application/vnd.openxmlformats-officedocument.presentationml.notesSlide+xml"/>
  <Override PartName="/ppt/notesSlides/notesSlide2482.xml" ContentType="application/vnd.openxmlformats-officedocument.presentationml.notesSlide+xml"/>
  <Override PartName="/ppt/notesSlides/notesSlide2483.xml" ContentType="application/vnd.openxmlformats-officedocument.presentationml.notesSlide+xml"/>
  <Override PartName="/ppt/notesSlides/notesSlide2484.xml" ContentType="application/vnd.openxmlformats-officedocument.presentationml.notesSlide+xml"/>
  <Override PartName="/ppt/notesSlides/notesSlide2485.xml" ContentType="application/vnd.openxmlformats-officedocument.presentationml.notesSlide+xml"/>
  <Override PartName="/ppt/notesSlides/notesSlide2486.xml" ContentType="application/vnd.openxmlformats-officedocument.presentationml.notesSlide+xml"/>
  <Override PartName="/ppt/notesSlides/notesSlide2487.xml" ContentType="application/vnd.openxmlformats-officedocument.presentationml.notesSlide+xml"/>
  <Override PartName="/ppt/notesSlides/notesSlide2488.xml" ContentType="application/vnd.openxmlformats-officedocument.presentationml.notesSlide+xml"/>
  <Override PartName="/ppt/notesSlides/notesSlide2489.xml" ContentType="application/vnd.openxmlformats-officedocument.presentationml.notesSlide+xml"/>
  <Override PartName="/ppt/notesSlides/notesSlide2490.xml" ContentType="application/vnd.openxmlformats-officedocument.presentationml.notesSlide+xml"/>
  <Override PartName="/ppt/notesSlides/notesSlide2491.xml" ContentType="application/vnd.openxmlformats-officedocument.presentationml.notesSlide+xml"/>
  <Override PartName="/ppt/notesSlides/notesSlide2492.xml" ContentType="application/vnd.openxmlformats-officedocument.presentationml.notesSlide+xml"/>
  <Override PartName="/ppt/notesSlides/notesSlide2493.xml" ContentType="application/vnd.openxmlformats-officedocument.presentationml.notesSlide+xml"/>
  <Override PartName="/ppt/notesSlides/notesSlide2494.xml" ContentType="application/vnd.openxmlformats-officedocument.presentationml.notesSlide+xml"/>
  <Override PartName="/ppt/notesSlides/notesSlide2495.xml" ContentType="application/vnd.openxmlformats-officedocument.presentationml.notesSlide+xml"/>
  <Override PartName="/ppt/notesSlides/notesSlide2496.xml" ContentType="application/vnd.openxmlformats-officedocument.presentationml.notesSlide+xml"/>
  <Override PartName="/ppt/notesSlides/notesSlide2497.xml" ContentType="application/vnd.openxmlformats-officedocument.presentationml.notesSlide+xml"/>
  <Override PartName="/ppt/notesSlides/notesSlide2498.xml" ContentType="application/vnd.openxmlformats-officedocument.presentationml.notesSlide+xml"/>
  <Override PartName="/ppt/notesSlides/notesSlide2499.xml" ContentType="application/vnd.openxmlformats-officedocument.presentationml.notesSlide+xml"/>
  <Override PartName="/ppt/notesSlides/notesSlide2500.xml" ContentType="application/vnd.openxmlformats-officedocument.presentationml.notesSlide+xml"/>
  <Override PartName="/ppt/notesSlides/notesSlide2501.xml" ContentType="application/vnd.openxmlformats-officedocument.presentationml.notesSlide+xml"/>
  <Override PartName="/ppt/notesSlides/notesSlide2502.xml" ContentType="application/vnd.openxmlformats-officedocument.presentationml.notesSlide+xml"/>
  <Override PartName="/ppt/notesSlides/notesSlide2503.xml" ContentType="application/vnd.openxmlformats-officedocument.presentationml.notesSlide+xml"/>
  <Override PartName="/ppt/notesSlides/notesSlide2504.xml" ContentType="application/vnd.openxmlformats-officedocument.presentationml.notesSlide+xml"/>
  <Override PartName="/ppt/notesSlides/notesSlide2505.xml" ContentType="application/vnd.openxmlformats-officedocument.presentationml.notesSlide+xml"/>
  <Override PartName="/ppt/notesSlides/notesSlide2506.xml" ContentType="application/vnd.openxmlformats-officedocument.presentationml.notesSlide+xml"/>
  <Override PartName="/ppt/notesSlides/notesSlide2507.xml" ContentType="application/vnd.openxmlformats-officedocument.presentationml.notesSlide+xml"/>
  <Override PartName="/ppt/notesSlides/notesSlide2508.xml" ContentType="application/vnd.openxmlformats-officedocument.presentationml.notesSlide+xml"/>
  <Override PartName="/ppt/notesSlides/notesSlide2509.xml" ContentType="application/vnd.openxmlformats-officedocument.presentationml.notesSlide+xml"/>
  <Override PartName="/ppt/notesSlides/notesSlide2510.xml" ContentType="application/vnd.openxmlformats-officedocument.presentationml.notesSlide+xml"/>
  <Override PartName="/ppt/notesSlides/notesSlide2511.xml" ContentType="application/vnd.openxmlformats-officedocument.presentationml.notesSlide+xml"/>
  <Override PartName="/ppt/notesSlides/notesSlide2512.xml" ContentType="application/vnd.openxmlformats-officedocument.presentationml.notesSlide+xml"/>
  <Override PartName="/ppt/notesSlides/notesSlide2513.xml" ContentType="application/vnd.openxmlformats-officedocument.presentationml.notesSlide+xml"/>
  <Override PartName="/ppt/notesSlides/notesSlide2514.xml" ContentType="application/vnd.openxmlformats-officedocument.presentationml.notesSlide+xml"/>
  <Override PartName="/ppt/notesSlides/notesSlide2515.xml" ContentType="application/vnd.openxmlformats-officedocument.presentationml.notesSlide+xml"/>
  <Override PartName="/ppt/notesSlides/notesSlide2516.xml" ContentType="application/vnd.openxmlformats-officedocument.presentationml.notesSlide+xml"/>
  <Override PartName="/ppt/notesSlides/notesSlide2517.xml" ContentType="application/vnd.openxmlformats-officedocument.presentationml.notesSlide+xml"/>
  <Override PartName="/ppt/notesSlides/notesSlide2518.xml" ContentType="application/vnd.openxmlformats-officedocument.presentationml.notesSlide+xml"/>
  <Override PartName="/ppt/notesSlides/notesSlide2519.xml" ContentType="application/vnd.openxmlformats-officedocument.presentationml.notesSlide+xml"/>
  <Override PartName="/ppt/notesSlides/notesSlide2520.xml" ContentType="application/vnd.openxmlformats-officedocument.presentationml.notesSlide+xml"/>
  <Override PartName="/ppt/notesSlides/notesSlide2521.xml" ContentType="application/vnd.openxmlformats-officedocument.presentationml.notesSlide+xml"/>
  <Override PartName="/ppt/notesSlides/notesSlide2522.xml" ContentType="application/vnd.openxmlformats-officedocument.presentationml.notesSlide+xml"/>
  <Override PartName="/ppt/notesSlides/notesSlide2523.xml" ContentType="application/vnd.openxmlformats-officedocument.presentationml.notesSlide+xml"/>
  <Override PartName="/ppt/notesSlides/notesSlide2524.xml" ContentType="application/vnd.openxmlformats-officedocument.presentationml.notesSlide+xml"/>
  <Override PartName="/ppt/notesSlides/notesSlide2525.xml" ContentType="application/vnd.openxmlformats-officedocument.presentationml.notesSlide+xml"/>
  <Override PartName="/ppt/notesSlides/notesSlide2526.xml" ContentType="application/vnd.openxmlformats-officedocument.presentationml.notesSlide+xml"/>
  <Override PartName="/ppt/notesSlides/notesSlide2527.xml" ContentType="application/vnd.openxmlformats-officedocument.presentationml.notesSlide+xml"/>
  <Override PartName="/ppt/notesSlides/notesSlide2528.xml" ContentType="application/vnd.openxmlformats-officedocument.presentationml.notesSlide+xml"/>
  <Override PartName="/ppt/notesSlides/notesSlide2529.xml" ContentType="application/vnd.openxmlformats-officedocument.presentationml.notesSlide+xml"/>
  <Override PartName="/ppt/notesSlides/notesSlide2530.xml" ContentType="application/vnd.openxmlformats-officedocument.presentationml.notesSlide+xml"/>
  <Override PartName="/ppt/notesSlides/notesSlide2531.xml" ContentType="application/vnd.openxmlformats-officedocument.presentationml.notesSlide+xml"/>
  <Override PartName="/ppt/notesSlides/notesSlide2532.xml" ContentType="application/vnd.openxmlformats-officedocument.presentationml.notesSlide+xml"/>
  <Override PartName="/ppt/notesSlides/notesSlide2533.xml" ContentType="application/vnd.openxmlformats-officedocument.presentationml.notesSlide+xml"/>
  <Override PartName="/ppt/notesSlides/notesSlide2534.xml" ContentType="application/vnd.openxmlformats-officedocument.presentationml.notesSlide+xml"/>
  <Override PartName="/ppt/notesSlides/notesSlide2535.xml" ContentType="application/vnd.openxmlformats-officedocument.presentationml.notesSlide+xml"/>
  <Override PartName="/ppt/notesSlides/notesSlide2536.xml" ContentType="application/vnd.openxmlformats-officedocument.presentationml.notesSlide+xml"/>
  <Override PartName="/ppt/notesSlides/notesSlide2537.xml" ContentType="application/vnd.openxmlformats-officedocument.presentationml.notesSlide+xml"/>
  <Override PartName="/ppt/notesSlides/notesSlide2538.xml" ContentType="application/vnd.openxmlformats-officedocument.presentationml.notesSlide+xml"/>
  <Override PartName="/ppt/notesSlides/notesSlide2539.xml" ContentType="application/vnd.openxmlformats-officedocument.presentationml.notesSlide+xml"/>
  <Override PartName="/ppt/notesSlides/notesSlide2540.xml" ContentType="application/vnd.openxmlformats-officedocument.presentationml.notesSlide+xml"/>
  <Override PartName="/ppt/notesSlides/notesSlide2541.xml" ContentType="application/vnd.openxmlformats-officedocument.presentationml.notesSlide+xml"/>
  <Override PartName="/ppt/notesSlides/notesSlide2542.xml" ContentType="application/vnd.openxmlformats-officedocument.presentationml.notesSlide+xml"/>
  <Override PartName="/ppt/notesSlides/notesSlide2543.xml" ContentType="application/vnd.openxmlformats-officedocument.presentationml.notesSlide+xml"/>
  <Override PartName="/ppt/notesSlides/notesSlide2544.xml" ContentType="application/vnd.openxmlformats-officedocument.presentationml.notesSlide+xml"/>
  <Override PartName="/ppt/notesSlides/notesSlide2545.xml" ContentType="application/vnd.openxmlformats-officedocument.presentationml.notesSlide+xml"/>
  <Override PartName="/ppt/notesSlides/notesSlide2546.xml" ContentType="application/vnd.openxmlformats-officedocument.presentationml.notesSlide+xml"/>
  <Override PartName="/ppt/notesSlides/notesSlide2547.xml" ContentType="application/vnd.openxmlformats-officedocument.presentationml.notesSlide+xml"/>
  <Override PartName="/ppt/notesSlides/notesSlide2548.xml" ContentType="application/vnd.openxmlformats-officedocument.presentationml.notesSlide+xml"/>
  <Override PartName="/ppt/notesSlides/notesSlide2549.xml" ContentType="application/vnd.openxmlformats-officedocument.presentationml.notesSlide+xml"/>
  <Override PartName="/ppt/notesSlides/notesSlide2550.xml" ContentType="application/vnd.openxmlformats-officedocument.presentationml.notesSlide+xml"/>
  <Override PartName="/ppt/notesSlides/notesSlide2551.xml" ContentType="application/vnd.openxmlformats-officedocument.presentationml.notesSlide+xml"/>
  <Override PartName="/ppt/notesSlides/notesSlide2552.xml" ContentType="application/vnd.openxmlformats-officedocument.presentationml.notesSlide+xml"/>
  <Override PartName="/ppt/notesSlides/notesSlide2553.xml" ContentType="application/vnd.openxmlformats-officedocument.presentationml.notesSlide+xml"/>
  <Override PartName="/ppt/notesSlides/notesSlide2554.xml" ContentType="application/vnd.openxmlformats-officedocument.presentationml.notesSlide+xml"/>
  <Override PartName="/ppt/notesSlides/notesSlide2555.xml" ContentType="application/vnd.openxmlformats-officedocument.presentationml.notesSlide+xml"/>
  <Override PartName="/ppt/notesSlides/notesSlide2556.xml" ContentType="application/vnd.openxmlformats-officedocument.presentationml.notesSlide+xml"/>
  <Override PartName="/ppt/notesSlides/notesSlide2557.xml" ContentType="application/vnd.openxmlformats-officedocument.presentationml.notesSlide+xml"/>
  <Override PartName="/ppt/notesSlides/notesSlide2558.xml" ContentType="application/vnd.openxmlformats-officedocument.presentationml.notesSlide+xml"/>
  <Override PartName="/ppt/notesSlides/notesSlide2559.xml" ContentType="application/vnd.openxmlformats-officedocument.presentationml.notesSlide+xml"/>
  <Override PartName="/ppt/notesSlides/notesSlide2560.xml" ContentType="application/vnd.openxmlformats-officedocument.presentationml.notesSlide+xml"/>
  <Override PartName="/ppt/notesSlides/notesSlide2561.xml" ContentType="application/vnd.openxmlformats-officedocument.presentationml.notesSlide+xml"/>
  <Override PartName="/ppt/notesSlides/notesSlide2562.xml" ContentType="application/vnd.openxmlformats-officedocument.presentationml.notesSlide+xml"/>
  <Override PartName="/ppt/notesSlides/notesSlide2563.xml" ContentType="application/vnd.openxmlformats-officedocument.presentationml.notesSlide+xml"/>
  <Override PartName="/ppt/notesSlides/notesSlide2564.xml" ContentType="application/vnd.openxmlformats-officedocument.presentationml.notesSlide+xml"/>
  <Override PartName="/ppt/notesSlides/notesSlide2565.xml" ContentType="application/vnd.openxmlformats-officedocument.presentationml.notesSlide+xml"/>
  <Override PartName="/ppt/notesSlides/notesSlide2566.xml" ContentType="application/vnd.openxmlformats-officedocument.presentationml.notesSlide+xml"/>
  <Override PartName="/ppt/notesSlides/notesSlide2567.xml" ContentType="application/vnd.openxmlformats-officedocument.presentationml.notesSlide+xml"/>
  <Override PartName="/ppt/notesSlides/notesSlide2568.xml" ContentType="application/vnd.openxmlformats-officedocument.presentationml.notesSlide+xml"/>
  <Override PartName="/ppt/notesSlides/notesSlide2569.xml" ContentType="application/vnd.openxmlformats-officedocument.presentationml.notesSlide+xml"/>
  <Override PartName="/ppt/notesSlides/notesSlide2570.xml" ContentType="application/vnd.openxmlformats-officedocument.presentationml.notesSlide+xml"/>
  <Override PartName="/ppt/notesSlides/notesSlide2571.xml" ContentType="application/vnd.openxmlformats-officedocument.presentationml.notesSlide+xml"/>
  <Override PartName="/ppt/notesSlides/notesSlide2572.xml" ContentType="application/vnd.openxmlformats-officedocument.presentationml.notesSlide+xml"/>
  <Override PartName="/ppt/notesSlides/notesSlide2573.xml" ContentType="application/vnd.openxmlformats-officedocument.presentationml.notesSlide+xml"/>
  <Override PartName="/ppt/notesSlides/notesSlide2574.xml" ContentType="application/vnd.openxmlformats-officedocument.presentationml.notesSlide+xml"/>
  <Override PartName="/ppt/notesSlides/notesSlide2575.xml" ContentType="application/vnd.openxmlformats-officedocument.presentationml.notesSlide+xml"/>
  <Override PartName="/ppt/notesSlides/notesSlide2576.xml" ContentType="application/vnd.openxmlformats-officedocument.presentationml.notesSlide+xml"/>
  <Override PartName="/ppt/notesSlides/notesSlide2577.xml" ContentType="application/vnd.openxmlformats-officedocument.presentationml.notesSlide+xml"/>
  <Override PartName="/ppt/notesSlides/notesSlide2578.xml" ContentType="application/vnd.openxmlformats-officedocument.presentationml.notesSlide+xml"/>
  <Override PartName="/ppt/notesSlides/notesSlide2579.xml" ContentType="application/vnd.openxmlformats-officedocument.presentationml.notesSlide+xml"/>
  <Override PartName="/ppt/notesSlides/notesSlide2580.xml" ContentType="application/vnd.openxmlformats-officedocument.presentationml.notesSlide+xml"/>
  <Override PartName="/ppt/notesSlides/notesSlide2581.xml" ContentType="application/vnd.openxmlformats-officedocument.presentationml.notesSlide+xml"/>
  <Override PartName="/ppt/notesSlides/notesSlide2582.xml" ContentType="application/vnd.openxmlformats-officedocument.presentationml.notesSlide+xml"/>
  <Override PartName="/ppt/notesSlides/notesSlide2583.xml" ContentType="application/vnd.openxmlformats-officedocument.presentationml.notesSlide+xml"/>
  <Override PartName="/ppt/notesSlides/notesSlide2584.xml" ContentType="application/vnd.openxmlformats-officedocument.presentationml.notesSlide+xml"/>
  <Override PartName="/ppt/notesSlides/notesSlide2585.xml" ContentType="application/vnd.openxmlformats-officedocument.presentationml.notesSlide+xml"/>
  <Override PartName="/ppt/notesSlides/notesSlide2586.xml" ContentType="application/vnd.openxmlformats-officedocument.presentationml.notesSlide+xml"/>
  <Override PartName="/ppt/notesSlides/notesSlide2587.xml" ContentType="application/vnd.openxmlformats-officedocument.presentationml.notesSlide+xml"/>
  <Override PartName="/ppt/notesSlides/notesSlide2588.xml" ContentType="application/vnd.openxmlformats-officedocument.presentationml.notesSlide+xml"/>
  <Override PartName="/ppt/notesSlides/notesSlide2589.xml" ContentType="application/vnd.openxmlformats-officedocument.presentationml.notesSlide+xml"/>
  <Override PartName="/ppt/notesSlides/notesSlide2590.xml" ContentType="application/vnd.openxmlformats-officedocument.presentationml.notesSlide+xml"/>
  <Override PartName="/ppt/notesSlides/notesSlide2591.xml" ContentType="application/vnd.openxmlformats-officedocument.presentationml.notesSlide+xml"/>
  <Override PartName="/ppt/notesSlides/notesSlide2592.xml" ContentType="application/vnd.openxmlformats-officedocument.presentationml.notesSlide+xml"/>
  <Override PartName="/ppt/notesSlides/notesSlide2593.xml" ContentType="application/vnd.openxmlformats-officedocument.presentationml.notesSlide+xml"/>
  <Override PartName="/ppt/notesSlides/notesSlide2594.xml" ContentType="application/vnd.openxmlformats-officedocument.presentationml.notesSlide+xml"/>
  <Override PartName="/ppt/notesSlides/notesSlide2595.xml" ContentType="application/vnd.openxmlformats-officedocument.presentationml.notesSlide+xml"/>
  <Override PartName="/ppt/notesSlides/notesSlide2596.xml" ContentType="application/vnd.openxmlformats-officedocument.presentationml.notesSlide+xml"/>
  <Override PartName="/ppt/notesSlides/notesSlide2597.xml" ContentType="application/vnd.openxmlformats-officedocument.presentationml.notesSlide+xml"/>
  <Override PartName="/ppt/notesSlides/notesSlide2598.xml" ContentType="application/vnd.openxmlformats-officedocument.presentationml.notesSlide+xml"/>
  <Override PartName="/ppt/notesSlides/notesSlide2599.xml" ContentType="application/vnd.openxmlformats-officedocument.presentationml.notesSlide+xml"/>
  <Override PartName="/ppt/notesSlides/notesSlide2600.xml" ContentType="application/vnd.openxmlformats-officedocument.presentationml.notesSlide+xml"/>
  <Override PartName="/ppt/notesSlides/notesSlide2601.xml" ContentType="application/vnd.openxmlformats-officedocument.presentationml.notesSlide+xml"/>
  <Override PartName="/ppt/notesSlides/notesSlide2602.xml" ContentType="application/vnd.openxmlformats-officedocument.presentationml.notesSlide+xml"/>
  <Override PartName="/ppt/notesSlides/notesSlide2603.xml" ContentType="application/vnd.openxmlformats-officedocument.presentationml.notesSlide+xml"/>
  <Override PartName="/ppt/notesSlides/notesSlide2604.xml" ContentType="application/vnd.openxmlformats-officedocument.presentationml.notesSlide+xml"/>
  <Override PartName="/ppt/notesSlides/notesSlide2605.xml" ContentType="application/vnd.openxmlformats-officedocument.presentationml.notesSlide+xml"/>
  <Override PartName="/ppt/notesSlides/notesSlide2606.xml" ContentType="application/vnd.openxmlformats-officedocument.presentationml.notesSlide+xml"/>
  <Override PartName="/ppt/notesSlides/notesSlide2607.xml" ContentType="application/vnd.openxmlformats-officedocument.presentationml.notesSlide+xml"/>
  <Override PartName="/ppt/notesSlides/notesSlide2608.xml" ContentType="application/vnd.openxmlformats-officedocument.presentationml.notesSlide+xml"/>
  <Override PartName="/ppt/notesSlides/notesSlide2609.xml" ContentType="application/vnd.openxmlformats-officedocument.presentationml.notesSlide+xml"/>
  <Override PartName="/ppt/notesSlides/notesSlide2610.xml" ContentType="application/vnd.openxmlformats-officedocument.presentationml.notesSlide+xml"/>
  <Override PartName="/ppt/notesSlides/notesSlide2611.xml" ContentType="application/vnd.openxmlformats-officedocument.presentationml.notesSlide+xml"/>
  <Override PartName="/ppt/notesSlides/notesSlide2612.xml" ContentType="application/vnd.openxmlformats-officedocument.presentationml.notesSlide+xml"/>
  <Override PartName="/ppt/notesSlides/notesSlide2613.xml" ContentType="application/vnd.openxmlformats-officedocument.presentationml.notesSlide+xml"/>
  <Override PartName="/ppt/notesSlides/notesSlide2614.xml" ContentType="application/vnd.openxmlformats-officedocument.presentationml.notesSlide+xml"/>
  <Override PartName="/ppt/notesSlides/notesSlide2615.xml" ContentType="application/vnd.openxmlformats-officedocument.presentationml.notesSlide+xml"/>
  <Override PartName="/ppt/notesSlides/notesSlide2616.xml" ContentType="application/vnd.openxmlformats-officedocument.presentationml.notesSlide+xml"/>
  <Override PartName="/ppt/notesSlides/notesSlide2617.xml" ContentType="application/vnd.openxmlformats-officedocument.presentationml.notesSlide+xml"/>
  <Override PartName="/ppt/notesSlides/notesSlide2618.xml" ContentType="application/vnd.openxmlformats-officedocument.presentationml.notesSlide+xml"/>
  <Override PartName="/ppt/notesSlides/notesSlide2619.xml" ContentType="application/vnd.openxmlformats-officedocument.presentationml.notesSlide+xml"/>
  <Override PartName="/ppt/notesSlides/notesSlide2620.xml" ContentType="application/vnd.openxmlformats-officedocument.presentationml.notesSlide+xml"/>
  <Override PartName="/ppt/notesSlides/notesSlide2621.xml" ContentType="application/vnd.openxmlformats-officedocument.presentationml.notesSlide+xml"/>
  <Override PartName="/ppt/notesSlides/notesSlide2622.xml" ContentType="application/vnd.openxmlformats-officedocument.presentationml.notesSlide+xml"/>
  <Override PartName="/ppt/notesSlides/notesSlide2623.xml" ContentType="application/vnd.openxmlformats-officedocument.presentationml.notesSlide+xml"/>
  <Override PartName="/ppt/notesSlides/notesSlide2624.xml" ContentType="application/vnd.openxmlformats-officedocument.presentationml.notesSlide+xml"/>
  <Override PartName="/ppt/notesSlides/notesSlide2625.xml" ContentType="application/vnd.openxmlformats-officedocument.presentationml.notesSlide+xml"/>
  <Override PartName="/ppt/notesSlides/notesSlide2626.xml" ContentType="application/vnd.openxmlformats-officedocument.presentationml.notesSlide+xml"/>
  <Override PartName="/ppt/notesSlides/notesSlide2627.xml" ContentType="application/vnd.openxmlformats-officedocument.presentationml.notesSlide+xml"/>
  <Override PartName="/ppt/notesSlides/notesSlide2628.xml" ContentType="application/vnd.openxmlformats-officedocument.presentationml.notesSlide+xml"/>
  <Override PartName="/ppt/notesSlides/notesSlide2629.xml" ContentType="application/vnd.openxmlformats-officedocument.presentationml.notesSlide+xml"/>
  <Override PartName="/ppt/notesSlides/notesSlide2630.xml" ContentType="application/vnd.openxmlformats-officedocument.presentationml.notesSlide+xml"/>
  <Override PartName="/ppt/notesSlides/notesSlide2631.xml" ContentType="application/vnd.openxmlformats-officedocument.presentationml.notesSlide+xml"/>
  <Override PartName="/ppt/notesSlides/notesSlide2632.xml" ContentType="application/vnd.openxmlformats-officedocument.presentationml.notesSlide+xml"/>
  <Override PartName="/ppt/notesSlides/notesSlide2633.xml" ContentType="application/vnd.openxmlformats-officedocument.presentationml.notesSlide+xml"/>
  <Override PartName="/ppt/notesSlides/notesSlide2634.xml" ContentType="application/vnd.openxmlformats-officedocument.presentationml.notesSlide+xml"/>
  <Override PartName="/ppt/notesSlides/notesSlide2635.xml" ContentType="application/vnd.openxmlformats-officedocument.presentationml.notesSlide+xml"/>
  <Override PartName="/ppt/notesSlides/notesSlide2636.xml" ContentType="application/vnd.openxmlformats-officedocument.presentationml.notesSlide+xml"/>
  <Override PartName="/ppt/notesSlides/notesSlide2637.xml" ContentType="application/vnd.openxmlformats-officedocument.presentationml.notesSlide+xml"/>
  <Override PartName="/ppt/notesSlides/notesSlide2638.xml" ContentType="application/vnd.openxmlformats-officedocument.presentationml.notesSlide+xml"/>
  <Override PartName="/ppt/notesSlides/notesSlide2639.xml" ContentType="application/vnd.openxmlformats-officedocument.presentationml.notesSlide+xml"/>
  <Override PartName="/ppt/notesSlides/notesSlide2640.xml" ContentType="application/vnd.openxmlformats-officedocument.presentationml.notesSlide+xml"/>
  <Override PartName="/ppt/notesSlides/notesSlide2641.xml" ContentType="application/vnd.openxmlformats-officedocument.presentationml.notesSlide+xml"/>
  <Override PartName="/ppt/notesSlides/notesSlide2642.xml" ContentType="application/vnd.openxmlformats-officedocument.presentationml.notesSlide+xml"/>
  <Override PartName="/ppt/notesSlides/notesSlide2643.xml" ContentType="application/vnd.openxmlformats-officedocument.presentationml.notesSlide+xml"/>
  <Override PartName="/ppt/notesSlides/notesSlide2644.xml" ContentType="application/vnd.openxmlformats-officedocument.presentationml.notesSlide+xml"/>
  <Override PartName="/ppt/notesSlides/notesSlide2645.xml" ContentType="application/vnd.openxmlformats-officedocument.presentationml.notesSlide+xml"/>
  <Override PartName="/ppt/notesSlides/notesSlide2646.xml" ContentType="application/vnd.openxmlformats-officedocument.presentationml.notesSlide+xml"/>
  <Override PartName="/ppt/notesSlides/notesSlide2647.xml" ContentType="application/vnd.openxmlformats-officedocument.presentationml.notesSlide+xml"/>
  <Override PartName="/ppt/notesSlides/notesSlide2648.xml" ContentType="application/vnd.openxmlformats-officedocument.presentationml.notesSlide+xml"/>
  <Override PartName="/ppt/notesSlides/notesSlide2649.xml" ContentType="application/vnd.openxmlformats-officedocument.presentationml.notesSlide+xml"/>
  <Override PartName="/ppt/notesSlides/notesSlide2650.xml" ContentType="application/vnd.openxmlformats-officedocument.presentationml.notesSlide+xml"/>
  <Override PartName="/ppt/notesSlides/notesSlide2651.xml" ContentType="application/vnd.openxmlformats-officedocument.presentationml.notesSlide+xml"/>
  <Override PartName="/ppt/notesSlides/notesSlide2652.xml" ContentType="application/vnd.openxmlformats-officedocument.presentationml.notesSlide+xml"/>
  <Override PartName="/ppt/notesSlides/notesSlide2653.xml" ContentType="application/vnd.openxmlformats-officedocument.presentationml.notesSlide+xml"/>
  <Override PartName="/ppt/notesSlides/notesSlide2654.xml" ContentType="application/vnd.openxmlformats-officedocument.presentationml.notesSlide+xml"/>
  <Override PartName="/ppt/notesSlides/notesSlide2655.xml" ContentType="application/vnd.openxmlformats-officedocument.presentationml.notesSlide+xml"/>
  <Override PartName="/ppt/notesSlides/notesSlide2656.xml" ContentType="application/vnd.openxmlformats-officedocument.presentationml.notesSlide+xml"/>
  <Override PartName="/ppt/notesSlides/notesSlide2657.xml" ContentType="application/vnd.openxmlformats-officedocument.presentationml.notesSlide+xml"/>
  <Override PartName="/ppt/notesSlides/notesSlide2658.xml" ContentType="application/vnd.openxmlformats-officedocument.presentationml.notesSlide+xml"/>
  <Override PartName="/ppt/notesSlides/notesSlide2659.xml" ContentType="application/vnd.openxmlformats-officedocument.presentationml.notesSlide+xml"/>
  <Override PartName="/ppt/notesSlides/notesSlide2660.xml" ContentType="application/vnd.openxmlformats-officedocument.presentationml.notesSlide+xml"/>
  <Override PartName="/ppt/notesSlides/notesSlide2661.xml" ContentType="application/vnd.openxmlformats-officedocument.presentationml.notesSlide+xml"/>
  <Override PartName="/ppt/notesSlides/notesSlide2662.xml" ContentType="application/vnd.openxmlformats-officedocument.presentationml.notesSlide+xml"/>
  <Override PartName="/ppt/notesSlides/notesSlide2663.xml" ContentType="application/vnd.openxmlformats-officedocument.presentationml.notesSlide+xml"/>
  <Override PartName="/ppt/notesSlides/notesSlide2664.xml" ContentType="application/vnd.openxmlformats-officedocument.presentationml.notesSlide+xml"/>
  <Override PartName="/ppt/notesSlides/notesSlide2665.xml" ContentType="application/vnd.openxmlformats-officedocument.presentationml.notesSlide+xml"/>
  <Override PartName="/ppt/notesSlides/notesSlide2666.xml" ContentType="application/vnd.openxmlformats-officedocument.presentationml.notesSlide+xml"/>
  <Override PartName="/ppt/notesSlides/notesSlide2667.xml" ContentType="application/vnd.openxmlformats-officedocument.presentationml.notesSlide+xml"/>
  <Override PartName="/ppt/notesSlides/notesSlide2668.xml" ContentType="application/vnd.openxmlformats-officedocument.presentationml.notesSlide+xml"/>
  <Override PartName="/ppt/notesSlides/notesSlide2669.xml" ContentType="application/vnd.openxmlformats-officedocument.presentationml.notesSlide+xml"/>
  <Override PartName="/ppt/notesSlides/notesSlide2670.xml" ContentType="application/vnd.openxmlformats-officedocument.presentationml.notesSlide+xml"/>
  <Override PartName="/ppt/notesSlides/notesSlide2671.xml" ContentType="application/vnd.openxmlformats-officedocument.presentationml.notesSlide+xml"/>
  <Override PartName="/ppt/notesSlides/notesSlide2672.xml" ContentType="application/vnd.openxmlformats-officedocument.presentationml.notesSlide+xml"/>
  <Override PartName="/ppt/notesSlides/notesSlide2673.xml" ContentType="application/vnd.openxmlformats-officedocument.presentationml.notesSlide+xml"/>
  <Override PartName="/ppt/notesSlides/notesSlide2674.xml" ContentType="application/vnd.openxmlformats-officedocument.presentationml.notesSlide+xml"/>
  <Override PartName="/ppt/notesSlides/notesSlide2675.xml" ContentType="application/vnd.openxmlformats-officedocument.presentationml.notesSlide+xml"/>
  <Override PartName="/ppt/notesSlides/notesSlide2676.xml" ContentType="application/vnd.openxmlformats-officedocument.presentationml.notesSlide+xml"/>
  <Override PartName="/ppt/notesSlides/notesSlide2677.xml" ContentType="application/vnd.openxmlformats-officedocument.presentationml.notesSlide+xml"/>
  <Override PartName="/ppt/notesSlides/notesSlide2678.xml" ContentType="application/vnd.openxmlformats-officedocument.presentationml.notesSlide+xml"/>
  <Override PartName="/ppt/notesSlides/notesSlide2679.xml" ContentType="application/vnd.openxmlformats-officedocument.presentationml.notesSlide+xml"/>
  <Override PartName="/ppt/notesSlides/notesSlide2680.xml" ContentType="application/vnd.openxmlformats-officedocument.presentationml.notesSlide+xml"/>
  <Override PartName="/ppt/notesSlides/notesSlide2681.xml" ContentType="application/vnd.openxmlformats-officedocument.presentationml.notesSlide+xml"/>
  <Override PartName="/ppt/notesSlides/notesSlide2682.xml" ContentType="application/vnd.openxmlformats-officedocument.presentationml.notesSlide+xml"/>
  <Override PartName="/ppt/notesSlides/notesSlide2683.xml" ContentType="application/vnd.openxmlformats-officedocument.presentationml.notesSlide+xml"/>
  <Override PartName="/ppt/notesSlides/notesSlide2684.xml" ContentType="application/vnd.openxmlformats-officedocument.presentationml.notesSlide+xml"/>
  <Override PartName="/ppt/notesSlides/notesSlide2685.xml" ContentType="application/vnd.openxmlformats-officedocument.presentationml.notesSlide+xml"/>
  <Override PartName="/ppt/notesSlides/notesSlide2686.xml" ContentType="application/vnd.openxmlformats-officedocument.presentationml.notesSlide+xml"/>
  <Override PartName="/ppt/notesSlides/notesSlide2687.xml" ContentType="application/vnd.openxmlformats-officedocument.presentationml.notesSlide+xml"/>
  <Override PartName="/ppt/notesSlides/notesSlide2688.xml" ContentType="application/vnd.openxmlformats-officedocument.presentationml.notesSlide+xml"/>
  <Override PartName="/ppt/notesSlides/notesSlide2689.xml" ContentType="application/vnd.openxmlformats-officedocument.presentationml.notesSlide+xml"/>
  <Override PartName="/ppt/notesSlides/notesSlide2690.xml" ContentType="application/vnd.openxmlformats-officedocument.presentationml.notesSlide+xml"/>
  <Override PartName="/ppt/notesSlides/notesSlide2691.xml" ContentType="application/vnd.openxmlformats-officedocument.presentationml.notesSlide+xml"/>
  <Override PartName="/ppt/notesSlides/notesSlide2692.xml" ContentType="application/vnd.openxmlformats-officedocument.presentationml.notesSlide+xml"/>
  <Override PartName="/ppt/notesSlides/notesSlide2693.xml" ContentType="application/vnd.openxmlformats-officedocument.presentationml.notesSlide+xml"/>
  <Override PartName="/ppt/notesSlides/notesSlide2694.xml" ContentType="application/vnd.openxmlformats-officedocument.presentationml.notesSlide+xml"/>
  <Override PartName="/ppt/notesSlides/notesSlide2695.xml" ContentType="application/vnd.openxmlformats-officedocument.presentationml.notesSlide+xml"/>
  <Override PartName="/ppt/notesSlides/notesSlide2696.xml" ContentType="application/vnd.openxmlformats-officedocument.presentationml.notesSlide+xml"/>
  <Override PartName="/ppt/notesSlides/notesSlide2697.xml" ContentType="application/vnd.openxmlformats-officedocument.presentationml.notesSlide+xml"/>
  <Override PartName="/ppt/notesSlides/notesSlide2698.xml" ContentType="application/vnd.openxmlformats-officedocument.presentationml.notesSlide+xml"/>
  <Override PartName="/ppt/notesSlides/notesSlide2699.xml" ContentType="application/vnd.openxmlformats-officedocument.presentationml.notesSlide+xml"/>
  <Override PartName="/ppt/notesSlides/notesSlide2700.xml" ContentType="application/vnd.openxmlformats-officedocument.presentationml.notesSlide+xml"/>
  <Override PartName="/ppt/notesSlides/notesSlide2701.xml" ContentType="application/vnd.openxmlformats-officedocument.presentationml.notesSlide+xml"/>
  <Override PartName="/ppt/notesSlides/notesSlide2702.xml" ContentType="application/vnd.openxmlformats-officedocument.presentationml.notesSlide+xml"/>
  <Override PartName="/ppt/notesSlides/notesSlide2703.xml" ContentType="application/vnd.openxmlformats-officedocument.presentationml.notesSlide+xml"/>
  <Override PartName="/ppt/notesSlides/notesSlide2704.xml" ContentType="application/vnd.openxmlformats-officedocument.presentationml.notesSlide+xml"/>
  <Override PartName="/ppt/notesSlides/notesSlide2705.xml" ContentType="application/vnd.openxmlformats-officedocument.presentationml.notesSlide+xml"/>
  <Override PartName="/ppt/notesSlides/notesSlide2706.xml" ContentType="application/vnd.openxmlformats-officedocument.presentationml.notesSlide+xml"/>
  <Override PartName="/ppt/notesSlides/notesSlide2707.xml" ContentType="application/vnd.openxmlformats-officedocument.presentationml.notesSlide+xml"/>
  <Override PartName="/ppt/notesSlides/notesSlide2708.xml" ContentType="application/vnd.openxmlformats-officedocument.presentationml.notesSlide+xml"/>
  <Override PartName="/ppt/notesSlides/notesSlide2709.xml" ContentType="application/vnd.openxmlformats-officedocument.presentationml.notesSlide+xml"/>
  <Override PartName="/ppt/notesSlides/notesSlide2710.xml" ContentType="application/vnd.openxmlformats-officedocument.presentationml.notesSlide+xml"/>
  <Override PartName="/ppt/notesSlides/notesSlide2711.xml" ContentType="application/vnd.openxmlformats-officedocument.presentationml.notesSlide+xml"/>
  <Override PartName="/ppt/notesSlides/notesSlide2712.xml" ContentType="application/vnd.openxmlformats-officedocument.presentationml.notesSlide+xml"/>
  <Override PartName="/ppt/notesSlides/notesSlide2713.xml" ContentType="application/vnd.openxmlformats-officedocument.presentationml.notesSlide+xml"/>
  <Override PartName="/ppt/notesSlides/notesSlide2714.xml" ContentType="application/vnd.openxmlformats-officedocument.presentationml.notesSlide+xml"/>
  <Override PartName="/ppt/notesSlides/notesSlide2715.xml" ContentType="application/vnd.openxmlformats-officedocument.presentationml.notesSlide+xml"/>
  <Override PartName="/ppt/notesSlides/notesSlide2716.xml" ContentType="application/vnd.openxmlformats-officedocument.presentationml.notesSlide+xml"/>
  <Override PartName="/ppt/notesSlides/notesSlide2717.xml" ContentType="application/vnd.openxmlformats-officedocument.presentationml.notesSlide+xml"/>
  <Override PartName="/ppt/notesSlides/notesSlide2718.xml" ContentType="application/vnd.openxmlformats-officedocument.presentationml.notesSlide+xml"/>
  <Override PartName="/ppt/notesSlides/notesSlide2719.xml" ContentType="application/vnd.openxmlformats-officedocument.presentationml.notesSlide+xml"/>
  <Override PartName="/ppt/notesSlides/notesSlide2720.xml" ContentType="application/vnd.openxmlformats-officedocument.presentationml.notesSlide+xml"/>
  <Override PartName="/ppt/notesSlides/notesSlide2721.xml" ContentType="application/vnd.openxmlformats-officedocument.presentationml.notesSlide+xml"/>
  <Override PartName="/ppt/notesSlides/notesSlide2722.xml" ContentType="application/vnd.openxmlformats-officedocument.presentationml.notesSlide+xml"/>
  <Override PartName="/ppt/notesSlides/notesSlide2723.xml" ContentType="application/vnd.openxmlformats-officedocument.presentationml.notesSlide+xml"/>
  <Override PartName="/ppt/notesSlides/notesSlide2724.xml" ContentType="application/vnd.openxmlformats-officedocument.presentationml.notesSlide+xml"/>
  <Override PartName="/ppt/notesSlides/notesSlide2725.xml" ContentType="application/vnd.openxmlformats-officedocument.presentationml.notesSlide+xml"/>
  <Override PartName="/ppt/notesSlides/notesSlide2726.xml" ContentType="application/vnd.openxmlformats-officedocument.presentationml.notesSlide+xml"/>
  <Override PartName="/ppt/notesSlides/notesSlide2727.xml" ContentType="application/vnd.openxmlformats-officedocument.presentationml.notesSlide+xml"/>
  <Override PartName="/ppt/notesSlides/notesSlide2728.xml" ContentType="application/vnd.openxmlformats-officedocument.presentationml.notesSlide+xml"/>
  <Override PartName="/ppt/notesSlides/notesSlide2729.xml" ContentType="application/vnd.openxmlformats-officedocument.presentationml.notesSlide+xml"/>
  <Override PartName="/ppt/notesSlides/notesSlide2730.xml" ContentType="application/vnd.openxmlformats-officedocument.presentationml.notesSlide+xml"/>
  <Override PartName="/ppt/notesSlides/notesSlide2731.xml" ContentType="application/vnd.openxmlformats-officedocument.presentationml.notesSlide+xml"/>
  <Override PartName="/ppt/notesSlides/notesSlide2732.xml" ContentType="application/vnd.openxmlformats-officedocument.presentationml.notesSlide+xml"/>
  <Override PartName="/ppt/notesSlides/notesSlide2733.xml" ContentType="application/vnd.openxmlformats-officedocument.presentationml.notesSlide+xml"/>
  <Override PartName="/ppt/notesSlides/notesSlide2734.xml" ContentType="application/vnd.openxmlformats-officedocument.presentationml.notesSlide+xml"/>
  <Override PartName="/ppt/notesSlides/notesSlide2735.xml" ContentType="application/vnd.openxmlformats-officedocument.presentationml.notesSlide+xml"/>
  <Override PartName="/ppt/notesSlides/notesSlide2736.xml" ContentType="application/vnd.openxmlformats-officedocument.presentationml.notesSlide+xml"/>
  <Override PartName="/ppt/notesSlides/notesSlide2737.xml" ContentType="application/vnd.openxmlformats-officedocument.presentationml.notesSlide+xml"/>
  <Override PartName="/ppt/notesSlides/notesSlide2738.xml" ContentType="application/vnd.openxmlformats-officedocument.presentationml.notesSlide+xml"/>
  <Override PartName="/ppt/notesSlides/notesSlide2739.xml" ContentType="application/vnd.openxmlformats-officedocument.presentationml.notesSlide+xml"/>
  <Override PartName="/ppt/notesSlides/notesSlide2740.xml" ContentType="application/vnd.openxmlformats-officedocument.presentationml.notesSlide+xml"/>
  <Override PartName="/ppt/notesSlides/notesSlide2741.xml" ContentType="application/vnd.openxmlformats-officedocument.presentationml.notesSlide+xml"/>
  <Override PartName="/ppt/notesSlides/notesSlide2742.xml" ContentType="application/vnd.openxmlformats-officedocument.presentationml.notesSlide+xml"/>
  <Override PartName="/ppt/notesSlides/notesSlide2743.xml" ContentType="application/vnd.openxmlformats-officedocument.presentationml.notesSlide+xml"/>
  <Override PartName="/ppt/notesSlides/notesSlide2744.xml" ContentType="application/vnd.openxmlformats-officedocument.presentationml.notesSlide+xml"/>
  <Override PartName="/ppt/notesSlides/notesSlide2745.xml" ContentType="application/vnd.openxmlformats-officedocument.presentationml.notesSlide+xml"/>
  <Override PartName="/ppt/notesSlides/notesSlide2746.xml" ContentType="application/vnd.openxmlformats-officedocument.presentationml.notesSlide+xml"/>
  <Override PartName="/ppt/notesSlides/notesSlide2747.xml" ContentType="application/vnd.openxmlformats-officedocument.presentationml.notesSlide+xml"/>
  <Override PartName="/ppt/notesSlides/notesSlide2748.xml" ContentType="application/vnd.openxmlformats-officedocument.presentationml.notesSlide+xml"/>
  <Override PartName="/ppt/notesSlides/notesSlide2749.xml" ContentType="application/vnd.openxmlformats-officedocument.presentationml.notesSlide+xml"/>
  <Override PartName="/ppt/notesSlides/notesSlide2750.xml" ContentType="application/vnd.openxmlformats-officedocument.presentationml.notesSlide+xml"/>
  <Override PartName="/ppt/notesSlides/notesSlide2751.xml" ContentType="application/vnd.openxmlformats-officedocument.presentationml.notesSlide+xml"/>
  <Override PartName="/ppt/notesSlides/notesSlide2752.xml" ContentType="application/vnd.openxmlformats-officedocument.presentationml.notesSlide+xml"/>
  <Override PartName="/ppt/notesSlides/notesSlide2753.xml" ContentType="application/vnd.openxmlformats-officedocument.presentationml.notesSlide+xml"/>
  <Override PartName="/ppt/notesSlides/notesSlide2754.xml" ContentType="application/vnd.openxmlformats-officedocument.presentationml.notesSlide+xml"/>
  <Override PartName="/ppt/notesSlides/notesSlide2755.xml" ContentType="application/vnd.openxmlformats-officedocument.presentationml.notesSlide+xml"/>
  <Override PartName="/ppt/notesSlides/notesSlide2756.xml" ContentType="application/vnd.openxmlformats-officedocument.presentationml.notesSlide+xml"/>
  <Override PartName="/ppt/notesSlides/notesSlide2757.xml" ContentType="application/vnd.openxmlformats-officedocument.presentationml.notesSlide+xml"/>
  <Override PartName="/ppt/notesSlides/notesSlide2758.xml" ContentType="application/vnd.openxmlformats-officedocument.presentationml.notesSlide+xml"/>
  <Override PartName="/ppt/notesSlides/notesSlide2759.xml" ContentType="application/vnd.openxmlformats-officedocument.presentationml.notesSlide+xml"/>
  <Override PartName="/ppt/notesSlides/notesSlide2760.xml" ContentType="application/vnd.openxmlformats-officedocument.presentationml.notesSlide+xml"/>
  <Override PartName="/ppt/notesSlides/notesSlide2761.xml" ContentType="application/vnd.openxmlformats-officedocument.presentationml.notesSlide+xml"/>
  <Override PartName="/ppt/notesSlides/notesSlide2762.xml" ContentType="application/vnd.openxmlformats-officedocument.presentationml.notesSlide+xml"/>
  <Override PartName="/ppt/notesSlides/notesSlide2763.xml" ContentType="application/vnd.openxmlformats-officedocument.presentationml.notesSlide+xml"/>
  <Override PartName="/ppt/notesSlides/notesSlide2764.xml" ContentType="application/vnd.openxmlformats-officedocument.presentationml.notesSlide+xml"/>
  <Override PartName="/ppt/notesSlides/notesSlide2765.xml" ContentType="application/vnd.openxmlformats-officedocument.presentationml.notesSlide+xml"/>
  <Override PartName="/ppt/notesSlides/notesSlide2766.xml" ContentType="application/vnd.openxmlformats-officedocument.presentationml.notesSlide+xml"/>
  <Override PartName="/ppt/notesSlides/notesSlide2767.xml" ContentType="application/vnd.openxmlformats-officedocument.presentationml.notesSlide+xml"/>
  <Override PartName="/ppt/notesSlides/notesSlide2768.xml" ContentType="application/vnd.openxmlformats-officedocument.presentationml.notesSlide+xml"/>
  <Override PartName="/ppt/notesSlides/notesSlide2769.xml" ContentType="application/vnd.openxmlformats-officedocument.presentationml.notesSlide+xml"/>
  <Override PartName="/ppt/notesSlides/notesSlide2770.xml" ContentType="application/vnd.openxmlformats-officedocument.presentationml.notesSlide+xml"/>
  <Override PartName="/ppt/notesSlides/notesSlide2771.xml" ContentType="application/vnd.openxmlformats-officedocument.presentationml.notesSlide+xml"/>
  <Override PartName="/ppt/notesSlides/notesSlide2772.xml" ContentType="application/vnd.openxmlformats-officedocument.presentationml.notesSlide+xml"/>
  <Override PartName="/ppt/notesSlides/notesSlide2773.xml" ContentType="application/vnd.openxmlformats-officedocument.presentationml.notesSlide+xml"/>
  <Override PartName="/ppt/notesSlides/notesSlide2774.xml" ContentType="application/vnd.openxmlformats-officedocument.presentationml.notesSlide+xml"/>
  <Override PartName="/ppt/notesSlides/notesSlide2775.xml" ContentType="application/vnd.openxmlformats-officedocument.presentationml.notesSlide+xml"/>
  <Override PartName="/ppt/notesSlides/notesSlide2776.xml" ContentType="application/vnd.openxmlformats-officedocument.presentationml.notesSlide+xml"/>
  <Override PartName="/ppt/notesSlides/notesSlide2777.xml" ContentType="application/vnd.openxmlformats-officedocument.presentationml.notesSlide+xml"/>
  <Override PartName="/ppt/notesSlides/notesSlide2778.xml" ContentType="application/vnd.openxmlformats-officedocument.presentationml.notesSlide+xml"/>
  <Override PartName="/ppt/notesSlides/notesSlide2779.xml" ContentType="application/vnd.openxmlformats-officedocument.presentationml.notesSlide+xml"/>
  <Override PartName="/ppt/notesSlides/notesSlide2780.xml" ContentType="application/vnd.openxmlformats-officedocument.presentationml.notesSlide+xml"/>
  <Override PartName="/ppt/notesSlides/notesSlide2781.xml" ContentType="application/vnd.openxmlformats-officedocument.presentationml.notesSlide+xml"/>
  <Override PartName="/ppt/notesSlides/notesSlide2782.xml" ContentType="application/vnd.openxmlformats-officedocument.presentationml.notesSlide+xml"/>
  <Override PartName="/ppt/notesSlides/notesSlide2783.xml" ContentType="application/vnd.openxmlformats-officedocument.presentationml.notesSlide+xml"/>
  <Override PartName="/ppt/notesSlides/notesSlide2784.xml" ContentType="application/vnd.openxmlformats-officedocument.presentationml.notesSlide+xml"/>
  <Override PartName="/ppt/notesSlides/notesSlide2785.xml" ContentType="application/vnd.openxmlformats-officedocument.presentationml.notesSlide+xml"/>
  <Override PartName="/ppt/notesSlides/notesSlide2786.xml" ContentType="application/vnd.openxmlformats-officedocument.presentationml.notesSlide+xml"/>
  <Override PartName="/ppt/notesSlides/notesSlide2787.xml" ContentType="application/vnd.openxmlformats-officedocument.presentationml.notesSlide+xml"/>
  <Override PartName="/ppt/notesSlides/notesSlide2788.xml" ContentType="application/vnd.openxmlformats-officedocument.presentationml.notesSlide+xml"/>
  <Override PartName="/ppt/notesSlides/notesSlide2789.xml" ContentType="application/vnd.openxmlformats-officedocument.presentationml.notesSlide+xml"/>
  <Override PartName="/ppt/notesSlides/notesSlide2790.xml" ContentType="application/vnd.openxmlformats-officedocument.presentationml.notesSlide+xml"/>
  <Override PartName="/ppt/notesSlides/notesSlide2791.xml" ContentType="application/vnd.openxmlformats-officedocument.presentationml.notesSlide+xml"/>
  <Override PartName="/ppt/notesSlides/notesSlide2792.xml" ContentType="application/vnd.openxmlformats-officedocument.presentationml.notesSlide+xml"/>
  <Override PartName="/ppt/notesSlides/notesSlide2793.xml" ContentType="application/vnd.openxmlformats-officedocument.presentationml.notesSlide+xml"/>
  <Override PartName="/ppt/notesSlides/notesSlide2794.xml" ContentType="application/vnd.openxmlformats-officedocument.presentationml.notesSlide+xml"/>
  <Override PartName="/ppt/notesSlides/notesSlide2795.xml" ContentType="application/vnd.openxmlformats-officedocument.presentationml.notesSlide+xml"/>
  <Override PartName="/ppt/notesSlides/notesSlide2796.xml" ContentType="application/vnd.openxmlformats-officedocument.presentationml.notesSlide+xml"/>
  <Override PartName="/ppt/notesSlides/notesSlide2797.xml" ContentType="application/vnd.openxmlformats-officedocument.presentationml.notesSlide+xml"/>
  <Override PartName="/ppt/notesSlides/notesSlide2798.xml" ContentType="application/vnd.openxmlformats-officedocument.presentationml.notesSlide+xml"/>
  <Override PartName="/ppt/notesSlides/notesSlide2799.xml" ContentType="application/vnd.openxmlformats-officedocument.presentationml.notesSlide+xml"/>
  <Override PartName="/ppt/notesSlides/notesSlide2800.xml" ContentType="application/vnd.openxmlformats-officedocument.presentationml.notesSlide+xml"/>
  <Override PartName="/ppt/notesSlides/notesSlide2801.xml" ContentType="application/vnd.openxmlformats-officedocument.presentationml.notesSlide+xml"/>
  <Override PartName="/ppt/notesSlides/notesSlide2802.xml" ContentType="application/vnd.openxmlformats-officedocument.presentationml.notesSlide+xml"/>
  <Override PartName="/ppt/notesSlides/notesSlide2803.xml" ContentType="application/vnd.openxmlformats-officedocument.presentationml.notesSlide+xml"/>
  <Override PartName="/ppt/notesSlides/notesSlide2804.xml" ContentType="application/vnd.openxmlformats-officedocument.presentationml.notesSlide+xml"/>
  <Override PartName="/ppt/notesSlides/notesSlide2805.xml" ContentType="application/vnd.openxmlformats-officedocument.presentationml.notesSlide+xml"/>
  <Override PartName="/ppt/notesSlides/notesSlide2806.xml" ContentType="application/vnd.openxmlformats-officedocument.presentationml.notesSlide+xml"/>
  <Override PartName="/ppt/notesSlides/notesSlide2807.xml" ContentType="application/vnd.openxmlformats-officedocument.presentationml.notesSlide+xml"/>
  <Override PartName="/ppt/notesSlides/notesSlide2808.xml" ContentType="application/vnd.openxmlformats-officedocument.presentationml.notesSlide+xml"/>
  <Override PartName="/ppt/notesSlides/notesSlide2809.xml" ContentType="application/vnd.openxmlformats-officedocument.presentationml.notesSlide+xml"/>
  <Override PartName="/ppt/notesSlides/notesSlide2810.xml" ContentType="application/vnd.openxmlformats-officedocument.presentationml.notesSlide+xml"/>
  <Override PartName="/ppt/notesSlides/notesSlide2811.xml" ContentType="application/vnd.openxmlformats-officedocument.presentationml.notesSlide+xml"/>
  <Override PartName="/ppt/notesSlides/notesSlide2812.xml" ContentType="application/vnd.openxmlformats-officedocument.presentationml.notesSlide+xml"/>
  <Override PartName="/ppt/notesSlides/notesSlide2813.xml" ContentType="application/vnd.openxmlformats-officedocument.presentationml.notesSlide+xml"/>
  <Override PartName="/ppt/notesSlides/notesSlide2814.xml" ContentType="application/vnd.openxmlformats-officedocument.presentationml.notesSlide+xml"/>
  <Override PartName="/ppt/notesSlides/notesSlide2815.xml" ContentType="application/vnd.openxmlformats-officedocument.presentationml.notesSlide+xml"/>
  <Override PartName="/ppt/notesSlides/notesSlide2816.xml" ContentType="application/vnd.openxmlformats-officedocument.presentationml.notesSlide+xml"/>
  <Override PartName="/ppt/notesSlides/notesSlide2817.xml" ContentType="application/vnd.openxmlformats-officedocument.presentationml.notesSlide+xml"/>
  <Override PartName="/ppt/notesSlides/notesSlide2818.xml" ContentType="application/vnd.openxmlformats-officedocument.presentationml.notesSlide+xml"/>
  <Override PartName="/ppt/notesSlides/notesSlide2819.xml" ContentType="application/vnd.openxmlformats-officedocument.presentationml.notesSlide+xml"/>
  <Override PartName="/ppt/notesSlides/notesSlide2820.xml" ContentType="application/vnd.openxmlformats-officedocument.presentationml.notesSlide+xml"/>
  <Override PartName="/ppt/notesSlides/notesSlide2821.xml" ContentType="application/vnd.openxmlformats-officedocument.presentationml.notesSlide+xml"/>
  <Override PartName="/ppt/notesSlides/notesSlide2822.xml" ContentType="application/vnd.openxmlformats-officedocument.presentationml.notesSlide+xml"/>
  <Override PartName="/ppt/notesSlides/notesSlide2823.xml" ContentType="application/vnd.openxmlformats-officedocument.presentationml.notesSlide+xml"/>
  <Override PartName="/ppt/notesSlides/notesSlide2824.xml" ContentType="application/vnd.openxmlformats-officedocument.presentationml.notesSlide+xml"/>
  <Override PartName="/ppt/notesSlides/notesSlide2825.xml" ContentType="application/vnd.openxmlformats-officedocument.presentationml.notesSlide+xml"/>
  <Override PartName="/ppt/notesSlides/notesSlide2826.xml" ContentType="application/vnd.openxmlformats-officedocument.presentationml.notesSlide+xml"/>
  <Override PartName="/ppt/notesSlides/notesSlide2827.xml" ContentType="application/vnd.openxmlformats-officedocument.presentationml.notesSlide+xml"/>
  <Override PartName="/ppt/notesSlides/notesSlide2828.xml" ContentType="application/vnd.openxmlformats-officedocument.presentationml.notesSlide+xml"/>
  <Override PartName="/ppt/notesSlides/notesSlide2829.xml" ContentType="application/vnd.openxmlformats-officedocument.presentationml.notesSlide+xml"/>
  <Override PartName="/ppt/notesSlides/notesSlide2830.xml" ContentType="application/vnd.openxmlformats-officedocument.presentationml.notesSlide+xml"/>
  <Override PartName="/ppt/notesSlides/notesSlide2831.xml" ContentType="application/vnd.openxmlformats-officedocument.presentationml.notesSlide+xml"/>
  <Override PartName="/ppt/notesSlides/notesSlide2832.xml" ContentType="application/vnd.openxmlformats-officedocument.presentationml.notesSlide+xml"/>
  <Override PartName="/ppt/notesSlides/notesSlide2833.xml" ContentType="application/vnd.openxmlformats-officedocument.presentationml.notesSlide+xml"/>
  <Override PartName="/ppt/notesSlides/notesSlide2834.xml" ContentType="application/vnd.openxmlformats-officedocument.presentationml.notesSlide+xml"/>
  <Override PartName="/ppt/notesSlides/notesSlide2835.xml" ContentType="application/vnd.openxmlformats-officedocument.presentationml.notesSlide+xml"/>
  <Override PartName="/ppt/notesSlides/notesSlide2836.xml" ContentType="application/vnd.openxmlformats-officedocument.presentationml.notesSlide+xml"/>
  <Override PartName="/ppt/notesSlides/notesSlide2837.xml" ContentType="application/vnd.openxmlformats-officedocument.presentationml.notesSlide+xml"/>
  <Override PartName="/ppt/notesSlides/notesSlide2838.xml" ContentType="application/vnd.openxmlformats-officedocument.presentationml.notesSlide+xml"/>
  <Override PartName="/ppt/notesSlides/notesSlide2839.xml" ContentType="application/vnd.openxmlformats-officedocument.presentationml.notesSlide+xml"/>
  <Override PartName="/ppt/notesSlides/notesSlide2840.xml" ContentType="application/vnd.openxmlformats-officedocument.presentationml.notesSlide+xml"/>
  <Override PartName="/ppt/notesSlides/notesSlide2841.xml" ContentType="application/vnd.openxmlformats-officedocument.presentationml.notesSlide+xml"/>
  <Override PartName="/ppt/notesSlides/notesSlide2842.xml" ContentType="application/vnd.openxmlformats-officedocument.presentationml.notesSlide+xml"/>
  <Override PartName="/ppt/notesSlides/notesSlide2843.xml" ContentType="application/vnd.openxmlformats-officedocument.presentationml.notesSlide+xml"/>
  <Override PartName="/ppt/notesSlides/notesSlide2844.xml" ContentType="application/vnd.openxmlformats-officedocument.presentationml.notesSlide+xml"/>
  <Override PartName="/ppt/notesSlides/notesSlide2845.xml" ContentType="application/vnd.openxmlformats-officedocument.presentationml.notesSlide+xml"/>
  <Override PartName="/ppt/notesSlides/notesSlide2846.xml" ContentType="application/vnd.openxmlformats-officedocument.presentationml.notesSlide+xml"/>
  <Override PartName="/ppt/notesSlides/notesSlide2847.xml" ContentType="application/vnd.openxmlformats-officedocument.presentationml.notesSlide+xml"/>
  <Override PartName="/ppt/notesSlides/notesSlide2848.xml" ContentType="application/vnd.openxmlformats-officedocument.presentationml.notesSlide+xml"/>
  <Override PartName="/ppt/notesSlides/notesSlide2849.xml" ContentType="application/vnd.openxmlformats-officedocument.presentationml.notesSlide+xml"/>
  <Override PartName="/ppt/notesSlides/notesSlide2850.xml" ContentType="application/vnd.openxmlformats-officedocument.presentationml.notesSlide+xml"/>
  <Override PartName="/ppt/notesSlides/notesSlide2851.xml" ContentType="application/vnd.openxmlformats-officedocument.presentationml.notesSlide+xml"/>
  <Override PartName="/ppt/notesSlides/notesSlide2852.xml" ContentType="application/vnd.openxmlformats-officedocument.presentationml.notesSlide+xml"/>
  <Override PartName="/ppt/notesSlides/notesSlide2853.xml" ContentType="application/vnd.openxmlformats-officedocument.presentationml.notesSlide+xml"/>
  <Override PartName="/ppt/notesSlides/notesSlide2854.xml" ContentType="application/vnd.openxmlformats-officedocument.presentationml.notesSlide+xml"/>
  <Override PartName="/ppt/notesSlides/notesSlide2855.xml" ContentType="application/vnd.openxmlformats-officedocument.presentationml.notesSlide+xml"/>
  <Override PartName="/ppt/notesSlides/notesSlide2856.xml" ContentType="application/vnd.openxmlformats-officedocument.presentationml.notesSlide+xml"/>
  <Override PartName="/ppt/notesSlides/notesSlide2857.xml" ContentType="application/vnd.openxmlformats-officedocument.presentationml.notesSlide+xml"/>
  <Override PartName="/ppt/notesSlides/notesSlide2858.xml" ContentType="application/vnd.openxmlformats-officedocument.presentationml.notesSlide+xml"/>
  <Override PartName="/ppt/notesSlides/notesSlide2859.xml" ContentType="application/vnd.openxmlformats-officedocument.presentationml.notesSlide+xml"/>
  <Override PartName="/ppt/notesSlides/notesSlide2860.xml" ContentType="application/vnd.openxmlformats-officedocument.presentationml.notesSlide+xml"/>
  <Override PartName="/ppt/notesSlides/notesSlide2861.xml" ContentType="application/vnd.openxmlformats-officedocument.presentationml.notesSlide+xml"/>
  <Override PartName="/ppt/notesSlides/notesSlide2862.xml" ContentType="application/vnd.openxmlformats-officedocument.presentationml.notesSlide+xml"/>
  <Override PartName="/ppt/notesSlides/notesSlide2863.xml" ContentType="application/vnd.openxmlformats-officedocument.presentationml.notesSlide+xml"/>
  <Override PartName="/ppt/notesSlides/notesSlide2864.xml" ContentType="application/vnd.openxmlformats-officedocument.presentationml.notesSlide+xml"/>
  <Override PartName="/ppt/notesSlides/notesSlide2865.xml" ContentType="application/vnd.openxmlformats-officedocument.presentationml.notesSlide+xml"/>
  <Override PartName="/ppt/notesSlides/notesSlide2866.xml" ContentType="application/vnd.openxmlformats-officedocument.presentationml.notesSlide+xml"/>
  <Override PartName="/ppt/notesSlides/notesSlide2867.xml" ContentType="application/vnd.openxmlformats-officedocument.presentationml.notesSlide+xml"/>
  <Override PartName="/ppt/notesSlides/notesSlide2868.xml" ContentType="application/vnd.openxmlformats-officedocument.presentationml.notesSlide+xml"/>
  <Override PartName="/ppt/notesSlides/notesSlide2869.xml" ContentType="application/vnd.openxmlformats-officedocument.presentationml.notesSlide+xml"/>
  <Override PartName="/ppt/notesSlides/notesSlide2870.xml" ContentType="application/vnd.openxmlformats-officedocument.presentationml.notesSlide+xml"/>
  <Override PartName="/ppt/notesSlides/notesSlide2871.xml" ContentType="application/vnd.openxmlformats-officedocument.presentationml.notesSlide+xml"/>
  <Override PartName="/ppt/notesSlides/notesSlide2872.xml" ContentType="application/vnd.openxmlformats-officedocument.presentationml.notesSlide+xml"/>
  <Override PartName="/ppt/notesSlides/notesSlide2873.xml" ContentType="application/vnd.openxmlformats-officedocument.presentationml.notesSlide+xml"/>
  <Override PartName="/ppt/notesSlides/notesSlide2874.xml" ContentType="application/vnd.openxmlformats-officedocument.presentationml.notesSlide+xml"/>
  <Override PartName="/ppt/notesSlides/notesSlide2875.xml" ContentType="application/vnd.openxmlformats-officedocument.presentationml.notesSlide+xml"/>
  <Override PartName="/ppt/notesSlides/notesSlide2876.xml" ContentType="application/vnd.openxmlformats-officedocument.presentationml.notesSlide+xml"/>
  <Override PartName="/ppt/notesSlides/notesSlide2877.xml" ContentType="application/vnd.openxmlformats-officedocument.presentationml.notesSlide+xml"/>
  <Override PartName="/ppt/notesSlides/notesSlide2878.xml" ContentType="application/vnd.openxmlformats-officedocument.presentationml.notesSlide+xml"/>
  <Override PartName="/ppt/notesSlides/notesSlide2879.xml" ContentType="application/vnd.openxmlformats-officedocument.presentationml.notesSlide+xml"/>
  <Override PartName="/ppt/notesSlides/notesSlide2880.xml" ContentType="application/vnd.openxmlformats-officedocument.presentationml.notesSlide+xml"/>
  <Override PartName="/ppt/notesSlides/notesSlide2881.xml" ContentType="application/vnd.openxmlformats-officedocument.presentationml.notesSlide+xml"/>
  <Override PartName="/ppt/notesSlides/notesSlide2882.xml" ContentType="application/vnd.openxmlformats-officedocument.presentationml.notesSlide+xml"/>
  <Override PartName="/ppt/notesSlides/notesSlide2883.xml" ContentType="application/vnd.openxmlformats-officedocument.presentationml.notesSlide+xml"/>
  <Override PartName="/ppt/notesSlides/notesSlide2884.xml" ContentType="application/vnd.openxmlformats-officedocument.presentationml.notesSlide+xml"/>
  <Override PartName="/ppt/notesSlides/notesSlide2885.xml" ContentType="application/vnd.openxmlformats-officedocument.presentationml.notesSlide+xml"/>
  <Override PartName="/ppt/notesSlides/notesSlide2886.xml" ContentType="application/vnd.openxmlformats-officedocument.presentationml.notesSlide+xml"/>
  <Override PartName="/ppt/notesSlides/notesSlide2887.xml" ContentType="application/vnd.openxmlformats-officedocument.presentationml.notesSlide+xml"/>
  <Override PartName="/ppt/notesSlides/notesSlide2888.xml" ContentType="application/vnd.openxmlformats-officedocument.presentationml.notesSlide+xml"/>
  <Override PartName="/ppt/notesSlides/notesSlide2889.xml" ContentType="application/vnd.openxmlformats-officedocument.presentationml.notesSlide+xml"/>
  <Override PartName="/ppt/notesSlides/notesSlide2890.xml" ContentType="application/vnd.openxmlformats-officedocument.presentationml.notesSlide+xml"/>
  <Override PartName="/ppt/notesSlides/notesSlide2891.xml" ContentType="application/vnd.openxmlformats-officedocument.presentationml.notesSlide+xml"/>
  <Override PartName="/ppt/notesSlides/notesSlide2892.xml" ContentType="application/vnd.openxmlformats-officedocument.presentationml.notesSlide+xml"/>
  <Override PartName="/ppt/notesSlides/notesSlide2893.xml" ContentType="application/vnd.openxmlformats-officedocument.presentationml.notesSlide+xml"/>
  <Override PartName="/ppt/notesSlides/notesSlide2894.xml" ContentType="application/vnd.openxmlformats-officedocument.presentationml.notesSlide+xml"/>
  <Override PartName="/ppt/notesSlides/notesSlide2895.xml" ContentType="application/vnd.openxmlformats-officedocument.presentationml.notesSlide+xml"/>
  <Override PartName="/ppt/notesSlides/notesSlide2896.xml" ContentType="application/vnd.openxmlformats-officedocument.presentationml.notesSlide+xml"/>
  <Override PartName="/ppt/notesSlides/notesSlide2897.xml" ContentType="application/vnd.openxmlformats-officedocument.presentationml.notesSlide+xml"/>
  <Override PartName="/ppt/notesSlides/notesSlide2898.xml" ContentType="application/vnd.openxmlformats-officedocument.presentationml.notesSlide+xml"/>
  <Override PartName="/ppt/notesSlides/notesSlide2899.xml" ContentType="application/vnd.openxmlformats-officedocument.presentationml.notesSlide+xml"/>
  <Override PartName="/ppt/notesSlides/notesSlide2900.xml" ContentType="application/vnd.openxmlformats-officedocument.presentationml.notesSlide+xml"/>
  <Override PartName="/ppt/notesSlides/notesSlide2901.xml" ContentType="application/vnd.openxmlformats-officedocument.presentationml.notesSlide+xml"/>
  <Override PartName="/ppt/notesSlides/notesSlide2902.xml" ContentType="application/vnd.openxmlformats-officedocument.presentationml.notesSlide+xml"/>
  <Override PartName="/ppt/notesSlides/notesSlide2903.xml" ContentType="application/vnd.openxmlformats-officedocument.presentationml.notesSlide+xml"/>
  <Override PartName="/ppt/notesSlides/notesSlide2904.xml" ContentType="application/vnd.openxmlformats-officedocument.presentationml.notesSlide+xml"/>
  <Override PartName="/ppt/notesSlides/notesSlide2905.xml" ContentType="application/vnd.openxmlformats-officedocument.presentationml.notesSlide+xml"/>
  <Override PartName="/ppt/notesSlides/notesSlide2906.xml" ContentType="application/vnd.openxmlformats-officedocument.presentationml.notesSlide+xml"/>
  <Override PartName="/ppt/notesSlides/notesSlide2907.xml" ContentType="application/vnd.openxmlformats-officedocument.presentationml.notesSlide+xml"/>
  <Override PartName="/ppt/notesSlides/notesSlide2908.xml" ContentType="application/vnd.openxmlformats-officedocument.presentationml.notesSlide+xml"/>
  <Override PartName="/ppt/notesSlides/notesSlide2909.xml" ContentType="application/vnd.openxmlformats-officedocument.presentationml.notesSlide+xml"/>
  <Override PartName="/ppt/notesSlides/notesSlide2910.xml" ContentType="application/vnd.openxmlformats-officedocument.presentationml.notesSlide+xml"/>
  <Override PartName="/ppt/notesSlides/notesSlide2911.xml" ContentType="application/vnd.openxmlformats-officedocument.presentationml.notesSlide+xml"/>
  <Override PartName="/ppt/notesSlides/notesSlide2912.xml" ContentType="application/vnd.openxmlformats-officedocument.presentationml.notesSlide+xml"/>
  <Override PartName="/ppt/notesSlides/notesSlide2913.xml" ContentType="application/vnd.openxmlformats-officedocument.presentationml.notesSlide+xml"/>
  <Override PartName="/ppt/notesSlides/notesSlide2914.xml" ContentType="application/vnd.openxmlformats-officedocument.presentationml.notesSlide+xml"/>
  <Override PartName="/ppt/notesSlides/notesSlide2915.xml" ContentType="application/vnd.openxmlformats-officedocument.presentationml.notesSlide+xml"/>
  <Override PartName="/ppt/notesSlides/notesSlide2916.xml" ContentType="application/vnd.openxmlformats-officedocument.presentationml.notesSlide+xml"/>
  <Override PartName="/ppt/notesSlides/notesSlide2917.xml" ContentType="application/vnd.openxmlformats-officedocument.presentationml.notesSlide+xml"/>
  <Override PartName="/ppt/notesSlides/notesSlide2918.xml" ContentType="application/vnd.openxmlformats-officedocument.presentationml.notesSlide+xml"/>
  <Override PartName="/ppt/notesSlides/notesSlide2919.xml" ContentType="application/vnd.openxmlformats-officedocument.presentationml.notesSlide+xml"/>
  <Override PartName="/ppt/notesSlides/notesSlide2920.xml" ContentType="application/vnd.openxmlformats-officedocument.presentationml.notesSlide+xml"/>
  <Override PartName="/ppt/notesSlides/notesSlide2921.xml" ContentType="application/vnd.openxmlformats-officedocument.presentationml.notesSlide+xml"/>
  <Override PartName="/ppt/notesSlides/notesSlide2922.xml" ContentType="application/vnd.openxmlformats-officedocument.presentationml.notesSlide+xml"/>
  <Override PartName="/ppt/notesSlides/notesSlide2923.xml" ContentType="application/vnd.openxmlformats-officedocument.presentationml.notesSlide+xml"/>
  <Override PartName="/ppt/notesSlides/notesSlide2924.xml" ContentType="application/vnd.openxmlformats-officedocument.presentationml.notesSlide+xml"/>
  <Override PartName="/ppt/notesSlides/notesSlide2925.xml" ContentType="application/vnd.openxmlformats-officedocument.presentationml.notesSlide+xml"/>
  <Override PartName="/ppt/notesSlides/notesSlide2926.xml" ContentType="application/vnd.openxmlformats-officedocument.presentationml.notesSlide+xml"/>
  <Override PartName="/ppt/notesSlides/notesSlide2927.xml" ContentType="application/vnd.openxmlformats-officedocument.presentationml.notesSlide+xml"/>
  <Override PartName="/ppt/notesSlides/notesSlide2928.xml" ContentType="application/vnd.openxmlformats-officedocument.presentationml.notesSlide+xml"/>
  <Override PartName="/ppt/notesSlides/notesSlide2929.xml" ContentType="application/vnd.openxmlformats-officedocument.presentationml.notesSlide+xml"/>
  <Override PartName="/ppt/notesSlides/notesSlide2930.xml" ContentType="application/vnd.openxmlformats-officedocument.presentationml.notesSlide+xml"/>
  <Override PartName="/ppt/notesSlides/notesSlide2931.xml" ContentType="application/vnd.openxmlformats-officedocument.presentationml.notesSlide+xml"/>
  <Override PartName="/ppt/notesSlides/notesSlide2932.xml" ContentType="application/vnd.openxmlformats-officedocument.presentationml.notesSlide+xml"/>
  <Override PartName="/ppt/notesSlides/notesSlide2933.xml" ContentType="application/vnd.openxmlformats-officedocument.presentationml.notesSlide+xml"/>
  <Override PartName="/ppt/notesSlides/notesSlide2934.xml" ContentType="application/vnd.openxmlformats-officedocument.presentationml.notesSlide+xml"/>
  <Override PartName="/ppt/notesSlides/notesSlide2935.xml" ContentType="application/vnd.openxmlformats-officedocument.presentationml.notesSlide+xml"/>
  <Override PartName="/ppt/notesSlides/notesSlide2936.xml" ContentType="application/vnd.openxmlformats-officedocument.presentationml.notesSlide+xml"/>
  <Override PartName="/ppt/notesSlides/notesSlide2937.xml" ContentType="application/vnd.openxmlformats-officedocument.presentationml.notesSlide+xml"/>
  <Override PartName="/ppt/notesSlides/notesSlide2938.xml" ContentType="application/vnd.openxmlformats-officedocument.presentationml.notesSlide+xml"/>
  <Override PartName="/ppt/notesSlides/notesSlide2939.xml" ContentType="application/vnd.openxmlformats-officedocument.presentationml.notesSlide+xml"/>
  <Override PartName="/ppt/notesSlides/notesSlide2940.xml" ContentType="application/vnd.openxmlformats-officedocument.presentationml.notesSlide+xml"/>
  <Override PartName="/ppt/notesSlides/notesSlide2941.xml" ContentType="application/vnd.openxmlformats-officedocument.presentationml.notesSlide+xml"/>
  <Override PartName="/ppt/notesSlides/notesSlide2942.xml" ContentType="application/vnd.openxmlformats-officedocument.presentationml.notesSlide+xml"/>
  <Override PartName="/ppt/notesSlides/notesSlide2943.xml" ContentType="application/vnd.openxmlformats-officedocument.presentationml.notesSlide+xml"/>
  <Override PartName="/ppt/notesSlides/notesSlide2944.xml" ContentType="application/vnd.openxmlformats-officedocument.presentationml.notesSlide+xml"/>
  <Override PartName="/ppt/notesSlides/notesSlide2945.xml" ContentType="application/vnd.openxmlformats-officedocument.presentationml.notesSlide+xml"/>
  <Override PartName="/ppt/notesSlides/notesSlide2946.xml" ContentType="application/vnd.openxmlformats-officedocument.presentationml.notesSlide+xml"/>
  <Override PartName="/ppt/notesSlides/notesSlide2947.xml" ContentType="application/vnd.openxmlformats-officedocument.presentationml.notesSlide+xml"/>
  <Override PartName="/ppt/notesSlides/notesSlide2948.xml" ContentType="application/vnd.openxmlformats-officedocument.presentationml.notesSlide+xml"/>
  <Override PartName="/ppt/notesSlides/notesSlide2949.xml" ContentType="application/vnd.openxmlformats-officedocument.presentationml.notesSlide+xml"/>
  <Override PartName="/ppt/notesSlides/notesSlide2950.xml" ContentType="application/vnd.openxmlformats-officedocument.presentationml.notesSlide+xml"/>
  <Override PartName="/ppt/notesSlides/notesSlide2951.xml" ContentType="application/vnd.openxmlformats-officedocument.presentationml.notesSlide+xml"/>
  <Override PartName="/ppt/notesSlides/notesSlide2952.xml" ContentType="application/vnd.openxmlformats-officedocument.presentationml.notesSlide+xml"/>
  <Override PartName="/ppt/notesSlides/notesSlide2953.xml" ContentType="application/vnd.openxmlformats-officedocument.presentationml.notesSlide+xml"/>
  <Override PartName="/ppt/notesSlides/notesSlide2954.xml" ContentType="application/vnd.openxmlformats-officedocument.presentationml.notesSlide+xml"/>
  <Override PartName="/ppt/notesSlides/notesSlide2955.xml" ContentType="application/vnd.openxmlformats-officedocument.presentationml.notesSlide+xml"/>
  <Override PartName="/ppt/notesSlides/notesSlide2956.xml" ContentType="application/vnd.openxmlformats-officedocument.presentationml.notesSlide+xml"/>
  <Override PartName="/ppt/notesSlides/notesSlide2957.xml" ContentType="application/vnd.openxmlformats-officedocument.presentationml.notesSlide+xml"/>
  <Override PartName="/ppt/notesSlides/notesSlide2958.xml" ContentType="application/vnd.openxmlformats-officedocument.presentationml.notesSlide+xml"/>
  <Override PartName="/ppt/notesSlides/notesSlide2959.xml" ContentType="application/vnd.openxmlformats-officedocument.presentationml.notesSlide+xml"/>
  <Override PartName="/ppt/notesSlides/notesSlide2960.xml" ContentType="application/vnd.openxmlformats-officedocument.presentationml.notesSlide+xml"/>
  <Override PartName="/ppt/notesSlides/notesSlide2961.xml" ContentType="application/vnd.openxmlformats-officedocument.presentationml.notesSlide+xml"/>
  <Override PartName="/ppt/notesSlides/notesSlide2962.xml" ContentType="application/vnd.openxmlformats-officedocument.presentationml.notesSlide+xml"/>
  <Override PartName="/ppt/notesSlides/notesSlide2963.xml" ContentType="application/vnd.openxmlformats-officedocument.presentationml.notesSlide+xml"/>
  <Override PartName="/ppt/notesSlides/notesSlide2964.xml" ContentType="application/vnd.openxmlformats-officedocument.presentationml.notesSlide+xml"/>
  <Override PartName="/ppt/notesSlides/notesSlide2965.xml" ContentType="application/vnd.openxmlformats-officedocument.presentationml.notesSlide+xml"/>
  <Override PartName="/ppt/notesSlides/notesSlide2966.xml" ContentType="application/vnd.openxmlformats-officedocument.presentationml.notesSlide+xml"/>
  <Override PartName="/ppt/notesSlides/notesSlide2967.xml" ContentType="application/vnd.openxmlformats-officedocument.presentationml.notesSlide+xml"/>
  <Override PartName="/ppt/notesSlides/notesSlide2968.xml" ContentType="application/vnd.openxmlformats-officedocument.presentationml.notesSlide+xml"/>
  <Override PartName="/ppt/notesSlides/notesSlide2969.xml" ContentType="application/vnd.openxmlformats-officedocument.presentationml.notesSlide+xml"/>
  <Override PartName="/ppt/notesSlides/notesSlide2970.xml" ContentType="application/vnd.openxmlformats-officedocument.presentationml.notesSlide+xml"/>
  <Override PartName="/ppt/notesSlides/notesSlide2971.xml" ContentType="application/vnd.openxmlformats-officedocument.presentationml.notesSlide+xml"/>
  <Override PartName="/ppt/notesSlides/notesSlide2972.xml" ContentType="application/vnd.openxmlformats-officedocument.presentationml.notesSlide+xml"/>
  <Override PartName="/ppt/notesSlides/notesSlide2973.xml" ContentType="application/vnd.openxmlformats-officedocument.presentationml.notesSlide+xml"/>
  <Override PartName="/ppt/notesSlides/notesSlide2974.xml" ContentType="application/vnd.openxmlformats-officedocument.presentationml.notesSlide+xml"/>
  <Override PartName="/ppt/notesSlides/notesSlide2975.xml" ContentType="application/vnd.openxmlformats-officedocument.presentationml.notesSlide+xml"/>
  <Override PartName="/ppt/notesSlides/notesSlide2976.xml" ContentType="application/vnd.openxmlformats-officedocument.presentationml.notesSlide+xml"/>
  <Override PartName="/ppt/notesSlides/notesSlide2977.xml" ContentType="application/vnd.openxmlformats-officedocument.presentationml.notesSlide+xml"/>
  <Override PartName="/ppt/notesSlides/notesSlide2978.xml" ContentType="application/vnd.openxmlformats-officedocument.presentationml.notesSlide+xml"/>
  <Override PartName="/ppt/notesSlides/notesSlide2979.xml" ContentType="application/vnd.openxmlformats-officedocument.presentationml.notesSlide+xml"/>
  <Override PartName="/ppt/notesSlides/notesSlide2980.xml" ContentType="application/vnd.openxmlformats-officedocument.presentationml.notesSlide+xml"/>
  <Override PartName="/ppt/notesSlides/notesSlide2981.xml" ContentType="application/vnd.openxmlformats-officedocument.presentationml.notesSlide+xml"/>
  <Override PartName="/ppt/notesSlides/notesSlide2982.xml" ContentType="application/vnd.openxmlformats-officedocument.presentationml.notesSlide+xml"/>
  <Override PartName="/ppt/notesSlides/notesSlide2983.xml" ContentType="application/vnd.openxmlformats-officedocument.presentationml.notesSlide+xml"/>
  <Override PartName="/ppt/notesSlides/notesSlide2984.xml" ContentType="application/vnd.openxmlformats-officedocument.presentationml.notesSlide+xml"/>
  <Override PartName="/ppt/notesSlides/notesSlide2985.xml" ContentType="application/vnd.openxmlformats-officedocument.presentationml.notesSlide+xml"/>
  <Override PartName="/ppt/notesSlides/notesSlide2986.xml" ContentType="application/vnd.openxmlformats-officedocument.presentationml.notesSlide+xml"/>
  <Override PartName="/ppt/notesSlides/notesSlide2987.xml" ContentType="application/vnd.openxmlformats-officedocument.presentationml.notesSlide+xml"/>
  <Override PartName="/ppt/notesSlides/notesSlide2988.xml" ContentType="application/vnd.openxmlformats-officedocument.presentationml.notesSlide+xml"/>
  <Override PartName="/ppt/notesSlides/notesSlide2989.xml" ContentType="application/vnd.openxmlformats-officedocument.presentationml.notesSlide+xml"/>
  <Override PartName="/ppt/notesSlides/notesSlide2990.xml" ContentType="application/vnd.openxmlformats-officedocument.presentationml.notesSlide+xml"/>
  <Override PartName="/ppt/notesSlides/notesSlide2991.xml" ContentType="application/vnd.openxmlformats-officedocument.presentationml.notesSlide+xml"/>
  <Override PartName="/ppt/notesSlides/notesSlide2992.xml" ContentType="application/vnd.openxmlformats-officedocument.presentationml.notesSlide+xml"/>
  <Override PartName="/ppt/notesSlides/notesSlide2993.xml" ContentType="application/vnd.openxmlformats-officedocument.presentationml.notesSlide+xml"/>
  <Override PartName="/ppt/notesSlides/notesSlide2994.xml" ContentType="application/vnd.openxmlformats-officedocument.presentationml.notesSlide+xml"/>
  <Override PartName="/ppt/notesSlides/notesSlide2995.xml" ContentType="application/vnd.openxmlformats-officedocument.presentationml.notesSlide+xml"/>
  <Override PartName="/ppt/notesSlides/notesSlide2996.xml" ContentType="application/vnd.openxmlformats-officedocument.presentationml.notesSlide+xml"/>
  <Override PartName="/ppt/notesSlides/notesSlide2997.xml" ContentType="application/vnd.openxmlformats-officedocument.presentationml.notesSlide+xml"/>
  <Override PartName="/ppt/notesSlides/notesSlide2998.xml" ContentType="application/vnd.openxmlformats-officedocument.presentationml.notesSlide+xml"/>
  <Override PartName="/ppt/notesSlides/notesSlide2999.xml" ContentType="application/vnd.openxmlformats-officedocument.presentationml.notesSlide+xml"/>
  <Override PartName="/ppt/notesSlides/notesSlide3000.xml" ContentType="application/vnd.openxmlformats-officedocument.presentationml.notesSlide+xml"/>
  <Override PartName="/ppt/notesSlides/notesSlide3001.xml" ContentType="application/vnd.openxmlformats-officedocument.presentationml.notesSlide+xml"/>
  <Override PartName="/ppt/notesSlides/notesSlide3002.xml" ContentType="application/vnd.openxmlformats-officedocument.presentationml.notesSlide+xml"/>
  <Override PartName="/ppt/notesSlides/notesSlide3003.xml" ContentType="application/vnd.openxmlformats-officedocument.presentationml.notesSlide+xml"/>
  <Override PartName="/ppt/notesSlides/notesSlide3004.xml" ContentType="application/vnd.openxmlformats-officedocument.presentationml.notesSlide+xml"/>
  <Override PartName="/ppt/notesSlides/notesSlide3005.xml" ContentType="application/vnd.openxmlformats-officedocument.presentationml.notesSlide+xml"/>
  <Override PartName="/ppt/notesSlides/notesSlide3006.xml" ContentType="application/vnd.openxmlformats-officedocument.presentationml.notesSlide+xml"/>
  <Override PartName="/ppt/notesSlides/notesSlide3007.xml" ContentType="application/vnd.openxmlformats-officedocument.presentationml.notesSlide+xml"/>
  <Override PartName="/ppt/notesSlides/notesSlide3008.xml" ContentType="application/vnd.openxmlformats-officedocument.presentationml.notesSlide+xml"/>
  <Override PartName="/ppt/notesSlides/notesSlide3009.xml" ContentType="application/vnd.openxmlformats-officedocument.presentationml.notesSlide+xml"/>
  <Override PartName="/ppt/notesSlides/notesSlide3010.xml" ContentType="application/vnd.openxmlformats-officedocument.presentationml.notesSlide+xml"/>
  <Override PartName="/ppt/notesSlides/notesSlide3011.xml" ContentType="application/vnd.openxmlformats-officedocument.presentationml.notesSlide+xml"/>
  <Override PartName="/ppt/notesSlides/notesSlide3012.xml" ContentType="application/vnd.openxmlformats-officedocument.presentationml.notesSlide+xml"/>
  <Override PartName="/ppt/notesSlides/notesSlide3013.xml" ContentType="application/vnd.openxmlformats-officedocument.presentationml.notesSlide+xml"/>
  <Override PartName="/ppt/notesSlides/notesSlide3014.xml" ContentType="application/vnd.openxmlformats-officedocument.presentationml.notesSlide+xml"/>
  <Override PartName="/ppt/notesSlides/notesSlide3015.xml" ContentType="application/vnd.openxmlformats-officedocument.presentationml.notesSlide+xml"/>
  <Override PartName="/ppt/notesSlides/notesSlide3016.xml" ContentType="application/vnd.openxmlformats-officedocument.presentationml.notesSlide+xml"/>
  <Override PartName="/ppt/notesSlides/notesSlide3017.xml" ContentType="application/vnd.openxmlformats-officedocument.presentationml.notesSlide+xml"/>
  <Override PartName="/ppt/notesSlides/notesSlide3018.xml" ContentType="application/vnd.openxmlformats-officedocument.presentationml.notesSlide+xml"/>
  <Override PartName="/ppt/notesSlides/notesSlide3019.xml" ContentType="application/vnd.openxmlformats-officedocument.presentationml.notesSlide+xml"/>
  <Override PartName="/ppt/notesSlides/notesSlide3020.xml" ContentType="application/vnd.openxmlformats-officedocument.presentationml.notesSlide+xml"/>
  <Override PartName="/ppt/notesSlides/notesSlide3021.xml" ContentType="application/vnd.openxmlformats-officedocument.presentationml.notesSlide+xml"/>
  <Override PartName="/ppt/notesSlides/notesSlide3022.xml" ContentType="application/vnd.openxmlformats-officedocument.presentationml.notesSlide+xml"/>
  <Override PartName="/ppt/notesSlides/notesSlide3023.xml" ContentType="application/vnd.openxmlformats-officedocument.presentationml.notesSlide+xml"/>
  <Override PartName="/ppt/notesSlides/notesSlide3024.xml" ContentType="application/vnd.openxmlformats-officedocument.presentationml.notesSlide+xml"/>
  <Override PartName="/ppt/notesSlides/notesSlide3025.xml" ContentType="application/vnd.openxmlformats-officedocument.presentationml.notesSlide+xml"/>
  <Override PartName="/ppt/notesSlides/notesSlide3026.xml" ContentType="application/vnd.openxmlformats-officedocument.presentationml.notesSlide+xml"/>
  <Override PartName="/ppt/notesSlides/notesSlide3027.xml" ContentType="application/vnd.openxmlformats-officedocument.presentationml.notesSlide+xml"/>
  <Override PartName="/ppt/notesSlides/notesSlide3028.xml" ContentType="application/vnd.openxmlformats-officedocument.presentationml.notesSlide+xml"/>
  <Override PartName="/ppt/notesSlides/notesSlide3029.xml" ContentType="application/vnd.openxmlformats-officedocument.presentationml.notesSlide+xml"/>
  <Override PartName="/ppt/notesSlides/notesSlide3030.xml" ContentType="application/vnd.openxmlformats-officedocument.presentationml.notesSlide+xml"/>
  <Override PartName="/ppt/notesSlides/notesSlide3031.xml" ContentType="application/vnd.openxmlformats-officedocument.presentationml.notesSlide+xml"/>
  <Override PartName="/ppt/notesSlides/notesSlide3032.xml" ContentType="application/vnd.openxmlformats-officedocument.presentationml.notesSlide+xml"/>
  <Override PartName="/ppt/notesSlides/notesSlide3033.xml" ContentType="application/vnd.openxmlformats-officedocument.presentationml.notesSlide+xml"/>
  <Override PartName="/ppt/notesSlides/notesSlide3034.xml" ContentType="application/vnd.openxmlformats-officedocument.presentationml.notesSlide+xml"/>
  <Override PartName="/ppt/notesSlides/notesSlide3035.xml" ContentType="application/vnd.openxmlformats-officedocument.presentationml.notesSlide+xml"/>
  <Override PartName="/ppt/notesSlides/notesSlide3036.xml" ContentType="application/vnd.openxmlformats-officedocument.presentationml.notesSlide+xml"/>
  <Override PartName="/ppt/notesSlides/notesSlide3037.xml" ContentType="application/vnd.openxmlformats-officedocument.presentationml.notesSlide+xml"/>
  <Override PartName="/ppt/notesSlides/notesSlide3038.xml" ContentType="application/vnd.openxmlformats-officedocument.presentationml.notesSlide+xml"/>
  <Override PartName="/ppt/notesSlides/notesSlide3039.xml" ContentType="application/vnd.openxmlformats-officedocument.presentationml.notesSlide+xml"/>
  <Override PartName="/ppt/notesSlides/notesSlide3040.xml" ContentType="application/vnd.openxmlformats-officedocument.presentationml.notesSlide+xml"/>
  <Override PartName="/ppt/notesSlides/notesSlide3041.xml" ContentType="application/vnd.openxmlformats-officedocument.presentationml.notesSlide+xml"/>
  <Override PartName="/ppt/notesSlides/notesSlide3042.xml" ContentType="application/vnd.openxmlformats-officedocument.presentationml.notesSlide+xml"/>
  <Override PartName="/ppt/notesSlides/notesSlide3043.xml" ContentType="application/vnd.openxmlformats-officedocument.presentationml.notesSlide+xml"/>
  <Override PartName="/ppt/notesSlides/notesSlide3044.xml" ContentType="application/vnd.openxmlformats-officedocument.presentationml.notesSlide+xml"/>
  <Override PartName="/ppt/notesSlides/notesSlide3045.xml" ContentType="application/vnd.openxmlformats-officedocument.presentationml.notesSlide+xml"/>
  <Override PartName="/ppt/notesSlides/notesSlide3046.xml" ContentType="application/vnd.openxmlformats-officedocument.presentationml.notesSlide+xml"/>
  <Override PartName="/ppt/notesSlides/notesSlide3047.xml" ContentType="application/vnd.openxmlformats-officedocument.presentationml.notesSlide+xml"/>
  <Override PartName="/ppt/notesSlides/notesSlide3048.xml" ContentType="application/vnd.openxmlformats-officedocument.presentationml.notesSlide+xml"/>
  <Override PartName="/ppt/notesSlides/notesSlide3049.xml" ContentType="application/vnd.openxmlformats-officedocument.presentationml.notesSlide+xml"/>
  <Override PartName="/ppt/notesSlides/notesSlide3050.xml" ContentType="application/vnd.openxmlformats-officedocument.presentationml.notesSlide+xml"/>
  <Override PartName="/ppt/notesSlides/notesSlide3051.xml" ContentType="application/vnd.openxmlformats-officedocument.presentationml.notesSlide+xml"/>
  <Override PartName="/ppt/notesSlides/notesSlide3052.xml" ContentType="application/vnd.openxmlformats-officedocument.presentationml.notesSlide+xml"/>
  <Override PartName="/ppt/notesSlides/notesSlide3053.xml" ContentType="application/vnd.openxmlformats-officedocument.presentationml.notesSlide+xml"/>
  <Override PartName="/ppt/notesSlides/notesSlide3054.xml" ContentType="application/vnd.openxmlformats-officedocument.presentationml.notesSlide+xml"/>
  <Override PartName="/ppt/notesSlides/notesSlide3055.xml" ContentType="application/vnd.openxmlformats-officedocument.presentationml.notesSlide+xml"/>
  <Override PartName="/ppt/notesSlides/notesSlide3056.xml" ContentType="application/vnd.openxmlformats-officedocument.presentationml.notesSlide+xml"/>
  <Override PartName="/ppt/notesSlides/notesSlide3057.xml" ContentType="application/vnd.openxmlformats-officedocument.presentationml.notesSlide+xml"/>
  <Override PartName="/ppt/notesSlides/notesSlide3058.xml" ContentType="application/vnd.openxmlformats-officedocument.presentationml.notesSlide+xml"/>
  <Override PartName="/ppt/notesSlides/notesSlide3059.xml" ContentType="application/vnd.openxmlformats-officedocument.presentationml.notesSlide+xml"/>
  <Override PartName="/ppt/notesSlides/notesSlide3060.xml" ContentType="application/vnd.openxmlformats-officedocument.presentationml.notesSlide+xml"/>
  <Override PartName="/ppt/notesSlides/notesSlide3061.xml" ContentType="application/vnd.openxmlformats-officedocument.presentationml.notesSlide+xml"/>
  <Override PartName="/ppt/notesSlides/notesSlide3062.xml" ContentType="application/vnd.openxmlformats-officedocument.presentationml.notesSlide+xml"/>
  <Override PartName="/ppt/notesSlides/notesSlide3063.xml" ContentType="application/vnd.openxmlformats-officedocument.presentationml.notesSlide+xml"/>
  <Override PartName="/ppt/notesSlides/notesSlide3064.xml" ContentType="application/vnd.openxmlformats-officedocument.presentationml.notesSlide+xml"/>
  <Override PartName="/ppt/notesSlides/notesSlide3065.xml" ContentType="application/vnd.openxmlformats-officedocument.presentationml.notesSlide+xml"/>
  <Override PartName="/ppt/notesSlides/notesSlide3066.xml" ContentType="application/vnd.openxmlformats-officedocument.presentationml.notesSlide+xml"/>
  <Override PartName="/ppt/notesSlides/notesSlide3067.xml" ContentType="application/vnd.openxmlformats-officedocument.presentationml.notesSlide+xml"/>
  <Override PartName="/ppt/notesSlides/notesSlide3068.xml" ContentType="application/vnd.openxmlformats-officedocument.presentationml.notesSlide+xml"/>
  <Override PartName="/ppt/notesSlides/notesSlide3069.xml" ContentType="application/vnd.openxmlformats-officedocument.presentationml.notesSlide+xml"/>
  <Override PartName="/ppt/notesSlides/notesSlide3070.xml" ContentType="application/vnd.openxmlformats-officedocument.presentationml.notesSlide+xml"/>
  <Override PartName="/ppt/notesSlides/notesSlide3071.xml" ContentType="application/vnd.openxmlformats-officedocument.presentationml.notesSlide+xml"/>
  <Override PartName="/ppt/notesSlides/notesSlide3072.xml" ContentType="application/vnd.openxmlformats-officedocument.presentationml.notesSlide+xml"/>
  <Override PartName="/ppt/notesSlides/notesSlide3073.xml" ContentType="application/vnd.openxmlformats-officedocument.presentationml.notesSlide+xml"/>
  <Override PartName="/ppt/notesSlides/notesSlide3074.xml" ContentType="application/vnd.openxmlformats-officedocument.presentationml.notesSlide+xml"/>
  <Override PartName="/ppt/notesSlides/notesSlide3075.xml" ContentType="application/vnd.openxmlformats-officedocument.presentationml.notesSlide+xml"/>
  <Override PartName="/ppt/notesSlides/notesSlide3076.xml" ContentType="application/vnd.openxmlformats-officedocument.presentationml.notesSlide+xml"/>
  <Override PartName="/ppt/notesSlides/notesSlide3077.xml" ContentType="application/vnd.openxmlformats-officedocument.presentationml.notesSlide+xml"/>
  <Override PartName="/ppt/notesSlides/notesSlide3078.xml" ContentType="application/vnd.openxmlformats-officedocument.presentationml.notesSlide+xml"/>
  <Override PartName="/ppt/notesSlides/notesSlide3079.xml" ContentType="application/vnd.openxmlformats-officedocument.presentationml.notesSlide+xml"/>
  <Override PartName="/ppt/notesSlides/notesSlide3080.xml" ContentType="application/vnd.openxmlformats-officedocument.presentationml.notesSlide+xml"/>
  <Override PartName="/ppt/notesSlides/notesSlide3081.xml" ContentType="application/vnd.openxmlformats-officedocument.presentationml.notesSlide+xml"/>
  <Override PartName="/ppt/notesSlides/notesSlide3082.xml" ContentType="application/vnd.openxmlformats-officedocument.presentationml.notesSlide+xml"/>
  <Override PartName="/ppt/notesSlides/notesSlide3083.xml" ContentType="application/vnd.openxmlformats-officedocument.presentationml.notesSlide+xml"/>
  <Override PartName="/ppt/notesSlides/notesSlide3084.xml" ContentType="application/vnd.openxmlformats-officedocument.presentationml.notesSlide+xml"/>
  <Override PartName="/ppt/notesSlides/notesSlide3085.xml" ContentType="application/vnd.openxmlformats-officedocument.presentationml.notesSlide+xml"/>
  <Override PartName="/ppt/notesSlides/notesSlide3086.xml" ContentType="application/vnd.openxmlformats-officedocument.presentationml.notesSlide+xml"/>
  <Override PartName="/ppt/notesSlides/notesSlide3087.xml" ContentType="application/vnd.openxmlformats-officedocument.presentationml.notesSlide+xml"/>
  <Override PartName="/ppt/notesSlides/notesSlide3088.xml" ContentType="application/vnd.openxmlformats-officedocument.presentationml.notesSlide+xml"/>
  <Override PartName="/ppt/notesSlides/notesSlide3089.xml" ContentType="application/vnd.openxmlformats-officedocument.presentationml.notesSlide+xml"/>
  <Override PartName="/ppt/notesSlides/notesSlide3090.xml" ContentType="application/vnd.openxmlformats-officedocument.presentationml.notesSlide+xml"/>
  <Override PartName="/ppt/notesSlides/notesSlide3091.xml" ContentType="application/vnd.openxmlformats-officedocument.presentationml.notesSlide+xml"/>
  <Override PartName="/ppt/notesSlides/notesSlide3092.xml" ContentType="application/vnd.openxmlformats-officedocument.presentationml.notesSlide+xml"/>
  <Override PartName="/ppt/notesSlides/notesSlide3093.xml" ContentType="application/vnd.openxmlformats-officedocument.presentationml.notesSlide+xml"/>
  <Override PartName="/ppt/notesSlides/notesSlide3094.xml" ContentType="application/vnd.openxmlformats-officedocument.presentationml.notesSlide+xml"/>
  <Override PartName="/ppt/notesSlides/notesSlide3095.xml" ContentType="application/vnd.openxmlformats-officedocument.presentationml.notesSlide+xml"/>
  <Override PartName="/ppt/notesSlides/notesSlide3096.xml" ContentType="application/vnd.openxmlformats-officedocument.presentationml.notesSlide+xml"/>
  <Override PartName="/ppt/notesSlides/notesSlide3097.xml" ContentType="application/vnd.openxmlformats-officedocument.presentationml.notesSlide+xml"/>
  <Override PartName="/ppt/notesSlides/notesSlide3098.xml" ContentType="application/vnd.openxmlformats-officedocument.presentationml.notesSlide+xml"/>
  <Override PartName="/ppt/notesSlides/notesSlide3099.xml" ContentType="application/vnd.openxmlformats-officedocument.presentationml.notesSlide+xml"/>
  <Override PartName="/ppt/notesSlides/notesSlide3100.xml" ContentType="application/vnd.openxmlformats-officedocument.presentationml.notesSlide+xml"/>
  <Override PartName="/ppt/notesSlides/notesSlide3101.xml" ContentType="application/vnd.openxmlformats-officedocument.presentationml.notesSlide+xml"/>
  <Override PartName="/ppt/notesSlides/notesSlide3102.xml" ContentType="application/vnd.openxmlformats-officedocument.presentationml.notesSlide+xml"/>
  <Override PartName="/ppt/notesSlides/notesSlide3103.xml" ContentType="application/vnd.openxmlformats-officedocument.presentationml.notesSlide+xml"/>
  <Override PartName="/ppt/notesSlides/notesSlide3104.xml" ContentType="application/vnd.openxmlformats-officedocument.presentationml.notesSlide+xml"/>
  <Override PartName="/ppt/notesSlides/notesSlide3105.xml" ContentType="application/vnd.openxmlformats-officedocument.presentationml.notesSlide+xml"/>
  <Override PartName="/ppt/notesSlides/notesSlide3106.xml" ContentType="application/vnd.openxmlformats-officedocument.presentationml.notesSlide+xml"/>
  <Override PartName="/ppt/notesSlides/notesSlide3107.xml" ContentType="application/vnd.openxmlformats-officedocument.presentationml.notesSlide+xml"/>
  <Override PartName="/ppt/notesSlides/notesSlide3108.xml" ContentType="application/vnd.openxmlformats-officedocument.presentationml.notesSlide+xml"/>
  <Override PartName="/ppt/notesSlides/notesSlide3109.xml" ContentType="application/vnd.openxmlformats-officedocument.presentationml.notesSlide+xml"/>
  <Override PartName="/ppt/notesSlides/notesSlide3110.xml" ContentType="application/vnd.openxmlformats-officedocument.presentationml.notesSlide+xml"/>
  <Override PartName="/ppt/notesSlides/notesSlide3111.xml" ContentType="application/vnd.openxmlformats-officedocument.presentationml.notesSlide+xml"/>
  <Override PartName="/ppt/notesSlides/notesSlide3112.xml" ContentType="application/vnd.openxmlformats-officedocument.presentationml.notesSlide+xml"/>
  <Override PartName="/ppt/notesSlides/notesSlide3113.xml" ContentType="application/vnd.openxmlformats-officedocument.presentationml.notesSlide+xml"/>
  <Override PartName="/ppt/notesSlides/notesSlide3114.xml" ContentType="application/vnd.openxmlformats-officedocument.presentationml.notesSlide+xml"/>
  <Override PartName="/ppt/notesSlides/notesSlide3115.xml" ContentType="application/vnd.openxmlformats-officedocument.presentationml.notesSlide+xml"/>
  <Override PartName="/ppt/notesSlides/notesSlide3116.xml" ContentType="application/vnd.openxmlformats-officedocument.presentationml.notesSlide+xml"/>
  <Override PartName="/ppt/notesSlides/notesSlide3117.xml" ContentType="application/vnd.openxmlformats-officedocument.presentationml.notesSlide+xml"/>
  <Override PartName="/ppt/notesSlides/notesSlide3118.xml" ContentType="application/vnd.openxmlformats-officedocument.presentationml.notesSlide+xml"/>
  <Override PartName="/ppt/notesSlides/notesSlide3119.xml" ContentType="application/vnd.openxmlformats-officedocument.presentationml.notesSlide+xml"/>
  <Override PartName="/ppt/notesSlides/notesSlide3120.xml" ContentType="application/vnd.openxmlformats-officedocument.presentationml.notesSlide+xml"/>
  <Override PartName="/ppt/notesSlides/notesSlide3121.xml" ContentType="application/vnd.openxmlformats-officedocument.presentationml.notesSlide+xml"/>
  <Override PartName="/ppt/notesSlides/notesSlide3122.xml" ContentType="application/vnd.openxmlformats-officedocument.presentationml.notesSlide+xml"/>
  <Override PartName="/ppt/notesSlides/notesSlide3123.xml" ContentType="application/vnd.openxmlformats-officedocument.presentationml.notesSlide+xml"/>
  <Override PartName="/ppt/notesSlides/notesSlide3124.xml" ContentType="application/vnd.openxmlformats-officedocument.presentationml.notesSlide+xml"/>
  <Override PartName="/ppt/notesSlides/notesSlide3125.xml" ContentType="application/vnd.openxmlformats-officedocument.presentationml.notesSlide+xml"/>
  <Override PartName="/ppt/notesSlides/notesSlide3126.xml" ContentType="application/vnd.openxmlformats-officedocument.presentationml.notesSlide+xml"/>
  <Override PartName="/ppt/notesSlides/notesSlide3127.xml" ContentType="application/vnd.openxmlformats-officedocument.presentationml.notesSlide+xml"/>
  <Override PartName="/ppt/notesSlides/notesSlide3128.xml" ContentType="application/vnd.openxmlformats-officedocument.presentationml.notesSlide+xml"/>
  <Override PartName="/ppt/notesSlides/notesSlide3129.xml" ContentType="application/vnd.openxmlformats-officedocument.presentationml.notesSlide+xml"/>
  <Override PartName="/ppt/notesSlides/notesSlide3130.xml" ContentType="application/vnd.openxmlformats-officedocument.presentationml.notesSlide+xml"/>
  <Override PartName="/ppt/notesSlides/notesSlide3131.xml" ContentType="application/vnd.openxmlformats-officedocument.presentationml.notesSlide+xml"/>
  <Override PartName="/ppt/notesSlides/notesSlide3132.xml" ContentType="application/vnd.openxmlformats-officedocument.presentationml.notesSlide+xml"/>
  <Override PartName="/ppt/notesSlides/notesSlide3133.xml" ContentType="application/vnd.openxmlformats-officedocument.presentationml.notesSlide+xml"/>
  <Override PartName="/ppt/notesSlides/notesSlide3134.xml" ContentType="application/vnd.openxmlformats-officedocument.presentationml.notesSlide+xml"/>
  <Override PartName="/ppt/notesSlides/notesSlide3135.xml" ContentType="application/vnd.openxmlformats-officedocument.presentationml.notesSlide+xml"/>
  <Override PartName="/ppt/notesSlides/notesSlide3136.xml" ContentType="application/vnd.openxmlformats-officedocument.presentationml.notesSlide+xml"/>
  <Override PartName="/ppt/notesSlides/notesSlide3137.xml" ContentType="application/vnd.openxmlformats-officedocument.presentationml.notesSlide+xml"/>
  <Override PartName="/ppt/notesSlides/notesSlide3138.xml" ContentType="application/vnd.openxmlformats-officedocument.presentationml.notesSlide+xml"/>
  <Override PartName="/ppt/notesSlides/notesSlide3139.xml" ContentType="application/vnd.openxmlformats-officedocument.presentationml.notesSlide+xml"/>
  <Override PartName="/ppt/notesSlides/notesSlide3140.xml" ContentType="application/vnd.openxmlformats-officedocument.presentationml.notesSlide+xml"/>
  <Override PartName="/ppt/notesSlides/notesSlide3141.xml" ContentType="application/vnd.openxmlformats-officedocument.presentationml.notesSlide+xml"/>
  <Override PartName="/ppt/notesSlides/notesSlide3142.xml" ContentType="application/vnd.openxmlformats-officedocument.presentationml.notesSlide+xml"/>
  <Override PartName="/ppt/notesSlides/notesSlide3143.xml" ContentType="application/vnd.openxmlformats-officedocument.presentationml.notesSlide+xml"/>
  <Override PartName="/ppt/notesSlides/notesSlide3144.xml" ContentType="application/vnd.openxmlformats-officedocument.presentationml.notesSlide+xml"/>
  <Override PartName="/ppt/notesSlides/notesSlide3145.xml" ContentType="application/vnd.openxmlformats-officedocument.presentationml.notesSlide+xml"/>
  <Override PartName="/ppt/notesSlides/notesSlide3146.xml" ContentType="application/vnd.openxmlformats-officedocument.presentationml.notesSlide+xml"/>
  <Override PartName="/ppt/notesSlides/notesSlide3147.xml" ContentType="application/vnd.openxmlformats-officedocument.presentationml.notesSlide+xml"/>
  <Override PartName="/ppt/notesSlides/notesSlide3148.xml" ContentType="application/vnd.openxmlformats-officedocument.presentationml.notesSlide+xml"/>
  <Override PartName="/ppt/notesSlides/notesSlide3149.xml" ContentType="application/vnd.openxmlformats-officedocument.presentationml.notesSlide+xml"/>
  <Override PartName="/ppt/notesSlides/notesSlide3150.xml" ContentType="application/vnd.openxmlformats-officedocument.presentationml.notesSlide+xml"/>
  <Override PartName="/ppt/notesSlides/notesSlide3151.xml" ContentType="application/vnd.openxmlformats-officedocument.presentationml.notesSlide+xml"/>
  <Override PartName="/ppt/notesSlides/notesSlide3152.xml" ContentType="application/vnd.openxmlformats-officedocument.presentationml.notesSlide+xml"/>
  <Override PartName="/ppt/notesSlides/notesSlide3153.xml" ContentType="application/vnd.openxmlformats-officedocument.presentationml.notesSlide+xml"/>
  <Override PartName="/ppt/notesSlides/notesSlide3154.xml" ContentType="application/vnd.openxmlformats-officedocument.presentationml.notesSlide+xml"/>
  <Override PartName="/ppt/notesSlides/notesSlide3155.xml" ContentType="application/vnd.openxmlformats-officedocument.presentationml.notesSlide+xml"/>
  <Override PartName="/ppt/notesSlides/notesSlide3156.xml" ContentType="application/vnd.openxmlformats-officedocument.presentationml.notesSlide+xml"/>
  <Override PartName="/ppt/notesSlides/notesSlide3157.xml" ContentType="application/vnd.openxmlformats-officedocument.presentationml.notesSlide+xml"/>
  <Override PartName="/ppt/notesSlides/notesSlide3158.xml" ContentType="application/vnd.openxmlformats-officedocument.presentationml.notesSlide+xml"/>
  <Override PartName="/ppt/notesSlides/notesSlide3159.xml" ContentType="application/vnd.openxmlformats-officedocument.presentationml.notesSlide+xml"/>
  <Override PartName="/ppt/notesSlides/notesSlide3160.xml" ContentType="application/vnd.openxmlformats-officedocument.presentationml.notesSlide+xml"/>
  <Override PartName="/ppt/notesSlides/notesSlide3161.xml" ContentType="application/vnd.openxmlformats-officedocument.presentationml.notesSlide+xml"/>
  <Override PartName="/ppt/notesSlides/notesSlide3162.xml" ContentType="application/vnd.openxmlformats-officedocument.presentationml.notesSlide+xml"/>
  <Override PartName="/ppt/notesSlides/notesSlide3163.xml" ContentType="application/vnd.openxmlformats-officedocument.presentationml.notesSlide+xml"/>
  <Override PartName="/ppt/notesSlides/notesSlide3164.xml" ContentType="application/vnd.openxmlformats-officedocument.presentationml.notesSlide+xml"/>
  <Override PartName="/ppt/notesSlides/notesSlide3165.xml" ContentType="application/vnd.openxmlformats-officedocument.presentationml.notesSlide+xml"/>
  <Override PartName="/ppt/notesSlides/notesSlide3166.xml" ContentType="application/vnd.openxmlformats-officedocument.presentationml.notesSlide+xml"/>
  <Override PartName="/ppt/notesSlides/notesSlide3167.xml" ContentType="application/vnd.openxmlformats-officedocument.presentationml.notesSlide+xml"/>
  <Override PartName="/ppt/notesSlides/notesSlide3168.xml" ContentType="application/vnd.openxmlformats-officedocument.presentationml.notesSlide+xml"/>
  <Override PartName="/ppt/notesSlides/notesSlide3169.xml" ContentType="application/vnd.openxmlformats-officedocument.presentationml.notesSlide+xml"/>
  <Override PartName="/ppt/notesSlides/notesSlide3170.xml" ContentType="application/vnd.openxmlformats-officedocument.presentationml.notesSlide+xml"/>
  <Override PartName="/ppt/notesSlides/notesSlide3171.xml" ContentType="application/vnd.openxmlformats-officedocument.presentationml.notesSlide+xml"/>
  <Override PartName="/ppt/notesSlides/notesSlide3172.xml" ContentType="application/vnd.openxmlformats-officedocument.presentationml.notesSlide+xml"/>
  <Override PartName="/ppt/notesSlides/notesSlide3173.xml" ContentType="application/vnd.openxmlformats-officedocument.presentationml.notesSlide+xml"/>
  <Override PartName="/ppt/notesSlides/notesSlide3174.xml" ContentType="application/vnd.openxmlformats-officedocument.presentationml.notesSlide+xml"/>
  <Override PartName="/ppt/notesSlides/notesSlide3175.xml" ContentType="application/vnd.openxmlformats-officedocument.presentationml.notesSlide+xml"/>
  <Override PartName="/ppt/notesSlides/notesSlide3176.xml" ContentType="application/vnd.openxmlformats-officedocument.presentationml.notesSlide+xml"/>
  <Override PartName="/ppt/notesSlides/notesSlide3177.xml" ContentType="application/vnd.openxmlformats-officedocument.presentationml.notesSlide+xml"/>
  <Override PartName="/ppt/notesSlides/notesSlide3178.xml" ContentType="application/vnd.openxmlformats-officedocument.presentationml.notesSlide+xml"/>
  <Override PartName="/ppt/notesSlides/notesSlide3179.xml" ContentType="application/vnd.openxmlformats-officedocument.presentationml.notesSlide+xml"/>
  <Override PartName="/ppt/notesSlides/notesSlide3180.xml" ContentType="application/vnd.openxmlformats-officedocument.presentationml.notesSlide+xml"/>
  <Override PartName="/ppt/notesSlides/notesSlide3181.xml" ContentType="application/vnd.openxmlformats-officedocument.presentationml.notesSlide+xml"/>
  <Override PartName="/ppt/notesSlides/notesSlide3182.xml" ContentType="application/vnd.openxmlformats-officedocument.presentationml.notesSlide+xml"/>
  <Override PartName="/ppt/notesSlides/notesSlide3183.xml" ContentType="application/vnd.openxmlformats-officedocument.presentationml.notesSlide+xml"/>
  <Override PartName="/ppt/notesSlides/notesSlide3184.xml" ContentType="application/vnd.openxmlformats-officedocument.presentationml.notesSlide+xml"/>
  <Override PartName="/ppt/notesSlides/notesSlide3185.xml" ContentType="application/vnd.openxmlformats-officedocument.presentationml.notesSlide+xml"/>
  <Override PartName="/ppt/notesSlides/notesSlide3186.xml" ContentType="application/vnd.openxmlformats-officedocument.presentationml.notesSlide+xml"/>
  <Override PartName="/ppt/notesSlides/notesSlide3187.xml" ContentType="application/vnd.openxmlformats-officedocument.presentationml.notesSlide+xml"/>
  <Override PartName="/ppt/notesSlides/notesSlide3188.xml" ContentType="application/vnd.openxmlformats-officedocument.presentationml.notesSlide+xml"/>
  <Override PartName="/ppt/notesSlides/notesSlide3189.xml" ContentType="application/vnd.openxmlformats-officedocument.presentationml.notesSlide+xml"/>
  <Override PartName="/ppt/notesSlides/notesSlide3190.xml" ContentType="application/vnd.openxmlformats-officedocument.presentationml.notesSlide+xml"/>
  <Override PartName="/ppt/notesSlides/notesSlide3191.xml" ContentType="application/vnd.openxmlformats-officedocument.presentationml.notesSlide+xml"/>
  <Override PartName="/ppt/notesSlides/notesSlide3192.xml" ContentType="application/vnd.openxmlformats-officedocument.presentationml.notesSlide+xml"/>
  <Override PartName="/ppt/notesSlides/notesSlide3193.xml" ContentType="application/vnd.openxmlformats-officedocument.presentationml.notesSlide+xml"/>
  <Override PartName="/ppt/notesSlides/notesSlide3194.xml" ContentType="application/vnd.openxmlformats-officedocument.presentationml.notesSlide+xml"/>
  <Override PartName="/ppt/notesSlides/notesSlide3195.xml" ContentType="application/vnd.openxmlformats-officedocument.presentationml.notesSlide+xml"/>
  <Override PartName="/ppt/notesSlides/notesSlide3196.xml" ContentType="application/vnd.openxmlformats-officedocument.presentationml.notesSlide+xml"/>
  <Override PartName="/ppt/notesSlides/notesSlide3197.xml" ContentType="application/vnd.openxmlformats-officedocument.presentationml.notesSlide+xml"/>
  <Override PartName="/ppt/notesSlides/notesSlide3198.xml" ContentType="application/vnd.openxmlformats-officedocument.presentationml.notesSlide+xml"/>
  <Override PartName="/ppt/notesSlides/notesSlide3199.xml" ContentType="application/vnd.openxmlformats-officedocument.presentationml.notesSlide+xml"/>
  <Override PartName="/ppt/notesSlides/notesSlide3200.xml" ContentType="application/vnd.openxmlformats-officedocument.presentationml.notesSlide+xml"/>
  <Override PartName="/ppt/notesSlides/notesSlide3201.xml" ContentType="application/vnd.openxmlformats-officedocument.presentationml.notesSlide+xml"/>
  <Override PartName="/ppt/notesSlides/notesSlide3202.xml" ContentType="application/vnd.openxmlformats-officedocument.presentationml.notesSlide+xml"/>
  <Override PartName="/ppt/notesSlides/notesSlide3203.xml" ContentType="application/vnd.openxmlformats-officedocument.presentationml.notesSlide+xml"/>
  <Override PartName="/ppt/notesSlides/notesSlide3204.xml" ContentType="application/vnd.openxmlformats-officedocument.presentationml.notesSlide+xml"/>
  <Override PartName="/ppt/notesSlides/notesSlide3205.xml" ContentType="application/vnd.openxmlformats-officedocument.presentationml.notesSlide+xml"/>
  <Override PartName="/ppt/notesSlides/notesSlide3206.xml" ContentType="application/vnd.openxmlformats-officedocument.presentationml.notesSlide+xml"/>
  <Override PartName="/ppt/notesSlides/notesSlide3207.xml" ContentType="application/vnd.openxmlformats-officedocument.presentationml.notesSlide+xml"/>
  <Override PartName="/ppt/notesSlides/notesSlide3208.xml" ContentType="application/vnd.openxmlformats-officedocument.presentationml.notesSlide+xml"/>
  <Override PartName="/ppt/notesSlides/notesSlide3209.xml" ContentType="application/vnd.openxmlformats-officedocument.presentationml.notesSlide+xml"/>
  <Override PartName="/ppt/notesSlides/notesSlide3210.xml" ContentType="application/vnd.openxmlformats-officedocument.presentationml.notesSlide+xml"/>
  <Override PartName="/ppt/notesSlides/notesSlide3211.xml" ContentType="application/vnd.openxmlformats-officedocument.presentationml.notesSlide+xml"/>
  <Override PartName="/ppt/notesSlides/notesSlide3212.xml" ContentType="application/vnd.openxmlformats-officedocument.presentationml.notesSlide+xml"/>
  <Override PartName="/ppt/notesSlides/notesSlide3213.xml" ContentType="application/vnd.openxmlformats-officedocument.presentationml.notesSlide+xml"/>
  <Override PartName="/ppt/notesSlides/notesSlide3214.xml" ContentType="application/vnd.openxmlformats-officedocument.presentationml.notesSlide+xml"/>
  <Override PartName="/ppt/notesSlides/notesSlide3215.xml" ContentType="application/vnd.openxmlformats-officedocument.presentationml.notesSlide+xml"/>
  <Override PartName="/ppt/notesSlides/notesSlide3216.xml" ContentType="application/vnd.openxmlformats-officedocument.presentationml.notesSlide+xml"/>
  <Override PartName="/ppt/notesSlides/notesSlide3217.xml" ContentType="application/vnd.openxmlformats-officedocument.presentationml.notesSlide+xml"/>
  <Override PartName="/ppt/notesSlides/notesSlide3218.xml" ContentType="application/vnd.openxmlformats-officedocument.presentationml.notesSlide+xml"/>
  <Override PartName="/ppt/notesSlides/notesSlide3219.xml" ContentType="application/vnd.openxmlformats-officedocument.presentationml.notesSlide+xml"/>
  <Override PartName="/ppt/notesSlides/notesSlide3220.xml" ContentType="application/vnd.openxmlformats-officedocument.presentationml.notesSlide+xml"/>
  <Override PartName="/ppt/notesSlides/notesSlide3221.xml" ContentType="application/vnd.openxmlformats-officedocument.presentationml.notesSlide+xml"/>
  <Override PartName="/ppt/notesSlides/notesSlide3222.xml" ContentType="application/vnd.openxmlformats-officedocument.presentationml.notesSlide+xml"/>
  <Override PartName="/ppt/notesSlides/notesSlide3223.xml" ContentType="application/vnd.openxmlformats-officedocument.presentationml.notesSlide+xml"/>
  <Override PartName="/ppt/notesSlides/notesSlide3224.xml" ContentType="application/vnd.openxmlformats-officedocument.presentationml.notesSlide+xml"/>
  <Override PartName="/ppt/notesSlides/notesSlide3225.xml" ContentType="application/vnd.openxmlformats-officedocument.presentationml.notesSlide+xml"/>
  <Override PartName="/ppt/notesSlides/notesSlide3226.xml" ContentType="application/vnd.openxmlformats-officedocument.presentationml.notesSlide+xml"/>
  <Override PartName="/ppt/notesSlides/notesSlide3227.xml" ContentType="application/vnd.openxmlformats-officedocument.presentationml.notesSlide+xml"/>
  <Override PartName="/ppt/notesSlides/notesSlide3228.xml" ContentType="application/vnd.openxmlformats-officedocument.presentationml.notesSlide+xml"/>
  <Override PartName="/ppt/notesSlides/notesSlide3229.xml" ContentType="application/vnd.openxmlformats-officedocument.presentationml.notesSlide+xml"/>
  <Override PartName="/ppt/notesSlides/notesSlide3230.xml" ContentType="application/vnd.openxmlformats-officedocument.presentationml.notesSlide+xml"/>
  <Override PartName="/ppt/notesSlides/notesSlide3231.xml" ContentType="application/vnd.openxmlformats-officedocument.presentationml.notesSlide+xml"/>
  <Override PartName="/ppt/notesSlides/notesSlide3232.xml" ContentType="application/vnd.openxmlformats-officedocument.presentationml.notesSlide+xml"/>
  <Override PartName="/ppt/notesSlides/notesSlide3233.xml" ContentType="application/vnd.openxmlformats-officedocument.presentationml.notesSlide+xml"/>
  <Override PartName="/ppt/notesSlides/notesSlide3234.xml" ContentType="application/vnd.openxmlformats-officedocument.presentationml.notesSlide+xml"/>
  <Override PartName="/ppt/notesSlides/notesSlide3235.xml" ContentType="application/vnd.openxmlformats-officedocument.presentationml.notesSlide+xml"/>
  <Override PartName="/ppt/notesSlides/notesSlide3236.xml" ContentType="application/vnd.openxmlformats-officedocument.presentationml.notesSlide+xml"/>
  <Override PartName="/ppt/notesSlides/notesSlide3237.xml" ContentType="application/vnd.openxmlformats-officedocument.presentationml.notesSlide+xml"/>
  <Override PartName="/ppt/notesSlides/notesSlide3238.xml" ContentType="application/vnd.openxmlformats-officedocument.presentationml.notesSlide+xml"/>
  <Override PartName="/ppt/notesSlides/notesSlide3239.xml" ContentType="application/vnd.openxmlformats-officedocument.presentationml.notesSlide+xml"/>
  <Override PartName="/ppt/notesSlides/notesSlide3240.xml" ContentType="application/vnd.openxmlformats-officedocument.presentationml.notesSlide+xml"/>
  <Override PartName="/ppt/notesSlides/notesSlide3241.xml" ContentType="application/vnd.openxmlformats-officedocument.presentationml.notesSlide+xml"/>
  <Override PartName="/ppt/notesSlides/notesSlide3242.xml" ContentType="application/vnd.openxmlformats-officedocument.presentationml.notesSlide+xml"/>
  <Override PartName="/ppt/notesSlides/notesSlide3243.xml" ContentType="application/vnd.openxmlformats-officedocument.presentationml.notesSlide+xml"/>
  <Override PartName="/ppt/notesSlides/notesSlide3244.xml" ContentType="application/vnd.openxmlformats-officedocument.presentationml.notesSlide+xml"/>
  <Override PartName="/ppt/notesSlides/notesSlide3245.xml" ContentType="application/vnd.openxmlformats-officedocument.presentationml.notesSlide+xml"/>
  <Override PartName="/ppt/notesSlides/notesSlide3246.xml" ContentType="application/vnd.openxmlformats-officedocument.presentationml.notesSlide+xml"/>
  <Override PartName="/ppt/notesSlides/notesSlide3247.xml" ContentType="application/vnd.openxmlformats-officedocument.presentationml.notesSlide+xml"/>
  <Override PartName="/ppt/notesSlides/notesSlide3248.xml" ContentType="application/vnd.openxmlformats-officedocument.presentationml.notesSlide+xml"/>
  <Override PartName="/ppt/notesSlides/notesSlide3249.xml" ContentType="application/vnd.openxmlformats-officedocument.presentationml.notesSlide+xml"/>
  <Override PartName="/ppt/notesSlides/notesSlide3250.xml" ContentType="application/vnd.openxmlformats-officedocument.presentationml.notesSlide+xml"/>
  <Override PartName="/ppt/notesSlides/notesSlide3251.xml" ContentType="application/vnd.openxmlformats-officedocument.presentationml.notesSlide+xml"/>
  <Override PartName="/ppt/notesSlides/notesSlide3252.xml" ContentType="application/vnd.openxmlformats-officedocument.presentationml.notesSlide+xml"/>
  <Override PartName="/ppt/notesSlides/notesSlide3253.xml" ContentType="application/vnd.openxmlformats-officedocument.presentationml.notesSlide+xml"/>
  <Override PartName="/ppt/notesSlides/notesSlide3254.xml" ContentType="application/vnd.openxmlformats-officedocument.presentationml.notesSlide+xml"/>
  <Override PartName="/ppt/notesSlides/notesSlide3255.xml" ContentType="application/vnd.openxmlformats-officedocument.presentationml.notesSlide+xml"/>
  <Override PartName="/ppt/notesSlides/notesSlide3256.xml" ContentType="application/vnd.openxmlformats-officedocument.presentationml.notesSlide+xml"/>
  <Override PartName="/ppt/notesSlides/notesSlide3257.xml" ContentType="application/vnd.openxmlformats-officedocument.presentationml.notesSlide+xml"/>
  <Override PartName="/ppt/notesSlides/notesSlide3258.xml" ContentType="application/vnd.openxmlformats-officedocument.presentationml.notesSlide+xml"/>
  <Override PartName="/ppt/notesSlides/notesSlide3259.xml" ContentType="application/vnd.openxmlformats-officedocument.presentationml.notesSlide+xml"/>
  <Override PartName="/ppt/notesSlides/notesSlide3260.xml" ContentType="application/vnd.openxmlformats-officedocument.presentationml.notesSlide+xml"/>
  <Override PartName="/ppt/notesSlides/notesSlide3261.xml" ContentType="application/vnd.openxmlformats-officedocument.presentationml.notesSlide+xml"/>
  <Override PartName="/ppt/notesSlides/notesSlide3262.xml" ContentType="application/vnd.openxmlformats-officedocument.presentationml.notesSlide+xml"/>
  <Override PartName="/ppt/notesSlides/notesSlide3263.xml" ContentType="application/vnd.openxmlformats-officedocument.presentationml.notesSlide+xml"/>
  <Override PartName="/ppt/notesSlides/notesSlide3264.xml" ContentType="application/vnd.openxmlformats-officedocument.presentationml.notesSlide+xml"/>
  <Override PartName="/ppt/notesSlides/notesSlide3265.xml" ContentType="application/vnd.openxmlformats-officedocument.presentationml.notesSlide+xml"/>
  <Override PartName="/ppt/notesSlides/notesSlide3266.xml" ContentType="application/vnd.openxmlformats-officedocument.presentationml.notesSlide+xml"/>
  <Override PartName="/ppt/notesSlides/notesSlide3267.xml" ContentType="application/vnd.openxmlformats-officedocument.presentationml.notesSlide+xml"/>
  <Override PartName="/ppt/notesSlides/notesSlide3268.xml" ContentType="application/vnd.openxmlformats-officedocument.presentationml.notesSlide+xml"/>
  <Override PartName="/ppt/notesSlides/notesSlide3269.xml" ContentType="application/vnd.openxmlformats-officedocument.presentationml.notesSlide+xml"/>
  <Override PartName="/ppt/notesSlides/notesSlide3270.xml" ContentType="application/vnd.openxmlformats-officedocument.presentationml.notesSlide+xml"/>
  <Override PartName="/ppt/notesSlides/notesSlide3271.xml" ContentType="application/vnd.openxmlformats-officedocument.presentationml.notesSlide+xml"/>
  <Override PartName="/ppt/notesSlides/notesSlide3272.xml" ContentType="application/vnd.openxmlformats-officedocument.presentationml.notesSlide+xml"/>
  <Override PartName="/ppt/notesSlides/notesSlide3273.xml" ContentType="application/vnd.openxmlformats-officedocument.presentationml.notesSlide+xml"/>
  <Override PartName="/ppt/notesSlides/notesSlide3274.xml" ContentType="application/vnd.openxmlformats-officedocument.presentationml.notesSlide+xml"/>
  <Override PartName="/ppt/notesSlides/notesSlide3275.xml" ContentType="application/vnd.openxmlformats-officedocument.presentationml.notesSlide+xml"/>
  <Override PartName="/ppt/notesSlides/notesSlide3276.xml" ContentType="application/vnd.openxmlformats-officedocument.presentationml.notesSlide+xml"/>
  <Override PartName="/ppt/notesSlides/notesSlide3277.xml" ContentType="application/vnd.openxmlformats-officedocument.presentationml.notesSlide+xml"/>
  <Override PartName="/ppt/notesSlides/notesSlide3278.xml" ContentType="application/vnd.openxmlformats-officedocument.presentationml.notesSlide+xml"/>
  <Override PartName="/ppt/notesSlides/notesSlide3279.xml" ContentType="application/vnd.openxmlformats-officedocument.presentationml.notesSlide+xml"/>
  <Override PartName="/ppt/notesSlides/notesSlide3280.xml" ContentType="application/vnd.openxmlformats-officedocument.presentationml.notesSlide+xml"/>
  <Override PartName="/ppt/notesSlides/notesSlide3281.xml" ContentType="application/vnd.openxmlformats-officedocument.presentationml.notesSlide+xml"/>
  <Override PartName="/ppt/notesSlides/notesSlide3282.xml" ContentType="application/vnd.openxmlformats-officedocument.presentationml.notesSlide+xml"/>
  <Override PartName="/ppt/notesSlides/notesSlide3283.xml" ContentType="application/vnd.openxmlformats-officedocument.presentationml.notesSlide+xml"/>
  <Override PartName="/ppt/notesSlides/notesSlide3284.xml" ContentType="application/vnd.openxmlformats-officedocument.presentationml.notesSlide+xml"/>
  <Override PartName="/ppt/notesSlides/notesSlide3285.xml" ContentType="application/vnd.openxmlformats-officedocument.presentationml.notesSlide+xml"/>
  <Override PartName="/ppt/notesSlides/notesSlide3286.xml" ContentType="application/vnd.openxmlformats-officedocument.presentationml.notesSlide+xml"/>
  <Override PartName="/ppt/notesSlides/notesSlide3287.xml" ContentType="application/vnd.openxmlformats-officedocument.presentationml.notesSlide+xml"/>
  <Override PartName="/ppt/notesSlides/notesSlide3288.xml" ContentType="application/vnd.openxmlformats-officedocument.presentationml.notesSlide+xml"/>
  <Override PartName="/ppt/notesSlides/notesSlide3289.xml" ContentType="application/vnd.openxmlformats-officedocument.presentationml.notesSlide+xml"/>
  <Override PartName="/ppt/notesSlides/notesSlide3290.xml" ContentType="application/vnd.openxmlformats-officedocument.presentationml.notesSlide+xml"/>
  <Override PartName="/ppt/notesSlides/notesSlide3291.xml" ContentType="application/vnd.openxmlformats-officedocument.presentationml.notesSlide+xml"/>
  <Override PartName="/ppt/notesSlides/notesSlide3292.xml" ContentType="application/vnd.openxmlformats-officedocument.presentationml.notesSlide+xml"/>
  <Override PartName="/ppt/notesSlides/notesSlide3293.xml" ContentType="application/vnd.openxmlformats-officedocument.presentationml.notesSlide+xml"/>
  <Override PartName="/ppt/notesSlides/notesSlide3294.xml" ContentType="application/vnd.openxmlformats-officedocument.presentationml.notesSlide+xml"/>
  <Override PartName="/ppt/notesSlides/notesSlide3295.xml" ContentType="application/vnd.openxmlformats-officedocument.presentationml.notesSlide+xml"/>
  <Override PartName="/ppt/notesSlides/notesSlide3296.xml" ContentType="application/vnd.openxmlformats-officedocument.presentationml.notesSlide+xml"/>
  <Override PartName="/ppt/notesSlides/notesSlide3297.xml" ContentType="application/vnd.openxmlformats-officedocument.presentationml.notesSlide+xml"/>
  <Override PartName="/ppt/notesSlides/notesSlide3298.xml" ContentType="application/vnd.openxmlformats-officedocument.presentationml.notesSlide+xml"/>
  <Override PartName="/ppt/notesSlides/notesSlide3299.xml" ContentType="application/vnd.openxmlformats-officedocument.presentationml.notesSlide+xml"/>
  <Override PartName="/ppt/notesSlides/notesSlide3300.xml" ContentType="application/vnd.openxmlformats-officedocument.presentationml.notesSlide+xml"/>
  <Override PartName="/ppt/notesSlides/notesSlide3301.xml" ContentType="application/vnd.openxmlformats-officedocument.presentationml.notesSlide+xml"/>
  <Override PartName="/ppt/notesSlides/notesSlide3302.xml" ContentType="application/vnd.openxmlformats-officedocument.presentationml.notesSlide+xml"/>
  <Override PartName="/ppt/notesSlides/notesSlide3303.xml" ContentType="application/vnd.openxmlformats-officedocument.presentationml.notesSlide+xml"/>
  <Override PartName="/ppt/notesSlides/notesSlide3304.xml" ContentType="application/vnd.openxmlformats-officedocument.presentationml.notesSlide+xml"/>
  <Override PartName="/ppt/notesSlides/notesSlide3305.xml" ContentType="application/vnd.openxmlformats-officedocument.presentationml.notesSlide+xml"/>
  <Override PartName="/ppt/notesSlides/notesSlide3306.xml" ContentType="application/vnd.openxmlformats-officedocument.presentationml.notesSlide+xml"/>
  <Override PartName="/ppt/notesSlides/notesSlide3307.xml" ContentType="application/vnd.openxmlformats-officedocument.presentationml.notesSlide+xml"/>
  <Override PartName="/ppt/notesSlides/notesSlide3308.xml" ContentType="application/vnd.openxmlformats-officedocument.presentationml.notesSlide+xml"/>
  <Override PartName="/ppt/notesSlides/notesSlide3309.xml" ContentType="application/vnd.openxmlformats-officedocument.presentationml.notesSlide+xml"/>
  <Override PartName="/ppt/notesSlides/notesSlide3310.xml" ContentType="application/vnd.openxmlformats-officedocument.presentationml.notesSlide+xml"/>
  <Override PartName="/ppt/notesSlides/notesSlide3311.xml" ContentType="application/vnd.openxmlformats-officedocument.presentationml.notesSlide+xml"/>
  <Override PartName="/ppt/notesSlides/notesSlide3312.xml" ContentType="application/vnd.openxmlformats-officedocument.presentationml.notesSlide+xml"/>
  <Override PartName="/ppt/notesSlides/notesSlide3313.xml" ContentType="application/vnd.openxmlformats-officedocument.presentationml.notesSlide+xml"/>
  <Override PartName="/ppt/notesSlides/notesSlide3314.xml" ContentType="application/vnd.openxmlformats-officedocument.presentationml.notesSlide+xml"/>
  <Override PartName="/ppt/notesSlides/notesSlide3315.xml" ContentType="application/vnd.openxmlformats-officedocument.presentationml.notesSlide+xml"/>
  <Override PartName="/ppt/notesSlides/notesSlide3316.xml" ContentType="application/vnd.openxmlformats-officedocument.presentationml.notesSlide+xml"/>
  <Override PartName="/ppt/notesSlides/notesSlide3317.xml" ContentType="application/vnd.openxmlformats-officedocument.presentationml.notesSlide+xml"/>
  <Override PartName="/ppt/notesSlides/notesSlide3318.xml" ContentType="application/vnd.openxmlformats-officedocument.presentationml.notesSlide+xml"/>
  <Override PartName="/ppt/notesSlides/notesSlide3319.xml" ContentType="application/vnd.openxmlformats-officedocument.presentationml.notesSlide+xml"/>
  <Override PartName="/ppt/notesSlides/notesSlide3320.xml" ContentType="application/vnd.openxmlformats-officedocument.presentationml.notesSlide+xml"/>
  <Override PartName="/ppt/notesSlides/notesSlide3321.xml" ContentType="application/vnd.openxmlformats-officedocument.presentationml.notesSlide+xml"/>
  <Override PartName="/ppt/notesSlides/notesSlide3322.xml" ContentType="application/vnd.openxmlformats-officedocument.presentationml.notesSlide+xml"/>
  <Override PartName="/ppt/notesSlides/notesSlide3323.xml" ContentType="application/vnd.openxmlformats-officedocument.presentationml.notesSlide+xml"/>
  <Override PartName="/ppt/notesSlides/notesSlide3324.xml" ContentType="application/vnd.openxmlformats-officedocument.presentationml.notesSlide+xml"/>
  <Override PartName="/ppt/notesSlides/notesSlide3325.xml" ContentType="application/vnd.openxmlformats-officedocument.presentationml.notesSlide+xml"/>
  <Override PartName="/ppt/notesSlides/notesSlide3326.xml" ContentType="application/vnd.openxmlformats-officedocument.presentationml.notesSlide+xml"/>
  <Override PartName="/ppt/notesSlides/notesSlide3327.xml" ContentType="application/vnd.openxmlformats-officedocument.presentationml.notesSlide+xml"/>
  <Override PartName="/ppt/notesSlides/notesSlide3328.xml" ContentType="application/vnd.openxmlformats-officedocument.presentationml.notesSlide+xml"/>
  <Override PartName="/ppt/notesSlides/notesSlide3329.xml" ContentType="application/vnd.openxmlformats-officedocument.presentationml.notesSlide+xml"/>
  <Override PartName="/ppt/notesSlides/notesSlide3330.xml" ContentType="application/vnd.openxmlformats-officedocument.presentationml.notesSlide+xml"/>
  <Override PartName="/ppt/notesSlides/notesSlide3331.xml" ContentType="application/vnd.openxmlformats-officedocument.presentationml.notesSlide+xml"/>
  <Override PartName="/ppt/notesSlides/notesSlide3332.xml" ContentType="application/vnd.openxmlformats-officedocument.presentationml.notesSlide+xml"/>
  <Override PartName="/ppt/notesSlides/notesSlide3333.xml" ContentType="application/vnd.openxmlformats-officedocument.presentationml.notesSlide+xml"/>
  <Override PartName="/ppt/notesSlides/notesSlide3334.xml" ContentType="application/vnd.openxmlformats-officedocument.presentationml.notesSlide+xml"/>
  <Override PartName="/ppt/notesSlides/notesSlide3335.xml" ContentType="application/vnd.openxmlformats-officedocument.presentationml.notesSlide+xml"/>
  <Override PartName="/ppt/notesSlides/notesSlide3336.xml" ContentType="application/vnd.openxmlformats-officedocument.presentationml.notesSlide+xml"/>
  <Override PartName="/ppt/notesSlides/notesSlide3337.xml" ContentType="application/vnd.openxmlformats-officedocument.presentationml.notesSlide+xml"/>
  <Override PartName="/ppt/notesSlides/notesSlide3338.xml" ContentType="application/vnd.openxmlformats-officedocument.presentationml.notesSlide+xml"/>
  <Override PartName="/ppt/notesSlides/notesSlide3339.xml" ContentType="application/vnd.openxmlformats-officedocument.presentationml.notesSlide+xml"/>
  <Override PartName="/ppt/notesSlides/notesSlide3340.xml" ContentType="application/vnd.openxmlformats-officedocument.presentationml.notesSlide+xml"/>
  <Override PartName="/ppt/notesSlides/notesSlide3341.xml" ContentType="application/vnd.openxmlformats-officedocument.presentationml.notesSlide+xml"/>
  <Override PartName="/ppt/notesSlides/notesSlide3342.xml" ContentType="application/vnd.openxmlformats-officedocument.presentationml.notesSlide+xml"/>
  <Override PartName="/ppt/notesSlides/notesSlide3343.xml" ContentType="application/vnd.openxmlformats-officedocument.presentationml.notesSlide+xml"/>
  <Override PartName="/ppt/notesSlides/notesSlide3344.xml" ContentType="application/vnd.openxmlformats-officedocument.presentationml.notesSlide+xml"/>
  <Override PartName="/ppt/notesSlides/notesSlide3345.xml" ContentType="application/vnd.openxmlformats-officedocument.presentationml.notesSlide+xml"/>
  <Override PartName="/ppt/notesSlides/notesSlide3346.xml" ContentType="application/vnd.openxmlformats-officedocument.presentationml.notesSlide+xml"/>
  <Override PartName="/ppt/notesSlides/notesSlide3347.xml" ContentType="application/vnd.openxmlformats-officedocument.presentationml.notesSlide+xml"/>
  <Override PartName="/ppt/notesSlides/notesSlide3348.xml" ContentType="application/vnd.openxmlformats-officedocument.presentationml.notesSlide+xml"/>
  <Override PartName="/ppt/notesSlides/notesSlide3349.xml" ContentType="application/vnd.openxmlformats-officedocument.presentationml.notesSlide+xml"/>
  <Override PartName="/ppt/notesSlides/notesSlide3350.xml" ContentType="application/vnd.openxmlformats-officedocument.presentationml.notesSlide+xml"/>
  <Override PartName="/ppt/notesSlides/notesSlide3351.xml" ContentType="application/vnd.openxmlformats-officedocument.presentationml.notesSlide+xml"/>
  <Override PartName="/ppt/notesSlides/notesSlide3352.xml" ContentType="application/vnd.openxmlformats-officedocument.presentationml.notesSlide+xml"/>
  <Override PartName="/ppt/notesSlides/notesSlide3353.xml" ContentType="application/vnd.openxmlformats-officedocument.presentationml.notesSlide+xml"/>
  <Override PartName="/ppt/notesSlides/notesSlide3354.xml" ContentType="application/vnd.openxmlformats-officedocument.presentationml.notesSlide+xml"/>
  <Override PartName="/ppt/notesSlides/notesSlide3355.xml" ContentType="application/vnd.openxmlformats-officedocument.presentationml.notesSlide+xml"/>
  <Override PartName="/ppt/notesSlides/notesSlide3356.xml" ContentType="application/vnd.openxmlformats-officedocument.presentationml.notesSlide+xml"/>
  <Override PartName="/ppt/notesSlides/notesSlide3357.xml" ContentType="application/vnd.openxmlformats-officedocument.presentationml.notesSlide+xml"/>
  <Override PartName="/ppt/notesSlides/notesSlide3358.xml" ContentType="application/vnd.openxmlformats-officedocument.presentationml.notesSlide+xml"/>
  <Override PartName="/ppt/notesSlides/notesSlide3359.xml" ContentType="application/vnd.openxmlformats-officedocument.presentationml.notesSlide+xml"/>
  <Override PartName="/ppt/notesSlides/notesSlide3360.xml" ContentType="application/vnd.openxmlformats-officedocument.presentationml.notesSlide+xml"/>
  <Override PartName="/ppt/notesSlides/notesSlide3361.xml" ContentType="application/vnd.openxmlformats-officedocument.presentationml.notesSlide+xml"/>
  <Override PartName="/ppt/notesSlides/notesSlide3362.xml" ContentType="application/vnd.openxmlformats-officedocument.presentationml.notesSlide+xml"/>
  <Override PartName="/ppt/notesSlides/notesSlide3363.xml" ContentType="application/vnd.openxmlformats-officedocument.presentationml.notesSlide+xml"/>
  <Override PartName="/ppt/notesSlides/notesSlide3364.xml" ContentType="application/vnd.openxmlformats-officedocument.presentationml.notesSlide+xml"/>
  <Override PartName="/ppt/notesSlides/notesSlide3365.xml" ContentType="application/vnd.openxmlformats-officedocument.presentationml.notesSlide+xml"/>
  <Override PartName="/ppt/notesSlides/notesSlide3366.xml" ContentType="application/vnd.openxmlformats-officedocument.presentationml.notesSlide+xml"/>
  <Override PartName="/ppt/notesSlides/notesSlide3367.xml" ContentType="application/vnd.openxmlformats-officedocument.presentationml.notesSlide+xml"/>
  <Override PartName="/ppt/notesSlides/notesSlide3368.xml" ContentType="application/vnd.openxmlformats-officedocument.presentationml.notesSlide+xml"/>
  <Override PartName="/ppt/notesSlides/notesSlide3369.xml" ContentType="application/vnd.openxmlformats-officedocument.presentationml.notesSlide+xml"/>
  <Override PartName="/ppt/notesSlides/notesSlide3370.xml" ContentType="application/vnd.openxmlformats-officedocument.presentationml.notesSlide+xml"/>
  <Override PartName="/ppt/notesSlides/notesSlide3371.xml" ContentType="application/vnd.openxmlformats-officedocument.presentationml.notesSlide+xml"/>
  <Override PartName="/ppt/notesSlides/notesSlide3372.xml" ContentType="application/vnd.openxmlformats-officedocument.presentationml.notesSlide+xml"/>
  <Override PartName="/ppt/notesSlides/notesSlide3373.xml" ContentType="application/vnd.openxmlformats-officedocument.presentationml.notesSlide+xml"/>
  <Override PartName="/ppt/notesSlides/notesSlide3374.xml" ContentType="application/vnd.openxmlformats-officedocument.presentationml.notesSlide+xml"/>
  <Override PartName="/ppt/notesSlides/notesSlide3375.xml" ContentType="application/vnd.openxmlformats-officedocument.presentationml.notesSlide+xml"/>
  <Override PartName="/ppt/notesSlides/notesSlide3376.xml" ContentType="application/vnd.openxmlformats-officedocument.presentationml.notesSlide+xml"/>
  <Override PartName="/ppt/notesSlides/notesSlide3377.xml" ContentType="application/vnd.openxmlformats-officedocument.presentationml.notesSlide+xml"/>
  <Override PartName="/ppt/notesSlides/notesSlide3378.xml" ContentType="application/vnd.openxmlformats-officedocument.presentationml.notesSlide+xml"/>
  <Override PartName="/ppt/notesSlides/notesSlide3379.xml" ContentType="application/vnd.openxmlformats-officedocument.presentationml.notesSlide+xml"/>
  <Override PartName="/ppt/notesSlides/notesSlide3380.xml" ContentType="application/vnd.openxmlformats-officedocument.presentationml.notesSlide+xml"/>
  <Override PartName="/ppt/notesSlides/notesSlide3381.xml" ContentType="application/vnd.openxmlformats-officedocument.presentationml.notesSlide+xml"/>
  <Override PartName="/ppt/notesSlides/notesSlide3382.xml" ContentType="application/vnd.openxmlformats-officedocument.presentationml.notesSlide+xml"/>
  <Override PartName="/ppt/notesSlides/notesSlide3383.xml" ContentType="application/vnd.openxmlformats-officedocument.presentationml.notesSlide+xml"/>
  <Override PartName="/ppt/notesSlides/notesSlide3384.xml" ContentType="application/vnd.openxmlformats-officedocument.presentationml.notesSlide+xml"/>
  <Override PartName="/ppt/notesSlides/notesSlide3385.xml" ContentType="application/vnd.openxmlformats-officedocument.presentationml.notesSlide+xml"/>
  <Override PartName="/ppt/notesSlides/notesSlide3386.xml" ContentType="application/vnd.openxmlformats-officedocument.presentationml.notesSlide+xml"/>
  <Override PartName="/ppt/notesSlides/notesSlide3387.xml" ContentType="application/vnd.openxmlformats-officedocument.presentationml.notesSlide+xml"/>
  <Override PartName="/ppt/notesSlides/notesSlide3388.xml" ContentType="application/vnd.openxmlformats-officedocument.presentationml.notesSlide+xml"/>
  <Override PartName="/ppt/notesSlides/notesSlide3389.xml" ContentType="application/vnd.openxmlformats-officedocument.presentationml.notesSlide+xml"/>
  <Override PartName="/ppt/notesSlides/notesSlide3390.xml" ContentType="application/vnd.openxmlformats-officedocument.presentationml.notesSlide+xml"/>
  <Override PartName="/ppt/notesSlides/notesSlide3391.xml" ContentType="application/vnd.openxmlformats-officedocument.presentationml.notesSlide+xml"/>
  <Override PartName="/ppt/notesSlides/notesSlide3392.xml" ContentType="application/vnd.openxmlformats-officedocument.presentationml.notesSlide+xml"/>
  <Override PartName="/ppt/notesSlides/notesSlide3393.xml" ContentType="application/vnd.openxmlformats-officedocument.presentationml.notesSlide+xml"/>
  <Override PartName="/ppt/notesSlides/notesSlide3394.xml" ContentType="application/vnd.openxmlformats-officedocument.presentationml.notesSlide+xml"/>
  <Override PartName="/ppt/notesSlides/notesSlide3395.xml" ContentType="application/vnd.openxmlformats-officedocument.presentationml.notesSlide+xml"/>
  <Override PartName="/ppt/notesSlides/notesSlide3396.xml" ContentType="application/vnd.openxmlformats-officedocument.presentationml.notesSlide+xml"/>
  <Override PartName="/ppt/notesSlides/notesSlide3397.xml" ContentType="application/vnd.openxmlformats-officedocument.presentationml.notesSlide+xml"/>
  <Override PartName="/ppt/notesSlides/notesSlide3398.xml" ContentType="application/vnd.openxmlformats-officedocument.presentationml.notesSlide+xml"/>
  <Override PartName="/ppt/notesSlides/notesSlide3399.xml" ContentType="application/vnd.openxmlformats-officedocument.presentationml.notesSlide+xml"/>
  <Override PartName="/ppt/notesSlides/notesSlide3400.xml" ContentType="application/vnd.openxmlformats-officedocument.presentationml.notesSlide+xml"/>
  <Override PartName="/ppt/notesSlides/notesSlide3401.xml" ContentType="application/vnd.openxmlformats-officedocument.presentationml.notesSlide+xml"/>
  <Override PartName="/ppt/notesSlides/notesSlide3402.xml" ContentType="application/vnd.openxmlformats-officedocument.presentationml.notesSlide+xml"/>
  <Override PartName="/ppt/notesSlides/notesSlide3403.xml" ContentType="application/vnd.openxmlformats-officedocument.presentationml.notesSlide+xml"/>
  <Override PartName="/ppt/notesSlides/notesSlide3404.xml" ContentType="application/vnd.openxmlformats-officedocument.presentationml.notesSlide+xml"/>
  <Override PartName="/ppt/notesSlides/notesSlide3405.xml" ContentType="application/vnd.openxmlformats-officedocument.presentationml.notesSlide+xml"/>
  <Override PartName="/ppt/notesSlides/notesSlide3406.xml" ContentType="application/vnd.openxmlformats-officedocument.presentationml.notesSlide+xml"/>
  <Override PartName="/ppt/notesSlides/notesSlide3407.xml" ContentType="application/vnd.openxmlformats-officedocument.presentationml.notesSlide+xml"/>
  <Override PartName="/ppt/notesSlides/notesSlide3408.xml" ContentType="application/vnd.openxmlformats-officedocument.presentationml.notesSlide+xml"/>
  <Override PartName="/ppt/notesSlides/notesSlide3409.xml" ContentType="application/vnd.openxmlformats-officedocument.presentationml.notesSlide+xml"/>
  <Override PartName="/ppt/notesSlides/notesSlide3410.xml" ContentType="application/vnd.openxmlformats-officedocument.presentationml.notesSlide+xml"/>
  <Override PartName="/ppt/notesSlides/notesSlide3411.xml" ContentType="application/vnd.openxmlformats-officedocument.presentationml.notesSlide+xml"/>
  <Override PartName="/ppt/notesSlides/notesSlide3412.xml" ContentType="application/vnd.openxmlformats-officedocument.presentationml.notesSlide+xml"/>
  <Override PartName="/ppt/notesSlides/notesSlide3413.xml" ContentType="application/vnd.openxmlformats-officedocument.presentationml.notesSlide+xml"/>
  <Override PartName="/ppt/notesSlides/notesSlide3414.xml" ContentType="application/vnd.openxmlformats-officedocument.presentationml.notesSlide+xml"/>
  <Override PartName="/ppt/notesSlides/notesSlide3415.xml" ContentType="application/vnd.openxmlformats-officedocument.presentationml.notesSlide+xml"/>
  <Override PartName="/ppt/notesSlides/notesSlide3416.xml" ContentType="application/vnd.openxmlformats-officedocument.presentationml.notesSlide+xml"/>
  <Override PartName="/ppt/notesSlides/notesSlide3417.xml" ContentType="application/vnd.openxmlformats-officedocument.presentationml.notesSlide+xml"/>
  <Override PartName="/ppt/notesSlides/notesSlide3418.xml" ContentType="application/vnd.openxmlformats-officedocument.presentationml.notesSlide+xml"/>
  <Override PartName="/ppt/notesSlides/notesSlide3419.xml" ContentType="application/vnd.openxmlformats-officedocument.presentationml.notesSlide+xml"/>
  <Override PartName="/ppt/notesSlides/notesSlide3420.xml" ContentType="application/vnd.openxmlformats-officedocument.presentationml.notesSlide+xml"/>
  <Override PartName="/ppt/notesSlides/notesSlide3421.xml" ContentType="application/vnd.openxmlformats-officedocument.presentationml.notesSlide+xml"/>
  <Override PartName="/ppt/notesSlides/notesSlide3422.xml" ContentType="application/vnd.openxmlformats-officedocument.presentationml.notesSlide+xml"/>
  <Override PartName="/ppt/notesSlides/notesSlide3423.xml" ContentType="application/vnd.openxmlformats-officedocument.presentationml.notesSlide+xml"/>
  <Override PartName="/ppt/notesSlides/notesSlide3424.xml" ContentType="application/vnd.openxmlformats-officedocument.presentationml.notesSlide+xml"/>
  <Override PartName="/ppt/notesSlides/notesSlide3425.xml" ContentType="application/vnd.openxmlformats-officedocument.presentationml.notesSlide+xml"/>
  <Override PartName="/ppt/notesSlides/notesSlide3426.xml" ContentType="application/vnd.openxmlformats-officedocument.presentationml.notesSlide+xml"/>
  <Override PartName="/ppt/notesSlides/notesSlide3427.xml" ContentType="application/vnd.openxmlformats-officedocument.presentationml.notesSlide+xml"/>
  <Override PartName="/ppt/notesSlides/notesSlide3428.xml" ContentType="application/vnd.openxmlformats-officedocument.presentationml.notesSlide+xml"/>
  <Override PartName="/ppt/notesSlides/notesSlide3429.xml" ContentType="application/vnd.openxmlformats-officedocument.presentationml.notesSlide+xml"/>
  <Override PartName="/ppt/notesSlides/notesSlide3430.xml" ContentType="application/vnd.openxmlformats-officedocument.presentationml.notesSlide+xml"/>
  <Override PartName="/ppt/notesSlides/notesSlide3431.xml" ContentType="application/vnd.openxmlformats-officedocument.presentationml.notesSlide+xml"/>
  <Override PartName="/ppt/notesSlides/notesSlide3432.xml" ContentType="application/vnd.openxmlformats-officedocument.presentationml.notesSlide+xml"/>
  <Override PartName="/ppt/notesSlides/notesSlide3433.xml" ContentType="application/vnd.openxmlformats-officedocument.presentationml.notesSlide+xml"/>
  <Override PartName="/ppt/notesSlides/notesSlide3434.xml" ContentType="application/vnd.openxmlformats-officedocument.presentationml.notesSlide+xml"/>
  <Override PartName="/ppt/notesSlides/notesSlide3435.xml" ContentType="application/vnd.openxmlformats-officedocument.presentationml.notesSlide+xml"/>
  <Override PartName="/ppt/notesSlides/notesSlide3436.xml" ContentType="application/vnd.openxmlformats-officedocument.presentationml.notesSlide+xml"/>
  <Override PartName="/ppt/notesSlides/notesSlide3437.xml" ContentType="application/vnd.openxmlformats-officedocument.presentationml.notesSlide+xml"/>
  <Override PartName="/ppt/notesSlides/notesSlide3438.xml" ContentType="application/vnd.openxmlformats-officedocument.presentationml.notesSlide+xml"/>
  <Override PartName="/ppt/notesSlides/notesSlide3439.xml" ContentType="application/vnd.openxmlformats-officedocument.presentationml.notesSlide+xml"/>
  <Override PartName="/ppt/notesSlides/notesSlide3440.xml" ContentType="application/vnd.openxmlformats-officedocument.presentationml.notesSlide+xml"/>
  <Override PartName="/ppt/notesSlides/notesSlide3441.xml" ContentType="application/vnd.openxmlformats-officedocument.presentationml.notesSlide+xml"/>
  <Override PartName="/ppt/notesSlides/notesSlide3442.xml" ContentType="application/vnd.openxmlformats-officedocument.presentationml.notesSlide+xml"/>
  <Override PartName="/ppt/notesSlides/notesSlide3443.xml" ContentType="application/vnd.openxmlformats-officedocument.presentationml.notesSlide+xml"/>
  <Override PartName="/ppt/notesSlides/notesSlide3444.xml" ContentType="application/vnd.openxmlformats-officedocument.presentationml.notesSlide+xml"/>
  <Override PartName="/ppt/notesSlides/notesSlide3445.xml" ContentType="application/vnd.openxmlformats-officedocument.presentationml.notesSlide+xml"/>
  <Override PartName="/ppt/notesSlides/notesSlide3446.xml" ContentType="application/vnd.openxmlformats-officedocument.presentationml.notesSlide+xml"/>
  <Override PartName="/ppt/notesSlides/notesSlide3447.xml" ContentType="application/vnd.openxmlformats-officedocument.presentationml.notesSlide+xml"/>
  <Override PartName="/ppt/notesSlides/notesSlide3448.xml" ContentType="application/vnd.openxmlformats-officedocument.presentationml.notesSlide+xml"/>
  <Override PartName="/ppt/notesSlides/notesSlide3449.xml" ContentType="application/vnd.openxmlformats-officedocument.presentationml.notesSlide+xml"/>
  <Override PartName="/ppt/notesSlides/notesSlide3450.xml" ContentType="application/vnd.openxmlformats-officedocument.presentationml.notesSlide+xml"/>
  <Override PartName="/ppt/notesSlides/notesSlide3451.xml" ContentType="application/vnd.openxmlformats-officedocument.presentationml.notesSlide+xml"/>
  <Override PartName="/ppt/notesSlides/notesSlide3452.xml" ContentType="application/vnd.openxmlformats-officedocument.presentationml.notesSlide+xml"/>
  <Override PartName="/ppt/notesSlides/notesSlide3453.xml" ContentType="application/vnd.openxmlformats-officedocument.presentationml.notesSlide+xml"/>
  <Override PartName="/ppt/notesSlides/notesSlide3454.xml" ContentType="application/vnd.openxmlformats-officedocument.presentationml.notesSlide+xml"/>
  <Override PartName="/ppt/notesSlides/notesSlide3455.xml" ContentType="application/vnd.openxmlformats-officedocument.presentationml.notesSlide+xml"/>
  <Override PartName="/ppt/notesSlides/notesSlide3456.xml" ContentType="application/vnd.openxmlformats-officedocument.presentationml.notesSlide+xml"/>
  <Override PartName="/ppt/notesSlides/notesSlide3457.xml" ContentType="application/vnd.openxmlformats-officedocument.presentationml.notesSlide+xml"/>
  <Override PartName="/ppt/notesSlides/notesSlide3458.xml" ContentType="application/vnd.openxmlformats-officedocument.presentationml.notesSlide+xml"/>
  <Override PartName="/ppt/notesSlides/notesSlide3459.xml" ContentType="application/vnd.openxmlformats-officedocument.presentationml.notesSlide+xml"/>
  <Override PartName="/ppt/notesSlides/notesSlide3460.xml" ContentType="application/vnd.openxmlformats-officedocument.presentationml.notesSlide+xml"/>
  <Override PartName="/ppt/notesSlides/notesSlide3461.xml" ContentType="application/vnd.openxmlformats-officedocument.presentationml.notesSlide+xml"/>
  <Override PartName="/ppt/notesSlides/notesSlide3462.xml" ContentType="application/vnd.openxmlformats-officedocument.presentationml.notesSlide+xml"/>
  <Override PartName="/ppt/notesSlides/notesSlide3463.xml" ContentType="application/vnd.openxmlformats-officedocument.presentationml.notesSlide+xml"/>
  <Override PartName="/ppt/notesSlides/notesSlide3464.xml" ContentType="application/vnd.openxmlformats-officedocument.presentationml.notesSlide+xml"/>
  <Override PartName="/ppt/notesSlides/notesSlide3465.xml" ContentType="application/vnd.openxmlformats-officedocument.presentationml.notesSlide+xml"/>
  <Override PartName="/ppt/notesSlides/notesSlide3466.xml" ContentType="application/vnd.openxmlformats-officedocument.presentationml.notesSlide+xml"/>
  <Override PartName="/ppt/notesSlides/notesSlide3467.xml" ContentType="application/vnd.openxmlformats-officedocument.presentationml.notesSlide+xml"/>
  <Override PartName="/ppt/notesSlides/notesSlide3468.xml" ContentType="application/vnd.openxmlformats-officedocument.presentationml.notesSlide+xml"/>
  <Override PartName="/ppt/notesSlides/notesSlide3469.xml" ContentType="application/vnd.openxmlformats-officedocument.presentationml.notesSlide+xml"/>
  <Override PartName="/ppt/notesSlides/notesSlide3470.xml" ContentType="application/vnd.openxmlformats-officedocument.presentationml.notesSlide+xml"/>
  <Override PartName="/ppt/notesSlides/notesSlide3471.xml" ContentType="application/vnd.openxmlformats-officedocument.presentationml.notesSlide+xml"/>
  <Override PartName="/ppt/notesSlides/notesSlide3472.xml" ContentType="application/vnd.openxmlformats-officedocument.presentationml.notesSlide+xml"/>
  <Override PartName="/ppt/notesSlides/notesSlide3473.xml" ContentType="application/vnd.openxmlformats-officedocument.presentationml.notesSlide+xml"/>
  <Override PartName="/ppt/notesSlides/notesSlide3474.xml" ContentType="application/vnd.openxmlformats-officedocument.presentationml.notesSlide+xml"/>
  <Override PartName="/ppt/notesSlides/notesSlide3475.xml" ContentType="application/vnd.openxmlformats-officedocument.presentationml.notesSlide+xml"/>
  <Override PartName="/ppt/notesSlides/notesSlide3476.xml" ContentType="application/vnd.openxmlformats-officedocument.presentationml.notesSlide+xml"/>
  <Override PartName="/ppt/notesSlides/notesSlide3477.xml" ContentType="application/vnd.openxmlformats-officedocument.presentationml.notesSlide+xml"/>
  <Override PartName="/ppt/notesSlides/notesSlide3478.xml" ContentType="application/vnd.openxmlformats-officedocument.presentationml.notesSlide+xml"/>
  <Override PartName="/ppt/notesSlides/notesSlide3479.xml" ContentType="application/vnd.openxmlformats-officedocument.presentationml.notesSlide+xml"/>
  <Override PartName="/ppt/notesSlides/notesSlide3480.xml" ContentType="application/vnd.openxmlformats-officedocument.presentationml.notesSlide+xml"/>
  <Override PartName="/ppt/notesSlides/notesSlide3481.xml" ContentType="application/vnd.openxmlformats-officedocument.presentationml.notesSlide+xml"/>
  <Override PartName="/ppt/notesSlides/notesSlide3482.xml" ContentType="application/vnd.openxmlformats-officedocument.presentationml.notesSlide+xml"/>
  <Override PartName="/ppt/notesSlides/notesSlide3483.xml" ContentType="application/vnd.openxmlformats-officedocument.presentationml.notesSlide+xml"/>
  <Override PartName="/ppt/notesSlides/notesSlide3484.xml" ContentType="application/vnd.openxmlformats-officedocument.presentationml.notesSlide+xml"/>
  <Override PartName="/ppt/notesSlides/notesSlide3485.xml" ContentType="application/vnd.openxmlformats-officedocument.presentationml.notesSlide+xml"/>
  <Override PartName="/ppt/notesSlides/notesSlide3486.xml" ContentType="application/vnd.openxmlformats-officedocument.presentationml.notesSlide+xml"/>
  <Override PartName="/ppt/notesSlides/notesSlide3487.xml" ContentType="application/vnd.openxmlformats-officedocument.presentationml.notesSlide+xml"/>
  <Override PartName="/ppt/notesSlides/notesSlide3488.xml" ContentType="application/vnd.openxmlformats-officedocument.presentationml.notesSlide+xml"/>
  <Override PartName="/ppt/notesSlides/notesSlide3489.xml" ContentType="application/vnd.openxmlformats-officedocument.presentationml.notesSlide+xml"/>
  <Override PartName="/ppt/notesSlides/notesSlide3490.xml" ContentType="application/vnd.openxmlformats-officedocument.presentationml.notesSlide+xml"/>
  <Override PartName="/ppt/notesSlides/notesSlide3491.xml" ContentType="application/vnd.openxmlformats-officedocument.presentationml.notesSlide+xml"/>
  <Override PartName="/ppt/notesSlides/notesSlide3492.xml" ContentType="application/vnd.openxmlformats-officedocument.presentationml.notesSlide+xml"/>
  <Override PartName="/ppt/notesSlides/notesSlide3493.xml" ContentType="application/vnd.openxmlformats-officedocument.presentationml.notesSlide+xml"/>
  <Override PartName="/ppt/notesSlides/notesSlide3494.xml" ContentType="application/vnd.openxmlformats-officedocument.presentationml.notesSlide+xml"/>
  <Override PartName="/ppt/notesSlides/notesSlide3495.xml" ContentType="application/vnd.openxmlformats-officedocument.presentationml.notesSlide+xml"/>
  <Override PartName="/ppt/notesSlides/notesSlide3496.xml" ContentType="application/vnd.openxmlformats-officedocument.presentationml.notesSlide+xml"/>
  <Override PartName="/ppt/notesSlides/notesSlide3497.xml" ContentType="application/vnd.openxmlformats-officedocument.presentationml.notesSlide+xml"/>
  <Override PartName="/ppt/notesSlides/notesSlide3498.xml" ContentType="application/vnd.openxmlformats-officedocument.presentationml.notesSlide+xml"/>
  <Override PartName="/ppt/notesSlides/notesSlide3499.xml" ContentType="application/vnd.openxmlformats-officedocument.presentationml.notesSlide+xml"/>
  <Override PartName="/ppt/notesSlides/notesSlide3500.xml" ContentType="application/vnd.openxmlformats-officedocument.presentationml.notesSlide+xml"/>
  <Override PartName="/ppt/notesSlides/notesSlide3501.xml" ContentType="application/vnd.openxmlformats-officedocument.presentationml.notesSlide+xml"/>
  <Override PartName="/ppt/notesSlides/notesSlide3502.xml" ContentType="application/vnd.openxmlformats-officedocument.presentationml.notesSlide+xml"/>
  <Override PartName="/ppt/notesSlides/notesSlide3503.xml" ContentType="application/vnd.openxmlformats-officedocument.presentationml.notesSlide+xml"/>
  <Override PartName="/ppt/notesSlides/notesSlide3504.xml" ContentType="application/vnd.openxmlformats-officedocument.presentationml.notesSlide+xml"/>
  <Override PartName="/ppt/notesSlides/notesSlide3505.xml" ContentType="application/vnd.openxmlformats-officedocument.presentationml.notesSlide+xml"/>
  <Override PartName="/ppt/notesSlides/notesSlide3506.xml" ContentType="application/vnd.openxmlformats-officedocument.presentationml.notesSlide+xml"/>
  <Override PartName="/ppt/notesSlides/notesSlide3507.xml" ContentType="application/vnd.openxmlformats-officedocument.presentationml.notesSlide+xml"/>
  <Override PartName="/ppt/notesSlides/notesSlide3508.xml" ContentType="application/vnd.openxmlformats-officedocument.presentationml.notesSlide+xml"/>
  <Override PartName="/ppt/notesSlides/notesSlide3509.xml" ContentType="application/vnd.openxmlformats-officedocument.presentationml.notesSlide+xml"/>
  <Override PartName="/ppt/notesSlides/notesSlide3510.xml" ContentType="application/vnd.openxmlformats-officedocument.presentationml.notesSlide+xml"/>
  <Override PartName="/ppt/notesSlides/notesSlide3511.xml" ContentType="application/vnd.openxmlformats-officedocument.presentationml.notesSlide+xml"/>
  <Override PartName="/ppt/notesSlides/notesSlide3512.xml" ContentType="application/vnd.openxmlformats-officedocument.presentationml.notesSlide+xml"/>
  <Override PartName="/ppt/notesSlides/notesSlide3513.xml" ContentType="application/vnd.openxmlformats-officedocument.presentationml.notesSlide+xml"/>
  <Override PartName="/ppt/notesSlides/notesSlide3514.xml" ContentType="application/vnd.openxmlformats-officedocument.presentationml.notesSlide+xml"/>
  <Override PartName="/ppt/notesSlides/notesSlide3515.xml" ContentType="application/vnd.openxmlformats-officedocument.presentationml.notesSlide+xml"/>
  <Override PartName="/ppt/notesSlides/notesSlide3516.xml" ContentType="application/vnd.openxmlformats-officedocument.presentationml.notesSlide+xml"/>
  <Override PartName="/ppt/notesSlides/notesSlide3517.xml" ContentType="application/vnd.openxmlformats-officedocument.presentationml.notesSlide+xml"/>
  <Override PartName="/ppt/notesSlides/notesSlide3518.xml" ContentType="application/vnd.openxmlformats-officedocument.presentationml.notesSlide+xml"/>
  <Override PartName="/ppt/notesSlides/notesSlide3519.xml" ContentType="application/vnd.openxmlformats-officedocument.presentationml.notesSlide+xml"/>
  <Override PartName="/ppt/notesSlides/notesSlide3520.xml" ContentType="application/vnd.openxmlformats-officedocument.presentationml.notesSlide+xml"/>
  <Override PartName="/ppt/notesSlides/notesSlide3521.xml" ContentType="application/vnd.openxmlformats-officedocument.presentationml.notesSlide+xml"/>
  <Override PartName="/ppt/notesSlides/notesSlide3522.xml" ContentType="application/vnd.openxmlformats-officedocument.presentationml.notesSlide+xml"/>
  <Override PartName="/ppt/notesSlides/notesSlide3523.xml" ContentType="application/vnd.openxmlformats-officedocument.presentationml.notesSlide+xml"/>
  <Override PartName="/ppt/notesSlides/notesSlide3524.xml" ContentType="application/vnd.openxmlformats-officedocument.presentationml.notesSlide+xml"/>
  <Override PartName="/ppt/notesSlides/notesSlide3525.xml" ContentType="application/vnd.openxmlformats-officedocument.presentationml.notesSlide+xml"/>
  <Override PartName="/ppt/notesSlides/notesSlide3526.xml" ContentType="application/vnd.openxmlformats-officedocument.presentationml.notesSlide+xml"/>
  <Override PartName="/ppt/notesSlides/notesSlide3527.xml" ContentType="application/vnd.openxmlformats-officedocument.presentationml.notesSlide+xml"/>
  <Override PartName="/ppt/notesSlides/notesSlide3528.xml" ContentType="application/vnd.openxmlformats-officedocument.presentationml.notesSlide+xml"/>
  <Override PartName="/ppt/notesSlides/notesSlide3529.xml" ContentType="application/vnd.openxmlformats-officedocument.presentationml.notesSlide+xml"/>
  <Override PartName="/ppt/notesSlides/notesSlide3530.xml" ContentType="application/vnd.openxmlformats-officedocument.presentationml.notesSlide+xml"/>
  <Override PartName="/ppt/notesSlides/notesSlide3531.xml" ContentType="application/vnd.openxmlformats-officedocument.presentationml.notesSlide+xml"/>
  <Override PartName="/ppt/notesSlides/notesSlide3532.xml" ContentType="application/vnd.openxmlformats-officedocument.presentationml.notesSlide+xml"/>
  <Override PartName="/ppt/notesSlides/notesSlide3533.xml" ContentType="application/vnd.openxmlformats-officedocument.presentationml.notesSlide+xml"/>
  <Override PartName="/ppt/notesSlides/notesSlide3534.xml" ContentType="application/vnd.openxmlformats-officedocument.presentationml.notesSlide+xml"/>
  <Override PartName="/ppt/notesSlides/notesSlide3535.xml" ContentType="application/vnd.openxmlformats-officedocument.presentationml.notesSlide+xml"/>
  <Override PartName="/ppt/notesSlides/notesSlide3536.xml" ContentType="application/vnd.openxmlformats-officedocument.presentationml.notesSlide+xml"/>
  <Override PartName="/ppt/notesSlides/notesSlide3537.xml" ContentType="application/vnd.openxmlformats-officedocument.presentationml.notesSlide+xml"/>
  <Override PartName="/ppt/notesSlides/notesSlide3538.xml" ContentType="application/vnd.openxmlformats-officedocument.presentationml.notesSlide+xml"/>
  <Override PartName="/ppt/notesSlides/notesSlide3539.xml" ContentType="application/vnd.openxmlformats-officedocument.presentationml.notesSlide+xml"/>
  <Override PartName="/ppt/notesSlides/notesSlide3540.xml" ContentType="application/vnd.openxmlformats-officedocument.presentationml.notesSlide+xml"/>
  <Override PartName="/ppt/notesSlides/notesSlide3541.xml" ContentType="application/vnd.openxmlformats-officedocument.presentationml.notesSlide+xml"/>
  <Override PartName="/ppt/notesSlides/notesSlide3542.xml" ContentType="application/vnd.openxmlformats-officedocument.presentationml.notesSlide+xml"/>
  <Override PartName="/ppt/notesSlides/notesSlide3543.xml" ContentType="application/vnd.openxmlformats-officedocument.presentationml.notesSlide+xml"/>
  <Override PartName="/ppt/notesSlides/notesSlide3544.xml" ContentType="application/vnd.openxmlformats-officedocument.presentationml.notesSlide+xml"/>
  <Override PartName="/ppt/notesSlides/notesSlide3545.xml" ContentType="application/vnd.openxmlformats-officedocument.presentationml.notesSlide+xml"/>
  <Override PartName="/ppt/notesSlides/notesSlide3546.xml" ContentType="application/vnd.openxmlformats-officedocument.presentationml.notesSlide+xml"/>
  <Override PartName="/ppt/notesSlides/notesSlide3547.xml" ContentType="application/vnd.openxmlformats-officedocument.presentationml.notesSlide+xml"/>
  <Override PartName="/ppt/notesSlides/notesSlide3548.xml" ContentType="application/vnd.openxmlformats-officedocument.presentationml.notesSlide+xml"/>
  <Override PartName="/ppt/notesSlides/notesSlide3549.xml" ContentType="application/vnd.openxmlformats-officedocument.presentationml.notesSlide+xml"/>
  <Override PartName="/ppt/notesSlides/notesSlide3550.xml" ContentType="application/vnd.openxmlformats-officedocument.presentationml.notesSlide+xml"/>
  <Override PartName="/ppt/notesSlides/notesSlide3551.xml" ContentType="application/vnd.openxmlformats-officedocument.presentationml.notesSlide+xml"/>
  <Override PartName="/ppt/notesSlides/notesSlide3552.xml" ContentType="application/vnd.openxmlformats-officedocument.presentationml.notesSlide+xml"/>
  <Override PartName="/ppt/notesSlides/notesSlide3553.xml" ContentType="application/vnd.openxmlformats-officedocument.presentationml.notesSlide+xml"/>
  <Override PartName="/ppt/notesSlides/notesSlide3554.xml" ContentType="application/vnd.openxmlformats-officedocument.presentationml.notesSlide+xml"/>
  <Override PartName="/ppt/notesSlides/notesSlide3555.xml" ContentType="application/vnd.openxmlformats-officedocument.presentationml.notesSlide+xml"/>
  <Override PartName="/ppt/notesSlides/notesSlide3556.xml" ContentType="application/vnd.openxmlformats-officedocument.presentationml.notesSlide+xml"/>
  <Override PartName="/ppt/notesSlides/notesSlide3557.xml" ContentType="application/vnd.openxmlformats-officedocument.presentationml.notesSlide+xml"/>
  <Override PartName="/ppt/notesSlides/notesSlide3558.xml" ContentType="application/vnd.openxmlformats-officedocument.presentationml.notesSlide+xml"/>
  <Override PartName="/ppt/notesSlides/notesSlide3559.xml" ContentType="application/vnd.openxmlformats-officedocument.presentationml.notesSlide+xml"/>
  <Override PartName="/ppt/notesSlides/notesSlide3560.xml" ContentType="application/vnd.openxmlformats-officedocument.presentationml.notesSlide+xml"/>
  <Override PartName="/ppt/notesSlides/notesSlide3561.xml" ContentType="application/vnd.openxmlformats-officedocument.presentationml.notesSlide+xml"/>
  <Override PartName="/ppt/notesSlides/notesSlide3562.xml" ContentType="application/vnd.openxmlformats-officedocument.presentationml.notesSlide+xml"/>
  <Override PartName="/ppt/notesSlides/notesSlide3563.xml" ContentType="application/vnd.openxmlformats-officedocument.presentationml.notesSlide+xml"/>
  <Override PartName="/ppt/notesSlides/notesSlide3564.xml" ContentType="application/vnd.openxmlformats-officedocument.presentationml.notesSlide+xml"/>
  <Override PartName="/ppt/notesSlides/notesSlide3565.xml" ContentType="application/vnd.openxmlformats-officedocument.presentationml.notesSlide+xml"/>
  <Override PartName="/ppt/notesSlides/notesSlide3566.xml" ContentType="application/vnd.openxmlformats-officedocument.presentationml.notesSlide+xml"/>
  <Override PartName="/ppt/notesSlides/notesSlide3567.xml" ContentType="application/vnd.openxmlformats-officedocument.presentationml.notesSlide+xml"/>
  <Override PartName="/ppt/notesSlides/notesSlide3568.xml" ContentType="application/vnd.openxmlformats-officedocument.presentationml.notesSlide+xml"/>
  <Override PartName="/ppt/notesSlides/notesSlide3569.xml" ContentType="application/vnd.openxmlformats-officedocument.presentationml.notesSlide+xml"/>
  <Override PartName="/ppt/notesSlides/notesSlide3570.xml" ContentType="application/vnd.openxmlformats-officedocument.presentationml.notesSlide+xml"/>
  <Override PartName="/ppt/notesSlides/notesSlide3571.xml" ContentType="application/vnd.openxmlformats-officedocument.presentationml.notesSlide+xml"/>
  <Override PartName="/ppt/notesSlides/notesSlide3572.xml" ContentType="application/vnd.openxmlformats-officedocument.presentationml.notesSlide+xml"/>
  <Override PartName="/ppt/notesSlides/notesSlide3573.xml" ContentType="application/vnd.openxmlformats-officedocument.presentationml.notesSlide+xml"/>
  <Override PartName="/ppt/notesSlides/notesSlide3574.xml" ContentType="application/vnd.openxmlformats-officedocument.presentationml.notesSlide+xml"/>
  <Override PartName="/ppt/notesSlides/notesSlide3575.xml" ContentType="application/vnd.openxmlformats-officedocument.presentationml.notesSlide+xml"/>
  <Override PartName="/ppt/notesSlides/notesSlide3576.xml" ContentType="application/vnd.openxmlformats-officedocument.presentationml.notesSlide+xml"/>
  <Override PartName="/ppt/notesSlides/notesSlide3577.xml" ContentType="application/vnd.openxmlformats-officedocument.presentationml.notesSlide+xml"/>
  <Override PartName="/ppt/notesSlides/notesSlide3578.xml" ContentType="application/vnd.openxmlformats-officedocument.presentationml.notesSlide+xml"/>
  <Override PartName="/ppt/notesSlides/notesSlide3579.xml" ContentType="application/vnd.openxmlformats-officedocument.presentationml.notesSlide+xml"/>
  <Override PartName="/ppt/notesSlides/notesSlide3580.xml" ContentType="application/vnd.openxmlformats-officedocument.presentationml.notesSlide+xml"/>
  <Override PartName="/ppt/notesSlides/notesSlide3581.xml" ContentType="application/vnd.openxmlformats-officedocument.presentationml.notesSlide+xml"/>
  <Override PartName="/ppt/notesSlides/notesSlide3582.xml" ContentType="application/vnd.openxmlformats-officedocument.presentationml.notesSlide+xml"/>
  <Override PartName="/ppt/notesSlides/notesSlide3583.xml" ContentType="application/vnd.openxmlformats-officedocument.presentationml.notesSlide+xml"/>
  <Override PartName="/ppt/notesSlides/notesSlide3584.xml" ContentType="application/vnd.openxmlformats-officedocument.presentationml.notesSlide+xml"/>
  <Override PartName="/ppt/notesSlides/notesSlide3585.xml" ContentType="application/vnd.openxmlformats-officedocument.presentationml.notesSlide+xml"/>
  <Override PartName="/ppt/notesSlides/notesSlide3586.xml" ContentType="application/vnd.openxmlformats-officedocument.presentationml.notesSlide+xml"/>
  <Override PartName="/ppt/notesSlides/notesSlide3587.xml" ContentType="application/vnd.openxmlformats-officedocument.presentationml.notesSlide+xml"/>
  <Override PartName="/ppt/notesSlides/notesSlide3588.xml" ContentType="application/vnd.openxmlformats-officedocument.presentationml.notesSlide+xml"/>
  <Override PartName="/ppt/notesSlides/notesSlide3589.xml" ContentType="application/vnd.openxmlformats-officedocument.presentationml.notesSlide+xml"/>
  <Override PartName="/ppt/notesSlides/notesSlide3590.xml" ContentType="application/vnd.openxmlformats-officedocument.presentationml.notesSlide+xml"/>
  <Override PartName="/ppt/notesSlides/notesSlide3591.xml" ContentType="application/vnd.openxmlformats-officedocument.presentationml.notesSlide+xml"/>
  <Override PartName="/ppt/notesSlides/notesSlide3592.xml" ContentType="application/vnd.openxmlformats-officedocument.presentationml.notesSlide+xml"/>
  <Override PartName="/ppt/notesSlides/notesSlide3593.xml" ContentType="application/vnd.openxmlformats-officedocument.presentationml.notesSlide+xml"/>
  <Override PartName="/ppt/notesSlides/notesSlide3594.xml" ContentType="application/vnd.openxmlformats-officedocument.presentationml.notesSlide+xml"/>
  <Override PartName="/ppt/notesSlides/notesSlide3595.xml" ContentType="application/vnd.openxmlformats-officedocument.presentationml.notesSlide+xml"/>
  <Override PartName="/ppt/notesSlides/notesSlide3596.xml" ContentType="application/vnd.openxmlformats-officedocument.presentationml.notesSlide+xml"/>
  <Override PartName="/ppt/notesSlides/notesSlide3597.xml" ContentType="application/vnd.openxmlformats-officedocument.presentationml.notesSlide+xml"/>
  <Override PartName="/ppt/notesSlides/notesSlide3598.xml" ContentType="application/vnd.openxmlformats-officedocument.presentationml.notesSlide+xml"/>
  <Override PartName="/ppt/notesSlides/notesSlide3599.xml" ContentType="application/vnd.openxmlformats-officedocument.presentationml.notesSlide+xml"/>
  <Override PartName="/ppt/notesSlides/notesSlide3600.xml" ContentType="application/vnd.openxmlformats-officedocument.presentationml.notesSlide+xml"/>
  <Override PartName="/ppt/notesSlides/notesSlide3601.xml" ContentType="application/vnd.openxmlformats-officedocument.presentationml.notesSlide+xml"/>
  <Override PartName="/ppt/notesSlides/notesSlide3602.xml" ContentType="application/vnd.openxmlformats-officedocument.presentationml.notesSlide+xml"/>
  <Override PartName="/ppt/notesSlides/notesSlide3603.xml" ContentType="application/vnd.openxmlformats-officedocument.presentationml.notesSlide+xml"/>
  <Override PartName="/ppt/notesSlides/notesSlide3604.xml" ContentType="application/vnd.openxmlformats-officedocument.presentationml.notesSlide+xml"/>
  <Override PartName="/ppt/notesSlides/notesSlide3605.xml" ContentType="application/vnd.openxmlformats-officedocument.presentationml.notesSlide+xml"/>
  <Override PartName="/ppt/notesSlides/notesSlide3606.xml" ContentType="application/vnd.openxmlformats-officedocument.presentationml.notesSlide+xml"/>
  <Override PartName="/ppt/notesSlides/notesSlide3607.xml" ContentType="application/vnd.openxmlformats-officedocument.presentationml.notesSlide+xml"/>
  <Override PartName="/ppt/notesSlides/notesSlide3608.xml" ContentType="application/vnd.openxmlformats-officedocument.presentationml.notesSlide+xml"/>
  <Override PartName="/ppt/notesSlides/notesSlide3609.xml" ContentType="application/vnd.openxmlformats-officedocument.presentationml.notesSlide+xml"/>
  <Override PartName="/ppt/notesSlides/notesSlide3610.xml" ContentType="application/vnd.openxmlformats-officedocument.presentationml.notesSlide+xml"/>
  <Override PartName="/ppt/notesSlides/notesSlide3611.xml" ContentType="application/vnd.openxmlformats-officedocument.presentationml.notesSlide+xml"/>
  <Override PartName="/ppt/notesSlides/notesSlide3612.xml" ContentType="application/vnd.openxmlformats-officedocument.presentationml.notesSlide+xml"/>
  <Override PartName="/ppt/notesSlides/notesSlide3613.xml" ContentType="application/vnd.openxmlformats-officedocument.presentationml.notesSlide+xml"/>
  <Override PartName="/ppt/notesSlides/notesSlide3614.xml" ContentType="application/vnd.openxmlformats-officedocument.presentationml.notesSlide+xml"/>
  <Override PartName="/ppt/notesSlides/notesSlide3615.xml" ContentType="application/vnd.openxmlformats-officedocument.presentationml.notesSlide+xml"/>
  <Override PartName="/ppt/notesSlides/notesSlide3616.xml" ContentType="application/vnd.openxmlformats-officedocument.presentationml.notesSlide+xml"/>
  <Override PartName="/ppt/notesSlides/notesSlide3617.xml" ContentType="application/vnd.openxmlformats-officedocument.presentationml.notesSlide+xml"/>
  <Override PartName="/ppt/notesSlides/notesSlide3618.xml" ContentType="application/vnd.openxmlformats-officedocument.presentationml.notesSlide+xml"/>
  <Override PartName="/ppt/notesSlides/notesSlide3619.xml" ContentType="application/vnd.openxmlformats-officedocument.presentationml.notesSlide+xml"/>
  <Override PartName="/ppt/notesSlides/notesSlide3620.xml" ContentType="application/vnd.openxmlformats-officedocument.presentationml.notesSlide+xml"/>
  <Override PartName="/ppt/notesSlides/notesSlide3621.xml" ContentType="application/vnd.openxmlformats-officedocument.presentationml.notesSlide+xml"/>
  <Override PartName="/ppt/notesSlides/notesSlide3622.xml" ContentType="application/vnd.openxmlformats-officedocument.presentationml.notesSlide+xml"/>
  <Override PartName="/ppt/notesSlides/notesSlide3623.xml" ContentType="application/vnd.openxmlformats-officedocument.presentationml.notesSlide+xml"/>
  <Override PartName="/ppt/notesSlides/notesSlide3624.xml" ContentType="application/vnd.openxmlformats-officedocument.presentationml.notesSlide+xml"/>
  <Override PartName="/ppt/notesSlides/notesSlide3625.xml" ContentType="application/vnd.openxmlformats-officedocument.presentationml.notesSlide+xml"/>
  <Override PartName="/ppt/notesSlides/notesSlide3626.xml" ContentType="application/vnd.openxmlformats-officedocument.presentationml.notesSlide+xml"/>
  <Override PartName="/ppt/notesSlides/notesSlide3627.xml" ContentType="application/vnd.openxmlformats-officedocument.presentationml.notesSlide+xml"/>
  <Override PartName="/ppt/notesSlides/notesSlide3628.xml" ContentType="application/vnd.openxmlformats-officedocument.presentationml.notesSlide+xml"/>
  <Override PartName="/ppt/notesSlides/notesSlide3629.xml" ContentType="application/vnd.openxmlformats-officedocument.presentationml.notesSlide+xml"/>
  <Override PartName="/ppt/notesSlides/notesSlide3630.xml" ContentType="application/vnd.openxmlformats-officedocument.presentationml.notesSlide+xml"/>
  <Override PartName="/ppt/notesSlides/notesSlide3631.xml" ContentType="application/vnd.openxmlformats-officedocument.presentationml.notesSlide+xml"/>
  <Override PartName="/ppt/notesSlides/notesSlide3632.xml" ContentType="application/vnd.openxmlformats-officedocument.presentationml.notesSlide+xml"/>
  <Override PartName="/ppt/notesSlides/notesSlide3633.xml" ContentType="application/vnd.openxmlformats-officedocument.presentationml.notesSlide+xml"/>
  <Override PartName="/ppt/notesSlides/notesSlide3634.xml" ContentType="application/vnd.openxmlformats-officedocument.presentationml.notesSlide+xml"/>
  <Override PartName="/ppt/notesSlides/notesSlide3635.xml" ContentType="application/vnd.openxmlformats-officedocument.presentationml.notesSlide+xml"/>
  <Override PartName="/ppt/notesSlides/notesSlide3636.xml" ContentType="application/vnd.openxmlformats-officedocument.presentationml.notesSlide+xml"/>
  <Override PartName="/ppt/notesSlides/notesSlide3637.xml" ContentType="application/vnd.openxmlformats-officedocument.presentationml.notesSlide+xml"/>
  <Override PartName="/ppt/notesSlides/notesSlide3638.xml" ContentType="application/vnd.openxmlformats-officedocument.presentationml.notesSlide+xml"/>
  <Override PartName="/ppt/notesSlides/notesSlide3639.xml" ContentType="application/vnd.openxmlformats-officedocument.presentationml.notesSlide+xml"/>
  <Override PartName="/ppt/notesSlides/notesSlide3640.xml" ContentType="application/vnd.openxmlformats-officedocument.presentationml.notesSlide+xml"/>
  <Override PartName="/ppt/notesSlides/notesSlide3641.xml" ContentType="application/vnd.openxmlformats-officedocument.presentationml.notesSlide+xml"/>
  <Override PartName="/ppt/notesSlides/notesSlide3642.xml" ContentType="application/vnd.openxmlformats-officedocument.presentationml.notesSlide+xml"/>
  <Override PartName="/ppt/notesSlides/notesSlide3643.xml" ContentType="application/vnd.openxmlformats-officedocument.presentationml.notesSlide+xml"/>
  <Override PartName="/ppt/notesSlides/notesSlide3644.xml" ContentType="application/vnd.openxmlformats-officedocument.presentationml.notesSlide+xml"/>
  <Override PartName="/ppt/notesSlides/notesSlide3645.xml" ContentType="application/vnd.openxmlformats-officedocument.presentationml.notesSlide+xml"/>
  <Override PartName="/ppt/notesSlides/notesSlide3646.xml" ContentType="application/vnd.openxmlformats-officedocument.presentationml.notesSlide+xml"/>
  <Override PartName="/ppt/notesSlides/notesSlide3647.xml" ContentType="application/vnd.openxmlformats-officedocument.presentationml.notesSlide+xml"/>
  <Override PartName="/ppt/notesSlides/notesSlide3648.xml" ContentType="application/vnd.openxmlformats-officedocument.presentationml.notesSlide+xml"/>
  <Override PartName="/ppt/notesSlides/notesSlide3649.xml" ContentType="application/vnd.openxmlformats-officedocument.presentationml.notesSlide+xml"/>
  <Override PartName="/ppt/notesSlides/notesSlide3650.xml" ContentType="application/vnd.openxmlformats-officedocument.presentationml.notesSlide+xml"/>
  <Override PartName="/ppt/notesSlides/notesSlide3651.xml" ContentType="application/vnd.openxmlformats-officedocument.presentationml.notesSlide+xml"/>
  <Override PartName="/ppt/notesSlides/notesSlide3652.xml" ContentType="application/vnd.openxmlformats-officedocument.presentationml.notesSlide+xml"/>
  <Override PartName="/ppt/notesSlides/notesSlide3653.xml" ContentType="application/vnd.openxmlformats-officedocument.presentationml.notesSlide+xml"/>
  <Override PartName="/ppt/notesSlides/notesSlide3654.xml" ContentType="application/vnd.openxmlformats-officedocument.presentationml.notesSlide+xml"/>
  <Override PartName="/ppt/notesSlides/notesSlide3655.xml" ContentType="application/vnd.openxmlformats-officedocument.presentationml.notesSlide+xml"/>
  <Override PartName="/ppt/notesSlides/notesSlide3656.xml" ContentType="application/vnd.openxmlformats-officedocument.presentationml.notesSlide+xml"/>
  <Override PartName="/ppt/notesSlides/notesSlide3657.xml" ContentType="application/vnd.openxmlformats-officedocument.presentationml.notesSlide+xml"/>
  <Override PartName="/ppt/notesSlides/notesSlide3658.xml" ContentType="application/vnd.openxmlformats-officedocument.presentationml.notesSlide+xml"/>
  <Override PartName="/ppt/notesSlides/notesSlide3659.xml" ContentType="application/vnd.openxmlformats-officedocument.presentationml.notesSlide+xml"/>
  <Override PartName="/ppt/notesSlides/notesSlide3660.xml" ContentType="application/vnd.openxmlformats-officedocument.presentationml.notesSlide+xml"/>
  <Override PartName="/ppt/notesSlides/notesSlide3661.xml" ContentType="application/vnd.openxmlformats-officedocument.presentationml.notesSlide+xml"/>
  <Override PartName="/ppt/notesSlides/notesSlide3662.xml" ContentType="application/vnd.openxmlformats-officedocument.presentationml.notesSlide+xml"/>
  <Override PartName="/ppt/notesSlides/notesSlide3663.xml" ContentType="application/vnd.openxmlformats-officedocument.presentationml.notesSlide+xml"/>
  <Override PartName="/ppt/notesSlides/notesSlide3664.xml" ContentType="application/vnd.openxmlformats-officedocument.presentationml.notesSlide+xml"/>
  <Override PartName="/ppt/notesSlides/notesSlide3665.xml" ContentType="application/vnd.openxmlformats-officedocument.presentationml.notesSlide+xml"/>
  <Override PartName="/ppt/notesSlides/notesSlide3666.xml" ContentType="application/vnd.openxmlformats-officedocument.presentationml.notesSlide+xml"/>
  <Override PartName="/ppt/notesSlides/notesSlide3667.xml" ContentType="application/vnd.openxmlformats-officedocument.presentationml.notesSlide+xml"/>
  <Override PartName="/ppt/notesSlides/notesSlide3668.xml" ContentType="application/vnd.openxmlformats-officedocument.presentationml.notesSlide+xml"/>
  <Override PartName="/ppt/notesSlides/notesSlide3669.xml" ContentType="application/vnd.openxmlformats-officedocument.presentationml.notesSlide+xml"/>
  <Override PartName="/ppt/notesSlides/notesSlide3670.xml" ContentType="application/vnd.openxmlformats-officedocument.presentationml.notesSlide+xml"/>
  <Override PartName="/ppt/notesSlides/notesSlide3671.xml" ContentType="application/vnd.openxmlformats-officedocument.presentationml.notesSlide+xml"/>
  <Override PartName="/ppt/notesSlides/notesSlide3672.xml" ContentType="application/vnd.openxmlformats-officedocument.presentationml.notesSlide+xml"/>
  <Override PartName="/ppt/notesSlides/notesSlide3673.xml" ContentType="application/vnd.openxmlformats-officedocument.presentationml.notesSlide+xml"/>
  <Override PartName="/ppt/notesSlides/notesSlide3674.xml" ContentType="application/vnd.openxmlformats-officedocument.presentationml.notesSlide+xml"/>
  <Override PartName="/ppt/notesSlides/notesSlide3675.xml" ContentType="application/vnd.openxmlformats-officedocument.presentationml.notesSlide+xml"/>
  <Override PartName="/ppt/notesSlides/notesSlide3676.xml" ContentType="application/vnd.openxmlformats-officedocument.presentationml.notesSlide+xml"/>
  <Override PartName="/ppt/notesSlides/notesSlide3677.xml" ContentType="application/vnd.openxmlformats-officedocument.presentationml.notesSlide+xml"/>
  <Override PartName="/ppt/notesSlides/notesSlide3678.xml" ContentType="application/vnd.openxmlformats-officedocument.presentationml.notesSlide+xml"/>
  <Override PartName="/ppt/notesSlides/notesSlide3679.xml" ContentType="application/vnd.openxmlformats-officedocument.presentationml.notesSlide+xml"/>
  <Override PartName="/ppt/notesSlides/notesSlide3680.xml" ContentType="application/vnd.openxmlformats-officedocument.presentationml.notesSlide+xml"/>
  <Override PartName="/ppt/notesSlides/notesSlide3681.xml" ContentType="application/vnd.openxmlformats-officedocument.presentationml.notesSlide+xml"/>
  <Override PartName="/ppt/notesSlides/notesSlide3682.xml" ContentType="application/vnd.openxmlformats-officedocument.presentationml.notesSlide+xml"/>
  <Override PartName="/ppt/notesSlides/notesSlide3683.xml" ContentType="application/vnd.openxmlformats-officedocument.presentationml.notesSlide+xml"/>
  <Override PartName="/ppt/notesSlides/notesSlide3684.xml" ContentType="application/vnd.openxmlformats-officedocument.presentationml.notesSlide+xml"/>
  <Override PartName="/ppt/notesSlides/notesSlide3685.xml" ContentType="application/vnd.openxmlformats-officedocument.presentationml.notesSlide+xml"/>
  <Override PartName="/ppt/notesSlides/notesSlide3686.xml" ContentType="application/vnd.openxmlformats-officedocument.presentationml.notesSlide+xml"/>
  <Override PartName="/ppt/notesSlides/notesSlide3687.xml" ContentType="application/vnd.openxmlformats-officedocument.presentationml.notesSlide+xml"/>
  <Override PartName="/ppt/notesSlides/notesSlide3688.xml" ContentType="application/vnd.openxmlformats-officedocument.presentationml.notesSlide+xml"/>
  <Override PartName="/ppt/notesSlides/notesSlide3689.xml" ContentType="application/vnd.openxmlformats-officedocument.presentationml.notesSlide+xml"/>
  <Override PartName="/ppt/notesSlides/notesSlide3690.xml" ContentType="application/vnd.openxmlformats-officedocument.presentationml.notesSlide+xml"/>
  <Override PartName="/ppt/notesSlides/notesSlide3691.xml" ContentType="application/vnd.openxmlformats-officedocument.presentationml.notesSlide+xml"/>
  <Override PartName="/ppt/notesSlides/notesSlide3692.xml" ContentType="application/vnd.openxmlformats-officedocument.presentationml.notesSlide+xml"/>
  <Override PartName="/ppt/notesSlides/notesSlide3693.xml" ContentType="application/vnd.openxmlformats-officedocument.presentationml.notesSlide+xml"/>
  <Override PartName="/ppt/notesSlides/notesSlide3694.xml" ContentType="application/vnd.openxmlformats-officedocument.presentationml.notesSlide+xml"/>
  <Override PartName="/ppt/notesSlides/notesSlide3695.xml" ContentType="application/vnd.openxmlformats-officedocument.presentationml.notesSlide+xml"/>
  <Override PartName="/ppt/notesSlides/notesSlide3696.xml" ContentType="application/vnd.openxmlformats-officedocument.presentationml.notesSlide+xml"/>
  <Override PartName="/ppt/notesSlides/notesSlide3697.xml" ContentType="application/vnd.openxmlformats-officedocument.presentationml.notesSlide+xml"/>
  <Override PartName="/ppt/notesSlides/notesSlide3698.xml" ContentType="application/vnd.openxmlformats-officedocument.presentationml.notesSlide+xml"/>
  <Override PartName="/ppt/notesSlides/notesSlide3699.xml" ContentType="application/vnd.openxmlformats-officedocument.presentationml.notesSlide+xml"/>
  <Override PartName="/ppt/notesSlides/notesSlide3700.xml" ContentType="application/vnd.openxmlformats-officedocument.presentationml.notesSlide+xml"/>
  <Override PartName="/ppt/notesSlides/notesSlide3701.xml" ContentType="application/vnd.openxmlformats-officedocument.presentationml.notesSlide+xml"/>
  <Override PartName="/ppt/notesSlides/notesSlide3702.xml" ContentType="application/vnd.openxmlformats-officedocument.presentationml.notesSlide+xml"/>
  <Override PartName="/ppt/notesSlides/notesSlide3703.xml" ContentType="application/vnd.openxmlformats-officedocument.presentationml.notesSlide+xml"/>
  <Override PartName="/ppt/notesSlides/notesSlide3704.xml" ContentType="application/vnd.openxmlformats-officedocument.presentationml.notesSlide+xml"/>
  <Override PartName="/ppt/notesSlides/notesSlide3705.xml" ContentType="application/vnd.openxmlformats-officedocument.presentationml.notesSlide+xml"/>
  <Override PartName="/ppt/notesSlides/notesSlide3706.xml" ContentType="application/vnd.openxmlformats-officedocument.presentationml.notesSlide+xml"/>
  <Override PartName="/ppt/notesSlides/notesSlide3707.xml" ContentType="application/vnd.openxmlformats-officedocument.presentationml.notesSlide+xml"/>
  <Override PartName="/ppt/notesSlides/notesSlide3708.xml" ContentType="application/vnd.openxmlformats-officedocument.presentationml.notesSlide+xml"/>
  <Override PartName="/ppt/notesSlides/notesSlide3709.xml" ContentType="application/vnd.openxmlformats-officedocument.presentationml.notesSlide+xml"/>
  <Override PartName="/ppt/notesSlides/notesSlide3710.xml" ContentType="application/vnd.openxmlformats-officedocument.presentationml.notesSlide+xml"/>
  <Override PartName="/ppt/notesSlides/notesSlide3711.xml" ContentType="application/vnd.openxmlformats-officedocument.presentationml.notesSlide+xml"/>
  <Override PartName="/ppt/notesSlides/notesSlide3712.xml" ContentType="application/vnd.openxmlformats-officedocument.presentationml.notesSlide+xml"/>
  <Override PartName="/ppt/notesSlides/notesSlide3713.xml" ContentType="application/vnd.openxmlformats-officedocument.presentationml.notesSlide+xml"/>
  <Override PartName="/ppt/notesSlides/notesSlide3714.xml" ContentType="application/vnd.openxmlformats-officedocument.presentationml.notesSlide+xml"/>
  <Override PartName="/ppt/notesSlides/notesSlide3715.xml" ContentType="application/vnd.openxmlformats-officedocument.presentationml.notesSlide+xml"/>
  <Override PartName="/ppt/notesSlides/notesSlide3716.xml" ContentType="application/vnd.openxmlformats-officedocument.presentationml.notesSlide+xml"/>
  <Override PartName="/ppt/notesSlides/notesSlide3717.xml" ContentType="application/vnd.openxmlformats-officedocument.presentationml.notesSlide+xml"/>
  <Override PartName="/ppt/notesSlides/notesSlide3718.xml" ContentType="application/vnd.openxmlformats-officedocument.presentationml.notesSlide+xml"/>
  <Override PartName="/ppt/notesSlides/notesSlide3719.xml" ContentType="application/vnd.openxmlformats-officedocument.presentationml.notesSlide+xml"/>
  <Override PartName="/ppt/notesSlides/notesSlide3720.xml" ContentType="application/vnd.openxmlformats-officedocument.presentationml.notesSlide+xml"/>
  <Override PartName="/ppt/notesSlides/notesSlide3721.xml" ContentType="application/vnd.openxmlformats-officedocument.presentationml.notesSlide+xml"/>
  <Override PartName="/ppt/notesSlides/notesSlide3722.xml" ContentType="application/vnd.openxmlformats-officedocument.presentationml.notesSlide+xml"/>
  <Override PartName="/ppt/notesSlides/notesSlide3723.xml" ContentType="application/vnd.openxmlformats-officedocument.presentationml.notesSlide+xml"/>
  <Override PartName="/ppt/notesSlides/notesSlide3724.xml" ContentType="application/vnd.openxmlformats-officedocument.presentationml.notesSlide+xml"/>
  <Override PartName="/ppt/notesSlides/notesSlide3725.xml" ContentType="application/vnd.openxmlformats-officedocument.presentationml.notesSlide+xml"/>
  <Override PartName="/ppt/notesSlides/notesSlide3726.xml" ContentType="application/vnd.openxmlformats-officedocument.presentationml.notesSlide+xml"/>
  <Override PartName="/ppt/notesSlides/notesSlide3727.xml" ContentType="application/vnd.openxmlformats-officedocument.presentationml.notesSlide+xml"/>
  <Override PartName="/ppt/notesSlides/notesSlide3728.xml" ContentType="application/vnd.openxmlformats-officedocument.presentationml.notesSlide+xml"/>
  <Override PartName="/ppt/notesSlides/notesSlide3729.xml" ContentType="application/vnd.openxmlformats-officedocument.presentationml.notesSlide+xml"/>
  <Override PartName="/ppt/notesSlides/notesSlide3730.xml" ContentType="application/vnd.openxmlformats-officedocument.presentationml.notesSlide+xml"/>
  <Override PartName="/ppt/notesSlides/notesSlide3731.xml" ContentType="application/vnd.openxmlformats-officedocument.presentationml.notesSlide+xml"/>
  <Override PartName="/ppt/notesSlides/notesSlide3732.xml" ContentType="application/vnd.openxmlformats-officedocument.presentationml.notesSlide+xml"/>
  <Override PartName="/ppt/notesSlides/notesSlide3733.xml" ContentType="application/vnd.openxmlformats-officedocument.presentationml.notesSlide+xml"/>
  <Override PartName="/ppt/notesSlides/notesSlide3734.xml" ContentType="application/vnd.openxmlformats-officedocument.presentationml.notesSlide+xml"/>
  <Override PartName="/ppt/notesSlides/notesSlide3735.xml" ContentType="application/vnd.openxmlformats-officedocument.presentationml.notesSlide+xml"/>
  <Override PartName="/ppt/notesSlides/notesSlide3736.xml" ContentType="application/vnd.openxmlformats-officedocument.presentationml.notesSlide+xml"/>
  <Override PartName="/ppt/notesSlides/notesSlide3737.xml" ContentType="application/vnd.openxmlformats-officedocument.presentationml.notesSlide+xml"/>
  <Override PartName="/ppt/notesSlides/notesSlide3738.xml" ContentType="application/vnd.openxmlformats-officedocument.presentationml.notesSlide+xml"/>
  <Override PartName="/ppt/notesSlides/notesSlide3739.xml" ContentType="application/vnd.openxmlformats-officedocument.presentationml.notesSlide+xml"/>
  <Override PartName="/ppt/notesSlides/notesSlide3740.xml" ContentType="application/vnd.openxmlformats-officedocument.presentationml.notesSlide+xml"/>
  <Override PartName="/ppt/notesSlides/notesSlide3741.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3742.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3743.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3744.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3745.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3746.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3747.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3748.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3749.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3750.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3751.xml" ContentType="application/vnd.openxmlformats-officedocument.presentationml.notesSlide+xml"/>
  <Override PartName="/ppt/notesSlides/notesSlide3752.xml" ContentType="application/vnd.openxmlformats-officedocument.presentationml.notesSlide+xml"/>
  <Override PartName="/ppt/notesSlides/notesSlide3753.xml" ContentType="application/vnd.openxmlformats-officedocument.presentationml.notesSlide+xml"/>
  <Override PartName="/ppt/notesSlides/notesSlide3754.xml" ContentType="application/vnd.openxmlformats-officedocument.presentationml.notesSlide+xml"/>
  <Override PartName="/ppt/notesSlides/notesSlide3755.xml" ContentType="application/vnd.openxmlformats-officedocument.presentationml.notesSlide+xml"/>
  <Override PartName="/ppt/notesSlides/notesSlide3756.xml" ContentType="application/vnd.openxmlformats-officedocument.presentationml.notesSlide+xml"/>
  <Override PartName="/ppt/notesSlides/notesSlide3757.xml" ContentType="application/vnd.openxmlformats-officedocument.presentationml.notesSlide+xml"/>
  <Override PartName="/ppt/notesSlides/notesSlide3758.xml" ContentType="application/vnd.openxmlformats-officedocument.presentationml.notesSlide+xml"/>
  <Override PartName="/ppt/notesSlides/notesSlide3759.xml" ContentType="application/vnd.openxmlformats-officedocument.presentationml.notesSlide+xml"/>
  <Override PartName="/ppt/notesSlides/notesSlide3760.xml" ContentType="application/vnd.openxmlformats-officedocument.presentationml.notesSlide+xml"/>
  <Override PartName="/ppt/notesSlides/notesSlide3761.xml" ContentType="application/vnd.openxmlformats-officedocument.presentationml.notesSlide+xml"/>
  <Override PartName="/ppt/notesSlides/notesSlide3762.xml" ContentType="application/vnd.openxmlformats-officedocument.presentationml.notesSlide+xml"/>
  <Override PartName="/ppt/notesSlides/notesSlide3763.xml" ContentType="application/vnd.openxmlformats-officedocument.presentationml.notesSlide+xml"/>
  <Override PartName="/ppt/notesSlides/notesSlide3764.xml" ContentType="application/vnd.openxmlformats-officedocument.presentationml.notesSlide+xml"/>
  <Override PartName="/ppt/notesSlides/notesSlide3765.xml" ContentType="application/vnd.openxmlformats-officedocument.presentationml.notesSlide+xml"/>
  <Override PartName="/ppt/notesSlides/notesSlide3766.xml" ContentType="application/vnd.openxmlformats-officedocument.presentationml.notesSlide+xml"/>
  <Override PartName="/ppt/notesSlides/notesSlide3767.xml" ContentType="application/vnd.openxmlformats-officedocument.presentationml.notesSlide+xml"/>
  <Override PartName="/ppt/notesSlides/notesSlide3768.xml" ContentType="application/vnd.openxmlformats-officedocument.presentationml.notesSlide+xml"/>
  <Override PartName="/ppt/notesSlides/notesSlide3769.xml" ContentType="application/vnd.openxmlformats-officedocument.presentationml.notesSlide+xml"/>
  <Override PartName="/ppt/notesSlides/notesSlide3770.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3771.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3772.xml" ContentType="application/vnd.openxmlformats-officedocument.presentationml.notesSlide+xml"/>
  <Override PartName="/ppt/notesSlides/notesSlide3773.xml" ContentType="application/vnd.openxmlformats-officedocument.presentationml.notesSlide+xml"/>
  <Override PartName="/ppt/notesSlides/notesSlide3774.xml" ContentType="application/vnd.openxmlformats-officedocument.presentationml.notesSlide+xml"/>
  <Override PartName="/ppt/notesSlides/notesSlide3775.xml" ContentType="application/vnd.openxmlformats-officedocument.presentationml.notesSlide+xml"/>
  <Override PartName="/ppt/notesSlides/notesSlide3776.xml" ContentType="application/vnd.openxmlformats-officedocument.presentationml.notesSlide+xml"/>
  <Override PartName="/ppt/notesSlides/notesSlide3777.xml" ContentType="application/vnd.openxmlformats-officedocument.presentationml.notesSlide+xml"/>
  <Override PartName="/ppt/notesSlides/notesSlide3778.xml" ContentType="application/vnd.openxmlformats-officedocument.presentationml.notesSlide+xml"/>
  <Override PartName="/ppt/notesSlides/notesSlide3779.xml" ContentType="application/vnd.openxmlformats-officedocument.presentationml.notesSlide+xml"/>
  <Override PartName="/ppt/notesSlides/notesSlide3780.xml" ContentType="application/vnd.openxmlformats-officedocument.presentationml.notesSlide+xml"/>
  <Override PartName="/ppt/notesSlides/notesSlide3781.xml" ContentType="application/vnd.openxmlformats-officedocument.presentationml.notesSlide+xml"/>
  <Override PartName="/ppt/notesSlides/notesSlide3782.xml" ContentType="application/vnd.openxmlformats-officedocument.presentationml.notesSlide+xml"/>
  <Override PartName="/ppt/notesSlides/notesSlide3783.xml" ContentType="application/vnd.openxmlformats-officedocument.presentationml.notesSlide+xml"/>
  <Override PartName="/ppt/notesSlides/notesSlide3784.xml" ContentType="application/vnd.openxmlformats-officedocument.presentationml.notesSlide+xml"/>
  <Override PartName="/ppt/notesSlides/notesSlide3785.xml" ContentType="application/vnd.openxmlformats-officedocument.presentationml.notesSlide+xml"/>
  <Override PartName="/ppt/notesSlides/notesSlide3786.xml" ContentType="application/vnd.openxmlformats-officedocument.presentationml.notesSlide+xml"/>
  <Override PartName="/ppt/notesSlides/notesSlide3787.xml" ContentType="application/vnd.openxmlformats-officedocument.presentationml.notesSlide+xml"/>
  <Override PartName="/ppt/notesSlides/notesSlide3788.xml" ContentType="application/vnd.openxmlformats-officedocument.presentationml.notesSlide+xml"/>
  <Override PartName="/ppt/notesSlides/notesSlide3789.xml" ContentType="application/vnd.openxmlformats-officedocument.presentationml.notesSlide+xml"/>
  <Override PartName="/ppt/notesSlides/notesSlide3790.xml" ContentType="application/vnd.openxmlformats-officedocument.presentationml.notesSlide+xml"/>
  <Override PartName="/ppt/notesSlides/notesSlide3791.xml" ContentType="application/vnd.openxmlformats-officedocument.presentationml.notesSlide+xml"/>
  <Override PartName="/ppt/notesSlides/notesSlide3792.xml" ContentType="application/vnd.openxmlformats-officedocument.presentationml.notesSlide+xml"/>
  <Override PartName="/ppt/notesSlides/notesSlide3793.xml" ContentType="application/vnd.openxmlformats-officedocument.presentationml.notesSlide+xml"/>
  <Override PartName="/ppt/notesSlides/notesSlide3794.xml" ContentType="application/vnd.openxmlformats-officedocument.presentationml.notesSlide+xml"/>
  <Override PartName="/ppt/notesSlides/notesSlide3795.xml" ContentType="application/vnd.openxmlformats-officedocument.presentationml.notesSlide+xml"/>
  <Override PartName="/ppt/notesSlides/notesSlide3796.xml" ContentType="application/vnd.openxmlformats-officedocument.presentationml.notesSlide+xml"/>
  <Override PartName="/ppt/notesSlides/notesSlide3797.xml" ContentType="application/vnd.openxmlformats-officedocument.presentationml.notesSlide+xml"/>
  <Override PartName="/ppt/notesSlides/notesSlide3798.xml" ContentType="application/vnd.openxmlformats-officedocument.presentationml.notesSlide+xml"/>
  <Override PartName="/ppt/notesSlides/notesSlide3799.xml" ContentType="application/vnd.openxmlformats-officedocument.presentationml.notesSlide+xml"/>
  <Override PartName="/ppt/notesSlides/notesSlide3800.xml" ContentType="application/vnd.openxmlformats-officedocument.presentationml.notesSlide+xml"/>
  <Override PartName="/ppt/notesSlides/notesSlide3801.xml" ContentType="application/vnd.openxmlformats-officedocument.presentationml.notesSlide+xml"/>
  <Override PartName="/ppt/notesSlides/notesSlide3802.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3803.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3804.xml" ContentType="application/vnd.openxmlformats-officedocument.presentationml.notesSlide+xml"/>
  <Override PartName="/ppt/notesSlides/notesSlide3805.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notesSlides/notesSlide3806.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3807.xml" ContentType="application/vnd.openxmlformats-officedocument.presentationml.notesSlide+xml"/>
  <Override PartName="/ppt/notesSlides/notesSlide3808.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notesSlides/notesSlide3809.xml" ContentType="application/vnd.openxmlformats-officedocument.presentationml.notesSlide+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3810.xml" ContentType="application/vnd.openxmlformats-officedocument.presentationml.notesSlide+xml"/>
  <Override PartName="/ppt/notesSlides/notesSlide3811.xml" ContentType="application/vnd.openxmlformats-officedocument.presentationml.notesSlide+xml"/>
  <Override PartName="/ppt/notesSlides/notesSlide3812.xml" ContentType="application/vnd.openxmlformats-officedocument.presentationml.notesSlide+xml"/>
  <Override PartName="/ppt/notesSlides/notesSlide3813.xml" ContentType="application/vnd.openxmlformats-officedocument.presentationml.notesSlide+xml"/>
  <Override PartName="/ppt/notesSlides/notesSlide3814.xml" ContentType="application/vnd.openxmlformats-officedocument.presentationml.notesSlide+xml"/>
  <Override PartName="/ppt/notesSlides/notesSlide3815.xml" ContentType="application/vnd.openxmlformats-officedocument.presentationml.notesSlide+xml"/>
  <Override PartName="/ppt/notesSlides/notesSlide3816.xml" ContentType="application/vnd.openxmlformats-officedocument.presentationml.notesSlide+xml"/>
  <Override PartName="/ppt/notesSlides/notesSlide3817.xml" ContentType="application/vnd.openxmlformats-officedocument.presentationml.notesSlide+xml"/>
  <Override PartName="/ppt/notesSlides/notesSlide3818.xml" ContentType="application/vnd.openxmlformats-officedocument.presentationml.notesSlide+xml"/>
  <Override PartName="/ppt/notesSlides/notesSlide3819.xml" ContentType="application/vnd.openxmlformats-officedocument.presentationml.notesSlide+xml"/>
  <Override PartName="/ppt/notesSlides/notesSlide3820.xml" ContentType="application/vnd.openxmlformats-officedocument.presentationml.notesSlide+xml"/>
  <Override PartName="/ppt/notesSlides/notesSlide3821.xml" ContentType="application/vnd.openxmlformats-officedocument.presentationml.notesSlide+xml"/>
  <Override PartName="/ppt/notesSlides/notesSlide3822.xml" ContentType="application/vnd.openxmlformats-officedocument.presentationml.notesSlide+xml"/>
  <Override PartName="/ppt/notesSlides/notesSlide3823.xml" ContentType="application/vnd.openxmlformats-officedocument.presentationml.notesSlide+xml"/>
  <Override PartName="/ppt/notesSlides/notesSlide3824.xml" ContentType="application/vnd.openxmlformats-officedocument.presentationml.notesSlide+xml"/>
  <Override PartName="/ppt/notesSlides/notesSlide3825.xml" ContentType="application/vnd.openxmlformats-officedocument.presentationml.notesSlide+xml"/>
  <Override PartName="/ppt/notesSlides/notesSlide3826.xml" ContentType="application/vnd.openxmlformats-officedocument.presentationml.notesSlide+xml"/>
  <Override PartName="/ppt/notesSlides/notesSlide3827.xml" ContentType="application/vnd.openxmlformats-officedocument.presentationml.notesSlide+xml"/>
  <Override PartName="/ppt/notesSlides/notesSlide3828.xml" ContentType="application/vnd.openxmlformats-officedocument.presentationml.notesSlide+xml"/>
  <Override PartName="/ppt/notesSlides/notesSlide3829.xml" ContentType="application/vnd.openxmlformats-officedocument.presentationml.notesSlide+xml"/>
  <Override PartName="/ppt/notesSlides/notesSlide3830.xml" ContentType="application/vnd.openxmlformats-officedocument.presentationml.notesSlide+xml"/>
  <Override PartName="/ppt/notesSlides/notesSlide3831.xml" ContentType="application/vnd.openxmlformats-officedocument.presentationml.notesSlide+xml"/>
  <Override PartName="/ppt/notesSlides/notesSlide3832.xml" ContentType="application/vnd.openxmlformats-officedocument.presentationml.notesSlide+xml"/>
  <Override PartName="/ppt/notesSlides/notesSlide3833.xml" ContentType="application/vnd.openxmlformats-officedocument.presentationml.notesSlide+xml"/>
  <Override PartName="/ppt/notesSlides/notesSlide3834.xml" ContentType="application/vnd.openxmlformats-officedocument.presentationml.notesSlide+xml"/>
  <Override PartName="/ppt/notesSlides/notesSlide3835.xml" ContentType="application/vnd.openxmlformats-officedocument.presentationml.notesSlide+xml"/>
  <Override PartName="/ppt/notesSlides/notesSlide3836.xml" ContentType="application/vnd.openxmlformats-officedocument.presentationml.notesSlide+xml"/>
  <Override PartName="/ppt/notesSlides/notesSlide3837.xml" ContentType="application/vnd.openxmlformats-officedocument.presentationml.notesSlide+xml"/>
  <Override PartName="/ppt/notesSlides/notesSlide3838.xml" ContentType="application/vnd.openxmlformats-officedocument.presentationml.notesSlide+xml"/>
  <Override PartName="/ppt/notesSlides/notesSlide3839.xml" ContentType="application/vnd.openxmlformats-officedocument.presentationml.notesSlide+xml"/>
  <Override PartName="/ppt/notesSlides/notesSlide3840.xml" ContentType="application/vnd.openxmlformats-officedocument.presentationml.notesSlide+xml"/>
  <Override PartName="/ppt/notesSlides/notesSlide3841.xml" ContentType="application/vnd.openxmlformats-officedocument.presentationml.notesSlide+xml"/>
  <Override PartName="/ppt/notesSlides/notesSlide3842.xml" ContentType="application/vnd.openxmlformats-officedocument.presentationml.notesSlide+xml"/>
  <Override PartName="/ppt/notesSlides/notesSlide3843.xml" ContentType="application/vnd.openxmlformats-officedocument.presentationml.notesSlide+xml"/>
  <Override PartName="/ppt/notesSlides/notesSlide3844.xml" ContentType="application/vnd.openxmlformats-officedocument.presentationml.notesSlide+xml"/>
  <Override PartName="/ppt/notesSlides/notesSlide3845.xml" ContentType="application/vnd.openxmlformats-officedocument.presentationml.notesSlide+xml"/>
  <Override PartName="/ppt/notesSlides/notesSlide3846.xml" ContentType="application/vnd.openxmlformats-officedocument.presentationml.notesSlide+xml"/>
  <Override PartName="/ppt/notesSlides/notesSlide3847.xml" ContentType="application/vnd.openxmlformats-officedocument.presentationml.notesSlide+xml"/>
  <Override PartName="/ppt/notesSlides/notesSlide3848.xml" ContentType="application/vnd.openxmlformats-officedocument.presentationml.notesSlide+xml"/>
  <Override PartName="/ppt/notesSlides/notesSlide3849.xml" ContentType="application/vnd.openxmlformats-officedocument.presentationml.notesSlide+xml"/>
  <Override PartName="/ppt/notesSlides/notesSlide3850.xml" ContentType="application/vnd.openxmlformats-officedocument.presentationml.notesSlide+xml"/>
  <Override PartName="/ppt/notesSlides/notesSlide3851.xml" ContentType="application/vnd.openxmlformats-officedocument.presentationml.notesSlide+xml"/>
  <Override PartName="/ppt/notesSlides/notesSlide3852.xml" ContentType="application/vnd.openxmlformats-officedocument.presentationml.notesSlide+xml"/>
  <Override PartName="/ppt/notesSlides/notesSlide3853.xml" ContentType="application/vnd.openxmlformats-officedocument.presentationml.notesSlide+xml"/>
  <Override PartName="/ppt/notesSlides/notesSlide3854.xml" ContentType="application/vnd.openxmlformats-officedocument.presentationml.notesSlide+xml"/>
  <Override PartName="/ppt/notesSlides/notesSlide3855.xml" ContentType="application/vnd.openxmlformats-officedocument.presentationml.notesSlide+xml"/>
  <Override PartName="/ppt/notesSlides/notesSlide3856.xml" ContentType="application/vnd.openxmlformats-officedocument.presentationml.notesSlide+xml"/>
  <Override PartName="/ppt/notesSlides/notesSlide3857.xml" ContentType="application/vnd.openxmlformats-officedocument.presentationml.notesSlide+xml"/>
  <Override PartName="/ppt/notesSlides/notesSlide3858.xml" ContentType="application/vnd.openxmlformats-officedocument.presentationml.notesSlide+xml"/>
  <Override PartName="/ppt/notesSlides/notesSlide3859.xml" ContentType="application/vnd.openxmlformats-officedocument.presentationml.notesSlide+xml"/>
  <Override PartName="/ppt/notesSlides/notesSlide3860.xml" ContentType="application/vnd.openxmlformats-officedocument.presentationml.notesSlide+xml"/>
  <Override PartName="/ppt/notesSlides/notesSlide3861.xml" ContentType="application/vnd.openxmlformats-officedocument.presentationml.notesSlide+xml"/>
  <Override PartName="/ppt/notesSlides/notesSlide3862.xml" ContentType="application/vnd.openxmlformats-officedocument.presentationml.notesSlide+xml"/>
  <Override PartName="/ppt/notesSlides/notesSlide3863.xml" ContentType="application/vnd.openxmlformats-officedocument.presentationml.notesSlide+xml"/>
  <Override PartName="/ppt/notesSlides/notesSlide3864.xml" ContentType="application/vnd.openxmlformats-officedocument.presentationml.notesSlide+xml"/>
  <Override PartName="/ppt/notesSlides/notesSlide3865.xml" ContentType="application/vnd.openxmlformats-officedocument.presentationml.notesSlide+xml"/>
  <Override PartName="/ppt/notesSlides/notesSlide3866.xml" ContentType="application/vnd.openxmlformats-officedocument.presentationml.notesSlide+xml"/>
  <Override PartName="/ppt/notesSlides/notesSlide3867.xml" ContentType="application/vnd.openxmlformats-officedocument.presentationml.notesSlide+xml"/>
  <Override PartName="/ppt/notesSlides/notesSlide3868.xml" ContentType="application/vnd.openxmlformats-officedocument.presentationml.notesSlide+xml"/>
  <Override PartName="/ppt/notesSlides/notesSlide3869.xml" ContentType="application/vnd.openxmlformats-officedocument.presentationml.notesSlide+xml"/>
  <Override PartName="/ppt/notesSlides/notesSlide3870.xml" ContentType="application/vnd.openxmlformats-officedocument.presentationml.notesSlide+xml"/>
  <Override PartName="/ppt/notesSlides/notesSlide3871.xml" ContentType="application/vnd.openxmlformats-officedocument.presentationml.notesSlide+xml"/>
  <Override PartName="/ppt/notesSlides/notesSlide3872.xml" ContentType="application/vnd.openxmlformats-officedocument.presentationml.notesSlide+xml"/>
  <Override PartName="/ppt/notesSlides/notesSlide3873.xml" ContentType="application/vnd.openxmlformats-officedocument.presentationml.notesSlide+xml"/>
  <Override PartName="/ppt/notesSlides/notesSlide3874.xml" ContentType="application/vnd.openxmlformats-officedocument.presentationml.notesSlide+xml"/>
  <Override PartName="/ppt/notesSlides/notesSlide3875.xml" ContentType="application/vnd.openxmlformats-officedocument.presentationml.notesSlide+xml"/>
  <Override PartName="/ppt/notesSlides/notesSlide3876.xml" ContentType="application/vnd.openxmlformats-officedocument.presentationml.notesSlide+xml"/>
  <Override PartName="/ppt/notesSlides/notesSlide3877.xml" ContentType="application/vnd.openxmlformats-officedocument.presentationml.notesSlide+xml"/>
  <Override PartName="/ppt/notesSlides/notesSlide3878.xml" ContentType="application/vnd.openxmlformats-officedocument.presentationml.notesSlide+xml"/>
  <Override PartName="/ppt/notesSlides/notesSlide3879.xml" ContentType="application/vnd.openxmlformats-officedocument.presentationml.notesSlide+xml"/>
  <Override PartName="/ppt/notesSlides/notesSlide3880.xml" ContentType="application/vnd.openxmlformats-officedocument.presentationml.notesSlide+xml"/>
  <Override PartName="/ppt/notesSlides/notesSlide3881.xml" ContentType="application/vnd.openxmlformats-officedocument.presentationml.notesSlide+xml"/>
  <Override PartName="/ppt/notesSlides/notesSlide3882.xml" ContentType="application/vnd.openxmlformats-officedocument.presentationml.notesSlide+xml"/>
  <Override PartName="/ppt/notesSlides/notesSlide3883.xml" ContentType="application/vnd.openxmlformats-officedocument.presentationml.notesSlide+xml"/>
  <Override PartName="/ppt/notesSlides/notesSlide3884.xml" ContentType="application/vnd.openxmlformats-officedocument.presentationml.notesSlide+xml"/>
  <Override PartName="/ppt/notesSlides/notesSlide3885.xml" ContentType="application/vnd.openxmlformats-officedocument.presentationml.notesSlide+xml"/>
  <Override PartName="/ppt/notesSlides/notesSlide3886.xml" ContentType="application/vnd.openxmlformats-officedocument.presentationml.notesSlide+xml"/>
  <Override PartName="/ppt/notesSlides/notesSlide3887.xml" ContentType="application/vnd.openxmlformats-officedocument.presentationml.notesSlide+xml"/>
  <Override PartName="/ppt/notesSlides/notesSlide3888.xml" ContentType="application/vnd.openxmlformats-officedocument.presentationml.notesSlide+xml"/>
  <Override PartName="/ppt/notesSlides/notesSlide3889.xml" ContentType="application/vnd.openxmlformats-officedocument.presentationml.notesSlide+xml"/>
  <Override PartName="/ppt/notesSlides/notesSlide3890.xml" ContentType="application/vnd.openxmlformats-officedocument.presentationml.notesSlide+xml"/>
  <Override PartName="/ppt/notesSlides/notesSlide3891.xml" ContentType="application/vnd.openxmlformats-officedocument.presentationml.notesSlide+xml"/>
  <Override PartName="/ppt/notesSlides/notesSlide3892.xml" ContentType="application/vnd.openxmlformats-officedocument.presentationml.notesSlide+xml"/>
  <Override PartName="/ppt/notesSlides/notesSlide3893.xml" ContentType="application/vnd.openxmlformats-officedocument.presentationml.notesSlide+xml"/>
  <Override PartName="/ppt/notesSlides/notesSlide3894.xml" ContentType="application/vnd.openxmlformats-officedocument.presentationml.notesSlide+xml"/>
  <Override PartName="/ppt/notesSlides/notesSlide3895.xml" ContentType="application/vnd.openxmlformats-officedocument.presentationml.notesSlide+xml"/>
  <Override PartName="/ppt/notesSlides/notesSlide3896.xml" ContentType="application/vnd.openxmlformats-officedocument.presentationml.notesSlide+xml"/>
  <Override PartName="/ppt/notesSlides/notesSlide3897.xml" ContentType="application/vnd.openxmlformats-officedocument.presentationml.notesSlide+xml"/>
  <Override PartName="/ppt/notesSlides/notesSlide3898.xml" ContentType="application/vnd.openxmlformats-officedocument.presentationml.notesSlide+xml"/>
  <Override PartName="/ppt/notesSlides/notesSlide3899.xml" ContentType="application/vnd.openxmlformats-officedocument.presentationml.notesSlide+xml"/>
  <Override PartName="/ppt/notesSlides/notesSlide3900.xml" ContentType="application/vnd.openxmlformats-officedocument.presentationml.notesSlide+xml"/>
  <Override PartName="/ppt/notesSlides/notesSlide3901.xml" ContentType="application/vnd.openxmlformats-officedocument.presentationml.notesSlide+xml"/>
  <Override PartName="/ppt/notesSlides/notesSlide3902.xml" ContentType="application/vnd.openxmlformats-officedocument.presentationml.notesSlide+xml"/>
  <Override PartName="/ppt/notesSlides/notesSlide3903.xml" ContentType="application/vnd.openxmlformats-officedocument.presentationml.notesSlide+xml"/>
  <Override PartName="/ppt/notesSlides/notesSlide3904.xml" ContentType="application/vnd.openxmlformats-officedocument.presentationml.notesSlide+xml"/>
  <Override PartName="/ppt/notesSlides/notesSlide3905.xml" ContentType="application/vnd.openxmlformats-officedocument.presentationml.notesSlide+xml"/>
  <Override PartName="/ppt/notesSlides/notesSlide3906.xml" ContentType="application/vnd.openxmlformats-officedocument.presentationml.notesSlide+xml"/>
  <Override PartName="/ppt/notesSlides/notesSlide3907.xml" ContentType="application/vnd.openxmlformats-officedocument.presentationml.notesSlide+xml"/>
  <Override PartName="/ppt/notesSlides/notesSlide3908.xml" ContentType="application/vnd.openxmlformats-officedocument.presentationml.notesSlide+xml"/>
  <Override PartName="/ppt/notesSlides/notesSlide3909.xml" ContentType="application/vnd.openxmlformats-officedocument.presentationml.notesSlide+xml"/>
  <Override PartName="/ppt/notesSlides/notesSlide3910.xml" ContentType="application/vnd.openxmlformats-officedocument.presentationml.notesSlide+xml"/>
  <Override PartName="/ppt/notesSlides/notesSlide3911.xml" ContentType="application/vnd.openxmlformats-officedocument.presentationml.notesSlide+xml"/>
  <Override PartName="/ppt/notesSlides/notesSlide3912.xml" ContentType="application/vnd.openxmlformats-officedocument.presentationml.notesSlide+xml"/>
  <Override PartName="/ppt/notesSlides/notesSlide3913.xml" ContentType="application/vnd.openxmlformats-officedocument.presentationml.notesSlide+xml"/>
  <Override PartName="/ppt/notesSlides/notesSlide3914.xml" ContentType="application/vnd.openxmlformats-officedocument.presentationml.notesSlide+xml"/>
  <Override PartName="/ppt/notesSlides/notesSlide3915.xml" ContentType="application/vnd.openxmlformats-officedocument.presentationml.notesSlide+xml"/>
  <Override PartName="/ppt/notesSlides/notesSlide3916.xml" ContentType="application/vnd.openxmlformats-officedocument.presentationml.notesSlide+xml"/>
  <Override PartName="/ppt/notesSlides/notesSlide3917.xml" ContentType="application/vnd.openxmlformats-officedocument.presentationml.notesSlide+xml"/>
  <Override PartName="/ppt/notesSlides/notesSlide3918.xml" ContentType="application/vnd.openxmlformats-officedocument.presentationml.notesSlide+xml"/>
  <Override PartName="/ppt/notesSlides/notesSlide3919.xml" ContentType="application/vnd.openxmlformats-officedocument.presentationml.notesSlide+xml"/>
  <Override PartName="/ppt/notesSlides/notesSlide3920.xml" ContentType="application/vnd.openxmlformats-officedocument.presentationml.notesSlide+xml"/>
  <Override PartName="/ppt/notesSlides/notesSlide3921.xml" ContentType="application/vnd.openxmlformats-officedocument.presentationml.notesSlide+xml"/>
  <Override PartName="/ppt/notesSlides/notesSlide3922.xml" ContentType="application/vnd.openxmlformats-officedocument.presentationml.notesSlide+xml"/>
  <Override PartName="/ppt/notesSlides/notesSlide3923.xml" ContentType="application/vnd.openxmlformats-officedocument.presentationml.notesSlide+xml"/>
  <Override PartName="/ppt/notesSlides/notesSlide3924.xml" ContentType="application/vnd.openxmlformats-officedocument.presentationml.notesSlide+xml"/>
  <Override PartName="/ppt/notesSlides/notesSlide3925.xml" ContentType="application/vnd.openxmlformats-officedocument.presentationml.notesSlide+xml"/>
  <Override PartName="/ppt/notesSlides/notesSlide3926.xml" ContentType="application/vnd.openxmlformats-officedocument.presentationml.notesSlide+xml"/>
  <Override PartName="/ppt/notesSlides/notesSlide3927.xml" ContentType="application/vnd.openxmlformats-officedocument.presentationml.notesSlide+xml"/>
  <Override PartName="/ppt/notesSlides/notesSlide3928.xml" ContentType="application/vnd.openxmlformats-officedocument.presentationml.notesSlide+xml"/>
  <Override PartName="/ppt/notesSlides/notesSlide3929.xml" ContentType="application/vnd.openxmlformats-officedocument.presentationml.notesSlide+xml"/>
  <Override PartName="/ppt/notesSlides/notesSlide3930.xml" ContentType="application/vnd.openxmlformats-officedocument.presentationml.notesSlide+xml"/>
  <Override PartName="/ppt/notesSlides/notesSlide3931.xml" ContentType="application/vnd.openxmlformats-officedocument.presentationml.notesSlide+xml"/>
  <Override PartName="/ppt/notesSlides/notesSlide3932.xml" ContentType="application/vnd.openxmlformats-officedocument.presentationml.notesSlide+xml"/>
  <Override PartName="/ppt/notesSlides/notesSlide3933.xml" ContentType="application/vnd.openxmlformats-officedocument.presentationml.notesSlide+xml"/>
  <Override PartName="/ppt/notesSlides/notesSlide3934.xml" ContentType="application/vnd.openxmlformats-officedocument.presentationml.notesSlide+xml"/>
  <Override PartName="/ppt/notesSlides/notesSlide3935.xml" ContentType="application/vnd.openxmlformats-officedocument.presentationml.notesSlide+xml"/>
  <Override PartName="/ppt/notesSlides/notesSlide3936.xml" ContentType="application/vnd.openxmlformats-officedocument.presentationml.notesSlide+xml"/>
  <Override PartName="/ppt/notesSlides/notesSlide3937.xml" ContentType="application/vnd.openxmlformats-officedocument.presentationml.notesSlide+xml"/>
  <Override PartName="/ppt/notesSlides/notesSlide3938.xml" ContentType="application/vnd.openxmlformats-officedocument.presentationml.notesSlide+xml"/>
  <Override PartName="/ppt/notesSlides/notesSlide3939.xml" ContentType="application/vnd.openxmlformats-officedocument.presentationml.notesSlide+xml"/>
  <Override PartName="/ppt/notesSlides/notesSlide3940.xml" ContentType="application/vnd.openxmlformats-officedocument.presentationml.notesSlide+xml"/>
  <Override PartName="/ppt/notesSlides/notesSlide3941.xml" ContentType="application/vnd.openxmlformats-officedocument.presentationml.notesSlide+xml"/>
  <Override PartName="/ppt/notesSlides/notesSlide3942.xml" ContentType="application/vnd.openxmlformats-officedocument.presentationml.notesSlide+xml"/>
  <Override PartName="/ppt/notesSlides/notesSlide3943.xml" ContentType="application/vnd.openxmlformats-officedocument.presentationml.notesSlide+xml"/>
  <Override PartName="/ppt/notesSlides/notesSlide3944.xml" ContentType="application/vnd.openxmlformats-officedocument.presentationml.notesSlide+xml"/>
  <Override PartName="/ppt/notesSlides/notesSlide3945.xml" ContentType="application/vnd.openxmlformats-officedocument.presentationml.notesSlide+xml"/>
  <Override PartName="/ppt/notesSlides/notesSlide3946.xml" ContentType="application/vnd.openxmlformats-officedocument.presentationml.notesSlide+xml"/>
  <Override PartName="/ppt/notesSlides/notesSlide3947.xml" ContentType="application/vnd.openxmlformats-officedocument.presentationml.notesSlide+xml"/>
  <Override PartName="/ppt/notesSlides/notesSlide3948.xml" ContentType="application/vnd.openxmlformats-officedocument.presentationml.notesSlide+xml"/>
  <Override PartName="/ppt/notesSlides/notesSlide3949.xml" ContentType="application/vnd.openxmlformats-officedocument.presentationml.notesSlide+xml"/>
  <Override PartName="/ppt/notesSlides/notesSlide3950.xml" ContentType="application/vnd.openxmlformats-officedocument.presentationml.notesSlide+xml"/>
  <Override PartName="/ppt/notesSlides/notesSlide3951.xml" ContentType="application/vnd.openxmlformats-officedocument.presentationml.notesSlide+xml"/>
  <Override PartName="/ppt/notesSlides/notesSlide3952.xml" ContentType="application/vnd.openxmlformats-officedocument.presentationml.notesSlide+xml"/>
  <Override PartName="/ppt/notesSlides/notesSlide3953.xml" ContentType="application/vnd.openxmlformats-officedocument.presentationml.notesSlide+xml"/>
  <Override PartName="/ppt/notesSlides/notesSlide3954.xml" ContentType="application/vnd.openxmlformats-officedocument.presentationml.notesSlide+xml"/>
  <Override PartName="/ppt/notesSlides/notesSlide3955.xml" ContentType="application/vnd.openxmlformats-officedocument.presentationml.notesSlide+xml"/>
  <Override PartName="/ppt/notesSlides/notesSlide3956.xml" ContentType="application/vnd.openxmlformats-officedocument.presentationml.notesSlide+xml"/>
  <Override PartName="/ppt/notesSlides/notesSlide3957.xml" ContentType="application/vnd.openxmlformats-officedocument.presentationml.notesSlide+xml"/>
  <Override PartName="/ppt/notesSlides/notesSlide3958.xml" ContentType="application/vnd.openxmlformats-officedocument.presentationml.notesSlide+xml"/>
  <Override PartName="/ppt/notesSlides/notesSlide3959.xml" ContentType="application/vnd.openxmlformats-officedocument.presentationml.notesSlide+xml"/>
  <Override PartName="/ppt/notesSlides/notesSlide3960.xml" ContentType="application/vnd.openxmlformats-officedocument.presentationml.notesSlide+xml"/>
  <Override PartName="/ppt/notesSlides/notesSlide3961.xml" ContentType="application/vnd.openxmlformats-officedocument.presentationml.notesSlide+xml"/>
  <Override PartName="/ppt/notesSlides/notesSlide3962.xml" ContentType="application/vnd.openxmlformats-officedocument.presentationml.notesSlide+xml"/>
  <Override PartName="/ppt/notesSlides/notesSlide3963.xml" ContentType="application/vnd.openxmlformats-officedocument.presentationml.notesSlide+xml"/>
  <Override PartName="/ppt/notesSlides/notesSlide3964.xml" ContentType="application/vnd.openxmlformats-officedocument.presentationml.notesSlide+xml"/>
  <Override PartName="/ppt/notesSlides/notesSlide3965.xml" ContentType="application/vnd.openxmlformats-officedocument.presentationml.notesSlide+xml"/>
  <Override PartName="/ppt/notesSlides/notesSlide3966.xml" ContentType="application/vnd.openxmlformats-officedocument.presentationml.notesSlide+xml"/>
  <Override PartName="/ppt/notesSlides/notesSlide3967.xml" ContentType="application/vnd.openxmlformats-officedocument.presentationml.notesSlide+xml"/>
  <Override PartName="/ppt/notesSlides/notesSlide3968.xml" ContentType="application/vnd.openxmlformats-officedocument.presentationml.notesSlide+xml"/>
  <Override PartName="/ppt/notesSlides/notesSlide3969.xml" ContentType="application/vnd.openxmlformats-officedocument.presentationml.notesSlide+xml"/>
  <Override PartName="/ppt/notesSlides/notesSlide3970.xml" ContentType="application/vnd.openxmlformats-officedocument.presentationml.notesSlide+xml"/>
  <Override PartName="/ppt/notesSlides/notesSlide3971.xml" ContentType="application/vnd.openxmlformats-officedocument.presentationml.notesSlide+xml"/>
  <Override PartName="/ppt/notesSlides/notesSlide3972.xml" ContentType="application/vnd.openxmlformats-officedocument.presentationml.notesSlide+xml"/>
  <Override PartName="/ppt/notesSlides/notesSlide3973.xml" ContentType="application/vnd.openxmlformats-officedocument.presentationml.notesSlide+xml"/>
  <Override PartName="/ppt/notesSlides/notesSlide3974.xml" ContentType="application/vnd.openxmlformats-officedocument.presentationml.notesSlide+xml"/>
  <Override PartName="/ppt/notesSlides/notesSlide3975.xml" ContentType="application/vnd.openxmlformats-officedocument.presentationml.notesSlide+xml"/>
  <Override PartName="/ppt/notesSlides/notesSlide3976.xml" ContentType="application/vnd.openxmlformats-officedocument.presentationml.notesSlide+xml"/>
  <Override PartName="/ppt/notesSlides/notesSlide3977.xml" ContentType="application/vnd.openxmlformats-officedocument.presentationml.notesSlide+xml"/>
  <Override PartName="/ppt/notesSlides/notesSlide3978.xml" ContentType="application/vnd.openxmlformats-officedocument.presentationml.notesSlide+xml"/>
  <Override PartName="/ppt/notesSlides/notesSlide3979.xml" ContentType="application/vnd.openxmlformats-officedocument.presentationml.notesSlide+xml"/>
  <Override PartName="/ppt/notesSlides/notesSlide3980.xml" ContentType="application/vnd.openxmlformats-officedocument.presentationml.notesSlide+xml"/>
  <Override PartName="/ppt/notesSlides/notesSlide3981.xml" ContentType="application/vnd.openxmlformats-officedocument.presentationml.notesSlide+xml"/>
  <Override PartName="/ppt/notesSlides/notesSlide3982.xml" ContentType="application/vnd.openxmlformats-officedocument.presentationml.notesSlide+xml"/>
  <Override PartName="/ppt/notesSlides/notesSlide3983.xml" ContentType="application/vnd.openxmlformats-officedocument.presentationml.notesSlide+xml"/>
  <Override PartName="/ppt/notesSlides/notesSlide3984.xml" ContentType="application/vnd.openxmlformats-officedocument.presentationml.notesSlide+xml"/>
  <Override PartName="/ppt/notesSlides/notesSlide3985.xml" ContentType="application/vnd.openxmlformats-officedocument.presentationml.notesSlide+xml"/>
  <Override PartName="/ppt/notesSlides/notesSlide3986.xml" ContentType="application/vnd.openxmlformats-officedocument.presentationml.notesSlide+xml"/>
  <Override PartName="/ppt/notesSlides/notesSlide3987.xml" ContentType="application/vnd.openxmlformats-officedocument.presentationml.notesSlide+xml"/>
  <Override PartName="/ppt/notesSlides/notesSlide3988.xml" ContentType="application/vnd.openxmlformats-officedocument.presentationml.notesSlide+xml"/>
  <Override PartName="/ppt/notesSlides/notesSlide3989.xml" ContentType="application/vnd.openxmlformats-officedocument.presentationml.notesSlide+xml"/>
  <Override PartName="/ppt/notesSlides/notesSlide3990.xml" ContentType="application/vnd.openxmlformats-officedocument.presentationml.notesSlide+xml"/>
  <Override PartName="/ppt/notesSlides/notesSlide3991.xml" ContentType="application/vnd.openxmlformats-officedocument.presentationml.notesSlide+xml"/>
  <Override PartName="/ppt/notesSlides/notesSlide3992.xml" ContentType="application/vnd.openxmlformats-officedocument.presentationml.notesSlide+xml"/>
  <Override PartName="/ppt/notesSlides/notesSlide3993.xml" ContentType="application/vnd.openxmlformats-officedocument.presentationml.notesSlide+xml"/>
  <Override PartName="/ppt/notesSlides/notesSlide3994.xml" ContentType="application/vnd.openxmlformats-officedocument.presentationml.notesSlide+xml"/>
  <Override PartName="/ppt/notesSlides/notesSlide3995.xml" ContentType="application/vnd.openxmlformats-officedocument.presentationml.notesSlide+xml"/>
  <Override PartName="/ppt/notesSlides/notesSlide3996.xml" ContentType="application/vnd.openxmlformats-officedocument.presentationml.notesSlide+xml"/>
  <Override PartName="/ppt/notesSlides/notesSlide3997.xml" ContentType="application/vnd.openxmlformats-officedocument.presentationml.notesSlide+xml"/>
  <Override PartName="/ppt/notesSlides/notesSlide3998.xml" ContentType="application/vnd.openxmlformats-officedocument.presentationml.notesSlide+xml"/>
  <Override PartName="/ppt/notesSlides/notesSlide3999.xml" ContentType="application/vnd.openxmlformats-officedocument.presentationml.notesSlide+xml"/>
  <Override PartName="/ppt/notesSlides/notesSlide4000.xml" ContentType="application/vnd.openxmlformats-officedocument.presentationml.notesSlide+xml"/>
  <Override PartName="/ppt/notesSlides/notesSlide4001.xml" ContentType="application/vnd.openxmlformats-officedocument.presentationml.notesSlide+xml"/>
  <Override PartName="/ppt/notesSlides/notesSlide4002.xml" ContentType="application/vnd.openxmlformats-officedocument.presentationml.notesSlide+xml"/>
  <Override PartName="/ppt/notesSlides/notesSlide4003.xml" ContentType="application/vnd.openxmlformats-officedocument.presentationml.notesSlide+xml"/>
  <Override PartName="/ppt/notesSlides/notesSlide4004.xml" ContentType="application/vnd.openxmlformats-officedocument.presentationml.notesSlide+xml"/>
  <Override PartName="/ppt/notesSlides/notesSlide4005.xml" ContentType="application/vnd.openxmlformats-officedocument.presentationml.notesSlide+xml"/>
  <Override PartName="/ppt/notesSlides/notesSlide4006.xml" ContentType="application/vnd.openxmlformats-officedocument.presentationml.notesSlide+xml"/>
  <Override PartName="/ppt/notesSlides/notesSlide4007.xml" ContentType="application/vnd.openxmlformats-officedocument.presentationml.notesSlide+xml"/>
  <Override PartName="/ppt/notesSlides/notesSlide4008.xml" ContentType="application/vnd.openxmlformats-officedocument.presentationml.notesSlide+xml"/>
  <Override PartName="/ppt/notesSlides/notesSlide4009.xml" ContentType="application/vnd.openxmlformats-officedocument.presentationml.notesSlide+xml"/>
  <Override PartName="/ppt/notesSlides/notesSlide4010.xml" ContentType="application/vnd.openxmlformats-officedocument.presentationml.notesSlide+xml"/>
  <Override PartName="/ppt/notesSlides/notesSlide4011.xml" ContentType="application/vnd.openxmlformats-officedocument.presentationml.notesSlide+xml"/>
  <Override PartName="/ppt/notesSlides/notesSlide4012.xml" ContentType="application/vnd.openxmlformats-officedocument.presentationml.notesSlide+xml"/>
  <Override PartName="/ppt/notesSlides/notesSlide4013.xml" ContentType="application/vnd.openxmlformats-officedocument.presentationml.notesSlide+xml"/>
  <Override PartName="/ppt/notesSlides/notesSlide4014.xml" ContentType="application/vnd.openxmlformats-officedocument.presentationml.notesSlide+xml"/>
  <Override PartName="/ppt/notesSlides/notesSlide4015.xml" ContentType="application/vnd.openxmlformats-officedocument.presentationml.notesSlide+xml"/>
  <Override PartName="/ppt/notesSlides/notesSlide4016.xml" ContentType="application/vnd.openxmlformats-officedocument.presentationml.notesSlide+xml"/>
  <Override PartName="/ppt/notesSlides/notesSlide4017.xml" ContentType="application/vnd.openxmlformats-officedocument.presentationml.notesSlide+xml"/>
  <Override PartName="/ppt/notesSlides/notesSlide4018.xml" ContentType="application/vnd.openxmlformats-officedocument.presentationml.notesSlide+xml"/>
  <Override PartName="/ppt/notesSlides/notesSlide4019.xml" ContentType="application/vnd.openxmlformats-officedocument.presentationml.notesSlide+xml"/>
  <Override PartName="/ppt/notesSlides/notesSlide4020.xml" ContentType="application/vnd.openxmlformats-officedocument.presentationml.notesSlide+xml"/>
  <Override PartName="/ppt/notesSlides/notesSlide4021.xml" ContentType="application/vnd.openxmlformats-officedocument.presentationml.notesSlide+xml"/>
  <Override PartName="/ppt/notesSlides/notesSlide4022.xml" ContentType="application/vnd.openxmlformats-officedocument.presentationml.notesSlide+xml"/>
  <Override PartName="/ppt/notesSlides/notesSlide4023.xml" ContentType="application/vnd.openxmlformats-officedocument.presentationml.notesSlide+xml"/>
  <Override PartName="/ppt/notesSlides/notesSlide4024.xml" ContentType="application/vnd.openxmlformats-officedocument.presentationml.notesSlide+xml"/>
  <Override PartName="/ppt/notesSlides/notesSlide4025.xml" ContentType="application/vnd.openxmlformats-officedocument.presentationml.notesSlide+xml"/>
  <Override PartName="/ppt/notesSlides/notesSlide4026.xml" ContentType="application/vnd.openxmlformats-officedocument.presentationml.notesSlide+xml"/>
  <Override PartName="/ppt/notesSlides/notesSlide4027.xml" ContentType="application/vnd.openxmlformats-officedocument.presentationml.notesSlide+xml"/>
  <Override PartName="/ppt/notesSlides/notesSlide4028.xml" ContentType="application/vnd.openxmlformats-officedocument.presentationml.notesSlide+xml"/>
  <Override PartName="/ppt/notesSlides/notesSlide4029.xml" ContentType="application/vnd.openxmlformats-officedocument.presentationml.notesSlide+xml"/>
  <Override PartName="/ppt/notesSlides/notesSlide4030.xml" ContentType="application/vnd.openxmlformats-officedocument.presentationml.notesSlide+xml"/>
  <Override PartName="/ppt/notesSlides/notesSlide4031.xml" ContentType="application/vnd.openxmlformats-officedocument.presentationml.notesSlide+xml"/>
  <Override PartName="/ppt/notesSlides/notesSlide4032.xml" ContentType="application/vnd.openxmlformats-officedocument.presentationml.notesSlide+xml"/>
  <Override PartName="/ppt/notesSlides/notesSlide4033.xml" ContentType="application/vnd.openxmlformats-officedocument.presentationml.notesSlide+xml"/>
  <Override PartName="/ppt/notesSlides/notesSlide4034.xml" ContentType="application/vnd.openxmlformats-officedocument.presentationml.notesSlide+xml"/>
  <Override PartName="/ppt/notesSlides/notesSlide4035.xml" ContentType="application/vnd.openxmlformats-officedocument.presentationml.notesSlide+xml"/>
  <Override PartName="/ppt/notesSlides/notesSlide4036.xml" ContentType="application/vnd.openxmlformats-officedocument.presentationml.notesSlide+xml"/>
  <Override PartName="/ppt/notesSlides/notesSlide4037.xml" ContentType="application/vnd.openxmlformats-officedocument.presentationml.notesSlide+xml"/>
  <Override PartName="/ppt/notesSlides/notesSlide4038.xml" ContentType="application/vnd.openxmlformats-officedocument.presentationml.notesSlide+xml"/>
  <Override PartName="/ppt/notesSlides/notesSlide4039.xml" ContentType="application/vnd.openxmlformats-officedocument.presentationml.notesSlide+xml"/>
  <Override PartName="/ppt/notesSlides/notesSlide4040.xml" ContentType="application/vnd.openxmlformats-officedocument.presentationml.notesSlide+xml"/>
  <Override PartName="/ppt/notesSlides/notesSlide4041.xml" ContentType="application/vnd.openxmlformats-officedocument.presentationml.notesSlide+xml"/>
  <Override PartName="/ppt/notesSlides/notesSlide4042.xml" ContentType="application/vnd.openxmlformats-officedocument.presentationml.notesSlide+xml"/>
  <Override PartName="/ppt/notesSlides/notesSlide4043.xml" ContentType="application/vnd.openxmlformats-officedocument.presentationml.notesSlide+xml"/>
  <Override PartName="/ppt/notesSlides/notesSlide4044.xml" ContentType="application/vnd.openxmlformats-officedocument.presentationml.notesSlide+xml"/>
  <Override PartName="/ppt/notesSlides/notesSlide4045.xml" ContentType="application/vnd.openxmlformats-officedocument.presentationml.notesSlide+xml"/>
  <Override PartName="/ppt/notesSlides/notesSlide4046.xml" ContentType="application/vnd.openxmlformats-officedocument.presentationml.notesSlide+xml"/>
  <Override PartName="/ppt/notesSlides/notesSlide4047.xml" ContentType="application/vnd.openxmlformats-officedocument.presentationml.notesSlide+xml"/>
  <Override PartName="/ppt/notesSlides/notesSlide4048.xml" ContentType="application/vnd.openxmlformats-officedocument.presentationml.notesSlide+xml"/>
  <Override PartName="/ppt/notesSlides/notesSlide4049.xml" ContentType="application/vnd.openxmlformats-officedocument.presentationml.notesSlide+xml"/>
  <Override PartName="/ppt/notesSlides/notesSlide4050.xml" ContentType="application/vnd.openxmlformats-officedocument.presentationml.notesSlide+xml"/>
  <Override PartName="/ppt/notesSlides/notesSlide4051.xml" ContentType="application/vnd.openxmlformats-officedocument.presentationml.notesSlide+xml"/>
  <Override PartName="/ppt/notesSlides/notesSlide4052.xml" ContentType="application/vnd.openxmlformats-officedocument.presentationml.notesSlide+xml"/>
  <Override PartName="/ppt/notesSlides/notesSlide4053.xml" ContentType="application/vnd.openxmlformats-officedocument.presentationml.notesSlide+xml"/>
  <Override PartName="/ppt/notesSlides/notesSlide4054.xml" ContentType="application/vnd.openxmlformats-officedocument.presentationml.notesSlide+xml"/>
  <Override PartName="/ppt/notesSlides/notesSlide4055.xml" ContentType="application/vnd.openxmlformats-officedocument.presentationml.notesSlide+xml"/>
  <Override PartName="/ppt/notesSlides/notesSlide4056.xml" ContentType="application/vnd.openxmlformats-officedocument.presentationml.notesSlide+xml"/>
  <Override PartName="/ppt/notesSlides/notesSlide4057.xml" ContentType="application/vnd.openxmlformats-officedocument.presentationml.notesSlide+xml"/>
  <Override PartName="/ppt/notesSlides/notesSlide4058.xml" ContentType="application/vnd.openxmlformats-officedocument.presentationml.notesSlide+xml"/>
  <Override PartName="/ppt/notesSlides/notesSlide4059.xml" ContentType="application/vnd.openxmlformats-officedocument.presentationml.notesSlide+xml"/>
  <Override PartName="/ppt/notesSlides/notesSlide4060.xml" ContentType="application/vnd.openxmlformats-officedocument.presentationml.notesSlide+xml"/>
  <Override PartName="/ppt/notesSlides/notesSlide4061.xml" ContentType="application/vnd.openxmlformats-officedocument.presentationml.notesSlide+xml"/>
  <Override PartName="/ppt/notesSlides/notesSlide4062.xml" ContentType="application/vnd.openxmlformats-officedocument.presentationml.notesSlide+xml"/>
  <Override PartName="/ppt/notesSlides/notesSlide4063.xml" ContentType="application/vnd.openxmlformats-officedocument.presentationml.notesSlide+xml"/>
  <Override PartName="/ppt/notesSlides/notesSlide4064.xml" ContentType="application/vnd.openxmlformats-officedocument.presentationml.notesSlide+xml"/>
  <Override PartName="/ppt/notesSlides/notesSlide4065.xml" ContentType="application/vnd.openxmlformats-officedocument.presentationml.notesSlide+xml"/>
  <Override PartName="/ppt/notesSlides/notesSlide4066.xml" ContentType="application/vnd.openxmlformats-officedocument.presentationml.notesSlide+xml"/>
  <Override PartName="/ppt/notesSlides/notesSlide4067.xml" ContentType="application/vnd.openxmlformats-officedocument.presentationml.notesSlide+xml"/>
  <Override PartName="/ppt/notesSlides/notesSlide4068.xml" ContentType="application/vnd.openxmlformats-officedocument.presentationml.notesSlide+xml"/>
  <Override PartName="/ppt/notesSlides/notesSlide4069.xml" ContentType="application/vnd.openxmlformats-officedocument.presentationml.notesSlide+xml"/>
  <Override PartName="/ppt/notesSlides/notesSlide4070.xml" ContentType="application/vnd.openxmlformats-officedocument.presentationml.notesSlide+xml"/>
  <Override PartName="/ppt/notesSlides/notesSlide4071.xml" ContentType="application/vnd.openxmlformats-officedocument.presentationml.notesSlide+xml"/>
  <Override PartName="/ppt/notesSlides/notesSlide4072.xml" ContentType="application/vnd.openxmlformats-officedocument.presentationml.notesSlide+xml"/>
  <Override PartName="/ppt/notesSlides/notesSlide4073.xml" ContentType="application/vnd.openxmlformats-officedocument.presentationml.notesSlide+xml"/>
  <Override PartName="/ppt/notesSlides/notesSlide4074.xml" ContentType="application/vnd.openxmlformats-officedocument.presentationml.notesSlide+xml"/>
  <Override PartName="/ppt/notesSlides/notesSlide4075.xml" ContentType="application/vnd.openxmlformats-officedocument.presentationml.notesSlide+xml"/>
  <Override PartName="/ppt/notesSlides/notesSlide4076.xml" ContentType="application/vnd.openxmlformats-officedocument.presentationml.notesSlide+xml"/>
  <Override PartName="/ppt/notesSlides/notesSlide4077.xml" ContentType="application/vnd.openxmlformats-officedocument.presentationml.notesSlide+xml"/>
  <Override PartName="/ppt/notesSlides/notesSlide4078.xml" ContentType="application/vnd.openxmlformats-officedocument.presentationml.notesSlide+xml"/>
  <Override PartName="/ppt/notesSlides/notesSlide4079.xml" ContentType="application/vnd.openxmlformats-officedocument.presentationml.notesSlide+xml"/>
  <Override PartName="/ppt/notesSlides/notesSlide4080.xml" ContentType="application/vnd.openxmlformats-officedocument.presentationml.notesSlide+xml"/>
  <Override PartName="/ppt/notesSlides/notesSlide4081.xml" ContentType="application/vnd.openxmlformats-officedocument.presentationml.notesSlide+xml"/>
  <Override PartName="/ppt/notesSlides/notesSlide4082.xml" ContentType="application/vnd.openxmlformats-officedocument.presentationml.notesSlide+xml"/>
  <Override PartName="/ppt/notesSlides/notesSlide4083.xml" ContentType="application/vnd.openxmlformats-officedocument.presentationml.notesSlide+xml"/>
  <Override PartName="/ppt/notesSlides/notesSlide4084.xml" ContentType="application/vnd.openxmlformats-officedocument.presentationml.notesSlide+xml"/>
  <Override PartName="/ppt/notesSlides/notesSlide4085.xml" ContentType="application/vnd.openxmlformats-officedocument.presentationml.notesSlide+xml"/>
  <Override PartName="/ppt/notesSlides/notesSlide4086.xml" ContentType="application/vnd.openxmlformats-officedocument.presentationml.notesSlide+xml"/>
  <Override PartName="/ppt/notesSlides/notesSlide4087.xml" ContentType="application/vnd.openxmlformats-officedocument.presentationml.notesSlide+xml"/>
  <Override PartName="/ppt/notesSlides/notesSlide4088.xml" ContentType="application/vnd.openxmlformats-officedocument.presentationml.notesSlide+xml"/>
  <Override PartName="/ppt/notesSlides/notesSlide4089.xml" ContentType="application/vnd.openxmlformats-officedocument.presentationml.notesSlide+xml"/>
  <Override PartName="/ppt/notesSlides/notesSlide4090.xml" ContentType="application/vnd.openxmlformats-officedocument.presentationml.notesSlide+xml"/>
  <Override PartName="/ppt/notesSlides/notesSlide4091.xml" ContentType="application/vnd.openxmlformats-officedocument.presentationml.notesSlide+xml"/>
  <Override PartName="/ppt/notesSlides/notesSlide4092.xml" ContentType="application/vnd.openxmlformats-officedocument.presentationml.notesSlide+xml"/>
  <Override PartName="/ppt/notesSlides/notesSlide4093.xml" ContentType="application/vnd.openxmlformats-officedocument.presentationml.notesSlide+xml"/>
  <Override PartName="/ppt/notesSlides/notesSlide4094.xml" ContentType="application/vnd.openxmlformats-officedocument.presentationml.notesSlide+xml"/>
  <Override PartName="/ppt/notesSlides/notesSlide4095.xml" ContentType="application/vnd.openxmlformats-officedocument.presentationml.notesSlide+xml"/>
  <Override PartName="/ppt/notesSlides/notesSlide4096.xml" ContentType="application/vnd.openxmlformats-officedocument.presentationml.notesSlide+xml"/>
  <Override PartName="/ppt/notesSlides/notesSlide4097.xml" ContentType="application/vnd.openxmlformats-officedocument.presentationml.notesSlide+xml"/>
  <Override PartName="/ppt/notesSlides/notesSlide4098.xml" ContentType="application/vnd.openxmlformats-officedocument.presentationml.notesSlide+xml"/>
  <Override PartName="/ppt/notesSlides/notesSlide4099.xml" ContentType="application/vnd.openxmlformats-officedocument.presentationml.notesSlide+xml"/>
  <Override PartName="/ppt/notesSlides/notesSlide4100.xml" ContentType="application/vnd.openxmlformats-officedocument.presentationml.notesSlide+xml"/>
  <Override PartName="/ppt/notesSlides/notesSlide4101.xml" ContentType="application/vnd.openxmlformats-officedocument.presentationml.notesSlide+xml"/>
  <Override PartName="/ppt/notesSlides/notesSlide4102.xml" ContentType="application/vnd.openxmlformats-officedocument.presentationml.notesSlide+xml"/>
  <Override PartName="/ppt/notesSlides/notesSlide4103.xml" ContentType="application/vnd.openxmlformats-officedocument.presentationml.notesSlide+xml"/>
  <Override PartName="/ppt/notesSlides/notesSlide4104.xml" ContentType="application/vnd.openxmlformats-officedocument.presentationml.notesSlide+xml"/>
  <Override PartName="/ppt/notesSlides/notesSlide4105.xml" ContentType="application/vnd.openxmlformats-officedocument.presentationml.notesSlide+xml"/>
  <Override PartName="/ppt/notesSlides/notesSlide4106.xml" ContentType="application/vnd.openxmlformats-officedocument.presentationml.notesSlide+xml"/>
  <Override PartName="/ppt/notesSlides/notesSlide4107.xml" ContentType="application/vnd.openxmlformats-officedocument.presentationml.notesSlide+xml"/>
  <Override PartName="/ppt/notesSlides/notesSlide4108.xml" ContentType="application/vnd.openxmlformats-officedocument.presentationml.notesSlide+xml"/>
  <Override PartName="/ppt/notesSlides/notesSlide4109.xml" ContentType="application/vnd.openxmlformats-officedocument.presentationml.notesSlide+xml"/>
  <Override PartName="/ppt/notesSlides/notesSlide4110.xml" ContentType="application/vnd.openxmlformats-officedocument.presentationml.notesSlide+xml"/>
  <Override PartName="/ppt/notesSlides/notesSlide4111.xml" ContentType="application/vnd.openxmlformats-officedocument.presentationml.notesSlide+xml"/>
  <Override PartName="/ppt/notesSlides/notesSlide4112.xml" ContentType="application/vnd.openxmlformats-officedocument.presentationml.notesSlide+xml"/>
  <Override PartName="/ppt/notesSlides/notesSlide4113.xml" ContentType="application/vnd.openxmlformats-officedocument.presentationml.notesSlide+xml"/>
  <Override PartName="/ppt/notesSlides/notesSlide4114.xml" ContentType="application/vnd.openxmlformats-officedocument.presentationml.notesSlide+xml"/>
  <Override PartName="/ppt/notesSlides/notesSlide4115.xml" ContentType="application/vnd.openxmlformats-officedocument.presentationml.notesSlide+xml"/>
  <Override PartName="/ppt/notesSlides/notesSlide4116.xml" ContentType="application/vnd.openxmlformats-officedocument.presentationml.notesSlide+xml"/>
  <Override PartName="/ppt/notesSlides/notesSlide4117.xml" ContentType="application/vnd.openxmlformats-officedocument.presentationml.notesSlide+xml"/>
  <Override PartName="/ppt/notesSlides/notesSlide4118.xml" ContentType="application/vnd.openxmlformats-officedocument.presentationml.notesSlide+xml"/>
  <Override PartName="/ppt/notesSlides/notesSlide4119.xml" ContentType="application/vnd.openxmlformats-officedocument.presentationml.notesSlide+xml"/>
  <Override PartName="/ppt/notesSlides/notesSlide4120.xml" ContentType="application/vnd.openxmlformats-officedocument.presentationml.notesSlide+xml"/>
  <Override PartName="/ppt/notesSlides/notesSlide4121.xml" ContentType="application/vnd.openxmlformats-officedocument.presentationml.notesSlide+xml"/>
  <Override PartName="/ppt/notesSlides/notesSlide4122.xml" ContentType="application/vnd.openxmlformats-officedocument.presentationml.notesSlide+xml"/>
  <Override PartName="/ppt/notesSlides/notesSlide4123.xml" ContentType="application/vnd.openxmlformats-officedocument.presentationml.notesSlide+xml"/>
  <Override PartName="/ppt/notesSlides/notesSlide4124.xml" ContentType="application/vnd.openxmlformats-officedocument.presentationml.notesSlide+xml"/>
  <Override PartName="/ppt/notesSlides/notesSlide4125.xml" ContentType="application/vnd.openxmlformats-officedocument.presentationml.notesSlide+xml"/>
  <Override PartName="/ppt/notesSlides/notesSlide4126.xml" ContentType="application/vnd.openxmlformats-officedocument.presentationml.notesSlide+xml"/>
  <Override PartName="/ppt/notesSlides/notesSlide4127.xml" ContentType="application/vnd.openxmlformats-officedocument.presentationml.notesSlide+xml"/>
  <Override PartName="/ppt/notesSlides/notesSlide4128.xml" ContentType="application/vnd.openxmlformats-officedocument.presentationml.notesSlide+xml"/>
  <Override PartName="/ppt/notesSlides/notesSlide4129.xml" ContentType="application/vnd.openxmlformats-officedocument.presentationml.notesSlide+xml"/>
  <Override PartName="/ppt/notesSlides/notesSlide4130.xml" ContentType="application/vnd.openxmlformats-officedocument.presentationml.notesSlide+xml"/>
  <Override PartName="/ppt/notesSlides/notesSlide4131.xml" ContentType="application/vnd.openxmlformats-officedocument.presentationml.notesSlide+xml"/>
  <Override PartName="/ppt/notesSlides/notesSlide4132.xml" ContentType="application/vnd.openxmlformats-officedocument.presentationml.notesSlide+xml"/>
  <Override PartName="/ppt/notesSlides/notesSlide4133.xml" ContentType="application/vnd.openxmlformats-officedocument.presentationml.notesSlide+xml"/>
  <Override PartName="/ppt/notesSlides/notesSlide4134.xml" ContentType="application/vnd.openxmlformats-officedocument.presentationml.notesSlide+xml"/>
  <Override PartName="/ppt/notesSlides/notesSlide4135.xml" ContentType="application/vnd.openxmlformats-officedocument.presentationml.notesSlide+xml"/>
  <Override PartName="/ppt/notesSlides/notesSlide4136.xml" ContentType="application/vnd.openxmlformats-officedocument.presentationml.notesSlide+xml"/>
  <Override PartName="/ppt/notesSlides/notesSlide4137.xml" ContentType="application/vnd.openxmlformats-officedocument.presentationml.notesSlide+xml"/>
  <Override PartName="/ppt/notesSlides/notesSlide4138.xml" ContentType="application/vnd.openxmlformats-officedocument.presentationml.notesSlide+xml"/>
  <Override PartName="/ppt/notesSlides/notesSlide4139.xml" ContentType="application/vnd.openxmlformats-officedocument.presentationml.notesSlide+xml"/>
  <Override PartName="/ppt/notesSlides/notesSlide4140.xml" ContentType="application/vnd.openxmlformats-officedocument.presentationml.notesSlide+xml"/>
  <Override PartName="/ppt/notesSlides/notesSlide4141.xml" ContentType="application/vnd.openxmlformats-officedocument.presentationml.notesSlide+xml"/>
  <Override PartName="/ppt/notesSlides/notesSlide4142.xml" ContentType="application/vnd.openxmlformats-officedocument.presentationml.notesSlide+xml"/>
  <Override PartName="/ppt/notesSlides/notesSlide4143.xml" ContentType="application/vnd.openxmlformats-officedocument.presentationml.notesSlide+xml"/>
  <Override PartName="/ppt/notesSlides/notesSlide4144.xml" ContentType="application/vnd.openxmlformats-officedocument.presentationml.notesSlide+xml"/>
  <Override PartName="/ppt/notesSlides/notesSlide4145.xml" ContentType="application/vnd.openxmlformats-officedocument.presentationml.notesSlide+xml"/>
  <Override PartName="/ppt/notesSlides/notesSlide4146.xml" ContentType="application/vnd.openxmlformats-officedocument.presentationml.notesSlide+xml"/>
  <Override PartName="/ppt/notesSlides/notesSlide4147.xml" ContentType="application/vnd.openxmlformats-officedocument.presentationml.notesSlide+xml"/>
  <Override PartName="/ppt/notesSlides/notesSlide4148.xml" ContentType="application/vnd.openxmlformats-officedocument.presentationml.notesSlide+xml"/>
  <Override PartName="/ppt/notesSlides/notesSlide4149.xml" ContentType="application/vnd.openxmlformats-officedocument.presentationml.notesSlide+xml"/>
  <Override PartName="/ppt/notesSlides/notesSlide4150.xml" ContentType="application/vnd.openxmlformats-officedocument.presentationml.notesSlide+xml"/>
  <Override PartName="/ppt/notesSlides/notesSlide4151.xml" ContentType="application/vnd.openxmlformats-officedocument.presentationml.notesSlide+xml"/>
  <Override PartName="/ppt/notesSlides/notesSlide4152.xml" ContentType="application/vnd.openxmlformats-officedocument.presentationml.notesSlide+xml"/>
  <Override PartName="/ppt/notesSlides/notesSlide4153.xml" ContentType="application/vnd.openxmlformats-officedocument.presentationml.notesSlide+xml"/>
  <Override PartName="/ppt/notesSlides/notesSlide4154.xml" ContentType="application/vnd.openxmlformats-officedocument.presentationml.notesSlide+xml"/>
  <Override PartName="/ppt/notesSlides/notesSlide4155.xml" ContentType="application/vnd.openxmlformats-officedocument.presentationml.notesSlide+xml"/>
  <Override PartName="/ppt/notesSlides/notesSlide4156.xml" ContentType="application/vnd.openxmlformats-officedocument.presentationml.notesSlide+xml"/>
  <Override PartName="/ppt/notesSlides/notesSlide4157.xml" ContentType="application/vnd.openxmlformats-officedocument.presentationml.notesSlide+xml"/>
  <Override PartName="/ppt/notesSlides/notesSlide4158.xml" ContentType="application/vnd.openxmlformats-officedocument.presentationml.notesSlide+xml"/>
  <Override PartName="/ppt/notesSlides/notesSlide4159.xml" ContentType="application/vnd.openxmlformats-officedocument.presentationml.notesSlide+xml"/>
  <Override PartName="/ppt/notesSlides/notesSlide4160.xml" ContentType="application/vnd.openxmlformats-officedocument.presentationml.notesSlide+xml"/>
  <Override PartName="/ppt/notesSlides/notesSlide4161.xml" ContentType="application/vnd.openxmlformats-officedocument.presentationml.notesSlide+xml"/>
  <Override PartName="/ppt/notesSlides/notesSlide4162.xml" ContentType="application/vnd.openxmlformats-officedocument.presentationml.notesSlide+xml"/>
  <Override PartName="/ppt/notesSlides/notesSlide4163.xml" ContentType="application/vnd.openxmlformats-officedocument.presentationml.notesSlide+xml"/>
  <Override PartName="/ppt/notesSlides/notesSlide4164.xml" ContentType="application/vnd.openxmlformats-officedocument.presentationml.notesSlide+xml"/>
  <Override PartName="/ppt/notesSlides/notesSlide4165.xml" ContentType="application/vnd.openxmlformats-officedocument.presentationml.notesSlide+xml"/>
  <Override PartName="/ppt/notesSlides/notesSlide4166.xml" ContentType="application/vnd.openxmlformats-officedocument.presentationml.notesSlide+xml"/>
  <Override PartName="/ppt/notesSlides/notesSlide4167.xml" ContentType="application/vnd.openxmlformats-officedocument.presentationml.notesSlide+xml"/>
  <Override PartName="/ppt/notesSlides/notesSlide4168.xml" ContentType="application/vnd.openxmlformats-officedocument.presentationml.notesSlide+xml"/>
  <Override PartName="/ppt/notesSlides/notesSlide4169.xml" ContentType="application/vnd.openxmlformats-officedocument.presentationml.notesSlide+xml"/>
  <Override PartName="/ppt/notesSlides/notesSlide4170.xml" ContentType="application/vnd.openxmlformats-officedocument.presentationml.notesSlide+xml"/>
  <Override PartName="/ppt/notesSlides/notesSlide4171.xml" ContentType="application/vnd.openxmlformats-officedocument.presentationml.notesSlide+xml"/>
  <Override PartName="/ppt/notesSlides/notesSlide4172.xml" ContentType="application/vnd.openxmlformats-officedocument.presentationml.notesSlide+xml"/>
  <Override PartName="/ppt/notesSlides/notesSlide4173.xml" ContentType="application/vnd.openxmlformats-officedocument.presentationml.notesSlide+xml"/>
  <Override PartName="/ppt/notesSlides/notesSlide4174.xml" ContentType="application/vnd.openxmlformats-officedocument.presentationml.notesSlide+xml"/>
  <Override PartName="/ppt/notesSlides/notesSlide4175.xml" ContentType="application/vnd.openxmlformats-officedocument.presentationml.notesSlide+xml"/>
  <Override PartName="/ppt/notesSlides/notesSlide4176.xml" ContentType="application/vnd.openxmlformats-officedocument.presentationml.notesSlide+xml"/>
  <Override PartName="/ppt/notesSlides/notesSlide4177.xml" ContentType="application/vnd.openxmlformats-officedocument.presentationml.notesSlide+xml"/>
  <Override PartName="/ppt/notesSlides/notesSlide4178.xml" ContentType="application/vnd.openxmlformats-officedocument.presentationml.notesSlide+xml"/>
  <Override PartName="/ppt/notesSlides/notesSlide4179.xml" ContentType="application/vnd.openxmlformats-officedocument.presentationml.notesSlide+xml"/>
  <Override PartName="/ppt/notesSlides/notesSlide4180.xml" ContentType="application/vnd.openxmlformats-officedocument.presentationml.notesSlide+xml"/>
  <Override PartName="/ppt/notesSlides/notesSlide4181.xml" ContentType="application/vnd.openxmlformats-officedocument.presentationml.notesSlide+xml"/>
  <Override PartName="/ppt/notesSlides/notesSlide4182.xml" ContentType="application/vnd.openxmlformats-officedocument.presentationml.notesSlide+xml"/>
  <Override PartName="/ppt/notesSlides/notesSlide4183.xml" ContentType="application/vnd.openxmlformats-officedocument.presentationml.notesSlide+xml"/>
  <Override PartName="/ppt/notesSlides/notesSlide4184.xml" ContentType="application/vnd.openxmlformats-officedocument.presentationml.notesSlide+xml"/>
  <Override PartName="/ppt/notesSlides/notesSlide4185.xml" ContentType="application/vnd.openxmlformats-officedocument.presentationml.notesSlide+xml"/>
  <Override PartName="/ppt/notesSlides/notesSlide4186.xml" ContentType="application/vnd.openxmlformats-officedocument.presentationml.notesSlide+xml"/>
  <Override PartName="/ppt/notesSlides/notesSlide4187.xml" ContentType="application/vnd.openxmlformats-officedocument.presentationml.notesSlide+xml"/>
  <Override PartName="/ppt/notesSlides/notesSlide4188.xml" ContentType="application/vnd.openxmlformats-officedocument.presentationml.notesSlide+xml"/>
  <Override PartName="/ppt/notesSlides/notesSlide4189.xml" ContentType="application/vnd.openxmlformats-officedocument.presentationml.notesSlide+xml"/>
  <Override PartName="/ppt/notesSlides/notesSlide4190.xml" ContentType="application/vnd.openxmlformats-officedocument.presentationml.notesSlide+xml"/>
  <Override PartName="/ppt/notesSlides/notesSlide4191.xml" ContentType="application/vnd.openxmlformats-officedocument.presentationml.notesSlide+xml"/>
  <Override PartName="/ppt/notesSlides/notesSlide4192.xml" ContentType="application/vnd.openxmlformats-officedocument.presentationml.notesSlide+xml"/>
  <Override PartName="/ppt/notesSlides/notesSlide4193.xml" ContentType="application/vnd.openxmlformats-officedocument.presentationml.notesSlide+xml"/>
  <Override PartName="/ppt/notesSlides/notesSlide4194.xml" ContentType="application/vnd.openxmlformats-officedocument.presentationml.notesSlide+xml"/>
  <Override PartName="/ppt/notesSlides/notesSlide4195.xml" ContentType="application/vnd.openxmlformats-officedocument.presentationml.notesSlide+xml"/>
  <Override PartName="/ppt/notesSlides/notesSlide4196.xml" ContentType="application/vnd.openxmlformats-officedocument.presentationml.notesSlide+xml"/>
  <Override PartName="/ppt/notesSlides/notesSlide4197.xml" ContentType="application/vnd.openxmlformats-officedocument.presentationml.notesSlide+xml"/>
  <Override PartName="/ppt/notesSlides/notesSlide4198.xml" ContentType="application/vnd.openxmlformats-officedocument.presentationml.notesSlide+xml"/>
  <Override PartName="/ppt/notesSlides/notesSlide4199.xml" ContentType="application/vnd.openxmlformats-officedocument.presentationml.notesSlide+xml"/>
  <Override PartName="/ppt/notesSlides/notesSlide4200.xml" ContentType="application/vnd.openxmlformats-officedocument.presentationml.notesSlide+xml"/>
  <Override PartName="/ppt/notesSlides/notesSlide4201.xml" ContentType="application/vnd.openxmlformats-officedocument.presentationml.notesSlide+xml"/>
  <Override PartName="/ppt/notesSlides/notesSlide4202.xml" ContentType="application/vnd.openxmlformats-officedocument.presentationml.notesSlide+xml"/>
  <Override PartName="/ppt/notesSlides/notesSlide4203.xml" ContentType="application/vnd.openxmlformats-officedocument.presentationml.notesSlide+xml"/>
  <Override PartName="/ppt/notesSlides/notesSlide4204.xml" ContentType="application/vnd.openxmlformats-officedocument.presentationml.notesSlide+xml"/>
  <Override PartName="/ppt/notesSlides/notesSlide4205.xml" ContentType="application/vnd.openxmlformats-officedocument.presentationml.notesSlide+xml"/>
  <Override PartName="/ppt/notesSlides/notesSlide4206.xml" ContentType="application/vnd.openxmlformats-officedocument.presentationml.notesSlide+xml"/>
  <Override PartName="/ppt/notesSlides/notesSlide4207.xml" ContentType="application/vnd.openxmlformats-officedocument.presentationml.notesSlide+xml"/>
  <Override PartName="/ppt/notesSlides/notesSlide4208.xml" ContentType="application/vnd.openxmlformats-officedocument.presentationml.notesSlide+xml"/>
  <Override PartName="/ppt/notesSlides/notesSlide4209.xml" ContentType="application/vnd.openxmlformats-officedocument.presentationml.notesSlide+xml"/>
  <Override PartName="/ppt/notesSlides/notesSlide4210.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87" r:id="rId4"/>
  </p:sldMasterIdLst>
  <p:notesMasterIdLst>
    <p:notesMasterId r:id="rId4381"/>
  </p:notesMasterIdLst>
  <p:handoutMasterIdLst>
    <p:handoutMasterId r:id="rId4382"/>
  </p:handoutMasterIdLst>
  <p:sldIdLst>
    <p:sldId id="256" r:id="rId5"/>
    <p:sldId id="1856" r:id="rId6"/>
    <p:sldId id="1857" r:id="rId7"/>
    <p:sldId id="1607" r:id="rId8"/>
    <p:sldId id="1624" r:id="rId9"/>
    <p:sldId id="1641" r:id="rId10"/>
    <p:sldId id="1658" r:id="rId11"/>
    <p:sldId id="1675" r:id="rId12"/>
    <p:sldId id="1692" r:id="rId13"/>
    <p:sldId id="1691" r:id="rId14"/>
    <p:sldId id="1690" r:id="rId15"/>
    <p:sldId id="1689" r:id="rId16"/>
    <p:sldId id="1688" r:id="rId17"/>
    <p:sldId id="1687" r:id="rId18"/>
    <p:sldId id="1686" r:id="rId19"/>
    <p:sldId id="1685" r:id="rId20"/>
    <p:sldId id="1684" r:id="rId21"/>
    <p:sldId id="1858" r:id="rId22"/>
    <p:sldId id="1859" r:id="rId23"/>
    <p:sldId id="1860" r:id="rId24"/>
    <p:sldId id="1861" r:id="rId25"/>
    <p:sldId id="1862" r:id="rId26"/>
    <p:sldId id="1863" r:id="rId27"/>
    <p:sldId id="1864" r:id="rId28"/>
    <p:sldId id="1865" r:id="rId29"/>
    <p:sldId id="1866" r:id="rId30"/>
    <p:sldId id="1867" r:id="rId31"/>
    <p:sldId id="1868" r:id="rId32"/>
    <p:sldId id="1869" r:id="rId33"/>
    <p:sldId id="1870" r:id="rId34"/>
    <p:sldId id="1871" r:id="rId35"/>
    <p:sldId id="1872" r:id="rId36"/>
    <p:sldId id="1873" r:id="rId37"/>
    <p:sldId id="1874" r:id="rId38"/>
    <p:sldId id="1875" r:id="rId39"/>
    <p:sldId id="1876" r:id="rId40"/>
    <p:sldId id="1877" r:id="rId41"/>
    <p:sldId id="1878" r:id="rId42"/>
    <p:sldId id="1879" r:id="rId43"/>
    <p:sldId id="1880" r:id="rId44"/>
    <p:sldId id="1881" r:id="rId45"/>
    <p:sldId id="1882" r:id="rId46"/>
    <p:sldId id="1883" r:id="rId47"/>
    <p:sldId id="1884" r:id="rId48"/>
    <p:sldId id="1885" r:id="rId49"/>
    <p:sldId id="1886" r:id="rId50"/>
    <p:sldId id="1887" r:id="rId51"/>
    <p:sldId id="1888" r:id="rId52"/>
    <p:sldId id="1889" r:id="rId53"/>
    <p:sldId id="1890" r:id="rId54"/>
    <p:sldId id="1891" r:id="rId55"/>
    <p:sldId id="1892" r:id="rId56"/>
    <p:sldId id="1893" r:id="rId57"/>
    <p:sldId id="1894" r:id="rId58"/>
    <p:sldId id="1895" r:id="rId59"/>
    <p:sldId id="1896" r:id="rId60"/>
    <p:sldId id="1897" r:id="rId61"/>
    <p:sldId id="1898" r:id="rId62"/>
    <p:sldId id="1899" r:id="rId63"/>
    <p:sldId id="1900" r:id="rId64"/>
    <p:sldId id="1901" r:id="rId65"/>
    <p:sldId id="1902" r:id="rId66"/>
    <p:sldId id="1903" r:id="rId67"/>
    <p:sldId id="1904" r:id="rId68"/>
    <p:sldId id="1905" r:id="rId69"/>
    <p:sldId id="1906" r:id="rId70"/>
    <p:sldId id="1907" r:id="rId71"/>
    <p:sldId id="1908" r:id="rId72"/>
    <p:sldId id="1909" r:id="rId73"/>
    <p:sldId id="1910" r:id="rId74"/>
    <p:sldId id="1911" r:id="rId75"/>
    <p:sldId id="1912" r:id="rId76"/>
    <p:sldId id="1913" r:id="rId77"/>
    <p:sldId id="1914" r:id="rId78"/>
    <p:sldId id="1915" r:id="rId79"/>
    <p:sldId id="1916" r:id="rId80"/>
    <p:sldId id="1917" r:id="rId81"/>
    <p:sldId id="1918" r:id="rId82"/>
    <p:sldId id="1919" r:id="rId83"/>
    <p:sldId id="1920" r:id="rId84"/>
    <p:sldId id="1921" r:id="rId85"/>
    <p:sldId id="1922" r:id="rId86"/>
    <p:sldId id="1923" r:id="rId87"/>
    <p:sldId id="1924" r:id="rId88"/>
    <p:sldId id="1925" r:id="rId89"/>
    <p:sldId id="1926" r:id="rId90"/>
    <p:sldId id="1927" r:id="rId91"/>
    <p:sldId id="1928" r:id="rId92"/>
    <p:sldId id="1929" r:id="rId93"/>
    <p:sldId id="1930" r:id="rId94"/>
    <p:sldId id="1931" r:id="rId95"/>
    <p:sldId id="1932" r:id="rId96"/>
    <p:sldId id="1933" r:id="rId97"/>
    <p:sldId id="1934" r:id="rId98"/>
    <p:sldId id="1935" r:id="rId99"/>
    <p:sldId id="1936" r:id="rId100"/>
    <p:sldId id="1937" r:id="rId101"/>
    <p:sldId id="1938" r:id="rId102"/>
    <p:sldId id="1939" r:id="rId103"/>
    <p:sldId id="1940" r:id="rId104"/>
    <p:sldId id="1941" r:id="rId105"/>
    <p:sldId id="1942" r:id="rId106"/>
    <p:sldId id="1943" r:id="rId107"/>
    <p:sldId id="1944" r:id="rId108"/>
    <p:sldId id="1945" r:id="rId109"/>
    <p:sldId id="1946" r:id="rId110"/>
    <p:sldId id="1947" r:id="rId111"/>
    <p:sldId id="1948" r:id="rId112"/>
    <p:sldId id="1949" r:id="rId113"/>
    <p:sldId id="1950" r:id="rId114"/>
    <p:sldId id="1951" r:id="rId115"/>
    <p:sldId id="1952" r:id="rId116"/>
    <p:sldId id="1953" r:id="rId117"/>
    <p:sldId id="1954" r:id="rId118"/>
    <p:sldId id="1986" r:id="rId119"/>
    <p:sldId id="1987" r:id="rId120"/>
    <p:sldId id="1988" r:id="rId121"/>
    <p:sldId id="1989" r:id="rId122"/>
    <p:sldId id="1990" r:id="rId123"/>
    <p:sldId id="1991" r:id="rId124"/>
    <p:sldId id="1992" r:id="rId125"/>
    <p:sldId id="1993" r:id="rId126"/>
    <p:sldId id="1994" r:id="rId127"/>
    <p:sldId id="1995" r:id="rId128"/>
    <p:sldId id="1996" r:id="rId129"/>
    <p:sldId id="1997" r:id="rId130"/>
    <p:sldId id="1998" r:id="rId131"/>
    <p:sldId id="1999" r:id="rId132"/>
    <p:sldId id="2000" r:id="rId133"/>
    <p:sldId id="2001" r:id="rId134"/>
    <p:sldId id="2002" r:id="rId135"/>
    <p:sldId id="2003" r:id="rId136"/>
    <p:sldId id="2004" r:id="rId137"/>
    <p:sldId id="2005" r:id="rId138"/>
    <p:sldId id="2006" r:id="rId139"/>
    <p:sldId id="2007" r:id="rId140"/>
    <p:sldId id="2008" r:id="rId141"/>
    <p:sldId id="2009" r:id="rId142"/>
    <p:sldId id="2010" r:id="rId143"/>
    <p:sldId id="2011" r:id="rId144"/>
    <p:sldId id="2012" r:id="rId145"/>
    <p:sldId id="2013" r:id="rId146"/>
    <p:sldId id="2014" r:id="rId147"/>
    <p:sldId id="2015" r:id="rId148"/>
    <p:sldId id="2016" r:id="rId149"/>
    <p:sldId id="2017" r:id="rId150"/>
    <p:sldId id="2018" r:id="rId151"/>
    <p:sldId id="2019" r:id="rId152"/>
    <p:sldId id="2020" r:id="rId153"/>
    <p:sldId id="2021" r:id="rId154"/>
    <p:sldId id="2022" r:id="rId155"/>
    <p:sldId id="2023" r:id="rId156"/>
    <p:sldId id="2024" r:id="rId157"/>
    <p:sldId id="2025" r:id="rId158"/>
    <p:sldId id="2026" r:id="rId159"/>
    <p:sldId id="2027" r:id="rId160"/>
    <p:sldId id="2028" r:id="rId161"/>
    <p:sldId id="2029" r:id="rId162"/>
    <p:sldId id="2030" r:id="rId163"/>
    <p:sldId id="2031" r:id="rId164"/>
    <p:sldId id="2032" r:id="rId165"/>
    <p:sldId id="2033" r:id="rId166"/>
    <p:sldId id="2034" r:id="rId167"/>
    <p:sldId id="2035" r:id="rId168"/>
    <p:sldId id="2036" r:id="rId169"/>
    <p:sldId id="2037" r:id="rId170"/>
    <p:sldId id="2038" r:id="rId171"/>
    <p:sldId id="2039" r:id="rId172"/>
    <p:sldId id="2040" r:id="rId173"/>
    <p:sldId id="2041" r:id="rId174"/>
    <p:sldId id="2042" r:id="rId175"/>
    <p:sldId id="2043" r:id="rId176"/>
    <p:sldId id="2044" r:id="rId177"/>
    <p:sldId id="2045" r:id="rId178"/>
    <p:sldId id="2046" r:id="rId179"/>
    <p:sldId id="2047" r:id="rId180"/>
    <p:sldId id="2048" r:id="rId181"/>
    <p:sldId id="2049" r:id="rId182"/>
    <p:sldId id="2050" r:id="rId183"/>
    <p:sldId id="2051" r:id="rId184"/>
    <p:sldId id="2052" r:id="rId185"/>
    <p:sldId id="2053" r:id="rId186"/>
    <p:sldId id="2054" r:id="rId187"/>
    <p:sldId id="2055" r:id="rId188"/>
    <p:sldId id="2056" r:id="rId189"/>
    <p:sldId id="2057" r:id="rId190"/>
    <p:sldId id="2058" r:id="rId191"/>
    <p:sldId id="2059" r:id="rId192"/>
    <p:sldId id="2060" r:id="rId193"/>
    <p:sldId id="2061" r:id="rId194"/>
    <p:sldId id="2062" r:id="rId195"/>
    <p:sldId id="2063" r:id="rId196"/>
    <p:sldId id="2064" r:id="rId197"/>
    <p:sldId id="2065" r:id="rId198"/>
    <p:sldId id="2066" r:id="rId199"/>
    <p:sldId id="2067" r:id="rId200"/>
    <p:sldId id="2068" r:id="rId201"/>
    <p:sldId id="2069" r:id="rId202"/>
    <p:sldId id="2070" r:id="rId203"/>
    <p:sldId id="2071" r:id="rId204"/>
    <p:sldId id="2072" r:id="rId205"/>
    <p:sldId id="2073" r:id="rId206"/>
    <p:sldId id="2074" r:id="rId207"/>
    <p:sldId id="2075" r:id="rId208"/>
    <p:sldId id="2076" r:id="rId209"/>
    <p:sldId id="2077" r:id="rId210"/>
    <p:sldId id="2078" r:id="rId211"/>
    <p:sldId id="2079" r:id="rId212"/>
    <p:sldId id="2080" r:id="rId213"/>
    <p:sldId id="2081" r:id="rId214"/>
    <p:sldId id="2082" r:id="rId215"/>
    <p:sldId id="2083" r:id="rId216"/>
    <p:sldId id="2084" r:id="rId217"/>
    <p:sldId id="2085" r:id="rId218"/>
    <p:sldId id="2086" r:id="rId219"/>
    <p:sldId id="2087" r:id="rId220"/>
    <p:sldId id="2088" r:id="rId221"/>
    <p:sldId id="2089" r:id="rId222"/>
    <p:sldId id="2090" r:id="rId223"/>
    <p:sldId id="2091" r:id="rId224"/>
    <p:sldId id="2092" r:id="rId225"/>
    <p:sldId id="2093" r:id="rId226"/>
    <p:sldId id="2094" r:id="rId227"/>
    <p:sldId id="2095" r:id="rId228"/>
    <p:sldId id="2096" r:id="rId229"/>
    <p:sldId id="2097" r:id="rId230"/>
    <p:sldId id="2098" r:id="rId231"/>
    <p:sldId id="2099" r:id="rId232"/>
    <p:sldId id="2100" r:id="rId233"/>
    <p:sldId id="2101" r:id="rId234"/>
    <p:sldId id="2102" r:id="rId235"/>
    <p:sldId id="2103" r:id="rId236"/>
    <p:sldId id="2104" r:id="rId237"/>
    <p:sldId id="2105" r:id="rId238"/>
    <p:sldId id="2106" r:id="rId239"/>
    <p:sldId id="2107" r:id="rId240"/>
    <p:sldId id="2108" r:id="rId241"/>
    <p:sldId id="2109" r:id="rId242"/>
    <p:sldId id="2110" r:id="rId243"/>
    <p:sldId id="2111" r:id="rId244"/>
    <p:sldId id="2112" r:id="rId245"/>
    <p:sldId id="2113" r:id="rId246"/>
    <p:sldId id="2114" r:id="rId247"/>
    <p:sldId id="2115" r:id="rId248"/>
    <p:sldId id="2116" r:id="rId249"/>
    <p:sldId id="2117" r:id="rId250"/>
    <p:sldId id="2118" r:id="rId251"/>
    <p:sldId id="2119" r:id="rId252"/>
    <p:sldId id="2120" r:id="rId253"/>
    <p:sldId id="2121" r:id="rId254"/>
    <p:sldId id="2122" r:id="rId255"/>
    <p:sldId id="2123" r:id="rId256"/>
    <p:sldId id="2124" r:id="rId257"/>
    <p:sldId id="2125" r:id="rId258"/>
    <p:sldId id="2126" r:id="rId259"/>
    <p:sldId id="2127" r:id="rId260"/>
    <p:sldId id="2128" r:id="rId261"/>
    <p:sldId id="2129" r:id="rId262"/>
    <p:sldId id="2130" r:id="rId263"/>
    <p:sldId id="2131" r:id="rId264"/>
    <p:sldId id="2132" r:id="rId265"/>
    <p:sldId id="2133" r:id="rId266"/>
    <p:sldId id="2134" r:id="rId267"/>
    <p:sldId id="2135" r:id="rId268"/>
    <p:sldId id="2136" r:id="rId269"/>
    <p:sldId id="2137" r:id="rId270"/>
    <p:sldId id="2138" r:id="rId271"/>
    <p:sldId id="2139" r:id="rId272"/>
    <p:sldId id="2140" r:id="rId273"/>
    <p:sldId id="2141" r:id="rId274"/>
    <p:sldId id="2142" r:id="rId275"/>
    <p:sldId id="2143" r:id="rId276"/>
    <p:sldId id="2144" r:id="rId277"/>
    <p:sldId id="2145" r:id="rId278"/>
    <p:sldId id="2146" r:id="rId279"/>
    <p:sldId id="2147" r:id="rId280"/>
    <p:sldId id="2148" r:id="rId281"/>
    <p:sldId id="2149" r:id="rId282"/>
    <p:sldId id="2150" r:id="rId283"/>
    <p:sldId id="2151" r:id="rId284"/>
    <p:sldId id="2152" r:id="rId285"/>
    <p:sldId id="2153" r:id="rId286"/>
    <p:sldId id="2154" r:id="rId287"/>
    <p:sldId id="2155" r:id="rId288"/>
    <p:sldId id="2156" r:id="rId289"/>
    <p:sldId id="2157" r:id="rId290"/>
    <p:sldId id="2158" r:id="rId291"/>
    <p:sldId id="2159" r:id="rId292"/>
    <p:sldId id="2160" r:id="rId293"/>
    <p:sldId id="2161" r:id="rId294"/>
    <p:sldId id="2162" r:id="rId295"/>
    <p:sldId id="2163" r:id="rId296"/>
    <p:sldId id="2164" r:id="rId297"/>
    <p:sldId id="2165" r:id="rId298"/>
    <p:sldId id="2166" r:id="rId299"/>
    <p:sldId id="2167" r:id="rId300"/>
    <p:sldId id="2168" r:id="rId301"/>
    <p:sldId id="2169" r:id="rId302"/>
    <p:sldId id="2170" r:id="rId303"/>
    <p:sldId id="2171" r:id="rId304"/>
    <p:sldId id="2172" r:id="rId305"/>
    <p:sldId id="2173" r:id="rId306"/>
    <p:sldId id="2174" r:id="rId307"/>
    <p:sldId id="2175" r:id="rId308"/>
    <p:sldId id="2176" r:id="rId309"/>
    <p:sldId id="2177" r:id="rId310"/>
    <p:sldId id="2178" r:id="rId311"/>
    <p:sldId id="2179" r:id="rId312"/>
    <p:sldId id="2180" r:id="rId313"/>
    <p:sldId id="2181" r:id="rId314"/>
    <p:sldId id="2182" r:id="rId315"/>
    <p:sldId id="2183" r:id="rId316"/>
    <p:sldId id="2184" r:id="rId317"/>
    <p:sldId id="2185" r:id="rId318"/>
    <p:sldId id="2186" r:id="rId319"/>
    <p:sldId id="2187" r:id="rId320"/>
    <p:sldId id="2188" r:id="rId321"/>
    <p:sldId id="2189" r:id="rId322"/>
    <p:sldId id="2190" r:id="rId323"/>
    <p:sldId id="2191" r:id="rId324"/>
    <p:sldId id="2192" r:id="rId325"/>
    <p:sldId id="2193" r:id="rId326"/>
    <p:sldId id="1955" r:id="rId327"/>
    <p:sldId id="1956" r:id="rId328"/>
    <p:sldId id="1957" r:id="rId329"/>
    <p:sldId id="1958" r:id="rId330"/>
    <p:sldId id="1959" r:id="rId331"/>
    <p:sldId id="1960" r:id="rId332"/>
    <p:sldId id="1961" r:id="rId333"/>
    <p:sldId id="1962" r:id="rId334"/>
    <p:sldId id="1963" r:id="rId335"/>
    <p:sldId id="1964" r:id="rId336"/>
    <p:sldId id="1965" r:id="rId337"/>
    <p:sldId id="1966" r:id="rId338"/>
    <p:sldId id="1967" r:id="rId339"/>
    <p:sldId id="1968" r:id="rId340"/>
    <p:sldId id="1969" r:id="rId341"/>
    <p:sldId id="1970" r:id="rId342"/>
    <p:sldId id="1971" r:id="rId343"/>
    <p:sldId id="1972" r:id="rId344"/>
    <p:sldId id="1973" r:id="rId345"/>
    <p:sldId id="1974" r:id="rId346"/>
    <p:sldId id="1975" r:id="rId347"/>
    <p:sldId id="1976" r:id="rId348"/>
    <p:sldId id="1977" r:id="rId349"/>
    <p:sldId id="1978" r:id="rId350"/>
    <p:sldId id="1979" r:id="rId351"/>
    <p:sldId id="1980" r:id="rId352"/>
    <p:sldId id="1981" r:id="rId353"/>
    <p:sldId id="1982" r:id="rId354"/>
    <p:sldId id="1983" r:id="rId355"/>
    <p:sldId id="1984" r:id="rId356"/>
    <p:sldId id="1985" r:id="rId357"/>
    <p:sldId id="1683" r:id="rId358"/>
    <p:sldId id="1682" r:id="rId359"/>
    <p:sldId id="1703" r:id="rId360"/>
    <p:sldId id="1714" r:id="rId361"/>
    <p:sldId id="1725" r:id="rId362"/>
    <p:sldId id="1724" r:id="rId363"/>
    <p:sldId id="1723" r:id="rId364"/>
    <p:sldId id="1722" r:id="rId365"/>
    <p:sldId id="1721" r:id="rId366"/>
    <p:sldId id="1720" r:id="rId367"/>
    <p:sldId id="1719" r:id="rId368"/>
    <p:sldId id="1718" r:id="rId369"/>
    <p:sldId id="1717" r:id="rId370"/>
    <p:sldId id="1716" r:id="rId371"/>
    <p:sldId id="1715" r:id="rId372"/>
    <p:sldId id="1736" r:id="rId373"/>
    <p:sldId id="1735" r:id="rId374"/>
    <p:sldId id="1734" r:id="rId375"/>
    <p:sldId id="1733" r:id="rId376"/>
    <p:sldId id="1732" r:id="rId377"/>
    <p:sldId id="1731" r:id="rId378"/>
    <p:sldId id="1730" r:id="rId379"/>
    <p:sldId id="1729" r:id="rId380"/>
    <p:sldId id="1728" r:id="rId381"/>
    <p:sldId id="1727" r:id="rId382"/>
    <p:sldId id="1726" r:id="rId383"/>
    <p:sldId id="1747" r:id="rId384"/>
    <p:sldId id="1746" r:id="rId385"/>
    <p:sldId id="1745" r:id="rId386"/>
    <p:sldId id="1744" r:id="rId387"/>
    <p:sldId id="1743" r:id="rId388"/>
    <p:sldId id="1742" r:id="rId389"/>
    <p:sldId id="1741" r:id="rId390"/>
    <p:sldId id="1740" r:id="rId391"/>
    <p:sldId id="1739" r:id="rId392"/>
    <p:sldId id="1738" r:id="rId393"/>
    <p:sldId id="1737" r:id="rId394"/>
    <p:sldId id="1758" r:id="rId395"/>
    <p:sldId id="1757" r:id="rId396"/>
    <p:sldId id="1756" r:id="rId397"/>
    <p:sldId id="1755" r:id="rId398"/>
    <p:sldId id="1754" r:id="rId399"/>
    <p:sldId id="1753" r:id="rId400"/>
    <p:sldId id="1752" r:id="rId401"/>
    <p:sldId id="1751" r:id="rId402"/>
    <p:sldId id="1750" r:id="rId403"/>
    <p:sldId id="1749" r:id="rId404"/>
    <p:sldId id="1748" r:id="rId405"/>
    <p:sldId id="1769" r:id="rId406"/>
    <p:sldId id="1768" r:id="rId407"/>
    <p:sldId id="1767" r:id="rId408"/>
    <p:sldId id="1766" r:id="rId409"/>
    <p:sldId id="1765" r:id="rId410"/>
    <p:sldId id="1764" r:id="rId411"/>
    <p:sldId id="1763" r:id="rId412"/>
    <p:sldId id="1762" r:id="rId413"/>
    <p:sldId id="1761" r:id="rId414"/>
    <p:sldId id="1760" r:id="rId415"/>
    <p:sldId id="1759" r:id="rId416"/>
    <p:sldId id="1780" r:id="rId417"/>
    <p:sldId id="1779" r:id="rId418"/>
    <p:sldId id="1778" r:id="rId419"/>
    <p:sldId id="1777" r:id="rId420"/>
    <p:sldId id="1776" r:id="rId421"/>
    <p:sldId id="1775" r:id="rId422"/>
    <p:sldId id="1774" r:id="rId423"/>
    <p:sldId id="1773" r:id="rId424"/>
    <p:sldId id="1772" r:id="rId425"/>
    <p:sldId id="1771" r:id="rId426"/>
    <p:sldId id="1770" r:id="rId427"/>
    <p:sldId id="1791" r:id="rId428"/>
    <p:sldId id="1802" r:id="rId429"/>
    <p:sldId id="1813" r:id="rId430"/>
    <p:sldId id="1824" r:id="rId431"/>
    <p:sldId id="1823" r:id="rId432"/>
    <p:sldId id="1822" r:id="rId433"/>
    <p:sldId id="1821" r:id="rId434"/>
    <p:sldId id="1820" r:id="rId435"/>
    <p:sldId id="1819" r:id="rId436"/>
    <p:sldId id="1818" r:id="rId437"/>
    <p:sldId id="1817" r:id="rId438"/>
    <p:sldId id="1816" r:id="rId439"/>
    <p:sldId id="1815" r:id="rId440"/>
    <p:sldId id="1814" r:id="rId441"/>
    <p:sldId id="1835" r:id="rId442"/>
    <p:sldId id="1834" r:id="rId443"/>
    <p:sldId id="1833" r:id="rId444"/>
    <p:sldId id="1832" r:id="rId445"/>
    <p:sldId id="1831" r:id="rId446"/>
    <p:sldId id="1830" r:id="rId447"/>
    <p:sldId id="1829" r:id="rId448"/>
    <p:sldId id="1828" r:id="rId449"/>
    <p:sldId id="1827" r:id="rId450"/>
    <p:sldId id="1826" r:id="rId451"/>
    <p:sldId id="1825" r:id="rId452"/>
    <p:sldId id="1846" r:id="rId453"/>
    <p:sldId id="1845" r:id="rId454"/>
    <p:sldId id="1844" r:id="rId455"/>
    <p:sldId id="1843" r:id="rId456"/>
    <p:sldId id="1842" r:id="rId457"/>
    <p:sldId id="1841" r:id="rId458"/>
    <p:sldId id="1840" r:id="rId459"/>
    <p:sldId id="1839" r:id="rId460"/>
    <p:sldId id="1838" r:id="rId461"/>
    <p:sldId id="1855" r:id="rId462"/>
    <p:sldId id="1854" r:id="rId463"/>
    <p:sldId id="1853" r:id="rId464"/>
    <p:sldId id="1852" r:id="rId465"/>
    <p:sldId id="1851" r:id="rId466"/>
    <p:sldId id="1850" r:id="rId467"/>
    <p:sldId id="1849" r:id="rId468"/>
    <p:sldId id="1848" r:id="rId469"/>
    <p:sldId id="1847" r:id="rId470"/>
    <p:sldId id="1837" r:id="rId471"/>
    <p:sldId id="1836" r:id="rId472"/>
    <p:sldId id="1812" r:id="rId473"/>
    <p:sldId id="1811" r:id="rId474"/>
    <p:sldId id="1810" r:id="rId475"/>
    <p:sldId id="1809" r:id="rId476"/>
    <p:sldId id="1808" r:id="rId477"/>
    <p:sldId id="1807" r:id="rId478"/>
    <p:sldId id="1806" r:id="rId479"/>
    <p:sldId id="1805" r:id="rId480"/>
    <p:sldId id="1804" r:id="rId481"/>
    <p:sldId id="1803" r:id="rId482"/>
    <p:sldId id="1801" r:id="rId483"/>
    <p:sldId id="1800" r:id="rId484"/>
    <p:sldId id="1799" r:id="rId485"/>
    <p:sldId id="1798" r:id="rId486"/>
    <p:sldId id="1797" r:id="rId487"/>
    <p:sldId id="1796" r:id="rId488"/>
    <p:sldId id="1795" r:id="rId489"/>
    <p:sldId id="1794" r:id="rId490"/>
    <p:sldId id="1793" r:id="rId491"/>
    <p:sldId id="1792" r:id="rId492"/>
    <p:sldId id="1790" r:id="rId493"/>
    <p:sldId id="1789" r:id="rId494"/>
    <p:sldId id="1788" r:id="rId495"/>
    <p:sldId id="1787" r:id="rId496"/>
    <p:sldId id="1786" r:id="rId497"/>
    <p:sldId id="1785" r:id="rId498"/>
    <p:sldId id="1784" r:id="rId499"/>
    <p:sldId id="1783" r:id="rId500"/>
    <p:sldId id="1782" r:id="rId501"/>
    <p:sldId id="1781" r:id="rId502"/>
    <p:sldId id="1713" r:id="rId503"/>
    <p:sldId id="1712" r:id="rId504"/>
    <p:sldId id="1711" r:id="rId505"/>
    <p:sldId id="1710" r:id="rId506"/>
    <p:sldId id="1709" r:id="rId507"/>
    <p:sldId id="1708" r:id="rId508"/>
    <p:sldId id="1707" r:id="rId509"/>
    <p:sldId id="1706" r:id="rId510"/>
    <p:sldId id="1705" r:id="rId511"/>
    <p:sldId id="1704" r:id="rId512"/>
    <p:sldId id="1702" r:id="rId513"/>
    <p:sldId id="1701" r:id="rId514"/>
    <p:sldId id="1700" r:id="rId515"/>
    <p:sldId id="1699" r:id="rId516"/>
    <p:sldId id="1698" r:id="rId517"/>
    <p:sldId id="1697" r:id="rId518"/>
    <p:sldId id="1696" r:id="rId519"/>
    <p:sldId id="1695" r:id="rId520"/>
    <p:sldId id="1694" r:id="rId521"/>
    <p:sldId id="1693" r:id="rId522"/>
    <p:sldId id="1681" r:id="rId523"/>
    <p:sldId id="1680" r:id="rId524"/>
    <p:sldId id="1679" r:id="rId525"/>
    <p:sldId id="1678" r:id="rId526"/>
    <p:sldId id="1677" r:id="rId527"/>
    <p:sldId id="1676" r:id="rId528"/>
    <p:sldId id="1674" r:id="rId529"/>
    <p:sldId id="1673" r:id="rId530"/>
    <p:sldId id="1672" r:id="rId531"/>
    <p:sldId id="1671" r:id="rId532"/>
    <p:sldId id="1670" r:id="rId533"/>
    <p:sldId id="1669" r:id="rId534"/>
    <p:sldId id="1668" r:id="rId535"/>
    <p:sldId id="1667" r:id="rId536"/>
    <p:sldId id="1666" r:id="rId537"/>
    <p:sldId id="1665" r:id="rId538"/>
    <p:sldId id="1664" r:id="rId539"/>
    <p:sldId id="1663" r:id="rId540"/>
    <p:sldId id="1662" r:id="rId541"/>
    <p:sldId id="1661" r:id="rId542"/>
    <p:sldId id="1660" r:id="rId543"/>
    <p:sldId id="1659" r:id="rId544"/>
    <p:sldId id="1657" r:id="rId545"/>
    <p:sldId id="1656" r:id="rId546"/>
    <p:sldId id="1655" r:id="rId547"/>
    <p:sldId id="1654" r:id="rId548"/>
    <p:sldId id="1653" r:id="rId549"/>
    <p:sldId id="1652" r:id="rId550"/>
    <p:sldId id="1651" r:id="rId551"/>
    <p:sldId id="1650" r:id="rId552"/>
    <p:sldId id="1649" r:id="rId553"/>
    <p:sldId id="1648" r:id="rId554"/>
    <p:sldId id="1647" r:id="rId555"/>
    <p:sldId id="1646" r:id="rId556"/>
    <p:sldId id="1645" r:id="rId557"/>
    <p:sldId id="1644" r:id="rId558"/>
    <p:sldId id="1643" r:id="rId559"/>
    <p:sldId id="1642" r:id="rId560"/>
    <p:sldId id="1640" r:id="rId561"/>
    <p:sldId id="1639" r:id="rId562"/>
    <p:sldId id="1638" r:id="rId563"/>
    <p:sldId id="1637" r:id="rId564"/>
    <p:sldId id="1636" r:id="rId565"/>
    <p:sldId id="1635" r:id="rId566"/>
    <p:sldId id="1634" r:id="rId567"/>
    <p:sldId id="1633" r:id="rId568"/>
    <p:sldId id="1632" r:id="rId569"/>
    <p:sldId id="1631" r:id="rId570"/>
    <p:sldId id="1630" r:id="rId571"/>
    <p:sldId id="1629" r:id="rId572"/>
    <p:sldId id="1628" r:id="rId573"/>
    <p:sldId id="1627" r:id="rId574"/>
    <p:sldId id="1626" r:id="rId575"/>
    <p:sldId id="1625" r:id="rId576"/>
    <p:sldId id="1623" r:id="rId577"/>
    <p:sldId id="1622" r:id="rId578"/>
    <p:sldId id="1621" r:id="rId579"/>
    <p:sldId id="1620" r:id="rId580"/>
    <p:sldId id="1619" r:id="rId581"/>
    <p:sldId id="1618" r:id="rId582"/>
    <p:sldId id="1617" r:id="rId583"/>
    <p:sldId id="1616" r:id="rId584"/>
    <p:sldId id="1615" r:id="rId585"/>
    <p:sldId id="1614" r:id="rId586"/>
    <p:sldId id="1613" r:id="rId587"/>
    <p:sldId id="1612" r:id="rId588"/>
    <p:sldId id="1611" r:id="rId589"/>
    <p:sldId id="1610" r:id="rId590"/>
    <p:sldId id="1609" r:id="rId591"/>
    <p:sldId id="1608" r:id="rId592"/>
    <p:sldId id="1606" r:id="rId593"/>
    <p:sldId id="1605" r:id="rId594"/>
    <p:sldId id="1604" r:id="rId595"/>
    <p:sldId id="1603" r:id="rId596"/>
    <p:sldId id="1602" r:id="rId597"/>
    <p:sldId id="1601" r:id="rId598"/>
    <p:sldId id="1600" r:id="rId599"/>
    <p:sldId id="1599" r:id="rId600"/>
    <p:sldId id="1598" r:id="rId601"/>
    <p:sldId id="1597" r:id="rId602"/>
    <p:sldId id="1596" r:id="rId603"/>
    <p:sldId id="1595" r:id="rId604"/>
    <p:sldId id="1594" r:id="rId605"/>
    <p:sldId id="1593" r:id="rId606"/>
    <p:sldId id="1592" r:id="rId607"/>
    <p:sldId id="1591" r:id="rId608"/>
    <p:sldId id="993" r:id="rId609"/>
    <p:sldId id="1001" r:id="rId610"/>
    <p:sldId id="1000" r:id="rId611"/>
    <p:sldId id="999" r:id="rId612"/>
    <p:sldId id="998" r:id="rId613"/>
    <p:sldId id="1577" r:id="rId614"/>
    <p:sldId id="1583" r:id="rId615"/>
    <p:sldId id="1582" r:id="rId616"/>
    <p:sldId id="1581" r:id="rId617"/>
    <p:sldId id="1580" r:id="rId618"/>
    <p:sldId id="1579" r:id="rId619"/>
    <p:sldId id="1578" r:id="rId620"/>
    <p:sldId id="1589" r:id="rId621"/>
    <p:sldId id="1590" r:id="rId622"/>
    <p:sldId id="1588" r:id="rId623"/>
    <p:sldId id="1587" r:id="rId624"/>
    <p:sldId id="1586" r:id="rId625"/>
    <p:sldId id="1585" r:id="rId626"/>
    <p:sldId id="1584" r:id="rId627"/>
    <p:sldId id="1576" r:id="rId628"/>
    <p:sldId id="1575" r:id="rId629"/>
    <p:sldId id="1574" r:id="rId630"/>
    <p:sldId id="1573" r:id="rId631"/>
    <p:sldId id="1572" r:id="rId632"/>
    <p:sldId id="1529" r:id="rId633"/>
    <p:sldId id="1528" r:id="rId634"/>
    <p:sldId id="1527" r:id="rId635"/>
    <p:sldId id="1526" r:id="rId636"/>
    <p:sldId id="1525" r:id="rId637"/>
    <p:sldId id="1524" r:id="rId638"/>
    <p:sldId id="1535" r:id="rId639"/>
    <p:sldId id="1534" r:id="rId640"/>
    <p:sldId id="1533" r:id="rId641"/>
    <p:sldId id="1532" r:id="rId642"/>
    <p:sldId id="1531" r:id="rId643"/>
    <p:sldId id="1530" r:id="rId644"/>
    <p:sldId id="1541" r:id="rId645"/>
    <p:sldId id="1540" r:id="rId646"/>
    <p:sldId id="1539" r:id="rId647"/>
    <p:sldId id="1538" r:id="rId648"/>
    <p:sldId id="1537" r:id="rId649"/>
    <p:sldId id="1536" r:id="rId650"/>
    <p:sldId id="1547" r:id="rId651"/>
    <p:sldId id="1546" r:id="rId652"/>
    <p:sldId id="1545" r:id="rId653"/>
    <p:sldId id="1544" r:id="rId654"/>
    <p:sldId id="1543" r:id="rId655"/>
    <p:sldId id="1542" r:id="rId656"/>
    <p:sldId id="1553" r:id="rId657"/>
    <p:sldId id="1552" r:id="rId658"/>
    <p:sldId id="1551" r:id="rId659"/>
    <p:sldId id="1550" r:id="rId660"/>
    <p:sldId id="1549" r:id="rId661"/>
    <p:sldId id="1548" r:id="rId662"/>
    <p:sldId id="1559" r:id="rId663"/>
    <p:sldId id="1565" r:id="rId664"/>
    <p:sldId id="1564" r:id="rId665"/>
    <p:sldId id="1563" r:id="rId666"/>
    <p:sldId id="1562" r:id="rId667"/>
    <p:sldId id="1561" r:id="rId668"/>
    <p:sldId id="1560" r:id="rId669"/>
    <p:sldId id="1571" r:id="rId670"/>
    <p:sldId id="1570" r:id="rId671"/>
    <p:sldId id="1569" r:id="rId672"/>
    <p:sldId id="1568" r:id="rId673"/>
    <p:sldId id="1567" r:id="rId674"/>
    <p:sldId id="1566" r:id="rId675"/>
    <p:sldId id="1558" r:id="rId676"/>
    <p:sldId id="1557" r:id="rId677"/>
    <p:sldId id="1556" r:id="rId678"/>
    <p:sldId id="1555" r:id="rId679"/>
    <p:sldId id="1554" r:id="rId680"/>
    <p:sldId id="1497" r:id="rId681"/>
    <p:sldId id="1503" r:id="rId682"/>
    <p:sldId id="1509" r:id="rId683"/>
    <p:sldId id="1508" r:id="rId684"/>
    <p:sldId id="1507" r:id="rId685"/>
    <p:sldId id="1506" r:id="rId686"/>
    <p:sldId id="1505" r:id="rId687"/>
    <p:sldId id="1504" r:id="rId688"/>
    <p:sldId id="1502" r:id="rId689"/>
    <p:sldId id="1516" r:id="rId690"/>
    <p:sldId id="1523" r:id="rId691"/>
    <p:sldId id="1522" r:id="rId692"/>
    <p:sldId id="1521" r:id="rId693"/>
    <p:sldId id="1520" r:id="rId694"/>
    <p:sldId id="1519" r:id="rId695"/>
    <p:sldId id="1518" r:id="rId696"/>
    <p:sldId id="1517" r:id="rId697"/>
    <p:sldId id="1515" r:id="rId698"/>
    <p:sldId id="1514" r:id="rId699"/>
    <p:sldId id="1513" r:id="rId700"/>
    <p:sldId id="1512" r:id="rId701"/>
    <p:sldId id="1511" r:id="rId702"/>
    <p:sldId id="1510" r:id="rId703"/>
    <p:sldId id="1501" r:id="rId704"/>
    <p:sldId id="1500" r:id="rId705"/>
    <p:sldId id="1499" r:id="rId706"/>
    <p:sldId id="1498" r:id="rId707"/>
    <p:sldId id="1496" r:id="rId708"/>
    <p:sldId id="1495" r:id="rId709"/>
    <p:sldId id="1494" r:id="rId710"/>
    <p:sldId id="1493" r:id="rId711"/>
    <p:sldId id="1492" r:id="rId712"/>
    <p:sldId id="997" r:id="rId713"/>
    <p:sldId id="996" r:id="rId714"/>
    <p:sldId id="995" r:id="rId715"/>
    <p:sldId id="994" r:id="rId716"/>
    <p:sldId id="1009" r:id="rId717"/>
    <p:sldId id="1008" r:id="rId718"/>
    <p:sldId id="1007" r:id="rId719"/>
    <p:sldId id="1006" r:id="rId720"/>
    <p:sldId id="1005" r:id="rId721"/>
    <p:sldId id="1004" r:id="rId722"/>
    <p:sldId id="1003" r:id="rId723"/>
    <p:sldId id="1002" r:id="rId724"/>
    <p:sldId id="1017" r:id="rId725"/>
    <p:sldId id="1016" r:id="rId726"/>
    <p:sldId id="1015" r:id="rId727"/>
    <p:sldId id="1014" r:id="rId728"/>
    <p:sldId id="1013" r:id="rId729"/>
    <p:sldId id="1012" r:id="rId730"/>
    <p:sldId id="1011" r:id="rId731"/>
    <p:sldId id="1010" r:id="rId732"/>
    <p:sldId id="1025" r:id="rId733"/>
    <p:sldId id="1024" r:id="rId734"/>
    <p:sldId id="1023" r:id="rId735"/>
    <p:sldId id="1022" r:id="rId736"/>
    <p:sldId id="1021" r:id="rId737"/>
    <p:sldId id="1020" r:id="rId738"/>
    <p:sldId id="1019" r:id="rId739"/>
    <p:sldId id="1018" r:id="rId740"/>
    <p:sldId id="1033" r:id="rId741"/>
    <p:sldId id="1032" r:id="rId742"/>
    <p:sldId id="1031" r:id="rId743"/>
    <p:sldId id="1030" r:id="rId744"/>
    <p:sldId id="1029" r:id="rId745"/>
    <p:sldId id="1028" r:id="rId746"/>
    <p:sldId id="1027" r:id="rId747"/>
    <p:sldId id="1026" r:id="rId748"/>
    <p:sldId id="1041" r:id="rId749"/>
    <p:sldId id="1040" r:id="rId750"/>
    <p:sldId id="1039" r:id="rId751"/>
    <p:sldId id="1038" r:id="rId752"/>
    <p:sldId id="1037" r:id="rId753"/>
    <p:sldId id="1036" r:id="rId754"/>
    <p:sldId id="1047" r:id="rId755"/>
    <p:sldId id="1046" r:id="rId756"/>
    <p:sldId id="1045" r:id="rId757"/>
    <p:sldId id="1044" r:id="rId758"/>
    <p:sldId id="1043" r:id="rId759"/>
    <p:sldId id="1042" r:id="rId760"/>
    <p:sldId id="1053" r:id="rId761"/>
    <p:sldId id="1052" r:id="rId762"/>
    <p:sldId id="1051" r:id="rId763"/>
    <p:sldId id="1050" r:id="rId764"/>
    <p:sldId id="1049" r:id="rId765"/>
    <p:sldId id="1048" r:id="rId766"/>
    <p:sldId id="1059" r:id="rId767"/>
    <p:sldId id="1058" r:id="rId768"/>
    <p:sldId id="1057" r:id="rId769"/>
    <p:sldId id="1056" r:id="rId770"/>
    <p:sldId id="1055" r:id="rId771"/>
    <p:sldId id="1054" r:id="rId772"/>
    <p:sldId id="1065" r:id="rId773"/>
    <p:sldId id="1064" r:id="rId774"/>
    <p:sldId id="1063" r:id="rId775"/>
    <p:sldId id="1062" r:id="rId776"/>
    <p:sldId id="1061" r:id="rId777"/>
    <p:sldId id="1060" r:id="rId778"/>
    <p:sldId id="1071" r:id="rId779"/>
    <p:sldId id="1070" r:id="rId780"/>
    <p:sldId id="1069" r:id="rId781"/>
    <p:sldId id="1068" r:id="rId782"/>
    <p:sldId id="1067" r:id="rId783"/>
    <p:sldId id="1066" r:id="rId784"/>
    <p:sldId id="1077" r:id="rId785"/>
    <p:sldId id="1076" r:id="rId786"/>
    <p:sldId id="1075" r:id="rId787"/>
    <p:sldId id="1074" r:id="rId788"/>
    <p:sldId id="1073" r:id="rId789"/>
    <p:sldId id="1072" r:id="rId790"/>
    <p:sldId id="1083" r:id="rId791"/>
    <p:sldId id="1082" r:id="rId792"/>
    <p:sldId id="1081" r:id="rId793"/>
    <p:sldId id="1080" r:id="rId794"/>
    <p:sldId id="1079" r:id="rId795"/>
    <p:sldId id="1078" r:id="rId796"/>
    <p:sldId id="1089" r:id="rId797"/>
    <p:sldId id="1088" r:id="rId798"/>
    <p:sldId id="1087" r:id="rId799"/>
    <p:sldId id="1086" r:id="rId800"/>
    <p:sldId id="1085" r:id="rId801"/>
    <p:sldId id="1084" r:id="rId802"/>
    <p:sldId id="1095" r:id="rId803"/>
    <p:sldId id="1094" r:id="rId804"/>
    <p:sldId id="1093" r:id="rId805"/>
    <p:sldId id="1092" r:id="rId806"/>
    <p:sldId id="1091" r:id="rId807"/>
    <p:sldId id="1090" r:id="rId808"/>
    <p:sldId id="1101" r:id="rId809"/>
    <p:sldId id="1100" r:id="rId810"/>
    <p:sldId id="1099" r:id="rId811"/>
    <p:sldId id="1098" r:id="rId812"/>
    <p:sldId id="1097" r:id="rId813"/>
    <p:sldId id="1096" r:id="rId814"/>
    <p:sldId id="1107" r:id="rId815"/>
    <p:sldId id="1113" r:id="rId816"/>
    <p:sldId id="1112" r:id="rId817"/>
    <p:sldId id="1111" r:id="rId818"/>
    <p:sldId id="1110" r:id="rId819"/>
    <p:sldId id="1109" r:id="rId820"/>
    <p:sldId id="1108" r:id="rId821"/>
    <p:sldId id="1119" r:id="rId822"/>
    <p:sldId id="1118" r:id="rId823"/>
    <p:sldId id="1117" r:id="rId824"/>
    <p:sldId id="1116" r:id="rId825"/>
    <p:sldId id="1115" r:id="rId826"/>
    <p:sldId id="1114" r:id="rId827"/>
    <p:sldId id="1125" r:id="rId828"/>
    <p:sldId id="1131" r:id="rId829"/>
    <p:sldId id="1130" r:id="rId830"/>
    <p:sldId id="1129" r:id="rId831"/>
    <p:sldId id="1128" r:id="rId832"/>
    <p:sldId id="1127" r:id="rId833"/>
    <p:sldId id="1126" r:id="rId834"/>
    <p:sldId id="1137" r:id="rId835"/>
    <p:sldId id="1136" r:id="rId836"/>
    <p:sldId id="1135" r:id="rId837"/>
    <p:sldId id="1134" r:id="rId838"/>
    <p:sldId id="1133" r:id="rId839"/>
    <p:sldId id="1132" r:id="rId840"/>
    <p:sldId id="1143" r:id="rId841"/>
    <p:sldId id="1142" r:id="rId842"/>
    <p:sldId id="1141" r:id="rId843"/>
    <p:sldId id="1140" r:id="rId844"/>
    <p:sldId id="1139" r:id="rId845"/>
    <p:sldId id="1138" r:id="rId846"/>
    <p:sldId id="1149" r:id="rId847"/>
    <p:sldId id="1148" r:id="rId848"/>
    <p:sldId id="1147" r:id="rId849"/>
    <p:sldId id="1146" r:id="rId850"/>
    <p:sldId id="1145" r:id="rId851"/>
    <p:sldId id="1144" r:id="rId852"/>
    <p:sldId id="1155" r:id="rId853"/>
    <p:sldId id="1154" r:id="rId854"/>
    <p:sldId id="1153" r:id="rId855"/>
    <p:sldId id="1152" r:id="rId856"/>
    <p:sldId id="1151" r:id="rId857"/>
    <p:sldId id="1150" r:id="rId858"/>
    <p:sldId id="1161" r:id="rId859"/>
    <p:sldId id="1160" r:id="rId860"/>
    <p:sldId id="1159" r:id="rId861"/>
    <p:sldId id="1158" r:id="rId862"/>
    <p:sldId id="1157" r:id="rId863"/>
    <p:sldId id="1156" r:id="rId864"/>
    <p:sldId id="1167" r:id="rId865"/>
    <p:sldId id="1166" r:id="rId866"/>
    <p:sldId id="1165" r:id="rId867"/>
    <p:sldId id="1164" r:id="rId868"/>
    <p:sldId id="1163" r:id="rId869"/>
    <p:sldId id="1162" r:id="rId870"/>
    <p:sldId id="1173" r:id="rId871"/>
    <p:sldId id="1179" r:id="rId872"/>
    <p:sldId id="1178" r:id="rId873"/>
    <p:sldId id="1177" r:id="rId874"/>
    <p:sldId id="1176" r:id="rId875"/>
    <p:sldId id="1175" r:id="rId876"/>
    <p:sldId id="1174" r:id="rId877"/>
    <p:sldId id="1185" r:id="rId878"/>
    <p:sldId id="1184" r:id="rId879"/>
    <p:sldId id="1183" r:id="rId880"/>
    <p:sldId id="1182" r:id="rId881"/>
    <p:sldId id="1181" r:id="rId882"/>
    <p:sldId id="1180" r:id="rId883"/>
    <p:sldId id="1191" r:id="rId884"/>
    <p:sldId id="1190" r:id="rId885"/>
    <p:sldId id="1189" r:id="rId886"/>
    <p:sldId id="1188" r:id="rId887"/>
    <p:sldId id="1187" r:id="rId888"/>
    <p:sldId id="1186" r:id="rId889"/>
    <p:sldId id="1197" r:id="rId890"/>
    <p:sldId id="1196" r:id="rId891"/>
    <p:sldId id="1195" r:id="rId892"/>
    <p:sldId id="1194" r:id="rId893"/>
    <p:sldId id="1193" r:id="rId894"/>
    <p:sldId id="1192" r:id="rId895"/>
    <p:sldId id="1203" r:id="rId896"/>
    <p:sldId id="1202" r:id="rId897"/>
    <p:sldId id="1201" r:id="rId898"/>
    <p:sldId id="1200" r:id="rId899"/>
    <p:sldId id="1199" r:id="rId900"/>
    <p:sldId id="1198" r:id="rId901"/>
    <p:sldId id="1209" r:id="rId902"/>
    <p:sldId id="1208" r:id="rId903"/>
    <p:sldId id="1207" r:id="rId904"/>
    <p:sldId id="1206" r:id="rId905"/>
    <p:sldId id="1205" r:id="rId906"/>
    <p:sldId id="1204" r:id="rId907"/>
    <p:sldId id="1215" r:id="rId908"/>
    <p:sldId id="1214" r:id="rId909"/>
    <p:sldId id="1213" r:id="rId910"/>
    <p:sldId id="1212" r:id="rId911"/>
    <p:sldId id="1211" r:id="rId912"/>
    <p:sldId id="1210" r:id="rId913"/>
    <p:sldId id="1221" r:id="rId914"/>
    <p:sldId id="1220" r:id="rId915"/>
    <p:sldId id="1219" r:id="rId916"/>
    <p:sldId id="1218" r:id="rId917"/>
    <p:sldId id="1217" r:id="rId918"/>
    <p:sldId id="1216" r:id="rId919"/>
    <p:sldId id="1227" r:id="rId920"/>
    <p:sldId id="1226" r:id="rId921"/>
    <p:sldId id="1225" r:id="rId922"/>
    <p:sldId id="1224" r:id="rId923"/>
    <p:sldId id="1223" r:id="rId924"/>
    <p:sldId id="1222" r:id="rId925"/>
    <p:sldId id="1233" r:id="rId926"/>
    <p:sldId id="1232" r:id="rId927"/>
    <p:sldId id="1231" r:id="rId928"/>
    <p:sldId id="1230" r:id="rId929"/>
    <p:sldId id="1229" r:id="rId930"/>
    <p:sldId id="1228" r:id="rId931"/>
    <p:sldId id="1239" r:id="rId932"/>
    <p:sldId id="1245" r:id="rId933"/>
    <p:sldId id="1251" r:id="rId934"/>
    <p:sldId id="1250" r:id="rId935"/>
    <p:sldId id="1249" r:id="rId936"/>
    <p:sldId id="1248" r:id="rId937"/>
    <p:sldId id="1247" r:id="rId938"/>
    <p:sldId id="1246" r:id="rId939"/>
    <p:sldId id="1257" r:id="rId940"/>
    <p:sldId id="1256" r:id="rId941"/>
    <p:sldId id="1255" r:id="rId942"/>
    <p:sldId id="1254" r:id="rId943"/>
    <p:sldId id="1253" r:id="rId944"/>
    <p:sldId id="1252" r:id="rId945"/>
    <p:sldId id="1263" r:id="rId946"/>
    <p:sldId id="1262" r:id="rId947"/>
    <p:sldId id="1261" r:id="rId948"/>
    <p:sldId id="1260" r:id="rId949"/>
    <p:sldId id="1259" r:id="rId950"/>
    <p:sldId id="1258" r:id="rId951"/>
    <p:sldId id="1269" r:id="rId952"/>
    <p:sldId id="1268" r:id="rId953"/>
    <p:sldId id="1267" r:id="rId954"/>
    <p:sldId id="1266" r:id="rId955"/>
    <p:sldId id="1265" r:id="rId956"/>
    <p:sldId id="1264" r:id="rId957"/>
    <p:sldId id="1275" r:id="rId958"/>
    <p:sldId id="1274" r:id="rId959"/>
    <p:sldId id="1273" r:id="rId960"/>
    <p:sldId id="1272" r:id="rId961"/>
    <p:sldId id="1271" r:id="rId962"/>
    <p:sldId id="1270" r:id="rId963"/>
    <p:sldId id="1281" r:id="rId964"/>
    <p:sldId id="1280" r:id="rId965"/>
    <p:sldId id="1279" r:id="rId966"/>
    <p:sldId id="1278" r:id="rId967"/>
    <p:sldId id="1277" r:id="rId968"/>
    <p:sldId id="1276" r:id="rId969"/>
    <p:sldId id="1287" r:id="rId970"/>
    <p:sldId id="1286" r:id="rId971"/>
    <p:sldId id="1285" r:id="rId972"/>
    <p:sldId id="1284" r:id="rId973"/>
    <p:sldId id="1283" r:id="rId974"/>
    <p:sldId id="1282" r:id="rId975"/>
    <p:sldId id="1293" r:id="rId976"/>
    <p:sldId id="1292" r:id="rId977"/>
    <p:sldId id="1291" r:id="rId978"/>
    <p:sldId id="1290" r:id="rId979"/>
    <p:sldId id="1289" r:id="rId980"/>
    <p:sldId id="1288" r:id="rId981"/>
    <p:sldId id="1299" r:id="rId982"/>
    <p:sldId id="1298" r:id="rId983"/>
    <p:sldId id="1297" r:id="rId984"/>
    <p:sldId id="1296" r:id="rId985"/>
    <p:sldId id="1295" r:id="rId986"/>
    <p:sldId id="1294" r:id="rId987"/>
    <p:sldId id="1305" r:id="rId988"/>
    <p:sldId id="1304" r:id="rId989"/>
    <p:sldId id="1303" r:id="rId990"/>
    <p:sldId id="1302" r:id="rId991"/>
    <p:sldId id="1301" r:id="rId992"/>
    <p:sldId id="1300" r:id="rId993"/>
    <p:sldId id="1311" r:id="rId994"/>
    <p:sldId id="1310" r:id="rId995"/>
    <p:sldId id="1309" r:id="rId996"/>
    <p:sldId id="1308" r:id="rId997"/>
    <p:sldId id="1307" r:id="rId998"/>
    <p:sldId id="1306" r:id="rId999"/>
    <p:sldId id="1317" r:id="rId1000"/>
    <p:sldId id="1316" r:id="rId1001"/>
    <p:sldId id="1315" r:id="rId1002"/>
    <p:sldId id="1314" r:id="rId1003"/>
    <p:sldId id="1313" r:id="rId1004"/>
    <p:sldId id="1312" r:id="rId1005"/>
    <p:sldId id="1323" r:id="rId1006"/>
    <p:sldId id="1322" r:id="rId1007"/>
    <p:sldId id="1321" r:id="rId1008"/>
    <p:sldId id="1320" r:id="rId1009"/>
    <p:sldId id="1319" r:id="rId1010"/>
    <p:sldId id="1318" r:id="rId1011"/>
    <p:sldId id="1329" r:id="rId1012"/>
    <p:sldId id="1328" r:id="rId1013"/>
    <p:sldId id="1327" r:id="rId1014"/>
    <p:sldId id="1326" r:id="rId1015"/>
    <p:sldId id="1325" r:id="rId1016"/>
    <p:sldId id="1324" r:id="rId1017"/>
    <p:sldId id="1335" r:id="rId1018"/>
    <p:sldId id="1334" r:id="rId1019"/>
    <p:sldId id="1333" r:id="rId1020"/>
    <p:sldId id="1332" r:id="rId1021"/>
    <p:sldId id="1331" r:id="rId1022"/>
    <p:sldId id="1330" r:id="rId1023"/>
    <p:sldId id="1341" r:id="rId1024"/>
    <p:sldId id="1340" r:id="rId1025"/>
    <p:sldId id="1339" r:id="rId1026"/>
    <p:sldId id="1338" r:id="rId1027"/>
    <p:sldId id="1337" r:id="rId1028"/>
    <p:sldId id="1336" r:id="rId1029"/>
    <p:sldId id="1347" r:id="rId1030"/>
    <p:sldId id="1346" r:id="rId1031"/>
    <p:sldId id="1345" r:id="rId1032"/>
    <p:sldId id="1344" r:id="rId1033"/>
    <p:sldId id="1343" r:id="rId1034"/>
    <p:sldId id="1342" r:id="rId1035"/>
    <p:sldId id="1353" r:id="rId1036"/>
    <p:sldId id="1352" r:id="rId1037"/>
    <p:sldId id="1351" r:id="rId1038"/>
    <p:sldId id="1350" r:id="rId1039"/>
    <p:sldId id="1349" r:id="rId1040"/>
    <p:sldId id="1348" r:id="rId1041"/>
    <p:sldId id="1359" r:id="rId1042"/>
    <p:sldId id="1365" r:id="rId1043"/>
    <p:sldId id="1364" r:id="rId1044"/>
    <p:sldId id="1363" r:id="rId1045"/>
    <p:sldId id="1362" r:id="rId1046"/>
    <p:sldId id="1361" r:id="rId1047"/>
    <p:sldId id="1360" r:id="rId1048"/>
    <p:sldId id="1371" r:id="rId1049"/>
    <p:sldId id="1370" r:id="rId1050"/>
    <p:sldId id="1369" r:id="rId1051"/>
    <p:sldId id="1368" r:id="rId1052"/>
    <p:sldId id="1367" r:id="rId1053"/>
    <p:sldId id="1366" r:id="rId1054"/>
    <p:sldId id="1377" r:id="rId1055"/>
    <p:sldId id="1376" r:id="rId1056"/>
    <p:sldId id="1375" r:id="rId1057"/>
    <p:sldId id="1374" r:id="rId1058"/>
    <p:sldId id="1373" r:id="rId1059"/>
    <p:sldId id="1372" r:id="rId1060"/>
    <p:sldId id="1383" r:id="rId1061"/>
    <p:sldId id="1382" r:id="rId1062"/>
    <p:sldId id="1381" r:id="rId1063"/>
    <p:sldId id="1380" r:id="rId1064"/>
    <p:sldId id="1379" r:id="rId1065"/>
    <p:sldId id="1378" r:id="rId1066"/>
    <p:sldId id="1389" r:id="rId1067"/>
    <p:sldId id="1388" r:id="rId1068"/>
    <p:sldId id="1387" r:id="rId1069"/>
    <p:sldId id="1386" r:id="rId1070"/>
    <p:sldId id="1385" r:id="rId1071"/>
    <p:sldId id="1384" r:id="rId1072"/>
    <p:sldId id="1395" r:id="rId1073"/>
    <p:sldId id="1394" r:id="rId1074"/>
    <p:sldId id="1393" r:id="rId1075"/>
    <p:sldId id="1392" r:id="rId1076"/>
    <p:sldId id="1391" r:id="rId1077"/>
    <p:sldId id="1390" r:id="rId1078"/>
    <p:sldId id="1401" r:id="rId1079"/>
    <p:sldId id="1400" r:id="rId1080"/>
    <p:sldId id="1399" r:id="rId1081"/>
    <p:sldId id="1398" r:id="rId1082"/>
    <p:sldId id="1397" r:id="rId1083"/>
    <p:sldId id="1396" r:id="rId1084"/>
    <p:sldId id="1407" r:id="rId1085"/>
    <p:sldId id="1406" r:id="rId1086"/>
    <p:sldId id="1405" r:id="rId1087"/>
    <p:sldId id="1404" r:id="rId1088"/>
    <p:sldId id="1403" r:id="rId1089"/>
    <p:sldId id="1402" r:id="rId1090"/>
    <p:sldId id="1413" r:id="rId1091"/>
    <p:sldId id="1412" r:id="rId1092"/>
    <p:sldId id="1411" r:id="rId1093"/>
    <p:sldId id="1410" r:id="rId1094"/>
    <p:sldId id="1409" r:id="rId1095"/>
    <p:sldId id="1408" r:id="rId1096"/>
    <p:sldId id="1419" r:id="rId1097"/>
    <p:sldId id="1418" r:id="rId1098"/>
    <p:sldId id="1417" r:id="rId1099"/>
    <p:sldId id="1416" r:id="rId1100"/>
    <p:sldId id="1415" r:id="rId1101"/>
    <p:sldId id="1414" r:id="rId1102"/>
    <p:sldId id="1425" r:id="rId1103"/>
    <p:sldId id="1424" r:id="rId1104"/>
    <p:sldId id="1423" r:id="rId1105"/>
    <p:sldId id="1422" r:id="rId1106"/>
    <p:sldId id="1421" r:id="rId1107"/>
    <p:sldId id="1420" r:id="rId1108"/>
    <p:sldId id="1431" r:id="rId1109"/>
    <p:sldId id="1430" r:id="rId1110"/>
    <p:sldId id="1429" r:id="rId1111"/>
    <p:sldId id="1428" r:id="rId1112"/>
    <p:sldId id="1427" r:id="rId1113"/>
    <p:sldId id="1426" r:id="rId1114"/>
    <p:sldId id="1437" r:id="rId1115"/>
    <p:sldId id="1436" r:id="rId1116"/>
    <p:sldId id="1435" r:id="rId1117"/>
    <p:sldId id="1434" r:id="rId1118"/>
    <p:sldId id="1433" r:id="rId1119"/>
    <p:sldId id="1432" r:id="rId1120"/>
    <p:sldId id="1443" r:id="rId1121"/>
    <p:sldId id="1442" r:id="rId1122"/>
    <p:sldId id="1441" r:id="rId1123"/>
    <p:sldId id="1440" r:id="rId1124"/>
    <p:sldId id="1439" r:id="rId1125"/>
    <p:sldId id="1438" r:id="rId1126"/>
    <p:sldId id="1449" r:id="rId1127"/>
    <p:sldId id="1448" r:id="rId1128"/>
    <p:sldId id="1447" r:id="rId1129"/>
    <p:sldId id="1446" r:id="rId1130"/>
    <p:sldId id="1445" r:id="rId1131"/>
    <p:sldId id="1444" r:id="rId1132"/>
    <p:sldId id="1455" r:id="rId1133"/>
    <p:sldId id="1454" r:id="rId1134"/>
    <p:sldId id="1453" r:id="rId1135"/>
    <p:sldId id="1452" r:id="rId1136"/>
    <p:sldId id="1451" r:id="rId1137"/>
    <p:sldId id="1450" r:id="rId1138"/>
    <p:sldId id="1461" r:id="rId1139"/>
    <p:sldId id="1460" r:id="rId1140"/>
    <p:sldId id="1459" r:id="rId1141"/>
    <p:sldId id="1458" r:id="rId1142"/>
    <p:sldId id="1457" r:id="rId1143"/>
    <p:sldId id="1456" r:id="rId1144"/>
    <p:sldId id="1467" r:id="rId1145"/>
    <p:sldId id="1466" r:id="rId1146"/>
    <p:sldId id="1465" r:id="rId1147"/>
    <p:sldId id="1464" r:id="rId1148"/>
    <p:sldId id="1463" r:id="rId1149"/>
    <p:sldId id="1462" r:id="rId1150"/>
    <p:sldId id="1473" r:id="rId1151"/>
    <p:sldId id="1472" r:id="rId1152"/>
    <p:sldId id="1471" r:id="rId1153"/>
    <p:sldId id="1470" r:id="rId1154"/>
    <p:sldId id="1469" r:id="rId1155"/>
    <p:sldId id="1468" r:id="rId1156"/>
    <p:sldId id="1479" r:id="rId1157"/>
    <p:sldId id="1485" r:id="rId1158"/>
    <p:sldId id="1491" r:id="rId1159"/>
    <p:sldId id="1490" r:id="rId1160"/>
    <p:sldId id="1489" r:id="rId1161"/>
    <p:sldId id="1488" r:id="rId1162"/>
    <p:sldId id="1487" r:id="rId1163"/>
    <p:sldId id="1486" r:id="rId1164"/>
    <p:sldId id="1484" r:id="rId1165"/>
    <p:sldId id="1483" r:id="rId1166"/>
    <p:sldId id="1482" r:id="rId1167"/>
    <p:sldId id="1481" r:id="rId1168"/>
    <p:sldId id="1480" r:id="rId1169"/>
    <p:sldId id="1478" r:id="rId1170"/>
    <p:sldId id="1477" r:id="rId1171"/>
    <p:sldId id="1476" r:id="rId1172"/>
    <p:sldId id="1475" r:id="rId1173"/>
    <p:sldId id="1474" r:id="rId1174"/>
    <p:sldId id="1358" r:id="rId1175"/>
    <p:sldId id="1357" r:id="rId1176"/>
    <p:sldId id="1356" r:id="rId1177"/>
    <p:sldId id="1355" r:id="rId1178"/>
    <p:sldId id="1354" r:id="rId1179"/>
    <p:sldId id="1244" r:id="rId1180"/>
    <p:sldId id="1243" r:id="rId1181"/>
    <p:sldId id="1242" r:id="rId1182"/>
    <p:sldId id="1241" r:id="rId1183"/>
    <p:sldId id="1240" r:id="rId1184"/>
    <p:sldId id="1238" r:id="rId1185"/>
    <p:sldId id="1237" r:id="rId1186"/>
    <p:sldId id="1236" r:id="rId1187"/>
    <p:sldId id="1235" r:id="rId1188"/>
    <p:sldId id="1234" r:id="rId1189"/>
    <p:sldId id="1172" r:id="rId1190"/>
    <p:sldId id="1171" r:id="rId1191"/>
    <p:sldId id="1170" r:id="rId1192"/>
    <p:sldId id="1169" r:id="rId1193"/>
    <p:sldId id="1168" r:id="rId1194"/>
    <p:sldId id="1124" r:id="rId1195"/>
    <p:sldId id="1123" r:id="rId1196"/>
    <p:sldId id="1122" r:id="rId1197"/>
    <p:sldId id="1121" r:id="rId1198"/>
    <p:sldId id="1120" r:id="rId1199"/>
    <p:sldId id="1106" r:id="rId1200"/>
    <p:sldId id="1105" r:id="rId1201"/>
    <p:sldId id="1104" r:id="rId1202"/>
    <p:sldId id="1103" r:id="rId1203"/>
    <p:sldId id="1102" r:id="rId1204"/>
    <p:sldId id="1035" r:id="rId1205"/>
    <p:sldId id="1034" r:id="rId1206"/>
    <p:sldId id="992" r:id="rId1207"/>
    <p:sldId id="991" r:id="rId1208"/>
    <p:sldId id="990" r:id="rId1209"/>
    <p:sldId id="989" r:id="rId1210"/>
    <p:sldId id="988" r:id="rId1211"/>
    <p:sldId id="987" r:id="rId1212"/>
    <p:sldId id="986" r:id="rId1213"/>
    <p:sldId id="417" r:id="rId1214"/>
    <p:sldId id="418" r:id="rId1215"/>
    <p:sldId id="419" r:id="rId1216"/>
    <p:sldId id="420" r:id="rId1217"/>
    <p:sldId id="421" r:id="rId1218"/>
    <p:sldId id="685" r:id="rId1219"/>
    <p:sldId id="684" r:id="rId1220"/>
    <p:sldId id="683" r:id="rId1221"/>
    <p:sldId id="682" r:id="rId1222"/>
    <p:sldId id="681" r:id="rId1223"/>
    <p:sldId id="680" r:id="rId1224"/>
    <p:sldId id="691" r:id="rId1225"/>
    <p:sldId id="690" r:id="rId1226"/>
    <p:sldId id="689" r:id="rId1227"/>
    <p:sldId id="688" r:id="rId1228"/>
    <p:sldId id="687" r:id="rId1229"/>
    <p:sldId id="686" r:id="rId1230"/>
    <p:sldId id="697" r:id="rId1231"/>
    <p:sldId id="696" r:id="rId1232"/>
    <p:sldId id="695" r:id="rId1233"/>
    <p:sldId id="694" r:id="rId1234"/>
    <p:sldId id="693" r:id="rId1235"/>
    <p:sldId id="692" r:id="rId1236"/>
    <p:sldId id="703" r:id="rId1237"/>
    <p:sldId id="702" r:id="rId1238"/>
    <p:sldId id="701" r:id="rId1239"/>
    <p:sldId id="700" r:id="rId1240"/>
    <p:sldId id="699" r:id="rId1241"/>
    <p:sldId id="698" r:id="rId1242"/>
    <p:sldId id="709" r:id="rId1243"/>
    <p:sldId id="708" r:id="rId1244"/>
    <p:sldId id="707" r:id="rId1245"/>
    <p:sldId id="706" r:id="rId1246"/>
    <p:sldId id="705" r:id="rId1247"/>
    <p:sldId id="704" r:id="rId1248"/>
    <p:sldId id="715" r:id="rId1249"/>
    <p:sldId id="714" r:id="rId1250"/>
    <p:sldId id="713" r:id="rId1251"/>
    <p:sldId id="712" r:id="rId1252"/>
    <p:sldId id="711" r:id="rId1253"/>
    <p:sldId id="710" r:id="rId1254"/>
    <p:sldId id="721" r:id="rId1255"/>
    <p:sldId id="720" r:id="rId1256"/>
    <p:sldId id="719" r:id="rId1257"/>
    <p:sldId id="718" r:id="rId1258"/>
    <p:sldId id="717" r:id="rId1259"/>
    <p:sldId id="716" r:id="rId1260"/>
    <p:sldId id="727" r:id="rId1261"/>
    <p:sldId id="726" r:id="rId1262"/>
    <p:sldId id="725" r:id="rId1263"/>
    <p:sldId id="724" r:id="rId1264"/>
    <p:sldId id="723" r:id="rId1265"/>
    <p:sldId id="722" r:id="rId1266"/>
    <p:sldId id="733" r:id="rId1267"/>
    <p:sldId id="732" r:id="rId1268"/>
    <p:sldId id="731" r:id="rId1269"/>
    <p:sldId id="730" r:id="rId1270"/>
    <p:sldId id="729" r:id="rId1271"/>
    <p:sldId id="728" r:id="rId1272"/>
    <p:sldId id="739" r:id="rId1273"/>
    <p:sldId id="738" r:id="rId1274"/>
    <p:sldId id="737" r:id="rId1275"/>
    <p:sldId id="736" r:id="rId1276"/>
    <p:sldId id="735" r:id="rId1277"/>
    <p:sldId id="734" r:id="rId1278"/>
    <p:sldId id="745" r:id="rId1279"/>
    <p:sldId id="744" r:id="rId1280"/>
    <p:sldId id="743" r:id="rId1281"/>
    <p:sldId id="742" r:id="rId1282"/>
    <p:sldId id="741" r:id="rId1283"/>
    <p:sldId id="740" r:id="rId1284"/>
    <p:sldId id="751" r:id="rId1285"/>
    <p:sldId id="750" r:id="rId1286"/>
    <p:sldId id="749" r:id="rId1287"/>
    <p:sldId id="748" r:id="rId1288"/>
    <p:sldId id="747" r:id="rId1289"/>
    <p:sldId id="746" r:id="rId1290"/>
    <p:sldId id="757" r:id="rId1291"/>
    <p:sldId id="756" r:id="rId1292"/>
    <p:sldId id="755" r:id="rId1293"/>
    <p:sldId id="754" r:id="rId1294"/>
    <p:sldId id="753" r:id="rId1295"/>
    <p:sldId id="752" r:id="rId1296"/>
    <p:sldId id="763" r:id="rId1297"/>
    <p:sldId id="762" r:id="rId1298"/>
    <p:sldId id="761" r:id="rId1299"/>
    <p:sldId id="760" r:id="rId1300"/>
    <p:sldId id="759" r:id="rId1301"/>
    <p:sldId id="758" r:id="rId1302"/>
    <p:sldId id="769" r:id="rId1303"/>
    <p:sldId id="768" r:id="rId1304"/>
    <p:sldId id="767" r:id="rId1305"/>
    <p:sldId id="766" r:id="rId1306"/>
    <p:sldId id="765" r:id="rId1307"/>
    <p:sldId id="764" r:id="rId1308"/>
    <p:sldId id="775" r:id="rId1309"/>
    <p:sldId id="774" r:id="rId1310"/>
    <p:sldId id="773" r:id="rId1311"/>
    <p:sldId id="772" r:id="rId1312"/>
    <p:sldId id="771" r:id="rId1313"/>
    <p:sldId id="770" r:id="rId1314"/>
    <p:sldId id="781" r:id="rId1315"/>
    <p:sldId id="780" r:id="rId1316"/>
    <p:sldId id="779" r:id="rId1317"/>
    <p:sldId id="778" r:id="rId1318"/>
    <p:sldId id="777" r:id="rId1319"/>
    <p:sldId id="776" r:id="rId1320"/>
    <p:sldId id="787" r:id="rId1321"/>
    <p:sldId id="786" r:id="rId1322"/>
    <p:sldId id="785" r:id="rId1323"/>
    <p:sldId id="784" r:id="rId1324"/>
    <p:sldId id="783" r:id="rId1325"/>
    <p:sldId id="782" r:id="rId1326"/>
    <p:sldId id="793" r:id="rId1327"/>
    <p:sldId id="792" r:id="rId1328"/>
    <p:sldId id="791" r:id="rId1329"/>
    <p:sldId id="790" r:id="rId1330"/>
    <p:sldId id="789" r:id="rId1331"/>
    <p:sldId id="788" r:id="rId1332"/>
    <p:sldId id="799" r:id="rId1333"/>
    <p:sldId id="798" r:id="rId1334"/>
    <p:sldId id="797" r:id="rId1335"/>
    <p:sldId id="796" r:id="rId1336"/>
    <p:sldId id="795" r:id="rId1337"/>
    <p:sldId id="794" r:id="rId1338"/>
    <p:sldId id="805" r:id="rId1339"/>
    <p:sldId id="804" r:id="rId1340"/>
    <p:sldId id="803" r:id="rId1341"/>
    <p:sldId id="802" r:id="rId1342"/>
    <p:sldId id="801" r:id="rId1343"/>
    <p:sldId id="800" r:id="rId1344"/>
    <p:sldId id="811" r:id="rId1345"/>
    <p:sldId id="810" r:id="rId1346"/>
    <p:sldId id="809" r:id="rId1347"/>
    <p:sldId id="808" r:id="rId1348"/>
    <p:sldId id="807" r:id="rId1349"/>
    <p:sldId id="806" r:id="rId1350"/>
    <p:sldId id="817" r:id="rId1351"/>
    <p:sldId id="816" r:id="rId1352"/>
    <p:sldId id="815" r:id="rId1353"/>
    <p:sldId id="814" r:id="rId1354"/>
    <p:sldId id="813" r:id="rId1355"/>
    <p:sldId id="812" r:id="rId1356"/>
    <p:sldId id="823" r:id="rId1357"/>
    <p:sldId id="822" r:id="rId1358"/>
    <p:sldId id="821" r:id="rId1359"/>
    <p:sldId id="820" r:id="rId1360"/>
    <p:sldId id="819" r:id="rId1361"/>
    <p:sldId id="818" r:id="rId1362"/>
    <p:sldId id="829" r:id="rId1363"/>
    <p:sldId id="828" r:id="rId1364"/>
    <p:sldId id="827" r:id="rId1365"/>
    <p:sldId id="826" r:id="rId1366"/>
    <p:sldId id="825" r:id="rId1367"/>
    <p:sldId id="824" r:id="rId1368"/>
    <p:sldId id="835" r:id="rId1369"/>
    <p:sldId id="834" r:id="rId1370"/>
    <p:sldId id="833" r:id="rId1371"/>
    <p:sldId id="832" r:id="rId1372"/>
    <p:sldId id="831" r:id="rId1373"/>
    <p:sldId id="830" r:id="rId1374"/>
    <p:sldId id="841" r:id="rId1375"/>
    <p:sldId id="840" r:id="rId1376"/>
    <p:sldId id="839" r:id="rId1377"/>
    <p:sldId id="838" r:id="rId1378"/>
    <p:sldId id="837" r:id="rId1379"/>
    <p:sldId id="836" r:id="rId1380"/>
    <p:sldId id="847" r:id="rId1381"/>
    <p:sldId id="846" r:id="rId1382"/>
    <p:sldId id="845" r:id="rId1383"/>
    <p:sldId id="844" r:id="rId1384"/>
    <p:sldId id="843" r:id="rId1385"/>
    <p:sldId id="842" r:id="rId1386"/>
    <p:sldId id="853" r:id="rId1387"/>
    <p:sldId id="852" r:id="rId1388"/>
    <p:sldId id="851" r:id="rId1389"/>
    <p:sldId id="850" r:id="rId1390"/>
    <p:sldId id="849" r:id="rId1391"/>
    <p:sldId id="848" r:id="rId1392"/>
    <p:sldId id="859" r:id="rId1393"/>
    <p:sldId id="858" r:id="rId1394"/>
    <p:sldId id="857" r:id="rId1395"/>
    <p:sldId id="856" r:id="rId1396"/>
    <p:sldId id="855" r:id="rId1397"/>
    <p:sldId id="854" r:id="rId1398"/>
    <p:sldId id="865" r:id="rId1399"/>
    <p:sldId id="864" r:id="rId1400"/>
    <p:sldId id="863" r:id="rId1401"/>
    <p:sldId id="862" r:id="rId1402"/>
    <p:sldId id="861" r:id="rId1403"/>
    <p:sldId id="860" r:id="rId1404"/>
    <p:sldId id="871" r:id="rId1405"/>
    <p:sldId id="870" r:id="rId1406"/>
    <p:sldId id="869" r:id="rId1407"/>
    <p:sldId id="868" r:id="rId1408"/>
    <p:sldId id="867" r:id="rId1409"/>
    <p:sldId id="866" r:id="rId1410"/>
    <p:sldId id="877" r:id="rId1411"/>
    <p:sldId id="876" r:id="rId1412"/>
    <p:sldId id="875" r:id="rId1413"/>
    <p:sldId id="874" r:id="rId1414"/>
    <p:sldId id="873" r:id="rId1415"/>
    <p:sldId id="872" r:id="rId1416"/>
    <p:sldId id="883" r:id="rId1417"/>
    <p:sldId id="882" r:id="rId1418"/>
    <p:sldId id="881" r:id="rId1419"/>
    <p:sldId id="880" r:id="rId1420"/>
    <p:sldId id="879" r:id="rId1421"/>
    <p:sldId id="878" r:id="rId1422"/>
    <p:sldId id="889" r:id="rId1423"/>
    <p:sldId id="888" r:id="rId1424"/>
    <p:sldId id="887" r:id="rId1425"/>
    <p:sldId id="886" r:id="rId1426"/>
    <p:sldId id="885" r:id="rId1427"/>
    <p:sldId id="884" r:id="rId1428"/>
    <p:sldId id="895" r:id="rId1429"/>
    <p:sldId id="894" r:id="rId1430"/>
    <p:sldId id="893" r:id="rId1431"/>
    <p:sldId id="892" r:id="rId1432"/>
    <p:sldId id="891" r:id="rId1433"/>
    <p:sldId id="890" r:id="rId1434"/>
    <p:sldId id="901" r:id="rId1435"/>
    <p:sldId id="900" r:id="rId1436"/>
    <p:sldId id="899" r:id="rId1437"/>
    <p:sldId id="898" r:id="rId1438"/>
    <p:sldId id="897" r:id="rId1439"/>
    <p:sldId id="896" r:id="rId1440"/>
    <p:sldId id="907" r:id="rId1441"/>
    <p:sldId id="906" r:id="rId1442"/>
    <p:sldId id="905" r:id="rId1443"/>
    <p:sldId id="904" r:id="rId1444"/>
    <p:sldId id="903" r:id="rId1445"/>
    <p:sldId id="902" r:id="rId1446"/>
    <p:sldId id="913" r:id="rId1447"/>
    <p:sldId id="912" r:id="rId1448"/>
    <p:sldId id="919" r:id="rId1449"/>
    <p:sldId id="918" r:id="rId1450"/>
    <p:sldId id="917" r:id="rId1451"/>
    <p:sldId id="916" r:id="rId1452"/>
    <p:sldId id="915" r:id="rId1453"/>
    <p:sldId id="914" r:id="rId1454"/>
    <p:sldId id="925" r:id="rId1455"/>
    <p:sldId id="924" r:id="rId1456"/>
    <p:sldId id="923" r:id="rId1457"/>
    <p:sldId id="922" r:id="rId1458"/>
    <p:sldId id="921" r:id="rId1459"/>
    <p:sldId id="920" r:id="rId1460"/>
    <p:sldId id="931" r:id="rId1461"/>
    <p:sldId id="930" r:id="rId1462"/>
    <p:sldId id="929" r:id="rId1463"/>
    <p:sldId id="928" r:id="rId1464"/>
    <p:sldId id="927" r:id="rId1465"/>
    <p:sldId id="926" r:id="rId1466"/>
    <p:sldId id="937" r:id="rId1467"/>
    <p:sldId id="936" r:id="rId1468"/>
    <p:sldId id="935" r:id="rId1469"/>
    <p:sldId id="934" r:id="rId1470"/>
    <p:sldId id="933" r:id="rId1471"/>
    <p:sldId id="932" r:id="rId1472"/>
    <p:sldId id="943" r:id="rId1473"/>
    <p:sldId id="942" r:id="rId1474"/>
    <p:sldId id="941" r:id="rId1475"/>
    <p:sldId id="940" r:id="rId1476"/>
    <p:sldId id="939" r:id="rId1477"/>
    <p:sldId id="938" r:id="rId1478"/>
    <p:sldId id="949" r:id="rId1479"/>
    <p:sldId id="948" r:id="rId1480"/>
    <p:sldId id="947" r:id="rId1481"/>
    <p:sldId id="946" r:id="rId1482"/>
    <p:sldId id="945" r:id="rId1483"/>
    <p:sldId id="944" r:id="rId1484"/>
    <p:sldId id="955" r:id="rId1485"/>
    <p:sldId id="961" r:id="rId1486"/>
    <p:sldId id="960" r:id="rId1487"/>
    <p:sldId id="959" r:id="rId1488"/>
    <p:sldId id="958" r:id="rId1489"/>
    <p:sldId id="957" r:id="rId1490"/>
    <p:sldId id="956" r:id="rId1491"/>
    <p:sldId id="967" r:id="rId1492"/>
    <p:sldId id="973" r:id="rId1493"/>
    <p:sldId id="979" r:id="rId1494"/>
    <p:sldId id="978" r:id="rId1495"/>
    <p:sldId id="977" r:id="rId1496"/>
    <p:sldId id="976" r:id="rId1497"/>
    <p:sldId id="975" r:id="rId1498"/>
    <p:sldId id="974" r:id="rId1499"/>
    <p:sldId id="985" r:id="rId1500"/>
    <p:sldId id="984" r:id="rId1501"/>
    <p:sldId id="983" r:id="rId1502"/>
    <p:sldId id="982" r:id="rId1503"/>
    <p:sldId id="981" r:id="rId1504"/>
    <p:sldId id="980" r:id="rId1505"/>
    <p:sldId id="972" r:id="rId1506"/>
    <p:sldId id="971" r:id="rId1507"/>
    <p:sldId id="970" r:id="rId1508"/>
    <p:sldId id="969" r:id="rId1509"/>
    <p:sldId id="968" r:id="rId1510"/>
    <p:sldId id="966" r:id="rId1511"/>
    <p:sldId id="965" r:id="rId1512"/>
    <p:sldId id="964" r:id="rId1513"/>
    <p:sldId id="963" r:id="rId1514"/>
    <p:sldId id="962" r:id="rId1515"/>
    <p:sldId id="954" r:id="rId1516"/>
    <p:sldId id="953" r:id="rId1517"/>
    <p:sldId id="952" r:id="rId1518"/>
    <p:sldId id="951" r:id="rId1519"/>
    <p:sldId id="950" r:id="rId1520"/>
    <p:sldId id="911" r:id="rId1521"/>
    <p:sldId id="910" r:id="rId1522"/>
    <p:sldId id="909" r:id="rId1523"/>
    <p:sldId id="908" r:id="rId1524"/>
    <p:sldId id="422" r:id="rId1525"/>
    <p:sldId id="423" r:id="rId1526"/>
    <p:sldId id="424" r:id="rId1527"/>
    <p:sldId id="425" r:id="rId1528"/>
    <p:sldId id="426" r:id="rId1529"/>
    <p:sldId id="427" r:id="rId1530"/>
    <p:sldId id="428" r:id="rId1531"/>
    <p:sldId id="429" r:id="rId1532"/>
    <p:sldId id="430" r:id="rId1533"/>
    <p:sldId id="431" r:id="rId1534"/>
    <p:sldId id="432" r:id="rId1535"/>
    <p:sldId id="433" r:id="rId1536"/>
    <p:sldId id="434" r:id="rId1537"/>
    <p:sldId id="435" r:id="rId1538"/>
    <p:sldId id="436" r:id="rId1539"/>
    <p:sldId id="437" r:id="rId1540"/>
    <p:sldId id="438" r:id="rId1541"/>
    <p:sldId id="439" r:id="rId1542"/>
    <p:sldId id="440" r:id="rId1543"/>
    <p:sldId id="441" r:id="rId1544"/>
    <p:sldId id="442" r:id="rId1545"/>
    <p:sldId id="443" r:id="rId1546"/>
    <p:sldId id="444" r:id="rId1547"/>
    <p:sldId id="445" r:id="rId1548"/>
    <p:sldId id="446" r:id="rId1549"/>
    <p:sldId id="447" r:id="rId1550"/>
    <p:sldId id="448" r:id="rId1551"/>
    <p:sldId id="449" r:id="rId1552"/>
    <p:sldId id="450" r:id="rId1553"/>
    <p:sldId id="451" r:id="rId1554"/>
    <p:sldId id="452" r:id="rId1555"/>
    <p:sldId id="453" r:id="rId1556"/>
    <p:sldId id="454" r:id="rId1557"/>
    <p:sldId id="455" r:id="rId1558"/>
    <p:sldId id="456" r:id="rId1559"/>
    <p:sldId id="457" r:id="rId1560"/>
    <p:sldId id="458" r:id="rId1561"/>
    <p:sldId id="459" r:id="rId1562"/>
    <p:sldId id="460" r:id="rId1563"/>
    <p:sldId id="461" r:id="rId1564"/>
    <p:sldId id="462" r:id="rId1565"/>
    <p:sldId id="463" r:id="rId1566"/>
    <p:sldId id="464" r:id="rId1567"/>
    <p:sldId id="465" r:id="rId1568"/>
    <p:sldId id="466" r:id="rId1569"/>
    <p:sldId id="467" r:id="rId1570"/>
    <p:sldId id="468" r:id="rId1571"/>
    <p:sldId id="469" r:id="rId1572"/>
    <p:sldId id="470" r:id="rId1573"/>
    <p:sldId id="471" r:id="rId1574"/>
    <p:sldId id="472" r:id="rId1575"/>
    <p:sldId id="473" r:id="rId1576"/>
    <p:sldId id="474" r:id="rId1577"/>
    <p:sldId id="475" r:id="rId1578"/>
    <p:sldId id="476" r:id="rId1579"/>
    <p:sldId id="477" r:id="rId1580"/>
    <p:sldId id="478" r:id="rId1581"/>
    <p:sldId id="479" r:id="rId1582"/>
    <p:sldId id="480" r:id="rId1583"/>
    <p:sldId id="481" r:id="rId1584"/>
    <p:sldId id="482" r:id="rId1585"/>
    <p:sldId id="483" r:id="rId1586"/>
    <p:sldId id="484" r:id="rId1587"/>
    <p:sldId id="489" r:id="rId1588"/>
    <p:sldId id="488" r:id="rId1589"/>
    <p:sldId id="485" r:id="rId1590"/>
    <p:sldId id="486" r:id="rId1591"/>
    <p:sldId id="487" r:id="rId1592"/>
    <p:sldId id="305" r:id="rId1593"/>
    <p:sldId id="366" r:id="rId1594"/>
    <p:sldId id="367" r:id="rId1595"/>
    <p:sldId id="368" r:id="rId1596"/>
    <p:sldId id="369" r:id="rId1597"/>
    <p:sldId id="370" r:id="rId1598"/>
    <p:sldId id="371" r:id="rId1599"/>
    <p:sldId id="372" r:id="rId1600"/>
    <p:sldId id="373" r:id="rId1601"/>
    <p:sldId id="374" r:id="rId1602"/>
    <p:sldId id="375" r:id="rId1603"/>
    <p:sldId id="376" r:id="rId1604"/>
    <p:sldId id="377" r:id="rId1605"/>
    <p:sldId id="378" r:id="rId1606"/>
    <p:sldId id="379" r:id="rId1607"/>
    <p:sldId id="380" r:id="rId1608"/>
    <p:sldId id="381" r:id="rId1609"/>
    <p:sldId id="382" r:id="rId1610"/>
    <p:sldId id="383" r:id="rId1611"/>
    <p:sldId id="384" r:id="rId1612"/>
    <p:sldId id="385" r:id="rId1613"/>
    <p:sldId id="386" r:id="rId1614"/>
    <p:sldId id="387" r:id="rId1615"/>
    <p:sldId id="388" r:id="rId1616"/>
    <p:sldId id="389" r:id="rId1617"/>
    <p:sldId id="390" r:id="rId1618"/>
    <p:sldId id="391" r:id="rId1619"/>
    <p:sldId id="392" r:id="rId1620"/>
    <p:sldId id="393" r:id="rId1621"/>
    <p:sldId id="394" r:id="rId1622"/>
    <p:sldId id="395" r:id="rId1623"/>
    <p:sldId id="396" r:id="rId1624"/>
    <p:sldId id="397" r:id="rId1625"/>
    <p:sldId id="398" r:id="rId1626"/>
    <p:sldId id="399" r:id="rId1627"/>
    <p:sldId id="400" r:id="rId1628"/>
    <p:sldId id="401" r:id="rId1629"/>
    <p:sldId id="402" r:id="rId1630"/>
    <p:sldId id="403" r:id="rId1631"/>
    <p:sldId id="404" r:id="rId1632"/>
    <p:sldId id="405" r:id="rId1633"/>
    <p:sldId id="406" r:id="rId1634"/>
    <p:sldId id="407" r:id="rId1635"/>
    <p:sldId id="408" r:id="rId1636"/>
    <p:sldId id="409" r:id="rId1637"/>
    <p:sldId id="410" r:id="rId1638"/>
    <p:sldId id="411" r:id="rId1639"/>
    <p:sldId id="412" r:id="rId1640"/>
    <p:sldId id="413" r:id="rId1641"/>
    <p:sldId id="414" r:id="rId1642"/>
    <p:sldId id="415" r:id="rId1643"/>
    <p:sldId id="416" r:id="rId1644"/>
    <p:sldId id="304" r:id="rId1645"/>
    <p:sldId id="303" r:id="rId1646"/>
    <p:sldId id="302" r:id="rId1647"/>
    <p:sldId id="320" r:id="rId1648"/>
    <p:sldId id="321" r:id="rId1649"/>
    <p:sldId id="322" r:id="rId1650"/>
    <p:sldId id="323" r:id="rId1651"/>
    <p:sldId id="324" r:id="rId1652"/>
    <p:sldId id="325" r:id="rId1653"/>
    <p:sldId id="326" r:id="rId1654"/>
    <p:sldId id="327" r:id="rId1655"/>
    <p:sldId id="328" r:id="rId1656"/>
    <p:sldId id="329" r:id="rId1657"/>
    <p:sldId id="330" r:id="rId1658"/>
    <p:sldId id="331" r:id="rId1659"/>
    <p:sldId id="332" r:id="rId1660"/>
    <p:sldId id="333" r:id="rId1661"/>
    <p:sldId id="334" r:id="rId1662"/>
    <p:sldId id="335" r:id="rId1663"/>
    <p:sldId id="301" r:id="rId1664"/>
    <p:sldId id="300" r:id="rId1665"/>
    <p:sldId id="299" r:id="rId1666"/>
    <p:sldId id="298" r:id="rId1667"/>
    <p:sldId id="297" r:id="rId1668"/>
    <p:sldId id="296" r:id="rId1669"/>
    <p:sldId id="295" r:id="rId1670"/>
    <p:sldId id="294" r:id="rId1671"/>
    <p:sldId id="293" r:id="rId1672"/>
    <p:sldId id="292" r:id="rId1673"/>
    <p:sldId id="291" r:id="rId1674"/>
    <p:sldId id="290" r:id="rId1675"/>
    <p:sldId id="289" r:id="rId1676"/>
    <p:sldId id="288" r:id="rId1677"/>
    <p:sldId id="287" r:id="rId1678"/>
    <p:sldId id="268" r:id="rId1679"/>
    <p:sldId id="267" r:id="rId1680"/>
    <p:sldId id="270" r:id="rId1681"/>
    <p:sldId id="273" r:id="rId1682"/>
    <p:sldId id="272" r:id="rId1683"/>
    <p:sldId id="269" r:id="rId1684"/>
    <p:sldId id="279" r:id="rId1685"/>
    <p:sldId id="278" r:id="rId1686"/>
    <p:sldId id="280" r:id="rId1687"/>
    <p:sldId id="277" r:id="rId1688"/>
    <p:sldId id="276" r:id="rId1689"/>
    <p:sldId id="275" r:id="rId1690"/>
    <p:sldId id="266" r:id="rId1691"/>
    <p:sldId id="271" r:id="rId1692"/>
    <p:sldId id="283" r:id="rId1693"/>
    <p:sldId id="286" r:id="rId1694"/>
    <p:sldId id="284" r:id="rId1695"/>
    <p:sldId id="262" r:id="rId1696"/>
    <p:sldId id="282" r:id="rId1697"/>
    <p:sldId id="285" r:id="rId1698"/>
    <p:sldId id="259" r:id="rId1699"/>
    <p:sldId id="281" r:id="rId1700"/>
    <p:sldId id="336" r:id="rId1701"/>
    <p:sldId id="337" r:id="rId1702"/>
    <p:sldId id="338" r:id="rId1703"/>
    <p:sldId id="339" r:id="rId1704"/>
    <p:sldId id="340" r:id="rId1705"/>
    <p:sldId id="341" r:id="rId1706"/>
    <p:sldId id="342" r:id="rId1707"/>
    <p:sldId id="345" r:id="rId1708"/>
    <p:sldId id="346" r:id="rId1709"/>
    <p:sldId id="347" r:id="rId1710"/>
    <p:sldId id="348" r:id="rId1711"/>
    <p:sldId id="349" r:id="rId1712"/>
    <p:sldId id="350" r:id="rId1713"/>
    <p:sldId id="351" r:id="rId1714"/>
    <p:sldId id="352" r:id="rId1715"/>
    <p:sldId id="353" r:id="rId1716"/>
    <p:sldId id="354" r:id="rId1717"/>
    <p:sldId id="355" r:id="rId1718"/>
    <p:sldId id="356" r:id="rId1719"/>
    <p:sldId id="510" r:id="rId1720"/>
    <p:sldId id="509" r:id="rId1721"/>
    <p:sldId id="508" r:id="rId1722"/>
    <p:sldId id="507" r:id="rId1723"/>
    <p:sldId id="506" r:id="rId1724"/>
    <p:sldId id="505" r:id="rId1725"/>
    <p:sldId id="504" r:id="rId1726"/>
    <p:sldId id="503" r:id="rId1727"/>
    <p:sldId id="502" r:id="rId1728"/>
    <p:sldId id="501" r:id="rId1729"/>
    <p:sldId id="500" r:id="rId1730"/>
    <p:sldId id="499" r:id="rId1731"/>
    <p:sldId id="498" r:id="rId1732"/>
    <p:sldId id="497" r:id="rId1733"/>
    <p:sldId id="496" r:id="rId1734"/>
    <p:sldId id="495" r:id="rId1735"/>
    <p:sldId id="494" r:id="rId1736"/>
    <p:sldId id="493" r:id="rId1737"/>
    <p:sldId id="492" r:id="rId1738"/>
    <p:sldId id="491" r:id="rId1739"/>
    <p:sldId id="490" r:id="rId1740"/>
    <p:sldId id="357" r:id="rId1741"/>
    <p:sldId id="358" r:id="rId1742"/>
    <p:sldId id="359" r:id="rId1743"/>
    <p:sldId id="360" r:id="rId1744"/>
    <p:sldId id="361" r:id="rId1745"/>
    <p:sldId id="362" r:id="rId1746"/>
    <p:sldId id="363" r:id="rId1747"/>
    <p:sldId id="364" r:id="rId1748"/>
    <p:sldId id="365" r:id="rId1749"/>
    <p:sldId id="343" r:id="rId1750"/>
    <p:sldId id="344" r:id="rId1751"/>
    <p:sldId id="531" r:id="rId1752"/>
    <p:sldId id="530" r:id="rId1753"/>
    <p:sldId id="529" r:id="rId1754"/>
    <p:sldId id="552" r:id="rId1755"/>
    <p:sldId id="551" r:id="rId1756"/>
    <p:sldId id="550" r:id="rId1757"/>
    <p:sldId id="573" r:id="rId1758"/>
    <p:sldId id="572" r:id="rId1759"/>
    <p:sldId id="571" r:id="rId1760"/>
    <p:sldId id="570" r:id="rId1761"/>
    <p:sldId id="569" r:id="rId1762"/>
    <p:sldId id="568" r:id="rId1763"/>
    <p:sldId id="567" r:id="rId1764"/>
    <p:sldId id="566" r:id="rId1765"/>
    <p:sldId id="565" r:id="rId1766"/>
    <p:sldId id="564" r:id="rId1767"/>
    <p:sldId id="563" r:id="rId1768"/>
    <p:sldId id="562" r:id="rId1769"/>
    <p:sldId id="561" r:id="rId1770"/>
    <p:sldId id="560" r:id="rId1771"/>
    <p:sldId id="559" r:id="rId1772"/>
    <p:sldId id="585" r:id="rId1773"/>
    <p:sldId id="584" r:id="rId1774"/>
    <p:sldId id="583" r:id="rId1775"/>
    <p:sldId id="582" r:id="rId1776"/>
    <p:sldId id="581" r:id="rId1777"/>
    <p:sldId id="580" r:id="rId1778"/>
    <p:sldId id="579" r:id="rId1779"/>
    <p:sldId id="578" r:id="rId1780"/>
    <p:sldId id="577" r:id="rId1781"/>
    <p:sldId id="576" r:id="rId1782"/>
    <p:sldId id="575" r:id="rId1783"/>
    <p:sldId id="574" r:id="rId1784"/>
    <p:sldId id="597" r:id="rId1785"/>
    <p:sldId id="596" r:id="rId1786"/>
    <p:sldId id="595" r:id="rId1787"/>
    <p:sldId id="594" r:id="rId1788"/>
    <p:sldId id="593" r:id="rId1789"/>
    <p:sldId id="592" r:id="rId1790"/>
    <p:sldId id="591" r:id="rId1791"/>
    <p:sldId id="590" r:id="rId1792"/>
    <p:sldId id="589" r:id="rId1793"/>
    <p:sldId id="588" r:id="rId1794"/>
    <p:sldId id="587" r:id="rId1795"/>
    <p:sldId id="586" r:id="rId1796"/>
    <p:sldId id="609" r:id="rId1797"/>
    <p:sldId id="608" r:id="rId1798"/>
    <p:sldId id="607" r:id="rId1799"/>
    <p:sldId id="606" r:id="rId1800"/>
    <p:sldId id="605" r:id="rId1801"/>
    <p:sldId id="604" r:id="rId1802"/>
    <p:sldId id="603" r:id="rId1803"/>
    <p:sldId id="602" r:id="rId1804"/>
    <p:sldId id="601" r:id="rId1805"/>
    <p:sldId id="600" r:id="rId1806"/>
    <p:sldId id="599" r:id="rId1807"/>
    <p:sldId id="598" r:id="rId1808"/>
    <p:sldId id="621" r:id="rId1809"/>
    <p:sldId id="620" r:id="rId1810"/>
    <p:sldId id="619" r:id="rId1811"/>
    <p:sldId id="618" r:id="rId1812"/>
    <p:sldId id="617" r:id="rId1813"/>
    <p:sldId id="616" r:id="rId1814"/>
    <p:sldId id="615" r:id="rId1815"/>
    <p:sldId id="614" r:id="rId1816"/>
    <p:sldId id="613" r:id="rId1817"/>
    <p:sldId id="612" r:id="rId1818"/>
    <p:sldId id="611" r:id="rId1819"/>
    <p:sldId id="610" r:id="rId1820"/>
    <p:sldId id="558" r:id="rId1821"/>
    <p:sldId id="557" r:id="rId1822"/>
    <p:sldId id="556" r:id="rId1823"/>
    <p:sldId id="555" r:id="rId1824"/>
    <p:sldId id="554" r:id="rId1825"/>
    <p:sldId id="553" r:id="rId1826"/>
    <p:sldId id="549" r:id="rId1827"/>
    <p:sldId id="548" r:id="rId1828"/>
    <p:sldId id="547" r:id="rId1829"/>
    <p:sldId id="546" r:id="rId1830"/>
    <p:sldId id="545" r:id="rId1831"/>
    <p:sldId id="544" r:id="rId1832"/>
    <p:sldId id="543" r:id="rId1833"/>
    <p:sldId id="542" r:id="rId1834"/>
    <p:sldId id="541" r:id="rId1835"/>
    <p:sldId id="540" r:id="rId1836"/>
    <p:sldId id="539" r:id="rId1837"/>
    <p:sldId id="538" r:id="rId1838"/>
    <p:sldId id="537" r:id="rId1839"/>
    <p:sldId id="536" r:id="rId1840"/>
    <p:sldId id="535" r:id="rId1841"/>
    <p:sldId id="534" r:id="rId1842"/>
    <p:sldId id="533" r:id="rId1843"/>
    <p:sldId id="532" r:id="rId1844"/>
    <p:sldId id="528" r:id="rId1845"/>
    <p:sldId id="527" r:id="rId1846"/>
    <p:sldId id="526" r:id="rId1847"/>
    <p:sldId id="525" r:id="rId1848"/>
    <p:sldId id="524" r:id="rId1849"/>
    <p:sldId id="523" r:id="rId1850"/>
    <p:sldId id="522" r:id="rId1851"/>
    <p:sldId id="521" r:id="rId1852"/>
    <p:sldId id="520" r:id="rId1853"/>
    <p:sldId id="519" r:id="rId1854"/>
    <p:sldId id="518" r:id="rId1855"/>
    <p:sldId id="517" r:id="rId1856"/>
    <p:sldId id="516" r:id="rId1857"/>
    <p:sldId id="515" r:id="rId1858"/>
    <p:sldId id="514" r:id="rId1859"/>
    <p:sldId id="513" r:id="rId1860"/>
    <p:sldId id="512" r:id="rId1861"/>
    <p:sldId id="511" r:id="rId1862"/>
    <p:sldId id="260" r:id="rId1863"/>
    <p:sldId id="306" r:id="rId1864"/>
    <p:sldId id="307" r:id="rId1865"/>
    <p:sldId id="308" r:id="rId1866"/>
    <p:sldId id="309" r:id="rId1867"/>
    <p:sldId id="310" r:id="rId1868"/>
    <p:sldId id="630" r:id="rId1869"/>
    <p:sldId id="629" r:id="rId1870"/>
    <p:sldId id="628" r:id="rId1871"/>
    <p:sldId id="627" r:id="rId1872"/>
    <p:sldId id="626" r:id="rId1873"/>
    <p:sldId id="625" r:id="rId1874"/>
    <p:sldId id="624" r:id="rId1875"/>
    <p:sldId id="637" r:id="rId1876"/>
    <p:sldId id="636" r:id="rId1877"/>
    <p:sldId id="635" r:id="rId1878"/>
    <p:sldId id="634" r:id="rId1879"/>
    <p:sldId id="633" r:id="rId1880"/>
    <p:sldId id="632" r:id="rId1881"/>
    <p:sldId id="631" r:id="rId1882"/>
    <p:sldId id="623" r:id="rId1883"/>
    <p:sldId id="622" r:id="rId1884"/>
    <p:sldId id="311" r:id="rId1885"/>
    <p:sldId id="312" r:id="rId1886"/>
    <p:sldId id="313" r:id="rId1887"/>
    <p:sldId id="314" r:id="rId1888"/>
    <p:sldId id="315" r:id="rId1889"/>
    <p:sldId id="316" r:id="rId1890"/>
    <p:sldId id="317" r:id="rId1891"/>
    <p:sldId id="318" r:id="rId1892"/>
    <p:sldId id="319" r:id="rId1893"/>
    <p:sldId id="274" r:id="rId1894"/>
    <p:sldId id="643" r:id="rId1895"/>
    <p:sldId id="642" r:id="rId1896"/>
    <p:sldId id="641" r:id="rId1897"/>
    <p:sldId id="640" r:id="rId1898"/>
    <p:sldId id="639" r:id="rId1899"/>
    <p:sldId id="638" r:id="rId1900"/>
    <p:sldId id="649" r:id="rId1901"/>
    <p:sldId id="648" r:id="rId1902"/>
    <p:sldId id="647" r:id="rId1903"/>
    <p:sldId id="646" r:id="rId1904"/>
    <p:sldId id="645" r:id="rId1905"/>
    <p:sldId id="644" r:id="rId1906"/>
    <p:sldId id="655" r:id="rId1907"/>
    <p:sldId id="654" r:id="rId1908"/>
    <p:sldId id="653" r:id="rId1909"/>
    <p:sldId id="652" r:id="rId1910"/>
    <p:sldId id="651" r:id="rId1911"/>
    <p:sldId id="650" r:id="rId1912"/>
    <p:sldId id="661" r:id="rId1913"/>
    <p:sldId id="660" r:id="rId1914"/>
    <p:sldId id="659" r:id="rId1915"/>
    <p:sldId id="658" r:id="rId1916"/>
    <p:sldId id="657" r:id="rId1917"/>
    <p:sldId id="656" r:id="rId1918"/>
    <p:sldId id="667" r:id="rId1919"/>
    <p:sldId id="666" r:id="rId1920"/>
    <p:sldId id="665" r:id="rId1921"/>
    <p:sldId id="664" r:id="rId1922"/>
    <p:sldId id="663" r:id="rId1923"/>
    <p:sldId id="662" r:id="rId1924"/>
    <p:sldId id="673" r:id="rId1925"/>
    <p:sldId id="672" r:id="rId1926"/>
    <p:sldId id="671" r:id="rId1927"/>
    <p:sldId id="670" r:id="rId1928"/>
    <p:sldId id="669" r:id="rId1929"/>
    <p:sldId id="668" r:id="rId1930"/>
    <p:sldId id="679" r:id="rId1931"/>
    <p:sldId id="678" r:id="rId1932"/>
    <p:sldId id="677" r:id="rId1933"/>
    <p:sldId id="676" r:id="rId1934"/>
    <p:sldId id="675" r:id="rId1935"/>
    <p:sldId id="674" r:id="rId1936"/>
    <p:sldId id="2194" r:id="rId1937"/>
    <p:sldId id="2195" r:id="rId1938"/>
    <p:sldId id="2196" r:id="rId1939"/>
    <p:sldId id="2197" r:id="rId1940"/>
    <p:sldId id="2198" r:id="rId1941"/>
    <p:sldId id="2199" r:id="rId1942"/>
    <p:sldId id="2200" r:id="rId1943"/>
    <p:sldId id="2201" r:id="rId1944"/>
    <p:sldId id="2202" r:id="rId1945"/>
    <p:sldId id="2203" r:id="rId1946"/>
    <p:sldId id="2204" r:id="rId1947"/>
    <p:sldId id="2205" r:id="rId1948"/>
    <p:sldId id="2206" r:id="rId1949"/>
    <p:sldId id="2207" r:id="rId1950"/>
    <p:sldId id="2208" r:id="rId1951"/>
    <p:sldId id="2209" r:id="rId1952"/>
    <p:sldId id="2210" r:id="rId1953"/>
    <p:sldId id="2211" r:id="rId1954"/>
    <p:sldId id="2212" r:id="rId1955"/>
    <p:sldId id="2213" r:id="rId1956"/>
    <p:sldId id="2214" r:id="rId1957"/>
    <p:sldId id="2215" r:id="rId1958"/>
    <p:sldId id="2216" r:id="rId1959"/>
    <p:sldId id="2217" r:id="rId1960"/>
    <p:sldId id="2218" r:id="rId1961"/>
    <p:sldId id="2219" r:id="rId1962"/>
    <p:sldId id="2220" r:id="rId1963"/>
    <p:sldId id="2221" r:id="rId1964"/>
    <p:sldId id="2222" r:id="rId1965"/>
    <p:sldId id="2223" r:id="rId1966"/>
    <p:sldId id="2224" r:id="rId1967"/>
    <p:sldId id="2225" r:id="rId1968"/>
    <p:sldId id="2226" r:id="rId1969"/>
    <p:sldId id="2227" r:id="rId1970"/>
    <p:sldId id="2228" r:id="rId1971"/>
    <p:sldId id="2229" r:id="rId1972"/>
    <p:sldId id="2230" r:id="rId1973"/>
    <p:sldId id="2231" r:id="rId1974"/>
    <p:sldId id="2232" r:id="rId1975"/>
    <p:sldId id="2233" r:id="rId1976"/>
    <p:sldId id="2234" r:id="rId1977"/>
    <p:sldId id="2235" r:id="rId1978"/>
    <p:sldId id="2236" r:id="rId1979"/>
    <p:sldId id="2237" r:id="rId1980"/>
    <p:sldId id="2238" r:id="rId1981"/>
    <p:sldId id="2239" r:id="rId1982"/>
    <p:sldId id="2240" r:id="rId1983"/>
    <p:sldId id="2241" r:id="rId1984"/>
    <p:sldId id="2242" r:id="rId1985"/>
    <p:sldId id="2243" r:id="rId1986"/>
    <p:sldId id="2244" r:id="rId1987"/>
    <p:sldId id="2245" r:id="rId1988"/>
    <p:sldId id="2246" r:id="rId1989"/>
    <p:sldId id="2247" r:id="rId1990"/>
    <p:sldId id="2248" r:id="rId1991"/>
    <p:sldId id="2249" r:id="rId1992"/>
    <p:sldId id="2250" r:id="rId1993"/>
    <p:sldId id="2251" r:id="rId1994"/>
    <p:sldId id="2252" r:id="rId1995"/>
    <p:sldId id="2253" r:id="rId1996"/>
    <p:sldId id="2254" r:id="rId1997"/>
    <p:sldId id="2255" r:id="rId1998"/>
    <p:sldId id="2256" r:id="rId1999"/>
    <p:sldId id="2257" r:id="rId2000"/>
    <p:sldId id="2258" r:id="rId2001"/>
    <p:sldId id="2259" r:id="rId2002"/>
    <p:sldId id="2260" r:id="rId2003"/>
    <p:sldId id="2261" r:id="rId2004"/>
    <p:sldId id="2262" r:id="rId2005"/>
    <p:sldId id="2263" r:id="rId2006"/>
    <p:sldId id="2264" r:id="rId2007"/>
    <p:sldId id="2265" r:id="rId2008"/>
    <p:sldId id="2266" r:id="rId2009"/>
    <p:sldId id="2267" r:id="rId2010"/>
    <p:sldId id="2268" r:id="rId2011"/>
    <p:sldId id="2269" r:id="rId2012"/>
    <p:sldId id="2270" r:id="rId2013"/>
    <p:sldId id="2271" r:id="rId2014"/>
    <p:sldId id="2272" r:id="rId2015"/>
    <p:sldId id="2273" r:id="rId2016"/>
    <p:sldId id="2274" r:id="rId2017"/>
    <p:sldId id="2275" r:id="rId2018"/>
    <p:sldId id="2276" r:id="rId2019"/>
    <p:sldId id="2277" r:id="rId2020"/>
    <p:sldId id="2278" r:id="rId2021"/>
    <p:sldId id="2279" r:id="rId2022"/>
    <p:sldId id="2280" r:id="rId2023"/>
    <p:sldId id="2281" r:id="rId2024"/>
    <p:sldId id="2282" r:id="rId2025"/>
    <p:sldId id="2283" r:id="rId2026"/>
    <p:sldId id="2284" r:id="rId2027"/>
    <p:sldId id="2285" r:id="rId2028"/>
    <p:sldId id="2286" r:id="rId2029"/>
    <p:sldId id="2287" r:id="rId2030"/>
    <p:sldId id="2288" r:id="rId2031"/>
    <p:sldId id="2289" r:id="rId2032"/>
    <p:sldId id="2290" r:id="rId2033"/>
    <p:sldId id="2291" r:id="rId2034"/>
    <p:sldId id="2292" r:id="rId2035"/>
    <p:sldId id="2293" r:id="rId2036"/>
    <p:sldId id="2294" r:id="rId2037"/>
    <p:sldId id="2295" r:id="rId2038"/>
    <p:sldId id="2296" r:id="rId2039"/>
    <p:sldId id="2297" r:id="rId2040"/>
    <p:sldId id="2298" r:id="rId2041"/>
    <p:sldId id="2299" r:id="rId2042"/>
    <p:sldId id="2300" r:id="rId2043"/>
    <p:sldId id="2301" r:id="rId2044"/>
    <p:sldId id="2302" r:id="rId2045"/>
    <p:sldId id="2303" r:id="rId2046"/>
    <p:sldId id="2304" r:id="rId2047"/>
    <p:sldId id="2305" r:id="rId2048"/>
    <p:sldId id="2306" r:id="rId2049"/>
    <p:sldId id="2307" r:id="rId2050"/>
    <p:sldId id="2308" r:id="rId2051"/>
    <p:sldId id="2309" r:id="rId2052"/>
    <p:sldId id="2310" r:id="rId2053"/>
    <p:sldId id="2311" r:id="rId2054"/>
    <p:sldId id="2312" r:id="rId2055"/>
    <p:sldId id="2313" r:id="rId2056"/>
    <p:sldId id="2314" r:id="rId2057"/>
    <p:sldId id="2315" r:id="rId2058"/>
    <p:sldId id="2316" r:id="rId2059"/>
    <p:sldId id="2317" r:id="rId2060"/>
    <p:sldId id="2318" r:id="rId2061"/>
    <p:sldId id="2319" r:id="rId2062"/>
    <p:sldId id="2320" r:id="rId2063"/>
    <p:sldId id="2321" r:id="rId2064"/>
    <p:sldId id="2322" r:id="rId2065"/>
    <p:sldId id="2323" r:id="rId2066"/>
    <p:sldId id="2324" r:id="rId2067"/>
    <p:sldId id="2325" r:id="rId2068"/>
    <p:sldId id="2326" r:id="rId2069"/>
    <p:sldId id="2327" r:id="rId2070"/>
    <p:sldId id="2328" r:id="rId2071"/>
    <p:sldId id="2329" r:id="rId2072"/>
    <p:sldId id="2330" r:id="rId2073"/>
    <p:sldId id="2331" r:id="rId2074"/>
    <p:sldId id="2332" r:id="rId2075"/>
    <p:sldId id="2333" r:id="rId2076"/>
    <p:sldId id="2334" r:id="rId2077"/>
    <p:sldId id="2335" r:id="rId2078"/>
    <p:sldId id="2336" r:id="rId2079"/>
    <p:sldId id="2337" r:id="rId2080"/>
    <p:sldId id="2338" r:id="rId2081"/>
    <p:sldId id="2339" r:id="rId2082"/>
    <p:sldId id="2340" r:id="rId2083"/>
    <p:sldId id="2341" r:id="rId2084"/>
    <p:sldId id="2342" r:id="rId2085"/>
    <p:sldId id="2343" r:id="rId2086"/>
    <p:sldId id="2344" r:id="rId2087"/>
    <p:sldId id="2345" r:id="rId2088"/>
    <p:sldId id="2346" r:id="rId2089"/>
    <p:sldId id="2347" r:id="rId2090"/>
    <p:sldId id="2348" r:id="rId2091"/>
    <p:sldId id="2349" r:id="rId2092"/>
    <p:sldId id="2350" r:id="rId2093"/>
    <p:sldId id="2351" r:id="rId2094"/>
    <p:sldId id="2352" r:id="rId2095"/>
    <p:sldId id="2353" r:id="rId2096"/>
    <p:sldId id="2354" r:id="rId2097"/>
    <p:sldId id="2355" r:id="rId2098"/>
    <p:sldId id="2356" r:id="rId2099"/>
    <p:sldId id="2357" r:id="rId2100"/>
    <p:sldId id="2358" r:id="rId2101"/>
    <p:sldId id="2359" r:id="rId2102"/>
    <p:sldId id="2360" r:id="rId2103"/>
    <p:sldId id="2361" r:id="rId2104"/>
    <p:sldId id="2362" r:id="rId2105"/>
    <p:sldId id="2363" r:id="rId2106"/>
    <p:sldId id="2364" r:id="rId2107"/>
    <p:sldId id="2365" r:id="rId2108"/>
    <p:sldId id="2366" r:id="rId2109"/>
    <p:sldId id="2367" r:id="rId2110"/>
    <p:sldId id="2368" r:id="rId2111"/>
    <p:sldId id="2369" r:id="rId2112"/>
    <p:sldId id="2370" r:id="rId2113"/>
    <p:sldId id="2386" r:id="rId2114"/>
    <p:sldId id="2387" r:id="rId2115"/>
    <p:sldId id="2388" r:id="rId2116"/>
    <p:sldId id="2389" r:id="rId2117"/>
    <p:sldId id="2390" r:id="rId2118"/>
    <p:sldId id="2391" r:id="rId2119"/>
    <p:sldId id="2392" r:id="rId2120"/>
    <p:sldId id="2393" r:id="rId2121"/>
    <p:sldId id="2394" r:id="rId2122"/>
    <p:sldId id="2395" r:id="rId2123"/>
    <p:sldId id="2396" r:id="rId2124"/>
    <p:sldId id="2397" r:id="rId2125"/>
    <p:sldId id="2398" r:id="rId2126"/>
    <p:sldId id="2399" r:id="rId2127"/>
    <p:sldId id="2400" r:id="rId2128"/>
    <p:sldId id="2401" r:id="rId2129"/>
    <p:sldId id="2402" r:id="rId2130"/>
    <p:sldId id="2403" r:id="rId2131"/>
    <p:sldId id="2404" r:id="rId2132"/>
    <p:sldId id="2405" r:id="rId2133"/>
    <p:sldId id="2406" r:id="rId2134"/>
    <p:sldId id="2407" r:id="rId2135"/>
    <p:sldId id="2408" r:id="rId2136"/>
    <p:sldId id="2409" r:id="rId2137"/>
    <p:sldId id="2410" r:id="rId2138"/>
    <p:sldId id="2411" r:id="rId2139"/>
    <p:sldId id="2412" r:id="rId2140"/>
    <p:sldId id="2413" r:id="rId2141"/>
    <p:sldId id="2414" r:id="rId2142"/>
    <p:sldId id="2415" r:id="rId2143"/>
    <p:sldId id="2416" r:id="rId2144"/>
    <p:sldId id="2417" r:id="rId2145"/>
    <p:sldId id="2418" r:id="rId2146"/>
    <p:sldId id="2419" r:id="rId2147"/>
    <p:sldId id="2420" r:id="rId2148"/>
    <p:sldId id="2421" r:id="rId2149"/>
    <p:sldId id="2422" r:id="rId2150"/>
    <p:sldId id="2423" r:id="rId2151"/>
    <p:sldId id="2424" r:id="rId2152"/>
    <p:sldId id="2425" r:id="rId2153"/>
    <p:sldId id="2426" r:id="rId2154"/>
    <p:sldId id="2427" r:id="rId2155"/>
    <p:sldId id="2428" r:id="rId2156"/>
    <p:sldId id="2429" r:id="rId2157"/>
    <p:sldId id="2430" r:id="rId2158"/>
    <p:sldId id="2431" r:id="rId2159"/>
    <p:sldId id="2432" r:id="rId2160"/>
    <p:sldId id="2433" r:id="rId2161"/>
    <p:sldId id="2434" r:id="rId2162"/>
    <p:sldId id="2435" r:id="rId2163"/>
    <p:sldId id="2436" r:id="rId2164"/>
    <p:sldId id="2437" r:id="rId2165"/>
    <p:sldId id="2438" r:id="rId2166"/>
    <p:sldId id="2439" r:id="rId2167"/>
    <p:sldId id="2440" r:id="rId2168"/>
    <p:sldId id="2441" r:id="rId2169"/>
    <p:sldId id="2442" r:id="rId2170"/>
    <p:sldId id="2443" r:id="rId2171"/>
    <p:sldId id="2444" r:id="rId2172"/>
    <p:sldId id="2445" r:id="rId2173"/>
    <p:sldId id="2446" r:id="rId2174"/>
    <p:sldId id="2447" r:id="rId2175"/>
    <p:sldId id="2448" r:id="rId2176"/>
    <p:sldId id="2449" r:id="rId2177"/>
    <p:sldId id="2371" r:id="rId2178"/>
    <p:sldId id="2372" r:id="rId2179"/>
    <p:sldId id="2373" r:id="rId2180"/>
    <p:sldId id="2374" r:id="rId2181"/>
    <p:sldId id="2375" r:id="rId2182"/>
    <p:sldId id="2376" r:id="rId2183"/>
    <p:sldId id="2377" r:id="rId2184"/>
    <p:sldId id="2378" r:id="rId2185"/>
    <p:sldId id="2379" r:id="rId2186"/>
    <p:sldId id="2380" r:id="rId2187"/>
    <p:sldId id="2381" r:id="rId2188"/>
    <p:sldId id="2382" r:id="rId2189"/>
    <p:sldId id="2383" r:id="rId2190"/>
    <p:sldId id="2384" r:id="rId2191"/>
    <p:sldId id="2385" r:id="rId2192"/>
    <p:sldId id="2450" r:id="rId2193"/>
    <p:sldId id="2451" r:id="rId2194"/>
    <p:sldId id="2452" r:id="rId2195"/>
    <p:sldId id="2453" r:id="rId2196"/>
    <p:sldId id="2454" r:id="rId2197"/>
    <p:sldId id="2455" r:id="rId2198"/>
    <p:sldId id="2456" r:id="rId2199"/>
    <p:sldId id="2457" r:id="rId2200"/>
    <p:sldId id="2458" r:id="rId2201"/>
    <p:sldId id="2459" r:id="rId2202"/>
    <p:sldId id="2460" r:id="rId2203"/>
    <p:sldId id="2461" r:id="rId2204"/>
    <p:sldId id="2462" r:id="rId2205"/>
    <p:sldId id="2463" r:id="rId2206"/>
    <p:sldId id="2464" r:id="rId2207"/>
    <p:sldId id="2465" r:id="rId2208"/>
    <p:sldId id="2466" r:id="rId2209"/>
    <p:sldId id="2467" r:id="rId2210"/>
    <p:sldId id="2468" r:id="rId2211"/>
    <p:sldId id="2469" r:id="rId2212"/>
    <p:sldId id="2470" r:id="rId2213"/>
    <p:sldId id="2471" r:id="rId2214"/>
    <p:sldId id="2472" r:id="rId2215"/>
    <p:sldId id="2473" r:id="rId2216"/>
    <p:sldId id="2474" r:id="rId2217"/>
    <p:sldId id="2475" r:id="rId2218"/>
    <p:sldId id="2476" r:id="rId2219"/>
    <p:sldId id="2477" r:id="rId2220"/>
    <p:sldId id="2478" r:id="rId2221"/>
    <p:sldId id="2479" r:id="rId2222"/>
    <p:sldId id="2480" r:id="rId2223"/>
    <p:sldId id="2481" r:id="rId2224"/>
    <p:sldId id="2482" r:id="rId2225"/>
    <p:sldId id="2483" r:id="rId2226"/>
    <p:sldId id="2484" r:id="rId2227"/>
    <p:sldId id="2485" r:id="rId2228"/>
    <p:sldId id="2486" r:id="rId2229"/>
    <p:sldId id="2487" r:id="rId2230"/>
    <p:sldId id="2488" r:id="rId2231"/>
    <p:sldId id="2489" r:id="rId2232"/>
    <p:sldId id="2490" r:id="rId2233"/>
    <p:sldId id="2491" r:id="rId2234"/>
    <p:sldId id="2492" r:id="rId2235"/>
    <p:sldId id="2493" r:id="rId2236"/>
    <p:sldId id="2494" r:id="rId2237"/>
    <p:sldId id="2495" r:id="rId2238"/>
    <p:sldId id="2496" r:id="rId2239"/>
    <p:sldId id="2497" r:id="rId2240"/>
    <p:sldId id="2498" r:id="rId2241"/>
    <p:sldId id="2499" r:id="rId2242"/>
    <p:sldId id="2500" r:id="rId2243"/>
    <p:sldId id="2501" r:id="rId2244"/>
    <p:sldId id="2502" r:id="rId2245"/>
    <p:sldId id="2503" r:id="rId2246"/>
    <p:sldId id="2504" r:id="rId2247"/>
    <p:sldId id="2505" r:id="rId2248"/>
    <p:sldId id="2506" r:id="rId2249"/>
    <p:sldId id="2507" r:id="rId2250"/>
    <p:sldId id="2508" r:id="rId2251"/>
    <p:sldId id="2509" r:id="rId2252"/>
    <p:sldId id="2510" r:id="rId2253"/>
    <p:sldId id="2511" r:id="rId2254"/>
    <p:sldId id="2512" r:id="rId2255"/>
    <p:sldId id="2513" r:id="rId2256"/>
    <p:sldId id="2514" r:id="rId2257"/>
    <p:sldId id="2515" r:id="rId2258"/>
    <p:sldId id="2516" r:id="rId2259"/>
    <p:sldId id="2517" r:id="rId2260"/>
    <p:sldId id="2518" r:id="rId2261"/>
    <p:sldId id="2519" r:id="rId2262"/>
    <p:sldId id="2520" r:id="rId2263"/>
    <p:sldId id="2521" r:id="rId2264"/>
    <p:sldId id="2522" r:id="rId2265"/>
    <p:sldId id="2523" r:id="rId2266"/>
    <p:sldId id="2524" r:id="rId2267"/>
    <p:sldId id="2525" r:id="rId2268"/>
    <p:sldId id="2526" r:id="rId2269"/>
    <p:sldId id="2527" r:id="rId2270"/>
    <p:sldId id="2528" r:id="rId2271"/>
    <p:sldId id="2529" r:id="rId2272"/>
    <p:sldId id="2530" r:id="rId2273"/>
    <p:sldId id="2531" r:id="rId2274"/>
    <p:sldId id="2532" r:id="rId2275"/>
    <p:sldId id="2533" r:id="rId2276"/>
    <p:sldId id="2534" r:id="rId2277"/>
    <p:sldId id="2535" r:id="rId2278"/>
    <p:sldId id="2536" r:id="rId2279"/>
    <p:sldId id="2537" r:id="rId2280"/>
    <p:sldId id="2538" r:id="rId2281"/>
    <p:sldId id="2539" r:id="rId2282"/>
    <p:sldId id="2540" r:id="rId2283"/>
    <p:sldId id="2541" r:id="rId2284"/>
    <p:sldId id="2542" r:id="rId2285"/>
    <p:sldId id="2543" r:id="rId2286"/>
    <p:sldId id="2544" r:id="rId2287"/>
    <p:sldId id="2545" r:id="rId2288"/>
    <p:sldId id="2546" r:id="rId2289"/>
    <p:sldId id="2547" r:id="rId2290"/>
    <p:sldId id="2548" r:id="rId2291"/>
    <p:sldId id="2549" r:id="rId2292"/>
    <p:sldId id="2550" r:id="rId2293"/>
    <p:sldId id="2551" r:id="rId2294"/>
    <p:sldId id="2552" r:id="rId2295"/>
    <p:sldId id="2553" r:id="rId2296"/>
    <p:sldId id="2554" r:id="rId2297"/>
    <p:sldId id="2555" r:id="rId2298"/>
    <p:sldId id="2556" r:id="rId2299"/>
    <p:sldId id="2557" r:id="rId2300"/>
    <p:sldId id="2558" r:id="rId2301"/>
    <p:sldId id="2559" r:id="rId2302"/>
    <p:sldId id="2560" r:id="rId2303"/>
    <p:sldId id="2561" r:id="rId2304"/>
    <p:sldId id="2562" r:id="rId2305"/>
    <p:sldId id="2563" r:id="rId2306"/>
    <p:sldId id="2564" r:id="rId2307"/>
    <p:sldId id="2565" r:id="rId2308"/>
    <p:sldId id="2566" r:id="rId2309"/>
    <p:sldId id="2567" r:id="rId2310"/>
    <p:sldId id="2568" r:id="rId2311"/>
    <p:sldId id="2569" r:id="rId2312"/>
    <p:sldId id="2570" r:id="rId2313"/>
    <p:sldId id="2571" r:id="rId2314"/>
    <p:sldId id="2572" r:id="rId2315"/>
    <p:sldId id="2573" r:id="rId2316"/>
    <p:sldId id="2574" r:id="rId2317"/>
    <p:sldId id="2575" r:id="rId2318"/>
    <p:sldId id="2576" r:id="rId2319"/>
    <p:sldId id="2577" r:id="rId2320"/>
    <p:sldId id="2578" r:id="rId2321"/>
    <p:sldId id="2579" r:id="rId2322"/>
    <p:sldId id="2580" r:id="rId2323"/>
    <p:sldId id="2581" r:id="rId2324"/>
    <p:sldId id="2582" r:id="rId2325"/>
    <p:sldId id="2583" r:id="rId2326"/>
    <p:sldId id="2584" r:id="rId2327"/>
    <p:sldId id="2585" r:id="rId2328"/>
    <p:sldId id="2586" r:id="rId2329"/>
    <p:sldId id="2587" r:id="rId2330"/>
    <p:sldId id="2588" r:id="rId2331"/>
    <p:sldId id="2589" r:id="rId2332"/>
    <p:sldId id="2590" r:id="rId2333"/>
    <p:sldId id="2591" r:id="rId2334"/>
    <p:sldId id="2592" r:id="rId2335"/>
    <p:sldId id="2593" r:id="rId2336"/>
    <p:sldId id="2594" r:id="rId2337"/>
    <p:sldId id="2595" r:id="rId2338"/>
    <p:sldId id="2596" r:id="rId2339"/>
    <p:sldId id="2597" r:id="rId2340"/>
    <p:sldId id="2598" r:id="rId2341"/>
    <p:sldId id="2599" r:id="rId2342"/>
    <p:sldId id="2600" r:id="rId2343"/>
    <p:sldId id="2601" r:id="rId2344"/>
    <p:sldId id="2602" r:id="rId2345"/>
    <p:sldId id="2603" r:id="rId2346"/>
    <p:sldId id="2604" r:id="rId2347"/>
    <p:sldId id="2605" r:id="rId2348"/>
    <p:sldId id="2606" r:id="rId2349"/>
    <p:sldId id="2607" r:id="rId2350"/>
    <p:sldId id="2608" r:id="rId2351"/>
    <p:sldId id="2609" r:id="rId2352"/>
    <p:sldId id="2610" r:id="rId2353"/>
    <p:sldId id="2611" r:id="rId2354"/>
    <p:sldId id="2612" r:id="rId2355"/>
    <p:sldId id="2613" r:id="rId2356"/>
    <p:sldId id="2614" r:id="rId2357"/>
    <p:sldId id="2615" r:id="rId2358"/>
    <p:sldId id="2616" r:id="rId2359"/>
    <p:sldId id="2617" r:id="rId2360"/>
    <p:sldId id="2618" r:id="rId2361"/>
    <p:sldId id="2619" r:id="rId2362"/>
    <p:sldId id="2620" r:id="rId2363"/>
    <p:sldId id="2621" r:id="rId2364"/>
    <p:sldId id="2622" r:id="rId2365"/>
    <p:sldId id="2623" r:id="rId2366"/>
    <p:sldId id="2624" r:id="rId2367"/>
    <p:sldId id="2625" r:id="rId2368"/>
    <p:sldId id="2626" r:id="rId2369"/>
    <p:sldId id="2627" r:id="rId2370"/>
    <p:sldId id="2628" r:id="rId2371"/>
    <p:sldId id="2629" r:id="rId2372"/>
    <p:sldId id="2630" r:id="rId2373"/>
    <p:sldId id="2631" r:id="rId2374"/>
    <p:sldId id="2632" r:id="rId2375"/>
    <p:sldId id="2633" r:id="rId2376"/>
    <p:sldId id="2634" r:id="rId2377"/>
    <p:sldId id="2635" r:id="rId2378"/>
    <p:sldId id="2636" r:id="rId2379"/>
    <p:sldId id="2637" r:id="rId2380"/>
    <p:sldId id="2638" r:id="rId2381"/>
    <p:sldId id="2639" r:id="rId2382"/>
    <p:sldId id="2640" r:id="rId2383"/>
    <p:sldId id="2641" r:id="rId2384"/>
    <p:sldId id="2642" r:id="rId2385"/>
    <p:sldId id="2643" r:id="rId2386"/>
    <p:sldId id="2644" r:id="rId2387"/>
    <p:sldId id="2645" r:id="rId2388"/>
    <p:sldId id="2646" r:id="rId2389"/>
    <p:sldId id="2647" r:id="rId2390"/>
    <p:sldId id="2648" r:id="rId2391"/>
    <p:sldId id="2649" r:id="rId2392"/>
    <p:sldId id="2650" r:id="rId2393"/>
    <p:sldId id="2651" r:id="rId2394"/>
    <p:sldId id="2652" r:id="rId2395"/>
    <p:sldId id="2653" r:id="rId2396"/>
    <p:sldId id="2654" r:id="rId2397"/>
    <p:sldId id="2655" r:id="rId2398"/>
    <p:sldId id="2656" r:id="rId2399"/>
    <p:sldId id="2657" r:id="rId2400"/>
    <p:sldId id="2658" r:id="rId2401"/>
    <p:sldId id="2659" r:id="rId2402"/>
    <p:sldId id="2660" r:id="rId2403"/>
    <p:sldId id="2661" r:id="rId2404"/>
    <p:sldId id="2662" r:id="rId2405"/>
    <p:sldId id="2663" r:id="rId2406"/>
    <p:sldId id="2664" r:id="rId2407"/>
    <p:sldId id="2665" r:id="rId2408"/>
    <p:sldId id="2666" r:id="rId2409"/>
    <p:sldId id="2667" r:id="rId2410"/>
    <p:sldId id="2668" r:id="rId2411"/>
    <p:sldId id="2669" r:id="rId2412"/>
    <p:sldId id="2670" r:id="rId2413"/>
    <p:sldId id="2671" r:id="rId2414"/>
    <p:sldId id="2672" r:id="rId2415"/>
    <p:sldId id="2673" r:id="rId2416"/>
    <p:sldId id="2674" r:id="rId2417"/>
    <p:sldId id="2675" r:id="rId2418"/>
    <p:sldId id="2676" r:id="rId2419"/>
    <p:sldId id="2677" r:id="rId2420"/>
    <p:sldId id="2678" r:id="rId2421"/>
    <p:sldId id="2679" r:id="rId2422"/>
    <p:sldId id="2680" r:id="rId2423"/>
    <p:sldId id="2681" r:id="rId2424"/>
    <p:sldId id="2682" r:id="rId2425"/>
    <p:sldId id="2683" r:id="rId2426"/>
    <p:sldId id="2684" r:id="rId2427"/>
    <p:sldId id="2685" r:id="rId2428"/>
    <p:sldId id="2686" r:id="rId2429"/>
    <p:sldId id="2687" r:id="rId2430"/>
    <p:sldId id="2688" r:id="rId2431"/>
    <p:sldId id="2689" r:id="rId2432"/>
    <p:sldId id="2690" r:id="rId2433"/>
    <p:sldId id="2691" r:id="rId2434"/>
    <p:sldId id="2692" r:id="rId2435"/>
    <p:sldId id="2693" r:id="rId2436"/>
    <p:sldId id="2694" r:id="rId2437"/>
    <p:sldId id="2695" r:id="rId2438"/>
    <p:sldId id="2696" r:id="rId2439"/>
    <p:sldId id="2697" r:id="rId2440"/>
    <p:sldId id="2698" r:id="rId2441"/>
    <p:sldId id="2699" r:id="rId2442"/>
    <p:sldId id="2700" r:id="rId2443"/>
    <p:sldId id="2701" r:id="rId2444"/>
    <p:sldId id="2702" r:id="rId2445"/>
    <p:sldId id="2703" r:id="rId2446"/>
    <p:sldId id="2704" r:id="rId2447"/>
    <p:sldId id="2705" r:id="rId2448"/>
    <p:sldId id="2706" r:id="rId2449"/>
    <p:sldId id="2707" r:id="rId2450"/>
    <p:sldId id="2708" r:id="rId2451"/>
    <p:sldId id="2709" r:id="rId2452"/>
    <p:sldId id="2710" r:id="rId2453"/>
    <p:sldId id="2711" r:id="rId2454"/>
    <p:sldId id="2712" r:id="rId2455"/>
    <p:sldId id="2713" r:id="rId2456"/>
    <p:sldId id="2714" r:id="rId2457"/>
    <p:sldId id="2715" r:id="rId2458"/>
    <p:sldId id="2716" r:id="rId2459"/>
    <p:sldId id="2717" r:id="rId2460"/>
    <p:sldId id="2718" r:id="rId2461"/>
    <p:sldId id="2719" r:id="rId2462"/>
    <p:sldId id="2720" r:id="rId2463"/>
    <p:sldId id="2721" r:id="rId2464"/>
    <p:sldId id="2722" r:id="rId2465"/>
    <p:sldId id="2723" r:id="rId2466"/>
    <p:sldId id="2724" r:id="rId2467"/>
    <p:sldId id="2725" r:id="rId2468"/>
    <p:sldId id="2726" r:id="rId2469"/>
    <p:sldId id="2727" r:id="rId2470"/>
    <p:sldId id="2728" r:id="rId2471"/>
    <p:sldId id="2729" r:id="rId2472"/>
    <p:sldId id="2730" r:id="rId2473"/>
    <p:sldId id="2731" r:id="rId2474"/>
    <p:sldId id="2732" r:id="rId2475"/>
    <p:sldId id="2733" r:id="rId2476"/>
    <p:sldId id="2734" r:id="rId2477"/>
    <p:sldId id="2735" r:id="rId2478"/>
    <p:sldId id="2736" r:id="rId2479"/>
    <p:sldId id="2737" r:id="rId2480"/>
    <p:sldId id="2738" r:id="rId2481"/>
    <p:sldId id="2739" r:id="rId2482"/>
    <p:sldId id="2740" r:id="rId2483"/>
    <p:sldId id="2741" r:id="rId2484"/>
    <p:sldId id="2742" r:id="rId2485"/>
    <p:sldId id="2743" r:id="rId2486"/>
    <p:sldId id="2744" r:id="rId2487"/>
    <p:sldId id="2745" r:id="rId2488"/>
    <p:sldId id="2746" r:id="rId2489"/>
    <p:sldId id="2747" r:id="rId2490"/>
    <p:sldId id="2748" r:id="rId2491"/>
    <p:sldId id="2749" r:id="rId2492"/>
    <p:sldId id="2750" r:id="rId2493"/>
    <p:sldId id="2751" r:id="rId2494"/>
    <p:sldId id="2752" r:id="rId2495"/>
    <p:sldId id="2753" r:id="rId2496"/>
    <p:sldId id="2754" r:id="rId2497"/>
    <p:sldId id="2755" r:id="rId2498"/>
    <p:sldId id="2756" r:id="rId2499"/>
    <p:sldId id="2757" r:id="rId2500"/>
    <p:sldId id="2758" r:id="rId2501"/>
    <p:sldId id="2759" r:id="rId2502"/>
    <p:sldId id="2760" r:id="rId2503"/>
    <p:sldId id="2761" r:id="rId2504"/>
    <p:sldId id="2762" r:id="rId2505"/>
    <p:sldId id="2763" r:id="rId2506"/>
    <p:sldId id="2764" r:id="rId2507"/>
    <p:sldId id="2765" r:id="rId2508"/>
    <p:sldId id="2766" r:id="rId2509"/>
    <p:sldId id="2767" r:id="rId2510"/>
    <p:sldId id="2768" r:id="rId2511"/>
    <p:sldId id="2769" r:id="rId2512"/>
    <p:sldId id="2770" r:id="rId2513"/>
    <p:sldId id="2771" r:id="rId2514"/>
    <p:sldId id="2772" r:id="rId2515"/>
    <p:sldId id="2773" r:id="rId2516"/>
    <p:sldId id="2774" r:id="rId2517"/>
    <p:sldId id="2775" r:id="rId2518"/>
    <p:sldId id="2776" r:id="rId2519"/>
    <p:sldId id="2777" r:id="rId2520"/>
    <p:sldId id="2778" r:id="rId2521"/>
    <p:sldId id="2779" r:id="rId2522"/>
    <p:sldId id="2780" r:id="rId2523"/>
    <p:sldId id="2781" r:id="rId2524"/>
    <p:sldId id="2782" r:id="rId2525"/>
    <p:sldId id="2783" r:id="rId2526"/>
    <p:sldId id="2784" r:id="rId2527"/>
    <p:sldId id="2785" r:id="rId2528"/>
    <p:sldId id="2786" r:id="rId2529"/>
    <p:sldId id="2787" r:id="rId2530"/>
    <p:sldId id="2788" r:id="rId2531"/>
    <p:sldId id="2789" r:id="rId2532"/>
    <p:sldId id="2790" r:id="rId2533"/>
    <p:sldId id="2791" r:id="rId2534"/>
    <p:sldId id="2792" r:id="rId2535"/>
    <p:sldId id="2793" r:id="rId2536"/>
    <p:sldId id="2794" r:id="rId2537"/>
    <p:sldId id="2795" r:id="rId2538"/>
    <p:sldId id="2796" r:id="rId2539"/>
    <p:sldId id="2797" r:id="rId2540"/>
    <p:sldId id="2798" r:id="rId2541"/>
    <p:sldId id="2799" r:id="rId2542"/>
    <p:sldId id="2800" r:id="rId2543"/>
    <p:sldId id="2801" r:id="rId2544"/>
    <p:sldId id="2802" r:id="rId2545"/>
    <p:sldId id="2803" r:id="rId2546"/>
    <p:sldId id="2804" r:id="rId2547"/>
    <p:sldId id="2805" r:id="rId2548"/>
    <p:sldId id="2806" r:id="rId2549"/>
    <p:sldId id="2807" r:id="rId2550"/>
    <p:sldId id="2808" r:id="rId2551"/>
    <p:sldId id="2809" r:id="rId2552"/>
    <p:sldId id="2810" r:id="rId2553"/>
    <p:sldId id="2811" r:id="rId2554"/>
    <p:sldId id="2812" r:id="rId2555"/>
    <p:sldId id="2813" r:id="rId2556"/>
    <p:sldId id="2814" r:id="rId2557"/>
    <p:sldId id="2815" r:id="rId2558"/>
    <p:sldId id="2816" r:id="rId2559"/>
    <p:sldId id="2817" r:id="rId2560"/>
    <p:sldId id="2818" r:id="rId2561"/>
    <p:sldId id="2819" r:id="rId2562"/>
    <p:sldId id="2820" r:id="rId2563"/>
    <p:sldId id="2821" r:id="rId2564"/>
    <p:sldId id="2822" r:id="rId2565"/>
    <p:sldId id="2823" r:id="rId2566"/>
    <p:sldId id="2824" r:id="rId2567"/>
    <p:sldId id="2825" r:id="rId2568"/>
    <p:sldId id="2826" r:id="rId2569"/>
    <p:sldId id="2827" r:id="rId2570"/>
    <p:sldId id="2828" r:id="rId2571"/>
    <p:sldId id="2829" r:id="rId2572"/>
    <p:sldId id="2830" r:id="rId2573"/>
    <p:sldId id="2831" r:id="rId2574"/>
    <p:sldId id="2832" r:id="rId2575"/>
    <p:sldId id="2833" r:id="rId2576"/>
    <p:sldId id="2834" r:id="rId2577"/>
    <p:sldId id="2835" r:id="rId2578"/>
    <p:sldId id="2836" r:id="rId2579"/>
    <p:sldId id="2837" r:id="rId2580"/>
    <p:sldId id="2838" r:id="rId2581"/>
    <p:sldId id="2839" r:id="rId2582"/>
    <p:sldId id="2840" r:id="rId2583"/>
    <p:sldId id="2841" r:id="rId2584"/>
    <p:sldId id="2842" r:id="rId2585"/>
    <p:sldId id="2843" r:id="rId2586"/>
    <p:sldId id="2844" r:id="rId2587"/>
    <p:sldId id="2845" r:id="rId2588"/>
    <p:sldId id="2846" r:id="rId2589"/>
    <p:sldId id="2847" r:id="rId2590"/>
    <p:sldId id="2848" r:id="rId2591"/>
    <p:sldId id="2849" r:id="rId2592"/>
    <p:sldId id="2850" r:id="rId2593"/>
    <p:sldId id="2851" r:id="rId2594"/>
    <p:sldId id="2852" r:id="rId2595"/>
    <p:sldId id="2853" r:id="rId2596"/>
    <p:sldId id="2854" r:id="rId2597"/>
    <p:sldId id="2855" r:id="rId2598"/>
    <p:sldId id="2856" r:id="rId2599"/>
    <p:sldId id="2857" r:id="rId2600"/>
    <p:sldId id="2858" r:id="rId2601"/>
    <p:sldId id="2859" r:id="rId2602"/>
    <p:sldId id="2860" r:id="rId2603"/>
    <p:sldId id="2861" r:id="rId2604"/>
    <p:sldId id="2862" r:id="rId2605"/>
    <p:sldId id="2863" r:id="rId2606"/>
    <p:sldId id="2864" r:id="rId2607"/>
    <p:sldId id="2865" r:id="rId2608"/>
    <p:sldId id="2866" r:id="rId2609"/>
    <p:sldId id="2867" r:id="rId2610"/>
    <p:sldId id="2868" r:id="rId2611"/>
    <p:sldId id="2869" r:id="rId2612"/>
    <p:sldId id="2870" r:id="rId2613"/>
    <p:sldId id="2871" r:id="rId2614"/>
    <p:sldId id="2872" r:id="rId2615"/>
    <p:sldId id="2873" r:id="rId2616"/>
    <p:sldId id="2874" r:id="rId2617"/>
    <p:sldId id="2875" r:id="rId2618"/>
    <p:sldId id="2876" r:id="rId2619"/>
    <p:sldId id="2877" r:id="rId2620"/>
    <p:sldId id="2878" r:id="rId2621"/>
    <p:sldId id="2879" r:id="rId2622"/>
    <p:sldId id="2880" r:id="rId2623"/>
    <p:sldId id="2881" r:id="rId2624"/>
    <p:sldId id="2882" r:id="rId2625"/>
    <p:sldId id="2883" r:id="rId2626"/>
    <p:sldId id="2884" r:id="rId2627"/>
    <p:sldId id="2885" r:id="rId2628"/>
    <p:sldId id="2886" r:id="rId2629"/>
    <p:sldId id="2887" r:id="rId2630"/>
    <p:sldId id="2888" r:id="rId2631"/>
    <p:sldId id="2889" r:id="rId2632"/>
    <p:sldId id="2890" r:id="rId2633"/>
    <p:sldId id="2891" r:id="rId2634"/>
    <p:sldId id="2892" r:id="rId2635"/>
    <p:sldId id="2893" r:id="rId2636"/>
    <p:sldId id="2894" r:id="rId2637"/>
    <p:sldId id="2895" r:id="rId2638"/>
    <p:sldId id="2896" r:id="rId2639"/>
    <p:sldId id="2897" r:id="rId2640"/>
    <p:sldId id="2898" r:id="rId2641"/>
    <p:sldId id="2899" r:id="rId2642"/>
    <p:sldId id="2900" r:id="rId2643"/>
    <p:sldId id="2901" r:id="rId2644"/>
    <p:sldId id="2902" r:id="rId2645"/>
    <p:sldId id="2903" r:id="rId2646"/>
    <p:sldId id="2904" r:id="rId2647"/>
    <p:sldId id="2905" r:id="rId2648"/>
    <p:sldId id="2906" r:id="rId2649"/>
    <p:sldId id="2907" r:id="rId2650"/>
    <p:sldId id="2908" r:id="rId2651"/>
    <p:sldId id="2909" r:id="rId2652"/>
    <p:sldId id="2910" r:id="rId2653"/>
    <p:sldId id="2911" r:id="rId2654"/>
    <p:sldId id="2912" r:id="rId2655"/>
    <p:sldId id="2913" r:id="rId2656"/>
    <p:sldId id="2914" r:id="rId2657"/>
    <p:sldId id="2915" r:id="rId2658"/>
    <p:sldId id="2916" r:id="rId2659"/>
    <p:sldId id="2917" r:id="rId2660"/>
    <p:sldId id="2918" r:id="rId2661"/>
    <p:sldId id="2919" r:id="rId2662"/>
    <p:sldId id="2920" r:id="rId2663"/>
    <p:sldId id="2921" r:id="rId2664"/>
    <p:sldId id="2922" r:id="rId2665"/>
    <p:sldId id="2923" r:id="rId2666"/>
    <p:sldId id="2924" r:id="rId2667"/>
    <p:sldId id="2925" r:id="rId2668"/>
    <p:sldId id="2926" r:id="rId2669"/>
    <p:sldId id="2927" r:id="rId2670"/>
    <p:sldId id="2928" r:id="rId2671"/>
    <p:sldId id="2929" r:id="rId2672"/>
    <p:sldId id="2930" r:id="rId2673"/>
    <p:sldId id="2931" r:id="rId2674"/>
    <p:sldId id="2932" r:id="rId2675"/>
    <p:sldId id="2933" r:id="rId2676"/>
    <p:sldId id="2934" r:id="rId2677"/>
    <p:sldId id="2935" r:id="rId2678"/>
    <p:sldId id="2936" r:id="rId2679"/>
    <p:sldId id="2937" r:id="rId2680"/>
    <p:sldId id="2938" r:id="rId2681"/>
    <p:sldId id="2939" r:id="rId2682"/>
    <p:sldId id="2940" r:id="rId2683"/>
    <p:sldId id="2941" r:id="rId2684"/>
    <p:sldId id="2942" r:id="rId2685"/>
    <p:sldId id="2943" r:id="rId2686"/>
    <p:sldId id="2944" r:id="rId2687"/>
    <p:sldId id="2945" r:id="rId2688"/>
    <p:sldId id="2946" r:id="rId2689"/>
    <p:sldId id="2947" r:id="rId2690"/>
    <p:sldId id="2948" r:id="rId2691"/>
    <p:sldId id="2949" r:id="rId2692"/>
    <p:sldId id="2950" r:id="rId2693"/>
    <p:sldId id="2951" r:id="rId2694"/>
    <p:sldId id="2952" r:id="rId2695"/>
    <p:sldId id="2953" r:id="rId2696"/>
    <p:sldId id="2954" r:id="rId2697"/>
    <p:sldId id="2955" r:id="rId2698"/>
    <p:sldId id="2956" r:id="rId2699"/>
    <p:sldId id="2957" r:id="rId2700"/>
    <p:sldId id="2958" r:id="rId2701"/>
    <p:sldId id="2959" r:id="rId2702"/>
    <p:sldId id="2960" r:id="rId2703"/>
    <p:sldId id="2961" r:id="rId2704"/>
    <p:sldId id="2962" r:id="rId2705"/>
    <p:sldId id="2963" r:id="rId2706"/>
    <p:sldId id="2964" r:id="rId2707"/>
    <p:sldId id="2965" r:id="rId2708"/>
    <p:sldId id="2966" r:id="rId2709"/>
    <p:sldId id="2967" r:id="rId2710"/>
    <p:sldId id="2968" r:id="rId2711"/>
    <p:sldId id="2969" r:id="rId2712"/>
    <p:sldId id="2970" r:id="rId2713"/>
    <p:sldId id="2971" r:id="rId2714"/>
    <p:sldId id="2972" r:id="rId2715"/>
    <p:sldId id="2973" r:id="rId2716"/>
    <p:sldId id="2974" r:id="rId2717"/>
    <p:sldId id="2975" r:id="rId2718"/>
    <p:sldId id="2976" r:id="rId2719"/>
    <p:sldId id="2977" r:id="rId2720"/>
    <p:sldId id="2978" r:id="rId2721"/>
    <p:sldId id="2979" r:id="rId2722"/>
    <p:sldId id="2980" r:id="rId2723"/>
    <p:sldId id="2981" r:id="rId2724"/>
    <p:sldId id="2982" r:id="rId2725"/>
    <p:sldId id="2983" r:id="rId2726"/>
    <p:sldId id="2984" r:id="rId2727"/>
    <p:sldId id="2985" r:id="rId2728"/>
    <p:sldId id="2986" r:id="rId2729"/>
    <p:sldId id="2987" r:id="rId2730"/>
    <p:sldId id="2988" r:id="rId2731"/>
    <p:sldId id="2989" r:id="rId2732"/>
    <p:sldId id="2990" r:id="rId2733"/>
    <p:sldId id="2991" r:id="rId2734"/>
    <p:sldId id="2992" r:id="rId2735"/>
    <p:sldId id="2993" r:id="rId2736"/>
    <p:sldId id="2994" r:id="rId2737"/>
    <p:sldId id="2995" r:id="rId2738"/>
    <p:sldId id="2996" r:id="rId2739"/>
    <p:sldId id="2997" r:id="rId2740"/>
    <p:sldId id="2998" r:id="rId2741"/>
    <p:sldId id="2999" r:id="rId2742"/>
    <p:sldId id="3000" r:id="rId2743"/>
    <p:sldId id="3001" r:id="rId2744"/>
    <p:sldId id="3002" r:id="rId2745"/>
    <p:sldId id="3003" r:id="rId2746"/>
    <p:sldId id="3004" r:id="rId2747"/>
    <p:sldId id="3005" r:id="rId2748"/>
    <p:sldId id="3006" r:id="rId2749"/>
    <p:sldId id="3007" r:id="rId2750"/>
    <p:sldId id="3008" r:id="rId2751"/>
    <p:sldId id="3009" r:id="rId2752"/>
    <p:sldId id="3010" r:id="rId2753"/>
    <p:sldId id="3011" r:id="rId2754"/>
    <p:sldId id="3012" r:id="rId2755"/>
    <p:sldId id="3013" r:id="rId2756"/>
    <p:sldId id="3014" r:id="rId2757"/>
    <p:sldId id="3015" r:id="rId2758"/>
    <p:sldId id="3016" r:id="rId2759"/>
    <p:sldId id="3017" r:id="rId2760"/>
    <p:sldId id="3018" r:id="rId2761"/>
    <p:sldId id="3019" r:id="rId2762"/>
    <p:sldId id="3020" r:id="rId2763"/>
    <p:sldId id="3021" r:id="rId2764"/>
    <p:sldId id="3022" r:id="rId2765"/>
    <p:sldId id="3023" r:id="rId2766"/>
    <p:sldId id="3024" r:id="rId2767"/>
    <p:sldId id="3025" r:id="rId2768"/>
    <p:sldId id="3026" r:id="rId2769"/>
    <p:sldId id="3027" r:id="rId2770"/>
    <p:sldId id="3028" r:id="rId2771"/>
    <p:sldId id="3029" r:id="rId2772"/>
    <p:sldId id="3030" r:id="rId2773"/>
    <p:sldId id="3031" r:id="rId2774"/>
    <p:sldId id="3032" r:id="rId2775"/>
    <p:sldId id="3033" r:id="rId2776"/>
    <p:sldId id="3034" r:id="rId2777"/>
    <p:sldId id="3035" r:id="rId2778"/>
    <p:sldId id="3036" r:id="rId2779"/>
    <p:sldId id="3037" r:id="rId2780"/>
    <p:sldId id="3038" r:id="rId2781"/>
    <p:sldId id="3039" r:id="rId2782"/>
    <p:sldId id="3040" r:id="rId2783"/>
    <p:sldId id="3041" r:id="rId2784"/>
    <p:sldId id="3042" r:id="rId2785"/>
    <p:sldId id="3043" r:id="rId2786"/>
    <p:sldId id="3044" r:id="rId2787"/>
    <p:sldId id="3045" r:id="rId2788"/>
    <p:sldId id="3046" r:id="rId2789"/>
    <p:sldId id="3047" r:id="rId2790"/>
    <p:sldId id="3048" r:id="rId2791"/>
    <p:sldId id="3049" r:id="rId2792"/>
    <p:sldId id="3050" r:id="rId2793"/>
    <p:sldId id="3051" r:id="rId2794"/>
    <p:sldId id="3052" r:id="rId2795"/>
    <p:sldId id="3053" r:id="rId2796"/>
    <p:sldId id="3054" r:id="rId2797"/>
    <p:sldId id="3055" r:id="rId2798"/>
    <p:sldId id="3056" r:id="rId2799"/>
    <p:sldId id="3057" r:id="rId2800"/>
    <p:sldId id="3058" r:id="rId2801"/>
    <p:sldId id="3059" r:id="rId2802"/>
    <p:sldId id="3060" r:id="rId2803"/>
    <p:sldId id="3061" r:id="rId2804"/>
    <p:sldId id="3062" r:id="rId2805"/>
    <p:sldId id="3063" r:id="rId2806"/>
    <p:sldId id="3064" r:id="rId2807"/>
    <p:sldId id="3065" r:id="rId2808"/>
    <p:sldId id="3066" r:id="rId2809"/>
    <p:sldId id="3067" r:id="rId2810"/>
    <p:sldId id="3068" r:id="rId2811"/>
    <p:sldId id="3069" r:id="rId2812"/>
    <p:sldId id="3070" r:id="rId2813"/>
    <p:sldId id="3071" r:id="rId2814"/>
    <p:sldId id="3072" r:id="rId2815"/>
    <p:sldId id="3073" r:id="rId2816"/>
    <p:sldId id="3074" r:id="rId2817"/>
    <p:sldId id="3075" r:id="rId2818"/>
    <p:sldId id="3076" r:id="rId2819"/>
    <p:sldId id="3077" r:id="rId2820"/>
    <p:sldId id="3078" r:id="rId2821"/>
    <p:sldId id="3079" r:id="rId2822"/>
    <p:sldId id="3080" r:id="rId2823"/>
    <p:sldId id="3081" r:id="rId2824"/>
    <p:sldId id="3082" r:id="rId2825"/>
    <p:sldId id="3083" r:id="rId2826"/>
    <p:sldId id="3084" r:id="rId2827"/>
    <p:sldId id="3085" r:id="rId2828"/>
    <p:sldId id="3086" r:id="rId2829"/>
    <p:sldId id="3087" r:id="rId2830"/>
    <p:sldId id="3088" r:id="rId2831"/>
    <p:sldId id="3089" r:id="rId2832"/>
    <p:sldId id="3090" r:id="rId2833"/>
    <p:sldId id="3091" r:id="rId2834"/>
    <p:sldId id="3092" r:id="rId2835"/>
    <p:sldId id="3093" r:id="rId2836"/>
    <p:sldId id="3094" r:id="rId2837"/>
    <p:sldId id="3095" r:id="rId2838"/>
    <p:sldId id="3096" r:id="rId2839"/>
    <p:sldId id="3097" r:id="rId2840"/>
    <p:sldId id="3098" r:id="rId2841"/>
    <p:sldId id="3099" r:id="rId2842"/>
    <p:sldId id="3100" r:id="rId2843"/>
    <p:sldId id="3101" r:id="rId2844"/>
    <p:sldId id="3102" r:id="rId2845"/>
    <p:sldId id="3103" r:id="rId2846"/>
    <p:sldId id="3104" r:id="rId2847"/>
    <p:sldId id="3105" r:id="rId2848"/>
    <p:sldId id="3106" r:id="rId2849"/>
    <p:sldId id="3107" r:id="rId2850"/>
    <p:sldId id="3108" r:id="rId2851"/>
    <p:sldId id="3109" r:id="rId2852"/>
    <p:sldId id="3110" r:id="rId2853"/>
    <p:sldId id="3111" r:id="rId2854"/>
    <p:sldId id="3112" r:id="rId2855"/>
    <p:sldId id="3113" r:id="rId2856"/>
    <p:sldId id="3114" r:id="rId2857"/>
    <p:sldId id="3115" r:id="rId2858"/>
    <p:sldId id="3116" r:id="rId2859"/>
    <p:sldId id="3117" r:id="rId2860"/>
    <p:sldId id="3118" r:id="rId2861"/>
    <p:sldId id="3119" r:id="rId2862"/>
    <p:sldId id="3120" r:id="rId2863"/>
    <p:sldId id="3121" r:id="rId2864"/>
    <p:sldId id="3122" r:id="rId2865"/>
    <p:sldId id="3123" r:id="rId2866"/>
    <p:sldId id="3124" r:id="rId2867"/>
    <p:sldId id="3125" r:id="rId2868"/>
    <p:sldId id="3126" r:id="rId2869"/>
    <p:sldId id="3127" r:id="rId2870"/>
    <p:sldId id="3128" r:id="rId2871"/>
    <p:sldId id="3129" r:id="rId2872"/>
    <p:sldId id="3130" r:id="rId2873"/>
    <p:sldId id="3131" r:id="rId2874"/>
    <p:sldId id="3132" r:id="rId2875"/>
    <p:sldId id="3133" r:id="rId2876"/>
    <p:sldId id="3134" r:id="rId2877"/>
    <p:sldId id="3135" r:id="rId2878"/>
    <p:sldId id="3136" r:id="rId2879"/>
    <p:sldId id="3137" r:id="rId2880"/>
    <p:sldId id="3138" r:id="rId2881"/>
    <p:sldId id="3139" r:id="rId2882"/>
    <p:sldId id="3140" r:id="rId2883"/>
    <p:sldId id="3141" r:id="rId2884"/>
    <p:sldId id="3142" r:id="rId2885"/>
    <p:sldId id="3143" r:id="rId2886"/>
    <p:sldId id="3144" r:id="rId2887"/>
    <p:sldId id="3145" r:id="rId2888"/>
    <p:sldId id="3146" r:id="rId2889"/>
    <p:sldId id="3147" r:id="rId2890"/>
    <p:sldId id="3148" r:id="rId2891"/>
    <p:sldId id="3149" r:id="rId2892"/>
    <p:sldId id="3150" r:id="rId2893"/>
    <p:sldId id="3151" r:id="rId2894"/>
    <p:sldId id="3152" r:id="rId2895"/>
    <p:sldId id="3153" r:id="rId2896"/>
    <p:sldId id="3154" r:id="rId2897"/>
    <p:sldId id="3155" r:id="rId2898"/>
    <p:sldId id="3156" r:id="rId2899"/>
    <p:sldId id="3157" r:id="rId2900"/>
    <p:sldId id="3158" r:id="rId2901"/>
    <p:sldId id="3159" r:id="rId2902"/>
    <p:sldId id="3160" r:id="rId2903"/>
    <p:sldId id="3161" r:id="rId2904"/>
    <p:sldId id="3162" r:id="rId2905"/>
    <p:sldId id="3163" r:id="rId2906"/>
    <p:sldId id="3164" r:id="rId2907"/>
    <p:sldId id="3165" r:id="rId2908"/>
    <p:sldId id="3166" r:id="rId2909"/>
    <p:sldId id="3167" r:id="rId2910"/>
    <p:sldId id="3168" r:id="rId2911"/>
    <p:sldId id="3169" r:id="rId2912"/>
    <p:sldId id="3170" r:id="rId2913"/>
    <p:sldId id="3171" r:id="rId2914"/>
    <p:sldId id="3172" r:id="rId2915"/>
    <p:sldId id="3173" r:id="rId2916"/>
    <p:sldId id="3174" r:id="rId2917"/>
    <p:sldId id="3175" r:id="rId2918"/>
    <p:sldId id="3176" r:id="rId2919"/>
    <p:sldId id="3177" r:id="rId2920"/>
    <p:sldId id="3178" r:id="rId2921"/>
    <p:sldId id="3179" r:id="rId2922"/>
    <p:sldId id="3180" r:id="rId2923"/>
    <p:sldId id="3181" r:id="rId2924"/>
    <p:sldId id="3182" r:id="rId2925"/>
    <p:sldId id="3183" r:id="rId2926"/>
    <p:sldId id="3184" r:id="rId2927"/>
    <p:sldId id="3185" r:id="rId2928"/>
    <p:sldId id="3186" r:id="rId2929"/>
    <p:sldId id="3187" r:id="rId2930"/>
    <p:sldId id="3188" r:id="rId2931"/>
    <p:sldId id="3189" r:id="rId2932"/>
    <p:sldId id="3190" r:id="rId2933"/>
    <p:sldId id="3191" r:id="rId2934"/>
    <p:sldId id="3192" r:id="rId2935"/>
    <p:sldId id="3193" r:id="rId2936"/>
    <p:sldId id="3194" r:id="rId2937"/>
    <p:sldId id="3195" r:id="rId2938"/>
    <p:sldId id="3196" r:id="rId2939"/>
    <p:sldId id="3197" r:id="rId2940"/>
    <p:sldId id="3198" r:id="rId2941"/>
    <p:sldId id="3199" r:id="rId2942"/>
    <p:sldId id="3200" r:id="rId2943"/>
    <p:sldId id="3201" r:id="rId2944"/>
    <p:sldId id="3202" r:id="rId2945"/>
    <p:sldId id="3203" r:id="rId2946"/>
    <p:sldId id="3204" r:id="rId2947"/>
    <p:sldId id="3205" r:id="rId2948"/>
    <p:sldId id="3206" r:id="rId2949"/>
    <p:sldId id="3207" r:id="rId2950"/>
    <p:sldId id="3208" r:id="rId2951"/>
    <p:sldId id="3209" r:id="rId2952"/>
    <p:sldId id="3210" r:id="rId2953"/>
    <p:sldId id="3211" r:id="rId2954"/>
    <p:sldId id="3212" r:id="rId2955"/>
    <p:sldId id="3213" r:id="rId2956"/>
    <p:sldId id="3214" r:id="rId2957"/>
    <p:sldId id="3215" r:id="rId2958"/>
    <p:sldId id="3216" r:id="rId2959"/>
    <p:sldId id="3217" r:id="rId2960"/>
    <p:sldId id="3218" r:id="rId2961"/>
    <p:sldId id="3219" r:id="rId2962"/>
    <p:sldId id="3220" r:id="rId2963"/>
    <p:sldId id="3221" r:id="rId2964"/>
    <p:sldId id="3222" r:id="rId2965"/>
    <p:sldId id="3223" r:id="rId2966"/>
    <p:sldId id="3224" r:id="rId2967"/>
    <p:sldId id="3225" r:id="rId2968"/>
    <p:sldId id="3226" r:id="rId2969"/>
    <p:sldId id="3227" r:id="rId2970"/>
    <p:sldId id="3228" r:id="rId2971"/>
    <p:sldId id="3229" r:id="rId2972"/>
    <p:sldId id="3230" r:id="rId2973"/>
    <p:sldId id="3231" r:id="rId2974"/>
    <p:sldId id="3232" r:id="rId2975"/>
    <p:sldId id="3233" r:id="rId2976"/>
    <p:sldId id="3234" r:id="rId2977"/>
    <p:sldId id="3235" r:id="rId2978"/>
    <p:sldId id="3236" r:id="rId2979"/>
    <p:sldId id="3237" r:id="rId2980"/>
    <p:sldId id="3238" r:id="rId2981"/>
    <p:sldId id="3239" r:id="rId2982"/>
    <p:sldId id="3240" r:id="rId2983"/>
    <p:sldId id="3241" r:id="rId2984"/>
    <p:sldId id="3242" r:id="rId2985"/>
    <p:sldId id="3243" r:id="rId2986"/>
    <p:sldId id="3244" r:id="rId2987"/>
    <p:sldId id="3245" r:id="rId2988"/>
    <p:sldId id="3246" r:id="rId2989"/>
    <p:sldId id="3247" r:id="rId2990"/>
    <p:sldId id="3248" r:id="rId2991"/>
    <p:sldId id="3249" r:id="rId2992"/>
    <p:sldId id="3250" r:id="rId2993"/>
    <p:sldId id="3251" r:id="rId2994"/>
    <p:sldId id="3252" r:id="rId2995"/>
    <p:sldId id="3253" r:id="rId2996"/>
    <p:sldId id="3254" r:id="rId2997"/>
    <p:sldId id="3255" r:id="rId2998"/>
    <p:sldId id="3256" r:id="rId2999"/>
    <p:sldId id="3257" r:id="rId3000"/>
    <p:sldId id="3258" r:id="rId3001"/>
    <p:sldId id="3259" r:id="rId3002"/>
    <p:sldId id="3260" r:id="rId3003"/>
    <p:sldId id="3261" r:id="rId3004"/>
    <p:sldId id="3262" r:id="rId3005"/>
    <p:sldId id="3263" r:id="rId3006"/>
    <p:sldId id="3264" r:id="rId3007"/>
    <p:sldId id="3265" r:id="rId3008"/>
    <p:sldId id="3266" r:id="rId3009"/>
    <p:sldId id="3267" r:id="rId3010"/>
    <p:sldId id="3268" r:id="rId3011"/>
    <p:sldId id="3269" r:id="rId3012"/>
    <p:sldId id="3270" r:id="rId3013"/>
    <p:sldId id="3271" r:id="rId3014"/>
    <p:sldId id="3272" r:id="rId3015"/>
    <p:sldId id="3273" r:id="rId3016"/>
    <p:sldId id="3274" r:id="rId3017"/>
    <p:sldId id="3275" r:id="rId3018"/>
    <p:sldId id="3276" r:id="rId3019"/>
    <p:sldId id="3277" r:id="rId3020"/>
    <p:sldId id="3278" r:id="rId3021"/>
    <p:sldId id="3279" r:id="rId3022"/>
    <p:sldId id="3280" r:id="rId3023"/>
    <p:sldId id="3281" r:id="rId3024"/>
    <p:sldId id="3282" r:id="rId3025"/>
    <p:sldId id="3283" r:id="rId3026"/>
    <p:sldId id="3284" r:id="rId3027"/>
    <p:sldId id="3285" r:id="rId3028"/>
    <p:sldId id="3286" r:id="rId3029"/>
    <p:sldId id="3287" r:id="rId3030"/>
    <p:sldId id="3288" r:id="rId3031"/>
    <p:sldId id="3289" r:id="rId3032"/>
    <p:sldId id="3290" r:id="rId3033"/>
    <p:sldId id="3291" r:id="rId3034"/>
    <p:sldId id="3292" r:id="rId3035"/>
    <p:sldId id="3293" r:id="rId3036"/>
    <p:sldId id="3294" r:id="rId3037"/>
    <p:sldId id="3295" r:id="rId3038"/>
    <p:sldId id="3296" r:id="rId3039"/>
    <p:sldId id="3297" r:id="rId3040"/>
    <p:sldId id="3298" r:id="rId3041"/>
    <p:sldId id="3299" r:id="rId3042"/>
    <p:sldId id="3300" r:id="rId3043"/>
    <p:sldId id="3301" r:id="rId3044"/>
    <p:sldId id="3302" r:id="rId3045"/>
    <p:sldId id="3303" r:id="rId3046"/>
    <p:sldId id="3304" r:id="rId3047"/>
    <p:sldId id="3305" r:id="rId3048"/>
    <p:sldId id="3306" r:id="rId3049"/>
    <p:sldId id="3307" r:id="rId3050"/>
    <p:sldId id="3308" r:id="rId3051"/>
    <p:sldId id="3309" r:id="rId3052"/>
    <p:sldId id="3310" r:id="rId3053"/>
    <p:sldId id="3311" r:id="rId3054"/>
    <p:sldId id="3312" r:id="rId3055"/>
    <p:sldId id="3313" r:id="rId3056"/>
    <p:sldId id="3314" r:id="rId3057"/>
    <p:sldId id="3315" r:id="rId3058"/>
    <p:sldId id="3316" r:id="rId3059"/>
    <p:sldId id="3317" r:id="rId3060"/>
    <p:sldId id="3318" r:id="rId3061"/>
    <p:sldId id="3319" r:id="rId3062"/>
    <p:sldId id="3320" r:id="rId3063"/>
    <p:sldId id="3321" r:id="rId3064"/>
    <p:sldId id="3322" r:id="rId3065"/>
    <p:sldId id="3323" r:id="rId3066"/>
    <p:sldId id="3324" r:id="rId3067"/>
    <p:sldId id="3325" r:id="rId3068"/>
    <p:sldId id="3326" r:id="rId3069"/>
    <p:sldId id="3327" r:id="rId3070"/>
    <p:sldId id="3328" r:id="rId3071"/>
    <p:sldId id="3329" r:id="rId3072"/>
    <p:sldId id="3330" r:id="rId3073"/>
    <p:sldId id="3331" r:id="rId3074"/>
    <p:sldId id="3332" r:id="rId3075"/>
    <p:sldId id="3333" r:id="rId3076"/>
    <p:sldId id="3334" r:id="rId3077"/>
    <p:sldId id="3335" r:id="rId3078"/>
    <p:sldId id="3336" r:id="rId3079"/>
    <p:sldId id="3337" r:id="rId3080"/>
    <p:sldId id="3338" r:id="rId3081"/>
    <p:sldId id="3339" r:id="rId3082"/>
    <p:sldId id="3340" r:id="rId3083"/>
    <p:sldId id="3341" r:id="rId3084"/>
    <p:sldId id="3342" r:id="rId3085"/>
    <p:sldId id="3343" r:id="rId3086"/>
    <p:sldId id="3344" r:id="rId3087"/>
    <p:sldId id="3345" r:id="rId3088"/>
    <p:sldId id="3346" r:id="rId3089"/>
    <p:sldId id="3347" r:id="rId3090"/>
    <p:sldId id="3348" r:id="rId3091"/>
    <p:sldId id="3349" r:id="rId3092"/>
    <p:sldId id="3350" r:id="rId3093"/>
    <p:sldId id="3351" r:id="rId3094"/>
    <p:sldId id="3352" r:id="rId3095"/>
    <p:sldId id="3353" r:id="rId3096"/>
    <p:sldId id="3354" r:id="rId3097"/>
    <p:sldId id="3355" r:id="rId3098"/>
    <p:sldId id="3356" r:id="rId3099"/>
    <p:sldId id="3357" r:id="rId3100"/>
    <p:sldId id="3358" r:id="rId3101"/>
    <p:sldId id="3359" r:id="rId3102"/>
    <p:sldId id="3360" r:id="rId3103"/>
    <p:sldId id="3361" r:id="rId3104"/>
    <p:sldId id="3362" r:id="rId3105"/>
    <p:sldId id="3363" r:id="rId3106"/>
    <p:sldId id="3364" r:id="rId3107"/>
    <p:sldId id="3365" r:id="rId3108"/>
    <p:sldId id="3366" r:id="rId3109"/>
    <p:sldId id="3367" r:id="rId3110"/>
    <p:sldId id="3368" r:id="rId3111"/>
    <p:sldId id="3369" r:id="rId3112"/>
    <p:sldId id="3370" r:id="rId3113"/>
    <p:sldId id="3371" r:id="rId3114"/>
    <p:sldId id="3372" r:id="rId3115"/>
    <p:sldId id="3373" r:id="rId3116"/>
    <p:sldId id="3374" r:id="rId3117"/>
    <p:sldId id="3375" r:id="rId3118"/>
    <p:sldId id="3376" r:id="rId3119"/>
    <p:sldId id="3377" r:id="rId3120"/>
    <p:sldId id="3378" r:id="rId3121"/>
    <p:sldId id="3379" r:id="rId3122"/>
    <p:sldId id="3380" r:id="rId3123"/>
    <p:sldId id="3381" r:id="rId3124"/>
    <p:sldId id="3382" r:id="rId3125"/>
    <p:sldId id="3383" r:id="rId3126"/>
    <p:sldId id="3384" r:id="rId3127"/>
    <p:sldId id="3385" r:id="rId3128"/>
    <p:sldId id="3386" r:id="rId3129"/>
    <p:sldId id="3387" r:id="rId3130"/>
    <p:sldId id="3388" r:id="rId3131"/>
    <p:sldId id="3389" r:id="rId3132"/>
    <p:sldId id="3390" r:id="rId3133"/>
    <p:sldId id="3391" r:id="rId3134"/>
    <p:sldId id="3392" r:id="rId3135"/>
    <p:sldId id="3393" r:id="rId3136"/>
    <p:sldId id="3394" r:id="rId3137"/>
    <p:sldId id="3395" r:id="rId3138"/>
    <p:sldId id="3396" r:id="rId3139"/>
    <p:sldId id="3397" r:id="rId3140"/>
    <p:sldId id="3398" r:id="rId3141"/>
    <p:sldId id="3399" r:id="rId3142"/>
    <p:sldId id="3400" r:id="rId3143"/>
    <p:sldId id="3401" r:id="rId3144"/>
    <p:sldId id="3402" r:id="rId3145"/>
    <p:sldId id="3403" r:id="rId3146"/>
    <p:sldId id="3404" r:id="rId3147"/>
    <p:sldId id="3405" r:id="rId3148"/>
    <p:sldId id="3406" r:id="rId3149"/>
    <p:sldId id="3407" r:id="rId3150"/>
    <p:sldId id="3408" r:id="rId3151"/>
    <p:sldId id="3409" r:id="rId3152"/>
    <p:sldId id="3410" r:id="rId3153"/>
    <p:sldId id="3411" r:id="rId3154"/>
    <p:sldId id="3412" r:id="rId3155"/>
    <p:sldId id="3413" r:id="rId3156"/>
    <p:sldId id="3414" r:id="rId3157"/>
    <p:sldId id="3415" r:id="rId3158"/>
    <p:sldId id="3416" r:id="rId3159"/>
    <p:sldId id="3417" r:id="rId3160"/>
    <p:sldId id="3418" r:id="rId3161"/>
    <p:sldId id="3419" r:id="rId3162"/>
    <p:sldId id="3420" r:id="rId3163"/>
    <p:sldId id="3421" r:id="rId3164"/>
    <p:sldId id="3422" r:id="rId3165"/>
    <p:sldId id="3423" r:id="rId3166"/>
    <p:sldId id="3424" r:id="rId3167"/>
    <p:sldId id="3425" r:id="rId3168"/>
    <p:sldId id="3426" r:id="rId3169"/>
    <p:sldId id="3427" r:id="rId3170"/>
    <p:sldId id="3428" r:id="rId3171"/>
    <p:sldId id="3429" r:id="rId3172"/>
    <p:sldId id="3430" r:id="rId3173"/>
    <p:sldId id="3431" r:id="rId3174"/>
    <p:sldId id="3432" r:id="rId3175"/>
    <p:sldId id="3433" r:id="rId3176"/>
    <p:sldId id="3434" r:id="rId3177"/>
    <p:sldId id="3435" r:id="rId3178"/>
    <p:sldId id="3436" r:id="rId3179"/>
    <p:sldId id="3437" r:id="rId3180"/>
    <p:sldId id="3438" r:id="rId3181"/>
    <p:sldId id="3439" r:id="rId3182"/>
    <p:sldId id="3440" r:id="rId3183"/>
    <p:sldId id="3441" r:id="rId3184"/>
    <p:sldId id="3442" r:id="rId3185"/>
    <p:sldId id="3443" r:id="rId3186"/>
    <p:sldId id="3444" r:id="rId3187"/>
    <p:sldId id="3445" r:id="rId3188"/>
    <p:sldId id="3446" r:id="rId3189"/>
    <p:sldId id="3447" r:id="rId3190"/>
    <p:sldId id="3448" r:id="rId3191"/>
    <p:sldId id="3449" r:id="rId3192"/>
    <p:sldId id="3450" r:id="rId3193"/>
    <p:sldId id="3451" r:id="rId3194"/>
    <p:sldId id="3452" r:id="rId3195"/>
    <p:sldId id="3453" r:id="rId3196"/>
    <p:sldId id="3454" r:id="rId3197"/>
    <p:sldId id="3455" r:id="rId3198"/>
    <p:sldId id="3456" r:id="rId3199"/>
    <p:sldId id="3457" r:id="rId3200"/>
    <p:sldId id="3458" r:id="rId3201"/>
    <p:sldId id="3459" r:id="rId3202"/>
    <p:sldId id="3460" r:id="rId3203"/>
    <p:sldId id="3461" r:id="rId3204"/>
    <p:sldId id="3462" r:id="rId3205"/>
    <p:sldId id="3463" r:id="rId3206"/>
    <p:sldId id="3464" r:id="rId3207"/>
    <p:sldId id="3465" r:id="rId3208"/>
    <p:sldId id="3466" r:id="rId3209"/>
    <p:sldId id="3467" r:id="rId3210"/>
    <p:sldId id="3468" r:id="rId3211"/>
    <p:sldId id="3469" r:id="rId3212"/>
    <p:sldId id="3470" r:id="rId3213"/>
    <p:sldId id="3471" r:id="rId3214"/>
    <p:sldId id="3472" r:id="rId3215"/>
    <p:sldId id="3473" r:id="rId3216"/>
    <p:sldId id="3474" r:id="rId3217"/>
    <p:sldId id="3475" r:id="rId3218"/>
    <p:sldId id="3476" r:id="rId3219"/>
    <p:sldId id="3477" r:id="rId3220"/>
    <p:sldId id="3478" r:id="rId3221"/>
    <p:sldId id="3479" r:id="rId3222"/>
    <p:sldId id="3480" r:id="rId3223"/>
    <p:sldId id="3481" r:id="rId3224"/>
    <p:sldId id="3482" r:id="rId3225"/>
    <p:sldId id="3483" r:id="rId3226"/>
    <p:sldId id="3484" r:id="rId3227"/>
    <p:sldId id="3485" r:id="rId3228"/>
    <p:sldId id="3486" r:id="rId3229"/>
    <p:sldId id="3487" r:id="rId3230"/>
    <p:sldId id="3488" r:id="rId3231"/>
    <p:sldId id="3489" r:id="rId3232"/>
    <p:sldId id="3490" r:id="rId3233"/>
    <p:sldId id="3491" r:id="rId3234"/>
    <p:sldId id="3492" r:id="rId3235"/>
    <p:sldId id="3493" r:id="rId3236"/>
    <p:sldId id="3494" r:id="rId3237"/>
    <p:sldId id="3495" r:id="rId3238"/>
    <p:sldId id="3496" r:id="rId3239"/>
    <p:sldId id="3497" r:id="rId3240"/>
    <p:sldId id="3498" r:id="rId3241"/>
    <p:sldId id="3499" r:id="rId3242"/>
    <p:sldId id="3500" r:id="rId3243"/>
    <p:sldId id="3501" r:id="rId3244"/>
    <p:sldId id="3502" r:id="rId3245"/>
    <p:sldId id="3503" r:id="rId3246"/>
    <p:sldId id="3504" r:id="rId3247"/>
    <p:sldId id="3505" r:id="rId3248"/>
    <p:sldId id="3506" r:id="rId3249"/>
    <p:sldId id="3507" r:id="rId3250"/>
    <p:sldId id="3508" r:id="rId3251"/>
    <p:sldId id="3509" r:id="rId3252"/>
    <p:sldId id="3510" r:id="rId3253"/>
    <p:sldId id="3511" r:id="rId3254"/>
    <p:sldId id="3512" r:id="rId3255"/>
    <p:sldId id="3513" r:id="rId3256"/>
    <p:sldId id="3514" r:id="rId3257"/>
    <p:sldId id="3515" r:id="rId3258"/>
    <p:sldId id="3516" r:id="rId3259"/>
    <p:sldId id="3517" r:id="rId3260"/>
    <p:sldId id="3518" r:id="rId3261"/>
    <p:sldId id="3519" r:id="rId3262"/>
    <p:sldId id="3520" r:id="rId3263"/>
    <p:sldId id="3521" r:id="rId3264"/>
    <p:sldId id="3522" r:id="rId3265"/>
    <p:sldId id="3523" r:id="rId3266"/>
    <p:sldId id="3524" r:id="rId3267"/>
    <p:sldId id="3525" r:id="rId3268"/>
    <p:sldId id="3526" r:id="rId3269"/>
    <p:sldId id="3527" r:id="rId3270"/>
    <p:sldId id="3528" r:id="rId3271"/>
    <p:sldId id="3529" r:id="rId3272"/>
    <p:sldId id="3530" r:id="rId3273"/>
    <p:sldId id="3531" r:id="rId3274"/>
    <p:sldId id="3532" r:id="rId3275"/>
    <p:sldId id="3533" r:id="rId3276"/>
    <p:sldId id="3534" r:id="rId3277"/>
    <p:sldId id="3535" r:id="rId3278"/>
    <p:sldId id="3536" r:id="rId3279"/>
    <p:sldId id="3537" r:id="rId3280"/>
    <p:sldId id="3538" r:id="rId3281"/>
    <p:sldId id="3539" r:id="rId3282"/>
    <p:sldId id="3540" r:id="rId3283"/>
    <p:sldId id="3541" r:id="rId3284"/>
    <p:sldId id="3542" r:id="rId3285"/>
    <p:sldId id="3543" r:id="rId3286"/>
    <p:sldId id="3544" r:id="rId3287"/>
    <p:sldId id="3545" r:id="rId3288"/>
    <p:sldId id="3546" r:id="rId3289"/>
    <p:sldId id="3547" r:id="rId3290"/>
    <p:sldId id="3548" r:id="rId3291"/>
    <p:sldId id="3549" r:id="rId3292"/>
    <p:sldId id="3550" r:id="rId3293"/>
    <p:sldId id="3551" r:id="rId3294"/>
    <p:sldId id="3552" r:id="rId3295"/>
    <p:sldId id="3553" r:id="rId3296"/>
    <p:sldId id="3554" r:id="rId3297"/>
    <p:sldId id="3555" r:id="rId3298"/>
    <p:sldId id="3556" r:id="rId3299"/>
    <p:sldId id="3557" r:id="rId3300"/>
    <p:sldId id="3558" r:id="rId3301"/>
    <p:sldId id="3559" r:id="rId3302"/>
    <p:sldId id="3560" r:id="rId3303"/>
    <p:sldId id="3561" r:id="rId3304"/>
    <p:sldId id="3562" r:id="rId3305"/>
    <p:sldId id="3563" r:id="rId3306"/>
    <p:sldId id="3564" r:id="rId3307"/>
    <p:sldId id="3565" r:id="rId3308"/>
    <p:sldId id="3566" r:id="rId3309"/>
    <p:sldId id="3567" r:id="rId3310"/>
    <p:sldId id="3568" r:id="rId3311"/>
    <p:sldId id="3569" r:id="rId3312"/>
    <p:sldId id="3570" r:id="rId3313"/>
    <p:sldId id="3571" r:id="rId3314"/>
    <p:sldId id="3572" r:id="rId3315"/>
    <p:sldId id="3573" r:id="rId3316"/>
    <p:sldId id="3574" r:id="rId3317"/>
    <p:sldId id="3575" r:id="rId3318"/>
    <p:sldId id="3576" r:id="rId3319"/>
    <p:sldId id="3577" r:id="rId3320"/>
    <p:sldId id="3578" r:id="rId3321"/>
    <p:sldId id="3579" r:id="rId3322"/>
    <p:sldId id="3580" r:id="rId3323"/>
    <p:sldId id="3581" r:id="rId3324"/>
    <p:sldId id="3582" r:id="rId3325"/>
    <p:sldId id="3583" r:id="rId3326"/>
    <p:sldId id="3584" r:id="rId3327"/>
    <p:sldId id="3585" r:id="rId3328"/>
    <p:sldId id="3586" r:id="rId3329"/>
    <p:sldId id="3587" r:id="rId3330"/>
    <p:sldId id="3588" r:id="rId3331"/>
    <p:sldId id="3589" r:id="rId3332"/>
    <p:sldId id="3590" r:id="rId3333"/>
    <p:sldId id="3591" r:id="rId3334"/>
    <p:sldId id="3592" r:id="rId3335"/>
    <p:sldId id="3593" r:id="rId3336"/>
    <p:sldId id="3594" r:id="rId3337"/>
    <p:sldId id="3595" r:id="rId3338"/>
    <p:sldId id="3596" r:id="rId3339"/>
    <p:sldId id="3597" r:id="rId3340"/>
    <p:sldId id="3598" r:id="rId3341"/>
    <p:sldId id="3599" r:id="rId3342"/>
    <p:sldId id="3600" r:id="rId3343"/>
    <p:sldId id="3601" r:id="rId3344"/>
    <p:sldId id="3602" r:id="rId3345"/>
    <p:sldId id="3603" r:id="rId3346"/>
    <p:sldId id="3604" r:id="rId3347"/>
    <p:sldId id="3605" r:id="rId3348"/>
    <p:sldId id="3606" r:id="rId3349"/>
    <p:sldId id="3607" r:id="rId3350"/>
    <p:sldId id="3608" r:id="rId3351"/>
    <p:sldId id="3609" r:id="rId3352"/>
    <p:sldId id="3610" r:id="rId3353"/>
    <p:sldId id="3611" r:id="rId3354"/>
    <p:sldId id="3612" r:id="rId3355"/>
    <p:sldId id="3613" r:id="rId3356"/>
    <p:sldId id="3614" r:id="rId3357"/>
    <p:sldId id="3615" r:id="rId3358"/>
    <p:sldId id="3616" r:id="rId3359"/>
    <p:sldId id="3617" r:id="rId3360"/>
    <p:sldId id="3618" r:id="rId3361"/>
    <p:sldId id="3619" r:id="rId3362"/>
    <p:sldId id="3620" r:id="rId3363"/>
    <p:sldId id="3621" r:id="rId3364"/>
    <p:sldId id="3622" r:id="rId3365"/>
    <p:sldId id="3623" r:id="rId3366"/>
    <p:sldId id="3624" r:id="rId3367"/>
    <p:sldId id="3625" r:id="rId3368"/>
    <p:sldId id="3626" r:id="rId3369"/>
    <p:sldId id="3627" r:id="rId3370"/>
    <p:sldId id="3628" r:id="rId3371"/>
    <p:sldId id="3629" r:id="rId3372"/>
    <p:sldId id="3630" r:id="rId3373"/>
    <p:sldId id="3631" r:id="rId3374"/>
    <p:sldId id="3632" r:id="rId3375"/>
    <p:sldId id="3633" r:id="rId3376"/>
    <p:sldId id="3634" r:id="rId3377"/>
    <p:sldId id="3635" r:id="rId3378"/>
    <p:sldId id="3636" r:id="rId3379"/>
    <p:sldId id="3637" r:id="rId3380"/>
    <p:sldId id="3638" r:id="rId3381"/>
    <p:sldId id="3639" r:id="rId3382"/>
    <p:sldId id="3640" r:id="rId3383"/>
    <p:sldId id="3641" r:id="rId3384"/>
    <p:sldId id="3642" r:id="rId3385"/>
    <p:sldId id="3643" r:id="rId3386"/>
    <p:sldId id="3644" r:id="rId3387"/>
    <p:sldId id="3645" r:id="rId3388"/>
    <p:sldId id="3646" r:id="rId3389"/>
    <p:sldId id="3647" r:id="rId3390"/>
    <p:sldId id="3648" r:id="rId3391"/>
    <p:sldId id="3649" r:id="rId3392"/>
    <p:sldId id="3650" r:id="rId3393"/>
    <p:sldId id="3651" r:id="rId3394"/>
    <p:sldId id="3652" r:id="rId3395"/>
    <p:sldId id="3653" r:id="rId3396"/>
    <p:sldId id="3654" r:id="rId3397"/>
    <p:sldId id="3655" r:id="rId3398"/>
    <p:sldId id="3656" r:id="rId3399"/>
    <p:sldId id="3657" r:id="rId3400"/>
    <p:sldId id="3658" r:id="rId3401"/>
    <p:sldId id="3659" r:id="rId3402"/>
    <p:sldId id="3660" r:id="rId3403"/>
    <p:sldId id="3661" r:id="rId3404"/>
    <p:sldId id="3662" r:id="rId3405"/>
    <p:sldId id="3663" r:id="rId3406"/>
    <p:sldId id="3664" r:id="rId3407"/>
    <p:sldId id="3665" r:id="rId3408"/>
    <p:sldId id="3666" r:id="rId3409"/>
    <p:sldId id="3667" r:id="rId3410"/>
    <p:sldId id="3668" r:id="rId3411"/>
    <p:sldId id="3669" r:id="rId3412"/>
    <p:sldId id="3670" r:id="rId3413"/>
    <p:sldId id="3671" r:id="rId3414"/>
    <p:sldId id="3672" r:id="rId3415"/>
    <p:sldId id="3673" r:id="rId3416"/>
    <p:sldId id="3674" r:id="rId3417"/>
    <p:sldId id="3675" r:id="rId3418"/>
    <p:sldId id="3676" r:id="rId3419"/>
    <p:sldId id="3677" r:id="rId3420"/>
    <p:sldId id="3678" r:id="rId3421"/>
    <p:sldId id="3679" r:id="rId3422"/>
    <p:sldId id="3680" r:id="rId3423"/>
    <p:sldId id="3681" r:id="rId3424"/>
    <p:sldId id="3682" r:id="rId3425"/>
    <p:sldId id="3683" r:id="rId3426"/>
    <p:sldId id="3684" r:id="rId3427"/>
    <p:sldId id="3685" r:id="rId3428"/>
    <p:sldId id="3686" r:id="rId3429"/>
    <p:sldId id="3687" r:id="rId3430"/>
    <p:sldId id="3688" r:id="rId3431"/>
    <p:sldId id="3689" r:id="rId3432"/>
    <p:sldId id="3690" r:id="rId3433"/>
    <p:sldId id="3691" r:id="rId3434"/>
    <p:sldId id="3692" r:id="rId3435"/>
    <p:sldId id="3693" r:id="rId3436"/>
    <p:sldId id="3694" r:id="rId3437"/>
    <p:sldId id="3695" r:id="rId3438"/>
    <p:sldId id="3696" r:id="rId3439"/>
    <p:sldId id="3697" r:id="rId3440"/>
    <p:sldId id="3698" r:id="rId3441"/>
    <p:sldId id="3699" r:id="rId3442"/>
    <p:sldId id="3700" r:id="rId3443"/>
    <p:sldId id="3701" r:id="rId3444"/>
    <p:sldId id="3702" r:id="rId3445"/>
    <p:sldId id="3703" r:id="rId3446"/>
    <p:sldId id="3704" r:id="rId3447"/>
    <p:sldId id="3705" r:id="rId3448"/>
    <p:sldId id="3706" r:id="rId3449"/>
    <p:sldId id="3707" r:id="rId3450"/>
    <p:sldId id="3708" r:id="rId3451"/>
    <p:sldId id="3709" r:id="rId3452"/>
    <p:sldId id="3710" r:id="rId3453"/>
    <p:sldId id="3711" r:id="rId3454"/>
    <p:sldId id="3712" r:id="rId3455"/>
    <p:sldId id="3713" r:id="rId3456"/>
    <p:sldId id="3714" r:id="rId3457"/>
    <p:sldId id="3715" r:id="rId3458"/>
    <p:sldId id="3716" r:id="rId3459"/>
    <p:sldId id="3717" r:id="rId3460"/>
    <p:sldId id="3718" r:id="rId3461"/>
    <p:sldId id="3719" r:id="rId3462"/>
    <p:sldId id="3720" r:id="rId3463"/>
    <p:sldId id="3721" r:id="rId3464"/>
    <p:sldId id="3722" r:id="rId3465"/>
    <p:sldId id="3723" r:id="rId3466"/>
    <p:sldId id="3724" r:id="rId3467"/>
    <p:sldId id="3725" r:id="rId3468"/>
    <p:sldId id="3726" r:id="rId3469"/>
    <p:sldId id="3727" r:id="rId3470"/>
    <p:sldId id="3728" r:id="rId3471"/>
    <p:sldId id="3729" r:id="rId3472"/>
    <p:sldId id="3730" r:id="rId3473"/>
    <p:sldId id="3731" r:id="rId3474"/>
    <p:sldId id="3732" r:id="rId3475"/>
    <p:sldId id="3733" r:id="rId3476"/>
    <p:sldId id="3734" r:id="rId3477"/>
    <p:sldId id="3735" r:id="rId3478"/>
    <p:sldId id="3736" r:id="rId3479"/>
    <p:sldId id="3737" r:id="rId3480"/>
    <p:sldId id="3738" r:id="rId3481"/>
    <p:sldId id="3739" r:id="rId3482"/>
    <p:sldId id="3740" r:id="rId3483"/>
    <p:sldId id="3741" r:id="rId3484"/>
    <p:sldId id="3742" r:id="rId3485"/>
    <p:sldId id="3743" r:id="rId3486"/>
    <p:sldId id="3744" r:id="rId3487"/>
    <p:sldId id="3745" r:id="rId3488"/>
    <p:sldId id="3746" r:id="rId3489"/>
    <p:sldId id="3747" r:id="rId3490"/>
    <p:sldId id="3748" r:id="rId3491"/>
    <p:sldId id="3749" r:id="rId3492"/>
    <p:sldId id="3750" r:id="rId3493"/>
    <p:sldId id="3751" r:id="rId3494"/>
    <p:sldId id="3752" r:id="rId3495"/>
    <p:sldId id="3753" r:id="rId3496"/>
    <p:sldId id="3754" r:id="rId3497"/>
    <p:sldId id="3755" r:id="rId3498"/>
    <p:sldId id="3756" r:id="rId3499"/>
    <p:sldId id="3757" r:id="rId3500"/>
    <p:sldId id="3758" r:id="rId3501"/>
    <p:sldId id="3759" r:id="rId3502"/>
    <p:sldId id="3760" r:id="rId3503"/>
    <p:sldId id="3761" r:id="rId3504"/>
    <p:sldId id="3762" r:id="rId3505"/>
    <p:sldId id="3763" r:id="rId3506"/>
    <p:sldId id="3764" r:id="rId3507"/>
    <p:sldId id="3765" r:id="rId3508"/>
    <p:sldId id="3766" r:id="rId3509"/>
    <p:sldId id="3767" r:id="rId3510"/>
    <p:sldId id="3768" r:id="rId3511"/>
    <p:sldId id="3769" r:id="rId3512"/>
    <p:sldId id="3770" r:id="rId3513"/>
    <p:sldId id="3771" r:id="rId3514"/>
    <p:sldId id="3772" r:id="rId3515"/>
    <p:sldId id="3773" r:id="rId3516"/>
    <p:sldId id="3774" r:id="rId3517"/>
    <p:sldId id="3775" r:id="rId3518"/>
    <p:sldId id="3776" r:id="rId3519"/>
    <p:sldId id="3777" r:id="rId3520"/>
    <p:sldId id="3778" r:id="rId3521"/>
    <p:sldId id="3779" r:id="rId3522"/>
    <p:sldId id="3780" r:id="rId3523"/>
    <p:sldId id="3781" r:id="rId3524"/>
    <p:sldId id="3782" r:id="rId3525"/>
    <p:sldId id="3783" r:id="rId3526"/>
    <p:sldId id="3784" r:id="rId3527"/>
    <p:sldId id="3785" r:id="rId3528"/>
    <p:sldId id="3786" r:id="rId3529"/>
    <p:sldId id="3787" r:id="rId3530"/>
    <p:sldId id="3788" r:id="rId3531"/>
    <p:sldId id="3789" r:id="rId3532"/>
    <p:sldId id="3790" r:id="rId3533"/>
    <p:sldId id="3791" r:id="rId3534"/>
    <p:sldId id="3792" r:id="rId3535"/>
    <p:sldId id="3793" r:id="rId3536"/>
    <p:sldId id="3794" r:id="rId3537"/>
    <p:sldId id="3795" r:id="rId3538"/>
    <p:sldId id="3796" r:id="rId3539"/>
    <p:sldId id="3797" r:id="rId3540"/>
    <p:sldId id="3798" r:id="rId3541"/>
    <p:sldId id="3799" r:id="rId3542"/>
    <p:sldId id="3800" r:id="rId3543"/>
    <p:sldId id="3801" r:id="rId3544"/>
    <p:sldId id="3802" r:id="rId3545"/>
    <p:sldId id="3803" r:id="rId3546"/>
    <p:sldId id="3804" r:id="rId3547"/>
    <p:sldId id="3805" r:id="rId3548"/>
    <p:sldId id="3806" r:id="rId3549"/>
    <p:sldId id="3807" r:id="rId3550"/>
    <p:sldId id="3808" r:id="rId3551"/>
    <p:sldId id="3809" r:id="rId3552"/>
    <p:sldId id="3810" r:id="rId3553"/>
    <p:sldId id="3811" r:id="rId3554"/>
    <p:sldId id="3812" r:id="rId3555"/>
    <p:sldId id="3813" r:id="rId3556"/>
    <p:sldId id="3814" r:id="rId3557"/>
    <p:sldId id="3815" r:id="rId3558"/>
    <p:sldId id="3816" r:id="rId3559"/>
    <p:sldId id="3817" r:id="rId3560"/>
    <p:sldId id="3818" r:id="rId3561"/>
    <p:sldId id="3819" r:id="rId3562"/>
    <p:sldId id="3820" r:id="rId3563"/>
    <p:sldId id="3821" r:id="rId3564"/>
    <p:sldId id="3822" r:id="rId3565"/>
    <p:sldId id="3823" r:id="rId3566"/>
    <p:sldId id="3824" r:id="rId3567"/>
    <p:sldId id="3825" r:id="rId3568"/>
    <p:sldId id="3826" r:id="rId3569"/>
    <p:sldId id="3827" r:id="rId3570"/>
    <p:sldId id="3828" r:id="rId3571"/>
    <p:sldId id="3829" r:id="rId3572"/>
    <p:sldId id="3830" r:id="rId3573"/>
    <p:sldId id="3831" r:id="rId3574"/>
    <p:sldId id="3832" r:id="rId3575"/>
    <p:sldId id="3833" r:id="rId3576"/>
    <p:sldId id="3834" r:id="rId3577"/>
    <p:sldId id="3835" r:id="rId3578"/>
    <p:sldId id="3836" r:id="rId3579"/>
    <p:sldId id="3837" r:id="rId3580"/>
    <p:sldId id="3838" r:id="rId3581"/>
    <p:sldId id="3839" r:id="rId3582"/>
    <p:sldId id="3840" r:id="rId3583"/>
    <p:sldId id="3841" r:id="rId3584"/>
    <p:sldId id="3842" r:id="rId3585"/>
    <p:sldId id="3843" r:id="rId3586"/>
    <p:sldId id="3844" r:id="rId3587"/>
    <p:sldId id="3845" r:id="rId3588"/>
    <p:sldId id="3846" r:id="rId3589"/>
    <p:sldId id="3847" r:id="rId3590"/>
    <p:sldId id="3848" r:id="rId3591"/>
    <p:sldId id="3849" r:id="rId3592"/>
    <p:sldId id="3850" r:id="rId3593"/>
    <p:sldId id="3851" r:id="rId3594"/>
    <p:sldId id="3852" r:id="rId3595"/>
    <p:sldId id="3853" r:id="rId3596"/>
    <p:sldId id="3854" r:id="rId3597"/>
    <p:sldId id="3855" r:id="rId3598"/>
    <p:sldId id="3856" r:id="rId3599"/>
    <p:sldId id="3857" r:id="rId3600"/>
    <p:sldId id="3858" r:id="rId3601"/>
    <p:sldId id="3859" r:id="rId3602"/>
    <p:sldId id="3860" r:id="rId3603"/>
    <p:sldId id="3861" r:id="rId3604"/>
    <p:sldId id="3862" r:id="rId3605"/>
    <p:sldId id="3863" r:id="rId3606"/>
    <p:sldId id="3864" r:id="rId3607"/>
    <p:sldId id="3865" r:id="rId3608"/>
    <p:sldId id="3866" r:id="rId3609"/>
    <p:sldId id="3867" r:id="rId3610"/>
    <p:sldId id="3868" r:id="rId3611"/>
    <p:sldId id="3869" r:id="rId3612"/>
    <p:sldId id="3870" r:id="rId3613"/>
    <p:sldId id="3871" r:id="rId3614"/>
    <p:sldId id="3872" r:id="rId3615"/>
    <p:sldId id="3873" r:id="rId3616"/>
    <p:sldId id="3874" r:id="rId3617"/>
    <p:sldId id="3875" r:id="rId3618"/>
    <p:sldId id="3876" r:id="rId3619"/>
    <p:sldId id="3877" r:id="rId3620"/>
    <p:sldId id="3878" r:id="rId3621"/>
    <p:sldId id="3879" r:id="rId3622"/>
    <p:sldId id="3880" r:id="rId3623"/>
    <p:sldId id="3881" r:id="rId3624"/>
    <p:sldId id="3882" r:id="rId3625"/>
    <p:sldId id="3883" r:id="rId3626"/>
    <p:sldId id="3884" r:id="rId3627"/>
    <p:sldId id="3885" r:id="rId3628"/>
    <p:sldId id="3886" r:id="rId3629"/>
    <p:sldId id="3887" r:id="rId3630"/>
    <p:sldId id="3888" r:id="rId3631"/>
    <p:sldId id="3889" r:id="rId3632"/>
    <p:sldId id="3890" r:id="rId3633"/>
    <p:sldId id="3891" r:id="rId3634"/>
    <p:sldId id="3892" r:id="rId3635"/>
    <p:sldId id="3893" r:id="rId3636"/>
    <p:sldId id="3894" r:id="rId3637"/>
    <p:sldId id="3895" r:id="rId3638"/>
    <p:sldId id="3896" r:id="rId3639"/>
    <p:sldId id="3897" r:id="rId3640"/>
    <p:sldId id="3898" r:id="rId3641"/>
    <p:sldId id="3899" r:id="rId3642"/>
    <p:sldId id="3900" r:id="rId3643"/>
    <p:sldId id="3901" r:id="rId3644"/>
    <p:sldId id="3902" r:id="rId3645"/>
    <p:sldId id="3903" r:id="rId3646"/>
    <p:sldId id="3904" r:id="rId3647"/>
    <p:sldId id="3905" r:id="rId3648"/>
    <p:sldId id="3906" r:id="rId3649"/>
    <p:sldId id="3907" r:id="rId3650"/>
    <p:sldId id="3908" r:id="rId3651"/>
    <p:sldId id="3909" r:id="rId3652"/>
    <p:sldId id="3910" r:id="rId3653"/>
    <p:sldId id="3911" r:id="rId3654"/>
    <p:sldId id="3912" r:id="rId3655"/>
    <p:sldId id="3913" r:id="rId3656"/>
    <p:sldId id="3914" r:id="rId3657"/>
    <p:sldId id="3915" r:id="rId3658"/>
    <p:sldId id="3916" r:id="rId3659"/>
    <p:sldId id="3917" r:id="rId3660"/>
    <p:sldId id="3918" r:id="rId3661"/>
    <p:sldId id="3919" r:id="rId3662"/>
    <p:sldId id="3920" r:id="rId3663"/>
    <p:sldId id="3921" r:id="rId3664"/>
    <p:sldId id="3922" r:id="rId3665"/>
    <p:sldId id="3923" r:id="rId3666"/>
    <p:sldId id="3924" r:id="rId3667"/>
    <p:sldId id="3925" r:id="rId3668"/>
    <p:sldId id="3926" r:id="rId3669"/>
    <p:sldId id="3927" r:id="rId3670"/>
    <p:sldId id="3928" r:id="rId3671"/>
    <p:sldId id="3929" r:id="rId3672"/>
    <p:sldId id="3930" r:id="rId3673"/>
    <p:sldId id="3931" r:id="rId3674"/>
    <p:sldId id="3932" r:id="rId3675"/>
    <p:sldId id="3933" r:id="rId3676"/>
    <p:sldId id="3934" r:id="rId3677"/>
    <p:sldId id="3935" r:id="rId3678"/>
    <p:sldId id="3936" r:id="rId3679"/>
    <p:sldId id="3937" r:id="rId3680"/>
    <p:sldId id="3938" r:id="rId3681"/>
    <p:sldId id="3939" r:id="rId3682"/>
    <p:sldId id="3940" r:id="rId3683"/>
    <p:sldId id="3941" r:id="rId3684"/>
    <p:sldId id="3942" r:id="rId3685"/>
    <p:sldId id="3943" r:id="rId3686"/>
    <p:sldId id="3944" r:id="rId3687"/>
    <p:sldId id="3945" r:id="rId3688"/>
    <p:sldId id="3946" r:id="rId3689"/>
    <p:sldId id="3947" r:id="rId3690"/>
    <p:sldId id="3948" r:id="rId3691"/>
    <p:sldId id="3949" r:id="rId3692"/>
    <p:sldId id="3950" r:id="rId3693"/>
    <p:sldId id="3951" r:id="rId3694"/>
    <p:sldId id="3952" r:id="rId3695"/>
    <p:sldId id="3953" r:id="rId3696"/>
    <p:sldId id="3954" r:id="rId3697"/>
    <p:sldId id="3955" r:id="rId3698"/>
    <p:sldId id="3956" r:id="rId3699"/>
    <p:sldId id="3957" r:id="rId3700"/>
    <p:sldId id="3958" r:id="rId3701"/>
    <p:sldId id="3959" r:id="rId3702"/>
    <p:sldId id="3960" r:id="rId3703"/>
    <p:sldId id="3961" r:id="rId3704"/>
    <p:sldId id="3962" r:id="rId3705"/>
    <p:sldId id="3963" r:id="rId3706"/>
    <p:sldId id="3964" r:id="rId3707"/>
    <p:sldId id="3965" r:id="rId3708"/>
    <p:sldId id="3966" r:id="rId3709"/>
    <p:sldId id="3967" r:id="rId3710"/>
    <p:sldId id="3968" r:id="rId3711"/>
    <p:sldId id="3969" r:id="rId3712"/>
    <p:sldId id="3970" r:id="rId3713"/>
    <p:sldId id="3971" r:id="rId3714"/>
    <p:sldId id="3972" r:id="rId3715"/>
    <p:sldId id="3973" r:id="rId3716"/>
    <p:sldId id="3974" r:id="rId3717"/>
    <p:sldId id="3975" r:id="rId3718"/>
    <p:sldId id="3976" r:id="rId3719"/>
    <p:sldId id="3977" r:id="rId3720"/>
    <p:sldId id="3978" r:id="rId3721"/>
    <p:sldId id="3979" r:id="rId3722"/>
    <p:sldId id="3980" r:id="rId3723"/>
    <p:sldId id="3981" r:id="rId3724"/>
    <p:sldId id="3982" r:id="rId3725"/>
    <p:sldId id="3983" r:id="rId3726"/>
    <p:sldId id="3984" r:id="rId3727"/>
    <p:sldId id="3985" r:id="rId3728"/>
    <p:sldId id="3986" r:id="rId3729"/>
    <p:sldId id="3987" r:id="rId3730"/>
    <p:sldId id="3988" r:id="rId3731"/>
    <p:sldId id="3989" r:id="rId3732"/>
    <p:sldId id="3990" r:id="rId3733"/>
    <p:sldId id="3991" r:id="rId3734"/>
    <p:sldId id="3992" r:id="rId3735"/>
    <p:sldId id="3993" r:id="rId3736"/>
    <p:sldId id="3994" r:id="rId3737"/>
    <p:sldId id="3995" r:id="rId3738"/>
    <p:sldId id="3996" r:id="rId3739"/>
    <p:sldId id="3997" r:id="rId3740"/>
    <p:sldId id="3998" r:id="rId3741"/>
    <p:sldId id="3999" r:id="rId3742"/>
    <p:sldId id="4000" r:id="rId3743"/>
    <p:sldId id="4001" r:id="rId3744"/>
    <p:sldId id="4002" r:id="rId3745"/>
    <p:sldId id="4003" r:id="rId3746"/>
    <p:sldId id="4004" r:id="rId3747"/>
    <p:sldId id="4005" r:id="rId3748"/>
    <p:sldId id="4006" r:id="rId3749"/>
    <p:sldId id="4007" r:id="rId3750"/>
    <p:sldId id="4008" r:id="rId3751"/>
    <p:sldId id="4009" r:id="rId3752"/>
    <p:sldId id="4010" r:id="rId3753"/>
    <p:sldId id="4011" r:id="rId3754"/>
    <p:sldId id="4012" r:id="rId3755"/>
    <p:sldId id="4013" r:id="rId3756"/>
    <p:sldId id="4014" r:id="rId3757"/>
    <p:sldId id="4015" r:id="rId3758"/>
    <p:sldId id="4016" r:id="rId3759"/>
    <p:sldId id="4017" r:id="rId3760"/>
    <p:sldId id="4018" r:id="rId3761"/>
    <p:sldId id="4019" r:id="rId3762"/>
    <p:sldId id="4020" r:id="rId3763"/>
    <p:sldId id="4021" r:id="rId3764"/>
    <p:sldId id="4022" r:id="rId3765"/>
    <p:sldId id="4023" r:id="rId3766"/>
    <p:sldId id="4024" r:id="rId3767"/>
    <p:sldId id="4025" r:id="rId3768"/>
    <p:sldId id="4026" r:id="rId3769"/>
    <p:sldId id="4027" r:id="rId3770"/>
    <p:sldId id="4028" r:id="rId3771"/>
    <p:sldId id="4029" r:id="rId3772"/>
    <p:sldId id="4030" r:id="rId3773"/>
    <p:sldId id="4031" r:id="rId3774"/>
    <p:sldId id="4032" r:id="rId3775"/>
    <p:sldId id="4033" r:id="rId3776"/>
    <p:sldId id="4034" r:id="rId3777"/>
    <p:sldId id="4035" r:id="rId3778"/>
    <p:sldId id="4036" r:id="rId3779"/>
    <p:sldId id="4037" r:id="rId3780"/>
    <p:sldId id="4038" r:id="rId3781"/>
    <p:sldId id="4039" r:id="rId3782"/>
    <p:sldId id="4040" r:id="rId3783"/>
    <p:sldId id="4041" r:id="rId3784"/>
    <p:sldId id="4042" r:id="rId3785"/>
    <p:sldId id="4043" r:id="rId3786"/>
    <p:sldId id="4044" r:id="rId3787"/>
    <p:sldId id="4045" r:id="rId3788"/>
    <p:sldId id="4046" r:id="rId3789"/>
    <p:sldId id="4047" r:id="rId3790"/>
    <p:sldId id="4048" r:id="rId3791"/>
    <p:sldId id="4049" r:id="rId3792"/>
    <p:sldId id="4050" r:id="rId3793"/>
    <p:sldId id="4051" r:id="rId3794"/>
    <p:sldId id="4052" r:id="rId3795"/>
    <p:sldId id="4053" r:id="rId3796"/>
    <p:sldId id="4054" r:id="rId3797"/>
    <p:sldId id="4055" r:id="rId3798"/>
    <p:sldId id="4056" r:id="rId3799"/>
    <p:sldId id="4057" r:id="rId3800"/>
    <p:sldId id="4058" r:id="rId3801"/>
    <p:sldId id="4059" r:id="rId3802"/>
    <p:sldId id="4060" r:id="rId3803"/>
    <p:sldId id="4061" r:id="rId3804"/>
    <p:sldId id="4062" r:id="rId3805"/>
    <p:sldId id="4063" r:id="rId3806"/>
    <p:sldId id="4064" r:id="rId3807"/>
    <p:sldId id="4065" r:id="rId3808"/>
    <p:sldId id="4066" r:id="rId3809"/>
    <p:sldId id="4067" r:id="rId3810"/>
    <p:sldId id="4068" r:id="rId3811"/>
    <p:sldId id="4069" r:id="rId3812"/>
    <p:sldId id="4070" r:id="rId3813"/>
    <p:sldId id="4071" r:id="rId3814"/>
    <p:sldId id="4072" r:id="rId3815"/>
    <p:sldId id="4073" r:id="rId3816"/>
    <p:sldId id="4074" r:id="rId3817"/>
    <p:sldId id="4075" r:id="rId3818"/>
    <p:sldId id="4076" r:id="rId3819"/>
    <p:sldId id="4077" r:id="rId3820"/>
    <p:sldId id="4078" r:id="rId3821"/>
    <p:sldId id="4079" r:id="rId3822"/>
    <p:sldId id="4080" r:id="rId3823"/>
    <p:sldId id="4081" r:id="rId3824"/>
    <p:sldId id="4082" r:id="rId3825"/>
    <p:sldId id="4083" r:id="rId3826"/>
    <p:sldId id="4084" r:id="rId3827"/>
    <p:sldId id="4085" r:id="rId3828"/>
    <p:sldId id="4086" r:id="rId3829"/>
    <p:sldId id="4087" r:id="rId3830"/>
    <p:sldId id="4088" r:id="rId3831"/>
    <p:sldId id="4089" r:id="rId3832"/>
    <p:sldId id="4090" r:id="rId3833"/>
    <p:sldId id="4091" r:id="rId3834"/>
    <p:sldId id="4092" r:id="rId3835"/>
    <p:sldId id="4093" r:id="rId3836"/>
    <p:sldId id="4094" r:id="rId3837"/>
    <p:sldId id="4095" r:id="rId3838"/>
    <p:sldId id="4096" r:id="rId3839"/>
    <p:sldId id="4097" r:id="rId3840"/>
    <p:sldId id="4098" r:id="rId3841"/>
    <p:sldId id="4099" r:id="rId3842"/>
    <p:sldId id="4100" r:id="rId3843"/>
    <p:sldId id="4101" r:id="rId3844"/>
    <p:sldId id="4102" r:id="rId3845"/>
    <p:sldId id="4103" r:id="rId3846"/>
    <p:sldId id="4104" r:id="rId3847"/>
    <p:sldId id="4105" r:id="rId3848"/>
    <p:sldId id="4106" r:id="rId3849"/>
    <p:sldId id="4107" r:id="rId3850"/>
    <p:sldId id="4108" r:id="rId3851"/>
    <p:sldId id="4109" r:id="rId3852"/>
    <p:sldId id="4110" r:id="rId3853"/>
    <p:sldId id="4111" r:id="rId3854"/>
    <p:sldId id="4112" r:id="rId3855"/>
    <p:sldId id="4113" r:id="rId3856"/>
    <p:sldId id="4114" r:id="rId3857"/>
    <p:sldId id="4115" r:id="rId3858"/>
    <p:sldId id="4116" r:id="rId3859"/>
    <p:sldId id="4117" r:id="rId3860"/>
    <p:sldId id="4118" r:id="rId3861"/>
    <p:sldId id="4119" r:id="rId3862"/>
    <p:sldId id="4120" r:id="rId3863"/>
    <p:sldId id="4121" r:id="rId3864"/>
    <p:sldId id="4122" r:id="rId3865"/>
    <p:sldId id="4123" r:id="rId3866"/>
    <p:sldId id="4124" r:id="rId3867"/>
    <p:sldId id="4125" r:id="rId3868"/>
    <p:sldId id="4126" r:id="rId3869"/>
    <p:sldId id="4127" r:id="rId3870"/>
    <p:sldId id="4128" r:id="rId3871"/>
    <p:sldId id="4129" r:id="rId3872"/>
    <p:sldId id="4130" r:id="rId3873"/>
    <p:sldId id="4131" r:id="rId3874"/>
    <p:sldId id="4132" r:id="rId3875"/>
    <p:sldId id="4133" r:id="rId3876"/>
    <p:sldId id="4134" r:id="rId3877"/>
    <p:sldId id="4135" r:id="rId3878"/>
    <p:sldId id="4136" r:id="rId3879"/>
    <p:sldId id="4137" r:id="rId3880"/>
    <p:sldId id="4138" r:id="rId3881"/>
    <p:sldId id="4139" r:id="rId3882"/>
    <p:sldId id="4140" r:id="rId3883"/>
    <p:sldId id="4141" r:id="rId3884"/>
    <p:sldId id="4142" r:id="rId3885"/>
    <p:sldId id="4143" r:id="rId3886"/>
    <p:sldId id="4144" r:id="rId3887"/>
    <p:sldId id="4145" r:id="rId3888"/>
    <p:sldId id="4146" r:id="rId3889"/>
    <p:sldId id="4147" r:id="rId3890"/>
    <p:sldId id="4148" r:id="rId3891"/>
    <p:sldId id="4149" r:id="rId3892"/>
    <p:sldId id="4150" r:id="rId3893"/>
    <p:sldId id="4151" r:id="rId3894"/>
    <p:sldId id="4152" r:id="rId3895"/>
    <p:sldId id="4153" r:id="rId3896"/>
    <p:sldId id="4154" r:id="rId3897"/>
    <p:sldId id="4155" r:id="rId3898"/>
    <p:sldId id="4156" r:id="rId3899"/>
    <p:sldId id="4157" r:id="rId3900"/>
    <p:sldId id="4158" r:id="rId3901"/>
    <p:sldId id="4159" r:id="rId3902"/>
    <p:sldId id="4160" r:id="rId3903"/>
    <p:sldId id="4161" r:id="rId3904"/>
    <p:sldId id="4162" r:id="rId3905"/>
    <p:sldId id="4163" r:id="rId3906"/>
    <p:sldId id="4164" r:id="rId3907"/>
    <p:sldId id="4165" r:id="rId3908"/>
    <p:sldId id="4166" r:id="rId3909"/>
    <p:sldId id="4167" r:id="rId3910"/>
    <p:sldId id="4168" r:id="rId3911"/>
    <p:sldId id="4169" r:id="rId3912"/>
    <p:sldId id="4170" r:id="rId3913"/>
    <p:sldId id="4171" r:id="rId3914"/>
    <p:sldId id="4172" r:id="rId3915"/>
    <p:sldId id="4173" r:id="rId3916"/>
    <p:sldId id="4174" r:id="rId3917"/>
    <p:sldId id="4175" r:id="rId3918"/>
    <p:sldId id="4176" r:id="rId3919"/>
    <p:sldId id="4177" r:id="rId3920"/>
    <p:sldId id="4178" r:id="rId3921"/>
    <p:sldId id="4179" r:id="rId3922"/>
    <p:sldId id="4180" r:id="rId3923"/>
    <p:sldId id="4181" r:id="rId3924"/>
    <p:sldId id="4182" r:id="rId3925"/>
    <p:sldId id="4183" r:id="rId3926"/>
    <p:sldId id="4184" r:id="rId3927"/>
    <p:sldId id="4185" r:id="rId3928"/>
    <p:sldId id="4186" r:id="rId3929"/>
    <p:sldId id="4187" r:id="rId3930"/>
    <p:sldId id="4188" r:id="rId3931"/>
    <p:sldId id="4189" r:id="rId3932"/>
    <p:sldId id="4190" r:id="rId3933"/>
    <p:sldId id="4191" r:id="rId3934"/>
    <p:sldId id="4192" r:id="rId3935"/>
    <p:sldId id="4193" r:id="rId3936"/>
    <p:sldId id="4194" r:id="rId3937"/>
    <p:sldId id="4195" r:id="rId3938"/>
    <p:sldId id="4196" r:id="rId3939"/>
    <p:sldId id="4197" r:id="rId3940"/>
    <p:sldId id="4198" r:id="rId3941"/>
    <p:sldId id="4199" r:id="rId3942"/>
    <p:sldId id="4200" r:id="rId3943"/>
    <p:sldId id="4201" r:id="rId3944"/>
    <p:sldId id="4202" r:id="rId3945"/>
    <p:sldId id="4203" r:id="rId3946"/>
    <p:sldId id="4204" r:id="rId3947"/>
    <p:sldId id="4205" r:id="rId3948"/>
    <p:sldId id="4206" r:id="rId3949"/>
    <p:sldId id="4207" r:id="rId3950"/>
    <p:sldId id="4208" r:id="rId3951"/>
    <p:sldId id="4209" r:id="rId3952"/>
    <p:sldId id="4210" r:id="rId3953"/>
    <p:sldId id="4211" r:id="rId3954"/>
    <p:sldId id="4212" r:id="rId3955"/>
    <p:sldId id="4213" r:id="rId3956"/>
    <p:sldId id="4214" r:id="rId3957"/>
    <p:sldId id="4215" r:id="rId3958"/>
    <p:sldId id="4216" r:id="rId3959"/>
    <p:sldId id="4217" r:id="rId3960"/>
    <p:sldId id="4218" r:id="rId3961"/>
    <p:sldId id="4219" r:id="rId3962"/>
    <p:sldId id="4220" r:id="rId3963"/>
    <p:sldId id="4221" r:id="rId3964"/>
    <p:sldId id="4222" r:id="rId3965"/>
    <p:sldId id="4223" r:id="rId3966"/>
    <p:sldId id="4224" r:id="rId3967"/>
    <p:sldId id="4225" r:id="rId3968"/>
    <p:sldId id="4226" r:id="rId3969"/>
    <p:sldId id="4227" r:id="rId3970"/>
    <p:sldId id="4228" r:id="rId3971"/>
    <p:sldId id="4229" r:id="rId3972"/>
    <p:sldId id="4230" r:id="rId3973"/>
    <p:sldId id="4231" r:id="rId3974"/>
    <p:sldId id="4232" r:id="rId3975"/>
    <p:sldId id="4233" r:id="rId3976"/>
    <p:sldId id="4234" r:id="rId3977"/>
    <p:sldId id="4235" r:id="rId3978"/>
    <p:sldId id="4236" r:id="rId3979"/>
    <p:sldId id="4237" r:id="rId3980"/>
    <p:sldId id="4238" r:id="rId3981"/>
    <p:sldId id="4239" r:id="rId3982"/>
    <p:sldId id="4240" r:id="rId3983"/>
    <p:sldId id="4241" r:id="rId3984"/>
    <p:sldId id="4242" r:id="rId3985"/>
    <p:sldId id="4243" r:id="rId3986"/>
    <p:sldId id="4244" r:id="rId3987"/>
    <p:sldId id="4245" r:id="rId3988"/>
    <p:sldId id="4246" r:id="rId3989"/>
    <p:sldId id="4247" r:id="rId3990"/>
    <p:sldId id="4248" r:id="rId3991"/>
    <p:sldId id="4249" r:id="rId3992"/>
    <p:sldId id="4250" r:id="rId3993"/>
    <p:sldId id="4251" r:id="rId3994"/>
    <p:sldId id="4252" r:id="rId3995"/>
    <p:sldId id="4253" r:id="rId3996"/>
    <p:sldId id="4254" r:id="rId3997"/>
    <p:sldId id="4255" r:id="rId3998"/>
    <p:sldId id="4256" r:id="rId3999"/>
    <p:sldId id="4257" r:id="rId4000"/>
    <p:sldId id="4258" r:id="rId4001"/>
    <p:sldId id="4259" r:id="rId4002"/>
    <p:sldId id="4260" r:id="rId4003"/>
    <p:sldId id="4261" r:id="rId4004"/>
    <p:sldId id="4262" r:id="rId4005"/>
    <p:sldId id="4263" r:id="rId4006"/>
    <p:sldId id="4264" r:id="rId4007"/>
    <p:sldId id="4265" r:id="rId4008"/>
    <p:sldId id="4266" r:id="rId4009"/>
    <p:sldId id="4267" r:id="rId4010"/>
    <p:sldId id="4268" r:id="rId4011"/>
    <p:sldId id="4269" r:id="rId4012"/>
    <p:sldId id="4270" r:id="rId4013"/>
    <p:sldId id="4271" r:id="rId4014"/>
    <p:sldId id="4272" r:id="rId4015"/>
    <p:sldId id="4273" r:id="rId4016"/>
    <p:sldId id="4274" r:id="rId4017"/>
    <p:sldId id="4275" r:id="rId4018"/>
    <p:sldId id="4276" r:id="rId4019"/>
    <p:sldId id="4277" r:id="rId4020"/>
    <p:sldId id="4278" r:id="rId4021"/>
    <p:sldId id="4279" r:id="rId4022"/>
    <p:sldId id="4280" r:id="rId4023"/>
    <p:sldId id="4281" r:id="rId4024"/>
    <p:sldId id="4282" r:id="rId4025"/>
    <p:sldId id="4283" r:id="rId4026"/>
    <p:sldId id="4284" r:id="rId4027"/>
    <p:sldId id="4285" r:id="rId4028"/>
    <p:sldId id="4286" r:id="rId4029"/>
    <p:sldId id="4287" r:id="rId4030"/>
    <p:sldId id="4288" r:id="rId4031"/>
    <p:sldId id="4289" r:id="rId4032"/>
    <p:sldId id="4290" r:id="rId4033"/>
    <p:sldId id="4291" r:id="rId4034"/>
    <p:sldId id="4292" r:id="rId4035"/>
    <p:sldId id="4293" r:id="rId4036"/>
    <p:sldId id="4294" r:id="rId4037"/>
    <p:sldId id="4295" r:id="rId4038"/>
    <p:sldId id="4296" r:id="rId4039"/>
    <p:sldId id="4297" r:id="rId4040"/>
    <p:sldId id="4298" r:id="rId4041"/>
    <p:sldId id="4299" r:id="rId4042"/>
    <p:sldId id="4300" r:id="rId4043"/>
    <p:sldId id="4301" r:id="rId4044"/>
    <p:sldId id="4302" r:id="rId4045"/>
    <p:sldId id="4303" r:id="rId4046"/>
    <p:sldId id="4304" r:id="rId4047"/>
    <p:sldId id="4305" r:id="rId4048"/>
    <p:sldId id="4306" r:id="rId4049"/>
    <p:sldId id="4307" r:id="rId4050"/>
    <p:sldId id="4308" r:id="rId4051"/>
    <p:sldId id="4309" r:id="rId4052"/>
    <p:sldId id="4310" r:id="rId4053"/>
    <p:sldId id="4311" r:id="rId4054"/>
    <p:sldId id="4312" r:id="rId4055"/>
    <p:sldId id="4313" r:id="rId4056"/>
    <p:sldId id="4314" r:id="rId4057"/>
    <p:sldId id="4315" r:id="rId4058"/>
    <p:sldId id="4316" r:id="rId4059"/>
    <p:sldId id="4317" r:id="rId4060"/>
    <p:sldId id="4318" r:id="rId4061"/>
    <p:sldId id="4319" r:id="rId4062"/>
    <p:sldId id="4320" r:id="rId4063"/>
    <p:sldId id="4321" r:id="rId4064"/>
    <p:sldId id="4322" r:id="rId4065"/>
    <p:sldId id="4323" r:id="rId4066"/>
    <p:sldId id="4324" r:id="rId4067"/>
    <p:sldId id="4325" r:id="rId4068"/>
    <p:sldId id="4326" r:id="rId4069"/>
    <p:sldId id="4327" r:id="rId4070"/>
    <p:sldId id="4328" r:id="rId4071"/>
    <p:sldId id="4329" r:id="rId4072"/>
    <p:sldId id="4330" r:id="rId4073"/>
    <p:sldId id="4331" r:id="rId4074"/>
    <p:sldId id="4332" r:id="rId4075"/>
    <p:sldId id="4333" r:id="rId4076"/>
    <p:sldId id="4334" r:id="rId4077"/>
    <p:sldId id="4335" r:id="rId4078"/>
    <p:sldId id="4336" r:id="rId4079"/>
    <p:sldId id="4337" r:id="rId4080"/>
    <p:sldId id="4338" r:id="rId4081"/>
    <p:sldId id="4339" r:id="rId4082"/>
    <p:sldId id="4340" r:id="rId4083"/>
    <p:sldId id="4341" r:id="rId4084"/>
    <p:sldId id="4342" r:id="rId4085"/>
    <p:sldId id="4343" r:id="rId4086"/>
    <p:sldId id="4344" r:id="rId4087"/>
    <p:sldId id="4345" r:id="rId4088"/>
    <p:sldId id="4346" r:id="rId4089"/>
    <p:sldId id="4347" r:id="rId4090"/>
    <p:sldId id="4348" r:id="rId4091"/>
    <p:sldId id="4349" r:id="rId4092"/>
    <p:sldId id="4350" r:id="rId4093"/>
    <p:sldId id="4351" r:id="rId4094"/>
    <p:sldId id="4352" r:id="rId4095"/>
    <p:sldId id="4353" r:id="rId4096"/>
    <p:sldId id="4354" r:id="rId4097"/>
    <p:sldId id="4355" r:id="rId4098"/>
    <p:sldId id="4356" r:id="rId4099"/>
    <p:sldId id="4357" r:id="rId4100"/>
    <p:sldId id="4358" r:id="rId4101"/>
    <p:sldId id="4359" r:id="rId4102"/>
    <p:sldId id="4360" r:id="rId4103"/>
    <p:sldId id="4361" r:id="rId4104"/>
    <p:sldId id="4362" r:id="rId4105"/>
    <p:sldId id="4363" r:id="rId4106"/>
    <p:sldId id="4364" r:id="rId4107"/>
    <p:sldId id="4365" r:id="rId4108"/>
    <p:sldId id="4366" r:id="rId4109"/>
    <p:sldId id="4367" r:id="rId4110"/>
    <p:sldId id="4368" r:id="rId4111"/>
    <p:sldId id="4369" r:id="rId4112"/>
    <p:sldId id="4370" r:id="rId4113"/>
    <p:sldId id="4371" r:id="rId4114"/>
    <p:sldId id="4372" r:id="rId4115"/>
    <p:sldId id="4373" r:id="rId4116"/>
    <p:sldId id="4374" r:id="rId4117"/>
    <p:sldId id="4375" r:id="rId4118"/>
    <p:sldId id="4376" r:id="rId4119"/>
    <p:sldId id="4377" r:id="rId4120"/>
    <p:sldId id="4378" r:id="rId4121"/>
    <p:sldId id="4379" r:id="rId4122"/>
    <p:sldId id="4380" r:id="rId4123"/>
    <p:sldId id="4381" r:id="rId4124"/>
    <p:sldId id="4382" r:id="rId4125"/>
    <p:sldId id="4383" r:id="rId4126"/>
    <p:sldId id="4384" r:id="rId4127"/>
    <p:sldId id="4385" r:id="rId4128"/>
    <p:sldId id="4386" r:id="rId4129"/>
    <p:sldId id="4387" r:id="rId4130"/>
    <p:sldId id="4388" r:id="rId4131"/>
    <p:sldId id="4389" r:id="rId4132"/>
    <p:sldId id="4390" r:id="rId4133"/>
    <p:sldId id="4391" r:id="rId4134"/>
    <p:sldId id="4392" r:id="rId4135"/>
    <p:sldId id="4393" r:id="rId4136"/>
    <p:sldId id="4394" r:id="rId4137"/>
    <p:sldId id="4395" r:id="rId4138"/>
    <p:sldId id="4396" r:id="rId4139"/>
    <p:sldId id="4397" r:id="rId4140"/>
    <p:sldId id="4398" r:id="rId4141"/>
    <p:sldId id="4399" r:id="rId4142"/>
    <p:sldId id="4400" r:id="rId4143"/>
    <p:sldId id="4401" r:id="rId4144"/>
    <p:sldId id="4402" r:id="rId4145"/>
    <p:sldId id="4403" r:id="rId4146"/>
    <p:sldId id="4404" r:id="rId4147"/>
    <p:sldId id="4405" r:id="rId4148"/>
    <p:sldId id="4406" r:id="rId4149"/>
    <p:sldId id="4407" r:id="rId4150"/>
    <p:sldId id="4408" r:id="rId4151"/>
    <p:sldId id="4409" r:id="rId4152"/>
    <p:sldId id="4410" r:id="rId4153"/>
    <p:sldId id="4411" r:id="rId4154"/>
    <p:sldId id="4412" r:id="rId4155"/>
    <p:sldId id="4413" r:id="rId4156"/>
    <p:sldId id="4414" r:id="rId4157"/>
    <p:sldId id="4415" r:id="rId4158"/>
    <p:sldId id="4416" r:id="rId4159"/>
    <p:sldId id="4417" r:id="rId4160"/>
    <p:sldId id="4418" r:id="rId4161"/>
    <p:sldId id="4419" r:id="rId4162"/>
    <p:sldId id="4420" r:id="rId4163"/>
    <p:sldId id="4421" r:id="rId4164"/>
    <p:sldId id="4422" r:id="rId4165"/>
    <p:sldId id="4423" r:id="rId4166"/>
    <p:sldId id="4424" r:id="rId4167"/>
    <p:sldId id="4425" r:id="rId4168"/>
    <p:sldId id="4426" r:id="rId4169"/>
    <p:sldId id="4427" r:id="rId4170"/>
    <p:sldId id="4428" r:id="rId4171"/>
    <p:sldId id="4429" r:id="rId4172"/>
    <p:sldId id="4430" r:id="rId4173"/>
    <p:sldId id="4431" r:id="rId4174"/>
    <p:sldId id="4432" r:id="rId4175"/>
    <p:sldId id="4433" r:id="rId4176"/>
    <p:sldId id="4434" r:id="rId4177"/>
    <p:sldId id="4435" r:id="rId4178"/>
    <p:sldId id="4436" r:id="rId4179"/>
    <p:sldId id="4437" r:id="rId4180"/>
    <p:sldId id="4438" r:id="rId4181"/>
    <p:sldId id="4439" r:id="rId4182"/>
    <p:sldId id="4440" r:id="rId4183"/>
    <p:sldId id="4441" r:id="rId4184"/>
    <p:sldId id="4442" r:id="rId4185"/>
    <p:sldId id="4443" r:id="rId4186"/>
    <p:sldId id="4444" r:id="rId4187"/>
    <p:sldId id="4445" r:id="rId4188"/>
    <p:sldId id="4446" r:id="rId4189"/>
    <p:sldId id="4447" r:id="rId4190"/>
    <p:sldId id="4448" r:id="rId4191"/>
    <p:sldId id="4449" r:id="rId4192"/>
    <p:sldId id="4450" r:id="rId4193"/>
    <p:sldId id="4451" r:id="rId4194"/>
    <p:sldId id="4452" r:id="rId4195"/>
    <p:sldId id="4453" r:id="rId4196"/>
    <p:sldId id="4454" r:id="rId4197"/>
    <p:sldId id="4455" r:id="rId4198"/>
    <p:sldId id="4456" r:id="rId4199"/>
    <p:sldId id="4457" r:id="rId4200"/>
    <p:sldId id="4458" r:id="rId4201"/>
    <p:sldId id="4459" r:id="rId4202"/>
    <p:sldId id="4460" r:id="rId4203"/>
    <p:sldId id="4461" r:id="rId4204"/>
    <p:sldId id="4462" r:id="rId4205"/>
    <p:sldId id="4463" r:id="rId4206"/>
    <p:sldId id="4464" r:id="rId4207"/>
    <p:sldId id="4465" r:id="rId4208"/>
    <p:sldId id="4466" r:id="rId4209"/>
    <p:sldId id="4467" r:id="rId4210"/>
    <p:sldId id="4468" r:id="rId4211"/>
    <p:sldId id="4469" r:id="rId4212"/>
    <p:sldId id="4470" r:id="rId4213"/>
    <p:sldId id="4471" r:id="rId4214"/>
    <p:sldId id="4472" r:id="rId4215"/>
    <p:sldId id="4473" r:id="rId4216"/>
    <p:sldId id="4474" r:id="rId4217"/>
    <p:sldId id="4475" r:id="rId4218"/>
    <p:sldId id="4476" r:id="rId4219"/>
    <p:sldId id="4477" r:id="rId4220"/>
    <p:sldId id="4478" r:id="rId4221"/>
    <p:sldId id="4479" r:id="rId4222"/>
    <p:sldId id="4480" r:id="rId4223"/>
    <p:sldId id="4481" r:id="rId4224"/>
    <p:sldId id="4482" r:id="rId4225"/>
    <p:sldId id="4483" r:id="rId4226"/>
    <p:sldId id="4484" r:id="rId4227"/>
    <p:sldId id="4485" r:id="rId4228"/>
    <p:sldId id="4486" r:id="rId4229"/>
    <p:sldId id="4487" r:id="rId4230"/>
    <p:sldId id="4488" r:id="rId4231"/>
    <p:sldId id="4489" r:id="rId4232"/>
    <p:sldId id="4490" r:id="rId4233"/>
    <p:sldId id="4491" r:id="rId4234"/>
    <p:sldId id="4492" r:id="rId4235"/>
    <p:sldId id="4493" r:id="rId4236"/>
    <p:sldId id="4494" r:id="rId4237"/>
    <p:sldId id="4495" r:id="rId4238"/>
    <p:sldId id="4496" r:id="rId4239"/>
    <p:sldId id="4497" r:id="rId4240"/>
    <p:sldId id="4498" r:id="rId4241"/>
    <p:sldId id="4499" r:id="rId4242"/>
    <p:sldId id="4500" r:id="rId4243"/>
    <p:sldId id="4501" r:id="rId4244"/>
    <p:sldId id="4502" r:id="rId4245"/>
    <p:sldId id="4503" r:id="rId4246"/>
    <p:sldId id="4504" r:id="rId4247"/>
    <p:sldId id="4505" r:id="rId4248"/>
    <p:sldId id="4506" r:id="rId4249"/>
    <p:sldId id="4507" r:id="rId4250"/>
    <p:sldId id="4508" r:id="rId4251"/>
    <p:sldId id="4509" r:id="rId4252"/>
    <p:sldId id="4510" r:id="rId4253"/>
    <p:sldId id="4511" r:id="rId4254"/>
    <p:sldId id="4512" r:id="rId4255"/>
    <p:sldId id="4513" r:id="rId4256"/>
    <p:sldId id="4514" r:id="rId4257"/>
    <p:sldId id="4515" r:id="rId4258"/>
    <p:sldId id="4516" r:id="rId4259"/>
    <p:sldId id="4517" r:id="rId4260"/>
    <p:sldId id="4518" r:id="rId4261"/>
    <p:sldId id="4519" r:id="rId4262"/>
    <p:sldId id="4520" r:id="rId4263"/>
    <p:sldId id="4521" r:id="rId4264"/>
    <p:sldId id="4522" r:id="rId4265"/>
    <p:sldId id="4523" r:id="rId4266"/>
    <p:sldId id="4524" r:id="rId4267"/>
    <p:sldId id="4525" r:id="rId4268"/>
    <p:sldId id="4526" r:id="rId4269"/>
    <p:sldId id="4527" r:id="rId4270"/>
    <p:sldId id="4528" r:id="rId4271"/>
    <p:sldId id="4529" r:id="rId4272"/>
    <p:sldId id="4530" r:id="rId4273"/>
    <p:sldId id="4531" r:id="rId4274"/>
    <p:sldId id="4532" r:id="rId4275"/>
    <p:sldId id="4533" r:id="rId4276"/>
    <p:sldId id="4534" r:id="rId4277"/>
    <p:sldId id="4535" r:id="rId4278"/>
    <p:sldId id="4536" r:id="rId4279"/>
    <p:sldId id="4537" r:id="rId4280"/>
    <p:sldId id="4538" r:id="rId4281"/>
    <p:sldId id="4539" r:id="rId4282"/>
    <p:sldId id="4540" r:id="rId4283"/>
    <p:sldId id="4541" r:id="rId4284"/>
    <p:sldId id="4542" r:id="rId4285"/>
    <p:sldId id="4543" r:id="rId4286"/>
    <p:sldId id="4544" r:id="rId4287"/>
    <p:sldId id="4545" r:id="rId4288"/>
    <p:sldId id="4546" r:id="rId4289"/>
    <p:sldId id="4547" r:id="rId4290"/>
    <p:sldId id="4548" r:id="rId4291"/>
    <p:sldId id="4549" r:id="rId4292"/>
    <p:sldId id="4550" r:id="rId4293"/>
    <p:sldId id="4551" r:id="rId4294"/>
    <p:sldId id="4552" r:id="rId4295"/>
    <p:sldId id="4553" r:id="rId4296"/>
    <p:sldId id="4554" r:id="rId4297"/>
    <p:sldId id="4555" r:id="rId4298"/>
    <p:sldId id="4556" r:id="rId4299"/>
    <p:sldId id="4557" r:id="rId4300"/>
    <p:sldId id="4558" r:id="rId4301"/>
    <p:sldId id="4559" r:id="rId4302"/>
    <p:sldId id="4560" r:id="rId4303"/>
    <p:sldId id="4561" r:id="rId4304"/>
    <p:sldId id="4562" r:id="rId4305"/>
    <p:sldId id="4563" r:id="rId4306"/>
    <p:sldId id="4564" r:id="rId4307"/>
    <p:sldId id="4565" r:id="rId4308"/>
    <p:sldId id="4566" r:id="rId4309"/>
    <p:sldId id="4567" r:id="rId4310"/>
    <p:sldId id="4568" r:id="rId4311"/>
    <p:sldId id="4569" r:id="rId4312"/>
    <p:sldId id="4570" r:id="rId4313"/>
    <p:sldId id="4571" r:id="rId4314"/>
    <p:sldId id="4572" r:id="rId4315"/>
    <p:sldId id="4573" r:id="rId4316"/>
    <p:sldId id="4574" r:id="rId4317"/>
    <p:sldId id="4575" r:id="rId4318"/>
    <p:sldId id="4576" r:id="rId4319"/>
    <p:sldId id="4577" r:id="rId4320"/>
    <p:sldId id="4578" r:id="rId4321"/>
    <p:sldId id="4579" r:id="rId4322"/>
    <p:sldId id="4580" r:id="rId4323"/>
    <p:sldId id="4581" r:id="rId4324"/>
    <p:sldId id="4582" r:id="rId4325"/>
    <p:sldId id="4583" r:id="rId4326"/>
    <p:sldId id="4584" r:id="rId4327"/>
    <p:sldId id="4585" r:id="rId4328"/>
    <p:sldId id="4586" r:id="rId4329"/>
    <p:sldId id="4587" r:id="rId4330"/>
    <p:sldId id="4588" r:id="rId4331"/>
    <p:sldId id="4589" r:id="rId4332"/>
    <p:sldId id="4590" r:id="rId4333"/>
    <p:sldId id="4591" r:id="rId4334"/>
    <p:sldId id="4592" r:id="rId4335"/>
    <p:sldId id="4593" r:id="rId4336"/>
    <p:sldId id="4594" r:id="rId4337"/>
    <p:sldId id="4595" r:id="rId4338"/>
    <p:sldId id="4596" r:id="rId4339"/>
    <p:sldId id="4597" r:id="rId4340"/>
    <p:sldId id="4598" r:id="rId4341"/>
    <p:sldId id="4599" r:id="rId4342"/>
    <p:sldId id="4600" r:id="rId4343"/>
    <p:sldId id="4601" r:id="rId4344"/>
    <p:sldId id="4602" r:id="rId4345"/>
    <p:sldId id="4603" r:id="rId4346"/>
    <p:sldId id="4604" r:id="rId4347"/>
    <p:sldId id="4605" r:id="rId4348"/>
    <p:sldId id="4606" r:id="rId4349"/>
    <p:sldId id="4607" r:id="rId4350"/>
    <p:sldId id="4608" r:id="rId4351"/>
    <p:sldId id="4609" r:id="rId4352"/>
    <p:sldId id="4610" r:id="rId4353"/>
    <p:sldId id="4611" r:id="rId4354"/>
    <p:sldId id="4612" r:id="rId4355"/>
    <p:sldId id="4613" r:id="rId4356"/>
    <p:sldId id="4614" r:id="rId4357"/>
    <p:sldId id="4615" r:id="rId4358"/>
    <p:sldId id="4616" r:id="rId4359"/>
    <p:sldId id="4617" r:id="rId4360"/>
    <p:sldId id="4618" r:id="rId4361"/>
    <p:sldId id="4619" r:id="rId4362"/>
    <p:sldId id="4620" r:id="rId4363"/>
    <p:sldId id="4621" r:id="rId4364"/>
    <p:sldId id="4622" r:id="rId4365"/>
    <p:sldId id="4623" r:id="rId4366"/>
    <p:sldId id="4624" r:id="rId4367"/>
    <p:sldId id="4625" r:id="rId4368"/>
    <p:sldId id="4626" r:id="rId4369"/>
    <p:sldId id="4627" r:id="rId4370"/>
    <p:sldId id="4628" r:id="rId4371"/>
    <p:sldId id="4629" r:id="rId4372"/>
    <p:sldId id="4630" r:id="rId4373"/>
    <p:sldId id="4631" r:id="rId4374"/>
    <p:sldId id="4632" r:id="rId4375"/>
    <p:sldId id="4633" r:id="rId4376"/>
    <p:sldId id="4634" r:id="rId4377"/>
    <p:sldId id="4635" r:id="rId4378"/>
    <p:sldId id="4636" r:id="rId4379"/>
    <p:sldId id="4637" r:id="rId4380"/>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968C50C-FA4E-46EE-BCB5-D5456E5AF015}" v="39" dt="2020-09-22T23:36:10.128"/>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660"/>
  </p:normalViewPr>
  <p:slideViewPr>
    <p:cSldViewPr snapToGrid="0">
      <p:cViewPr varScale="1">
        <p:scale>
          <a:sx n="87" d="100"/>
          <a:sy n="87" d="100"/>
        </p:scale>
        <p:origin x="282" y="84"/>
      </p:cViewPr>
      <p:guideLst>
        <p:guide orient="horz" pos="2160"/>
        <p:guide pos="3840"/>
      </p:guideLst>
    </p:cSldViewPr>
  </p:slideViewPr>
  <p:notesTextViewPr>
    <p:cViewPr>
      <p:scale>
        <a:sx n="1" d="1"/>
        <a:sy n="1" d="1"/>
      </p:scale>
      <p:origin x="0" y="0"/>
    </p:cViewPr>
  </p:notesTextViewPr>
  <p:notesViewPr>
    <p:cSldViewPr snapToGrid="0">
      <p:cViewPr varScale="1">
        <p:scale>
          <a:sx n="68" d="100"/>
          <a:sy n="68" d="100"/>
        </p:scale>
        <p:origin x="3288" y="72"/>
      </p:cViewPr>
      <p:guideLst/>
    </p:cSldViewPr>
  </p:notesViewPr>
  <p:gridSpacing cx="76200" cy="76200"/>
</p:viewPr>
</file>

<file path=ppt/_rels/presentation.xml.rels><?xml version="1.0" encoding="UTF-8" standalone="yes"?>
<Relationships xmlns="http://schemas.openxmlformats.org/package/2006/relationships"><Relationship Id="rId1827" Type="http://schemas.openxmlformats.org/officeDocument/2006/relationships/slide" Target="slides/slide1823.xml"/><Relationship Id="rId3182" Type="http://schemas.openxmlformats.org/officeDocument/2006/relationships/slide" Target="slides/slide3178.xml"/><Relationship Id="rId4233" Type="http://schemas.openxmlformats.org/officeDocument/2006/relationships/slide" Target="slides/slide4229.xml"/><Relationship Id="rId3999" Type="http://schemas.openxmlformats.org/officeDocument/2006/relationships/slide" Target="slides/slide3995.xml"/><Relationship Id="rId4300" Type="http://schemas.openxmlformats.org/officeDocument/2006/relationships/slide" Target="slides/slide4296.xml"/><Relationship Id="rId170" Type="http://schemas.openxmlformats.org/officeDocument/2006/relationships/slide" Target="slides/slide166.xml"/><Relationship Id="rId987" Type="http://schemas.openxmlformats.org/officeDocument/2006/relationships/slide" Target="slides/slide983.xml"/><Relationship Id="rId2668" Type="http://schemas.openxmlformats.org/officeDocument/2006/relationships/slide" Target="slides/slide2664.xml"/><Relationship Id="rId3719" Type="http://schemas.openxmlformats.org/officeDocument/2006/relationships/slide" Target="slides/slide3715.xml"/><Relationship Id="rId4090" Type="http://schemas.openxmlformats.org/officeDocument/2006/relationships/slide" Target="slides/slide4086.xml"/><Relationship Id="rId1684" Type="http://schemas.openxmlformats.org/officeDocument/2006/relationships/slide" Target="slides/slide1680.xml"/><Relationship Id="rId2735" Type="http://schemas.openxmlformats.org/officeDocument/2006/relationships/slide" Target="slides/slide2731.xml"/><Relationship Id="rId707" Type="http://schemas.openxmlformats.org/officeDocument/2006/relationships/slide" Target="slides/slide703.xml"/><Relationship Id="rId1337" Type="http://schemas.openxmlformats.org/officeDocument/2006/relationships/slide" Target="slides/slide1333.xml"/><Relationship Id="rId1751" Type="http://schemas.openxmlformats.org/officeDocument/2006/relationships/slide" Target="slides/slide1747.xml"/><Relationship Id="rId2802" Type="http://schemas.openxmlformats.org/officeDocument/2006/relationships/slide" Target="slides/slide2798.xml"/><Relationship Id="rId43" Type="http://schemas.openxmlformats.org/officeDocument/2006/relationships/slide" Target="slides/slide39.xml"/><Relationship Id="rId1404" Type="http://schemas.openxmlformats.org/officeDocument/2006/relationships/slide" Target="slides/slide1400.xml"/><Relationship Id="rId3576" Type="http://schemas.openxmlformats.org/officeDocument/2006/relationships/slide" Target="slides/slide3572.xml"/><Relationship Id="rId497" Type="http://schemas.openxmlformats.org/officeDocument/2006/relationships/slide" Target="slides/slide493.xml"/><Relationship Id="rId2178" Type="http://schemas.openxmlformats.org/officeDocument/2006/relationships/slide" Target="slides/slide2174.xml"/><Relationship Id="rId3229" Type="http://schemas.openxmlformats.org/officeDocument/2006/relationships/slide" Target="slides/slide3225.xml"/><Relationship Id="rId3990" Type="http://schemas.openxmlformats.org/officeDocument/2006/relationships/slide" Target="slides/slide3986.xml"/><Relationship Id="rId1194" Type="http://schemas.openxmlformats.org/officeDocument/2006/relationships/slide" Target="slides/slide1190.xml"/><Relationship Id="rId2592" Type="http://schemas.openxmlformats.org/officeDocument/2006/relationships/slide" Target="slides/slide2588.xml"/><Relationship Id="rId3643" Type="http://schemas.openxmlformats.org/officeDocument/2006/relationships/slide" Target="slides/slide3639.xml"/><Relationship Id="rId217" Type="http://schemas.openxmlformats.org/officeDocument/2006/relationships/slide" Target="slides/slide213.xml"/><Relationship Id="rId564" Type="http://schemas.openxmlformats.org/officeDocument/2006/relationships/slide" Target="slides/slide560.xml"/><Relationship Id="rId2245" Type="http://schemas.openxmlformats.org/officeDocument/2006/relationships/slide" Target="slides/slide2241.xml"/><Relationship Id="rId3710" Type="http://schemas.openxmlformats.org/officeDocument/2006/relationships/slide" Target="slides/slide3706.xml"/><Relationship Id="rId631" Type="http://schemas.openxmlformats.org/officeDocument/2006/relationships/slide" Target="slides/slide627.xml"/><Relationship Id="rId1261" Type="http://schemas.openxmlformats.org/officeDocument/2006/relationships/slide" Target="slides/slide1257.xml"/><Relationship Id="rId2312" Type="http://schemas.openxmlformats.org/officeDocument/2006/relationships/slide" Target="slides/slide2308.xml"/><Relationship Id="rId3086" Type="http://schemas.openxmlformats.org/officeDocument/2006/relationships/slide" Target="slides/slide3082.xml"/><Relationship Id="rId4137" Type="http://schemas.openxmlformats.org/officeDocument/2006/relationships/slide" Target="slides/slide4133.xml"/><Relationship Id="rId3153" Type="http://schemas.openxmlformats.org/officeDocument/2006/relationships/slide" Target="slides/slide3149.xml"/><Relationship Id="rId4204" Type="http://schemas.openxmlformats.org/officeDocument/2006/relationships/slide" Target="slides/slide4200.xml"/><Relationship Id="rId141" Type="http://schemas.openxmlformats.org/officeDocument/2006/relationships/slide" Target="slides/slide137.xml"/><Relationship Id="rId3220" Type="http://schemas.openxmlformats.org/officeDocument/2006/relationships/slide" Target="slides/slide3216.xml"/><Relationship Id="rId7" Type="http://schemas.openxmlformats.org/officeDocument/2006/relationships/slide" Target="slides/slide3.xml"/><Relationship Id="rId2986" Type="http://schemas.openxmlformats.org/officeDocument/2006/relationships/slide" Target="slides/slide2982.xml"/><Relationship Id="rId958" Type="http://schemas.openxmlformats.org/officeDocument/2006/relationships/slide" Target="slides/slide954.xml"/><Relationship Id="rId1588" Type="http://schemas.openxmlformats.org/officeDocument/2006/relationships/slide" Target="slides/slide1584.xml"/><Relationship Id="rId2639" Type="http://schemas.openxmlformats.org/officeDocument/2006/relationships/slide" Target="slides/slide2635.xml"/><Relationship Id="rId1655" Type="http://schemas.openxmlformats.org/officeDocument/2006/relationships/slide" Target="slides/slide1651.xml"/><Relationship Id="rId2706" Type="http://schemas.openxmlformats.org/officeDocument/2006/relationships/slide" Target="slides/slide2702.xml"/><Relationship Id="rId4061" Type="http://schemas.openxmlformats.org/officeDocument/2006/relationships/slide" Target="slides/slide4057.xml"/><Relationship Id="rId1308" Type="http://schemas.openxmlformats.org/officeDocument/2006/relationships/slide" Target="slides/slide1304.xml"/><Relationship Id="rId1722" Type="http://schemas.openxmlformats.org/officeDocument/2006/relationships/slide" Target="slides/slide1718.xml"/><Relationship Id="rId14" Type="http://schemas.openxmlformats.org/officeDocument/2006/relationships/slide" Target="slides/slide10.xml"/><Relationship Id="rId3894" Type="http://schemas.openxmlformats.org/officeDocument/2006/relationships/slide" Target="slides/slide3890.xml"/><Relationship Id="rId2496" Type="http://schemas.openxmlformats.org/officeDocument/2006/relationships/slide" Target="slides/slide2492.xml"/><Relationship Id="rId3547" Type="http://schemas.openxmlformats.org/officeDocument/2006/relationships/slide" Target="slides/slide3543.xml"/><Relationship Id="rId3961" Type="http://schemas.openxmlformats.org/officeDocument/2006/relationships/slide" Target="slides/slide3957.xml"/><Relationship Id="rId468" Type="http://schemas.openxmlformats.org/officeDocument/2006/relationships/slide" Target="slides/slide464.xml"/><Relationship Id="rId882" Type="http://schemas.openxmlformats.org/officeDocument/2006/relationships/slide" Target="slides/slide878.xml"/><Relationship Id="rId1098" Type="http://schemas.openxmlformats.org/officeDocument/2006/relationships/slide" Target="slides/slide1094.xml"/><Relationship Id="rId2149" Type="http://schemas.openxmlformats.org/officeDocument/2006/relationships/slide" Target="slides/slide2145.xml"/><Relationship Id="rId2563" Type="http://schemas.openxmlformats.org/officeDocument/2006/relationships/slide" Target="slides/slide2559.xml"/><Relationship Id="rId3614" Type="http://schemas.openxmlformats.org/officeDocument/2006/relationships/slide" Target="slides/slide3610.xml"/><Relationship Id="rId535" Type="http://schemas.openxmlformats.org/officeDocument/2006/relationships/slide" Target="slides/slide531.xml"/><Relationship Id="rId1165" Type="http://schemas.openxmlformats.org/officeDocument/2006/relationships/slide" Target="slides/slide1161.xml"/><Relationship Id="rId2216" Type="http://schemas.openxmlformats.org/officeDocument/2006/relationships/slide" Target="slides/slide2212.xml"/><Relationship Id="rId2630" Type="http://schemas.openxmlformats.org/officeDocument/2006/relationships/slide" Target="slides/slide2626.xml"/><Relationship Id="rId602" Type="http://schemas.openxmlformats.org/officeDocument/2006/relationships/slide" Target="slides/slide598.xml"/><Relationship Id="rId1232" Type="http://schemas.openxmlformats.org/officeDocument/2006/relationships/slide" Target="slides/slide1228.xml"/><Relationship Id="rId3057" Type="http://schemas.openxmlformats.org/officeDocument/2006/relationships/slide" Target="slides/slide3053.xml"/><Relationship Id="rId4108" Type="http://schemas.openxmlformats.org/officeDocument/2006/relationships/slide" Target="slides/slide4104.xml"/><Relationship Id="rId3471" Type="http://schemas.openxmlformats.org/officeDocument/2006/relationships/slide" Target="slides/slide3467.xml"/><Relationship Id="rId392" Type="http://schemas.openxmlformats.org/officeDocument/2006/relationships/slide" Target="slides/slide388.xml"/><Relationship Id="rId2073" Type="http://schemas.openxmlformats.org/officeDocument/2006/relationships/slide" Target="slides/slide2069.xml"/><Relationship Id="rId3124" Type="http://schemas.openxmlformats.org/officeDocument/2006/relationships/slide" Target="slides/slide3120.xml"/><Relationship Id="rId2140" Type="http://schemas.openxmlformats.org/officeDocument/2006/relationships/slide" Target="slides/slide2136.xml"/><Relationship Id="rId112" Type="http://schemas.openxmlformats.org/officeDocument/2006/relationships/slide" Target="slides/slide108.xml"/><Relationship Id="rId2957" Type="http://schemas.openxmlformats.org/officeDocument/2006/relationships/slide" Target="slides/slide2953.xml"/><Relationship Id="rId929" Type="http://schemas.openxmlformats.org/officeDocument/2006/relationships/slide" Target="slides/slide925.xml"/><Relationship Id="rId1559" Type="http://schemas.openxmlformats.org/officeDocument/2006/relationships/slide" Target="slides/slide1555.xml"/><Relationship Id="rId1973" Type="http://schemas.openxmlformats.org/officeDocument/2006/relationships/slide" Target="slides/slide1969.xml"/><Relationship Id="rId4032" Type="http://schemas.openxmlformats.org/officeDocument/2006/relationships/slide" Target="slides/slide4028.xml"/><Relationship Id="rId1626" Type="http://schemas.openxmlformats.org/officeDocument/2006/relationships/slide" Target="slides/slide1622.xml"/><Relationship Id="rId3798" Type="http://schemas.openxmlformats.org/officeDocument/2006/relationships/slide" Target="slides/slide3794.xml"/><Relationship Id="rId3865" Type="http://schemas.openxmlformats.org/officeDocument/2006/relationships/slide" Target="slides/slide3861.xml"/><Relationship Id="rId786" Type="http://schemas.openxmlformats.org/officeDocument/2006/relationships/slide" Target="slides/slide782.xml"/><Relationship Id="rId2467" Type="http://schemas.openxmlformats.org/officeDocument/2006/relationships/slide" Target="slides/slide2463.xml"/><Relationship Id="rId3518" Type="http://schemas.openxmlformats.org/officeDocument/2006/relationships/slide" Target="slides/slide3514.xml"/><Relationship Id="rId439" Type="http://schemas.openxmlformats.org/officeDocument/2006/relationships/slide" Target="slides/slide435.xml"/><Relationship Id="rId1069" Type="http://schemas.openxmlformats.org/officeDocument/2006/relationships/slide" Target="slides/slide1065.xml"/><Relationship Id="rId1483" Type="http://schemas.openxmlformats.org/officeDocument/2006/relationships/slide" Target="slides/slide1479.xml"/><Relationship Id="rId2881" Type="http://schemas.openxmlformats.org/officeDocument/2006/relationships/slide" Target="slides/slide2877.xml"/><Relationship Id="rId3932" Type="http://schemas.openxmlformats.org/officeDocument/2006/relationships/slide" Target="slides/slide3928.xml"/><Relationship Id="rId506" Type="http://schemas.openxmlformats.org/officeDocument/2006/relationships/slide" Target="slides/slide502.xml"/><Relationship Id="rId853" Type="http://schemas.openxmlformats.org/officeDocument/2006/relationships/slide" Target="slides/slide849.xml"/><Relationship Id="rId1136" Type="http://schemas.openxmlformats.org/officeDocument/2006/relationships/slide" Target="slides/slide1132.xml"/><Relationship Id="rId2534" Type="http://schemas.openxmlformats.org/officeDocument/2006/relationships/slide" Target="slides/slide2530.xml"/><Relationship Id="rId920" Type="http://schemas.openxmlformats.org/officeDocument/2006/relationships/slide" Target="slides/slide916.xml"/><Relationship Id="rId1550" Type="http://schemas.openxmlformats.org/officeDocument/2006/relationships/slide" Target="slides/slide1546.xml"/><Relationship Id="rId2601" Type="http://schemas.openxmlformats.org/officeDocument/2006/relationships/slide" Target="slides/slide2597.xml"/><Relationship Id="rId1203" Type="http://schemas.openxmlformats.org/officeDocument/2006/relationships/slide" Target="slides/slide1199.xml"/><Relationship Id="rId4359" Type="http://schemas.openxmlformats.org/officeDocument/2006/relationships/slide" Target="slides/slide4355.xml"/><Relationship Id="rId3375" Type="http://schemas.openxmlformats.org/officeDocument/2006/relationships/slide" Target="slides/slide3371.xml"/><Relationship Id="rId296" Type="http://schemas.openxmlformats.org/officeDocument/2006/relationships/slide" Target="slides/slide292.xml"/><Relationship Id="rId2391" Type="http://schemas.openxmlformats.org/officeDocument/2006/relationships/slide" Target="slides/slide2387.xml"/><Relationship Id="rId3028" Type="http://schemas.openxmlformats.org/officeDocument/2006/relationships/slide" Target="slides/slide3024.xml"/><Relationship Id="rId3442" Type="http://schemas.openxmlformats.org/officeDocument/2006/relationships/slide" Target="slides/slide3438.xml"/><Relationship Id="rId363" Type="http://schemas.openxmlformats.org/officeDocument/2006/relationships/slide" Target="slides/slide359.xml"/><Relationship Id="rId2044" Type="http://schemas.openxmlformats.org/officeDocument/2006/relationships/slide" Target="slides/slide2040.xml"/><Relationship Id="rId430" Type="http://schemas.openxmlformats.org/officeDocument/2006/relationships/slide" Target="slides/slide426.xml"/><Relationship Id="rId1060" Type="http://schemas.openxmlformats.org/officeDocument/2006/relationships/slide" Target="slides/slide1056.xml"/><Relationship Id="rId2111" Type="http://schemas.openxmlformats.org/officeDocument/2006/relationships/slide" Target="slides/slide2107.xml"/><Relationship Id="rId1877" Type="http://schemas.openxmlformats.org/officeDocument/2006/relationships/slide" Target="slides/slide1873.xml"/><Relationship Id="rId2928" Type="http://schemas.openxmlformats.org/officeDocument/2006/relationships/slide" Target="slides/slide2924.xml"/><Relationship Id="rId4283" Type="http://schemas.openxmlformats.org/officeDocument/2006/relationships/slide" Target="slides/slide4279.xml"/><Relationship Id="rId1944" Type="http://schemas.openxmlformats.org/officeDocument/2006/relationships/slide" Target="slides/slide1940.xml"/><Relationship Id="rId4350" Type="http://schemas.openxmlformats.org/officeDocument/2006/relationships/slide" Target="slides/slide4346.xml"/><Relationship Id="rId4003" Type="http://schemas.openxmlformats.org/officeDocument/2006/relationships/slide" Target="slides/slide3999.xml"/><Relationship Id="rId3769" Type="http://schemas.openxmlformats.org/officeDocument/2006/relationships/slide" Target="slides/slide3765.xml"/><Relationship Id="rId2785" Type="http://schemas.openxmlformats.org/officeDocument/2006/relationships/slide" Target="slides/slide2781.xml"/><Relationship Id="rId3836" Type="http://schemas.openxmlformats.org/officeDocument/2006/relationships/slide" Target="slides/slide3832.xml"/><Relationship Id="rId757" Type="http://schemas.openxmlformats.org/officeDocument/2006/relationships/slide" Target="slides/slide753.xml"/><Relationship Id="rId1387" Type="http://schemas.openxmlformats.org/officeDocument/2006/relationships/slide" Target="slides/slide1383.xml"/><Relationship Id="rId2438" Type="http://schemas.openxmlformats.org/officeDocument/2006/relationships/slide" Target="slides/slide2434.xml"/><Relationship Id="rId2852" Type="http://schemas.openxmlformats.org/officeDocument/2006/relationships/slide" Target="slides/slide2848.xml"/><Relationship Id="rId3903" Type="http://schemas.openxmlformats.org/officeDocument/2006/relationships/slide" Target="slides/slide3899.xml"/><Relationship Id="rId93" Type="http://schemas.openxmlformats.org/officeDocument/2006/relationships/slide" Target="slides/slide89.xml"/><Relationship Id="rId824" Type="http://schemas.openxmlformats.org/officeDocument/2006/relationships/slide" Target="slides/slide820.xml"/><Relationship Id="rId1454" Type="http://schemas.openxmlformats.org/officeDocument/2006/relationships/slide" Target="slides/slide1450.xml"/><Relationship Id="rId2505" Type="http://schemas.openxmlformats.org/officeDocument/2006/relationships/slide" Target="slides/slide2501.xml"/><Relationship Id="rId1107" Type="http://schemas.openxmlformats.org/officeDocument/2006/relationships/slide" Target="slides/slide1103.xml"/><Relationship Id="rId1521" Type="http://schemas.openxmlformats.org/officeDocument/2006/relationships/slide" Target="slides/slide1517.xml"/><Relationship Id="rId3279" Type="http://schemas.openxmlformats.org/officeDocument/2006/relationships/slide" Target="slides/slide3275.xml"/><Relationship Id="rId3693" Type="http://schemas.openxmlformats.org/officeDocument/2006/relationships/slide" Target="slides/slide3689.xml"/><Relationship Id="rId2295" Type="http://schemas.openxmlformats.org/officeDocument/2006/relationships/slide" Target="slides/slide2291.xml"/><Relationship Id="rId3346" Type="http://schemas.openxmlformats.org/officeDocument/2006/relationships/slide" Target="slides/slide3342.xml"/><Relationship Id="rId267" Type="http://schemas.openxmlformats.org/officeDocument/2006/relationships/slide" Target="slides/slide263.xml"/><Relationship Id="rId3760" Type="http://schemas.openxmlformats.org/officeDocument/2006/relationships/slide" Target="slides/slide3756.xml"/><Relationship Id="rId681" Type="http://schemas.openxmlformats.org/officeDocument/2006/relationships/slide" Target="slides/slide677.xml"/><Relationship Id="rId2362" Type="http://schemas.openxmlformats.org/officeDocument/2006/relationships/slide" Target="slides/slide2358.xml"/><Relationship Id="rId3413" Type="http://schemas.openxmlformats.org/officeDocument/2006/relationships/slide" Target="slides/slide3409.xml"/><Relationship Id="rId334" Type="http://schemas.openxmlformats.org/officeDocument/2006/relationships/slide" Target="slides/slide330.xml"/><Relationship Id="rId2015" Type="http://schemas.openxmlformats.org/officeDocument/2006/relationships/slide" Target="slides/slide2011.xml"/><Relationship Id="rId401" Type="http://schemas.openxmlformats.org/officeDocument/2006/relationships/slide" Target="slides/slide397.xml"/><Relationship Id="rId1031" Type="http://schemas.openxmlformats.org/officeDocument/2006/relationships/slide" Target="slides/slide1027.xml"/><Relationship Id="rId4187" Type="http://schemas.openxmlformats.org/officeDocument/2006/relationships/slide" Target="slides/slide4183.xml"/><Relationship Id="rId4254" Type="http://schemas.openxmlformats.org/officeDocument/2006/relationships/slide" Target="slides/slide4250.xml"/><Relationship Id="rId1848" Type="http://schemas.openxmlformats.org/officeDocument/2006/relationships/slide" Target="slides/slide1844.xml"/><Relationship Id="rId3270" Type="http://schemas.openxmlformats.org/officeDocument/2006/relationships/slide" Target="slides/slide3266.xml"/><Relationship Id="rId4321" Type="http://schemas.openxmlformats.org/officeDocument/2006/relationships/slide" Target="slides/slide4317.xml"/><Relationship Id="rId191" Type="http://schemas.openxmlformats.org/officeDocument/2006/relationships/slide" Target="slides/slide187.xml"/><Relationship Id="rId1915" Type="http://schemas.openxmlformats.org/officeDocument/2006/relationships/slide" Target="slides/slide1911.xml"/><Relationship Id="rId2689" Type="http://schemas.openxmlformats.org/officeDocument/2006/relationships/slide" Target="slides/slide2685.xml"/><Relationship Id="rId2756" Type="http://schemas.openxmlformats.org/officeDocument/2006/relationships/slide" Target="slides/slide2752.xml"/><Relationship Id="rId3807" Type="http://schemas.openxmlformats.org/officeDocument/2006/relationships/slide" Target="slides/slide3803.xml"/><Relationship Id="rId728" Type="http://schemas.openxmlformats.org/officeDocument/2006/relationships/slide" Target="slides/slide724.xml"/><Relationship Id="rId1358" Type="http://schemas.openxmlformats.org/officeDocument/2006/relationships/slide" Target="slides/slide1354.xml"/><Relationship Id="rId1772" Type="http://schemas.openxmlformats.org/officeDocument/2006/relationships/slide" Target="slides/slide1768.xml"/><Relationship Id="rId2409" Type="http://schemas.openxmlformats.org/officeDocument/2006/relationships/slide" Target="slides/slide2405.xml"/><Relationship Id="rId64" Type="http://schemas.openxmlformats.org/officeDocument/2006/relationships/slide" Target="slides/slide60.xml"/><Relationship Id="rId1425" Type="http://schemas.openxmlformats.org/officeDocument/2006/relationships/slide" Target="slides/slide1421.xml"/><Relationship Id="rId2823" Type="http://schemas.openxmlformats.org/officeDocument/2006/relationships/slide" Target="slides/slide2819.xml"/><Relationship Id="rId2199" Type="http://schemas.openxmlformats.org/officeDocument/2006/relationships/slide" Target="slides/slide2195.xml"/><Relationship Id="rId3597" Type="http://schemas.openxmlformats.org/officeDocument/2006/relationships/slide" Target="slides/slide3593.xml"/><Relationship Id="rId3457" Type="http://schemas.openxmlformats.org/officeDocument/2006/relationships/slide" Target="slides/slide3453.xml"/><Relationship Id="rId3664" Type="http://schemas.openxmlformats.org/officeDocument/2006/relationships/slide" Target="slides/slide3660.xml"/><Relationship Id="rId3871" Type="http://schemas.openxmlformats.org/officeDocument/2006/relationships/slide" Target="slides/slide3867.xml"/><Relationship Id="rId378" Type="http://schemas.openxmlformats.org/officeDocument/2006/relationships/slide" Target="slides/slide374.xml"/><Relationship Id="rId585" Type="http://schemas.openxmlformats.org/officeDocument/2006/relationships/slide" Target="slides/slide581.xml"/><Relationship Id="rId792" Type="http://schemas.openxmlformats.org/officeDocument/2006/relationships/slide" Target="slides/slide788.xml"/><Relationship Id="rId2059" Type="http://schemas.openxmlformats.org/officeDocument/2006/relationships/slide" Target="slides/slide2055.xml"/><Relationship Id="rId2266" Type="http://schemas.openxmlformats.org/officeDocument/2006/relationships/slide" Target="slides/slide2262.xml"/><Relationship Id="rId2473" Type="http://schemas.openxmlformats.org/officeDocument/2006/relationships/slide" Target="slides/slide2469.xml"/><Relationship Id="rId2680" Type="http://schemas.openxmlformats.org/officeDocument/2006/relationships/slide" Target="slides/slide2676.xml"/><Relationship Id="rId3317" Type="http://schemas.openxmlformats.org/officeDocument/2006/relationships/slide" Target="slides/slide3313.xml"/><Relationship Id="rId3524" Type="http://schemas.openxmlformats.org/officeDocument/2006/relationships/slide" Target="slides/slide3520.xml"/><Relationship Id="rId3731" Type="http://schemas.openxmlformats.org/officeDocument/2006/relationships/slide" Target="slides/slide3727.xml"/><Relationship Id="rId238" Type="http://schemas.openxmlformats.org/officeDocument/2006/relationships/slide" Target="slides/slide234.xml"/><Relationship Id="rId445" Type="http://schemas.openxmlformats.org/officeDocument/2006/relationships/slide" Target="slides/slide441.xml"/><Relationship Id="rId652" Type="http://schemas.openxmlformats.org/officeDocument/2006/relationships/slide" Target="slides/slide648.xml"/><Relationship Id="rId1075" Type="http://schemas.openxmlformats.org/officeDocument/2006/relationships/slide" Target="slides/slide1071.xml"/><Relationship Id="rId1282" Type="http://schemas.openxmlformats.org/officeDocument/2006/relationships/slide" Target="slides/slide1278.xml"/><Relationship Id="rId2126" Type="http://schemas.openxmlformats.org/officeDocument/2006/relationships/slide" Target="slides/slide2122.xml"/><Relationship Id="rId2333" Type="http://schemas.openxmlformats.org/officeDocument/2006/relationships/slide" Target="slides/slide2329.xml"/><Relationship Id="rId2540" Type="http://schemas.openxmlformats.org/officeDocument/2006/relationships/slide" Target="slides/slide2536.xml"/><Relationship Id="rId305" Type="http://schemas.openxmlformats.org/officeDocument/2006/relationships/slide" Target="slides/slide301.xml"/><Relationship Id="rId512" Type="http://schemas.openxmlformats.org/officeDocument/2006/relationships/slide" Target="slides/slide508.xml"/><Relationship Id="rId1142" Type="http://schemas.openxmlformats.org/officeDocument/2006/relationships/slide" Target="slides/slide1138.xml"/><Relationship Id="rId2400" Type="http://schemas.openxmlformats.org/officeDocument/2006/relationships/slide" Target="slides/slide2396.xml"/><Relationship Id="rId4298" Type="http://schemas.openxmlformats.org/officeDocument/2006/relationships/slide" Target="slides/slide4294.xml"/><Relationship Id="rId1002" Type="http://schemas.openxmlformats.org/officeDocument/2006/relationships/slide" Target="slides/slide998.xml"/><Relationship Id="rId4158" Type="http://schemas.openxmlformats.org/officeDocument/2006/relationships/slide" Target="slides/slide4154.xml"/><Relationship Id="rId4365" Type="http://schemas.openxmlformats.org/officeDocument/2006/relationships/slide" Target="slides/slide4361.xml"/><Relationship Id="rId1959" Type="http://schemas.openxmlformats.org/officeDocument/2006/relationships/slide" Target="slides/slide1955.xml"/><Relationship Id="rId3174" Type="http://schemas.openxmlformats.org/officeDocument/2006/relationships/slide" Target="slides/slide3170.xml"/><Relationship Id="rId4018" Type="http://schemas.openxmlformats.org/officeDocument/2006/relationships/slide" Target="slides/slide4014.xml"/><Relationship Id="rId1819" Type="http://schemas.openxmlformats.org/officeDocument/2006/relationships/slide" Target="slides/slide1815.xml"/><Relationship Id="rId3381" Type="http://schemas.openxmlformats.org/officeDocument/2006/relationships/slide" Target="slides/slide3377.xml"/><Relationship Id="rId4225" Type="http://schemas.openxmlformats.org/officeDocument/2006/relationships/slide" Target="slides/slide4221.xml"/><Relationship Id="rId2190" Type="http://schemas.openxmlformats.org/officeDocument/2006/relationships/slide" Target="slides/slide2186.xml"/><Relationship Id="rId3034" Type="http://schemas.openxmlformats.org/officeDocument/2006/relationships/slide" Target="slides/slide3030.xml"/><Relationship Id="rId3241" Type="http://schemas.openxmlformats.org/officeDocument/2006/relationships/slide" Target="slides/slide3237.xml"/><Relationship Id="rId162" Type="http://schemas.openxmlformats.org/officeDocument/2006/relationships/slide" Target="slides/slide158.xml"/><Relationship Id="rId2050" Type="http://schemas.openxmlformats.org/officeDocument/2006/relationships/slide" Target="slides/slide2046.xml"/><Relationship Id="rId3101" Type="http://schemas.openxmlformats.org/officeDocument/2006/relationships/slide" Target="slides/slide3097.xml"/><Relationship Id="rId979" Type="http://schemas.openxmlformats.org/officeDocument/2006/relationships/slide" Target="slides/slide975.xml"/><Relationship Id="rId839" Type="http://schemas.openxmlformats.org/officeDocument/2006/relationships/slide" Target="slides/slide835.xml"/><Relationship Id="rId1469" Type="http://schemas.openxmlformats.org/officeDocument/2006/relationships/slide" Target="slides/slide1465.xml"/><Relationship Id="rId2867" Type="http://schemas.openxmlformats.org/officeDocument/2006/relationships/slide" Target="slides/slide2863.xml"/><Relationship Id="rId3918" Type="http://schemas.openxmlformats.org/officeDocument/2006/relationships/slide" Target="slides/slide3914.xml"/><Relationship Id="rId4082" Type="http://schemas.openxmlformats.org/officeDocument/2006/relationships/slide" Target="slides/slide4078.xml"/><Relationship Id="rId1676" Type="http://schemas.openxmlformats.org/officeDocument/2006/relationships/slide" Target="slides/slide1672.xml"/><Relationship Id="rId1883" Type="http://schemas.openxmlformats.org/officeDocument/2006/relationships/slide" Target="slides/slide1879.xml"/><Relationship Id="rId2727" Type="http://schemas.openxmlformats.org/officeDocument/2006/relationships/slide" Target="slides/slide2723.xml"/><Relationship Id="rId2934" Type="http://schemas.openxmlformats.org/officeDocument/2006/relationships/slide" Target="slides/slide2930.xml"/><Relationship Id="rId906" Type="http://schemas.openxmlformats.org/officeDocument/2006/relationships/slide" Target="slides/slide902.xml"/><Relationship Id="rId1329" Type="http://schemas.openxmlformats.org/officeDocument/2006/relationships/slide" Target="slides/slide1325.xml"/><Relationship Id="rId1536" Type="http://schemas.openxmlformats.org/officeDocument/2006/relationships/slide" Target="slides/slide1532.xml"/><Relationship Id="rId1743" Type="http://schemas.openxmlformats.org/officeDocument/2006/relationships/slide" Target="slides/slide1739.xml"/><Relationship Id="rId1950" Type="http://schemas.openxmlformats.org/officeDocument/2006/relationships/slide" Target="slides/slide1946.xml"/><Relationship Id="rId35" Type="http://schemas.openxmlformats.org/officeDocument/2006/relationships/slide" Target="slides/slide31.xml"/><Relationship Id="rId1603" Type="http://schemas.openxmlformats.org/officeDocument/2006/relationships/slide" Target="slides/slide1599.xml"/><Relationship Id="rId1810" Type="http://schemas.openxmlformats.org/officeDocument/2006/relationships/slide" Target="slides/slide1806.xml"/><Relationship Id="rId3568" Type="http://schemas.openxmlformats.org/officeDocument/2006/relationships/slide" Target="slides/slide3564.xml"/><Relationship Id="rId3775" Type="http://schemas.openxmlformats.org/officeDocument/2006/relationships/slide" Target="slides/slide3771.xml"/><Relationship Id="rId3982" Type="http://schemas.openxmlformats.org/officeDocument/2006/relationships/slide" Target="slides/slide3978.xml"/><Relationship Id="rId489" Type="http://schemas.openxmlformats.org/officeDocument/2006/relationships/slide" Target="slides/slide485.xml"/><Relationship Id="rId696" Type="http://schemas.openxmlformats.org/officeDocument/2006/relationships/slide" Target="slides/slide692.xml"/><Relationship Id="rId2377" Type="http://schemas.openxmlformats.org/officeDocument/2006/relationships/slide" Target="slides/slide2373.xml"/><Relationship Id="rId2584" Type="http://schemas.openxmlformats.org/officeDocument/2006/relationships/slide" Target="slides/slide2580.xml"/><Relationship Id="rId2791" Type="http://schemas.openxmlformats.org/officeDocument/2006/relationships/slide" Target="slides/slide2787.xml"/><Relationship Id="rId3428" Type="http://schemas.openxmlformats.org/officeDocument/2006/relationships/slide" Target="slides/slide3424.xml"/><Relationship Id="rId3635" Type="http://schemas.openxmlformats.org/officeDocument/2006/relationships/slide" Target="slides/slide3631.xml"/><Relationship Id="rId349" Type="http://schemas.openxmlformats.org/officeDocument/2006/relationships/slide" Target="slides/slide345.xml"/><Relationship Id="rId556" Type="http://schemas.openxmlformats.org/officeDocument/2006/relationships/slide" Target="slides/slide552.xml"/><Relationship Id="rId763" Type="http://schemas.openxmlformats.org/officeDocument/2006/relationships/slide" Target="slides/slide759.xml"/><Relationship Id="rId1186" Type="http://schemas.openxmlformats.org/officeDocument/2006/relationships/slide" Target="slides/slide1182.xml"/><Relationship Id="rId1393" Type="http://schemas.openxmlformats.org/officeDocument/2006/relationships/slide" Target="slides/slide1389.xml"/><Relationship Id="rId2237" Type="http://schemas.openxmlformats.org/officeDocument/2006/relationships/slide" Target="slides/slide2233.xml"/><Relationship Id="rId2444" Type="http://schemas.openxmlformats.org/officeDocument/2006/relationships/slide" Target="slides/slide2440.xml"/><Relationship Id="rId3842" Type="http://schemas.openxmlformats.org/officeDocument/2006/relationships/slide" Target="slides/slide3838.xml"/><Relationship Id="rId209" Type="http://schemas.openxmlformats.org/officeDocument/2006/relationships/slide" Target="slides/slide205.xml"/><Relationship Id="rId416" Type="http://schemas.openxmlformats.org/officeDocument/2006/relationships/slide" Target="slides/slide412.xml"/><Relationship Id="rId970" Type="http://schemas.openxmlformats.org/officeDocument/2006/relationships/slide" Target="slides/slide966.xml"/><Relationship Id="rId1046" Type="http://schemas.openxmlformats.org/officeDocument/2006/relationships/slide" Target="slides/slide1042.xml"/><Relationship Id="rId1253" Type="http://schemas.openxmlformats.org/officeDocument/2006/relationships/slide" Target="slides/slide1249.xml"/><Relationship Id="rId2651" Type="http://schemas.openxmlformats.org/officeDocument/2006/relationships/slide" Target="slides/slide2647.xml"/><Relationship Id="rId3702" Type="http://schemas.openxmlformats.org/officeDocument/2006/relationships/slide" Target="slides/slide3698.xml"/><Relationship Id="rId623" Type="http://schemas.openxmlformats.org/officeDocument/2006/relationships/slide" Target="slides/slide619.xml"/><Relationship Id="rId830" Type="http://schemas.openxmlformats.org/officeDocument/2006/relationships/slide" Target="slides/slide826.xml"/><Relationship Id="rId1460" Type="http://schemas.openxmlformats.org/officeDocument/2006/relationships/slide" Target="slides/slide1456.xml"/><Relationship Id="rId2304" Type="http://schemas.openxmlformats.org/officeDocument/2006/relationships/slide" Target="slides/slide2300.xml"/><Relationship Id="rId2511" Type="http://schemas.openxmlformats.org/officeDocument/2006/relationships/slide" Target="slides/slide2507.xml"/><Relationship Id="rId1113" Type="http://schemas.openxmlformats.org/officeDocument/2006/relationships/slide" Target="slides/slide1109.xml"/><Relationship Id="rId1320" Type="http://schemas.openxmlformats.org/officeDocument/2006/relationships/slide" Target="slides/slide1316.xml"/><Relationship Id="rId4269" Type="http://schemas.openxmlformats.org/officeDocument/2006/relationships/slide" Target="slides/slide4265.xml"/><Relationship Id="rId3078" Type="http://schemas.openxmlformats.org/officeDocument/2006/relationships/slide" Target="slides/slide3074.xml"/><Relationship Id="rId3285" Type="http://schemas.openxmlformats.org/officeDocument/2006/relationships/slide" Target="slides/slide3281.xml"/><Relationship Id="rId3492" Type="http://schemas.openxmlformats.org/officeDocument/2006/relationships/slide" Target="slides/slide3488.xml"/><Relationship Id="rId4129" Type="http://schemas.openxmlformats.org/officeDocument/2006/relationships/slide" Target="slides/slide4125.xml"/><Relationship Id="rId4336" Type="http://schemas.openxmlformats.org/officeDocument/2006/relationships/slide" Target="slides/slide4332.xml"/><Relationship Id="rId2094" Type="http://schemas.openxmlformats.org/officeDocument/2006/relationships/slide" Target="slides/slide2090.xml"/><Relationship Id="rId3145" Type="http://schemas.openxmlformats.org/officeDocument/2006/relationships/slide" Target="slides/slide3141.xml"/><Relationship Id="rId3352" Type="http://schemas.openxmlformats.org/officeDocument/2006/relationships/slide" Target="slides/slide3348.xml"/><Relationship Id="rId273" Type="http://schemas.openxmlformats.org/officeDocument/2006/relationships/slide" Target="slides/slide269.xml"/><Relationship Id="rId480" Type="http://schemas.openxmlformats.org/officeDocument/2006/relationships/slide" Target="slides/slide476.xml"/><Relationship Id="rId2161" Type="http://schemas.openxmlformats.org/officeDocument/2006/relationships/slide" Target="slides/slide2157.xml"/><Relationship Id="rId3005" Type="http://schemas.openxmlformats.org/officeDocument/2006/relationships/slide" Target="slides/slide3001.xml"/><Relationship Id="rId3212" Type="http://schemas.openxmlformats.org/officeDocument/2006/relationships/slide" Target="slides/slide3208.xml"/><Relationship Id="rId133" Type="http://schemas.openxmlformats.org/officeDocument/2006/relationships/slide" Target="slides/slide129.xml"/><Relationship Id="rId340" Type="http://schemas.openxmlformats.org/officeDocument/2006/relationships/slide" Target="slides/slide336.xml"/><Relationship Id="rId2021" Type="http://schemas.openxmlformats.org/officeDocument/2006/relationships/slide" Target="slides/slide2017.xml"/><Relationship Id="rId200" Type="http://schemas.openxmlformats.org/officeDocument/2006/relationships/slide" Target="slides/slide196.xml"/><Relationship Id="rId2978" Type="http://schemas.openxmlformats.org/officeDocument/2006/relationships/slide" Target="slides/slide2974.xml"/><Relationship Id="rId4193" Type="http://schemas.openxmlformats.org/officeDocument/2006/relationships/slide" Target="slides/slide4189.xml"/><Relationship Id="rId1787" Type="http://schemas.openxmlformats.org/officeDocument/2006/relationships/slide" Target="slides/slide1783.xml"/><Relationship Id="rId1994" Type="http://schemas.openxmlformats.org/officeDocument/2006/relationships/slide" Target="slides/slide1990.xml"/><Relationship Id="rId2838" Type="http://schemas.openxmlformats.org/officeDocument/2006/relationships/slide" Target="slides/slide2834.xml"/><Relationship Id="rId79" Type="http://schemas.openxmlformats.org/officeDocument/2006/relationships/slide" Target="slides/slide75.xml"/><Relationship Id="rId1647" Type="http://schemas.openxmlformats.org/officeDocument/2006/relationships/slide" Target="slides/slide1643.xml"/><Relationship Id="rId1854" Type="http://schemas.openxmlformats.org/officeDocument/2006/relationships/slide" Target="slides/slide1850.xml"/><Relationship Id="rId2905" Type="http://schemas.openxmlformats.org/officeDocument/2006/relationships/slide" Target="slides/slide2901.xml"/><Relationship Id="rId4053" Type="http://schemas.openxmlformats.org/officeDocument/2006/relationships/slide" Target="slides/slide4049.xml"/><Relationship Id="rId4260" Type="http://schemas.openxmlformats.org/officeDocument/2006/relationships/slide" Target="slides/slide4256.xml"/><Relationship Id="rId1507" Type="http://schemas.openxmlformats.org/officeDocument/2006/relationships/slide" Target="slides/slide1503.xml"/><Relationship Id="rId1714" Type="http://schemas.openxmlformats.org/officeDocument/2006/relationships/slide" Target="slides/slide1710.xml"/><Relationship Id="rId4120" Type="http://schemas.openxmlformats.org/officeDocument/2006/relationships/slide" Target="slides/slide4116.xml"/><Relationship Id="rId1921" Type="http://schemas.openxmlformats.org/officeDocument/2006/relationships/slide" Target="slides/slide1917.xml"/><Relationship Id="rId3679" Type="http://schemas.openxmlformats.org/officeDocument/2006/relationships/slide" Target="slides/slide3675.xml"/><Relationship Id="rId2488" Type="http://schemas.openxmlformats.org/officeDocument/2006/relationships/slide" Target="slides/slide2484.xml"/><Relationship Id="rId3886" Type="http://schemas.openxmlformats.org/officeDocument/2006/relationships/slide" Target="slides/slide3882.xml"/><Relationship Id="rId1297" Type="http://schemas.openxmlformats.org/officeDocument/2006/relationships/slide" Target="slides/slide1293.xml"/><Relationship Id="rId2695" Type="http://schemas.openxmlformats.org/officeDocument/2006/relationships/slide" Target="slides/slide2691.xml"/><Relationship Id="rId3539" Type="http://schemas.openxmlformats.org/officeDocument/2006/relationships/slide" Target="slides/slide3535.xml"/><Relationship Id="rId3746" Type="http://schemas.openxmlformats.org/officeDocument/2006/relationships/slide" Target="slides/slide3742.xml"/><Relationship Id="rId3953" Type="http://schemas.openxmlformats.org/officeDocument/2006/relationships/slide" Target="slides/slide3949.xml"/><Relationship Id="rId667" Type="http://schemas.openxmlformats.org/officeDocument/2006/relationships/slide" Target="slides/slide663.xml"/><Relationship Id="rId874" Type="http://schemas.openxmlformats.org/officeDocument/2006/relationships/slide" Target="slides/slide870.xml"/><Relationship Id="rId2348" Type="http://schemas.openxmlformats.org/officeDocument/2006/relationships/slide" Target="slides/slide2344.xml"/><Relationship Id="rId2555" Type="http://schemas.openxmlformats.org/officeDocument/2006/relationships/slide" Target="slides/slide2551.xml"/><Relationship Id="rId2762" Type="http://schemas.openxmlformats.org/officeDocument/2006/relationships/slide" Target="slides/slide2758.xml"/><Relationship Id="rId3606" Type="http://schemas.openxmlformats.org/officeDocument/2006/relationships/slide" Target="slides/slide3602.xml"/><Relationship Id="rId3813" Type="http://schemas.openxmlformats.org/officeDocument/2006/relationships/slide" Target="slides/slide3809.xml"/><Relationship Id="rId527" Type="http://schemas.openxmlformats.org/officeDocument/2006/relationships/slide" Target="slides/slide523.xml"/><Relationship Id="rId734" Type="http://schemas.openxmlformats.org/officeDocument/2006/relationships/slide" Target="slides/slide730.xml"/><Relationship Id="rId941" Type="http://schemas.openxmlformats.org/officeDocument/2006/relationships/slide" Target="slides/slide937.xml"/><Relationship Id="rId1157" Type="http://schemas.openxmlformats.org/officeDocument/2006/relationships/slide" Target="slides/slide1153.xml"/><Relationship Id="rId1364" Type="http://schemas.openxmlformats.org/officeDocument/2006/relationships/slide" Target="slides/slide1360.xml"/><Relationship Id="rId1571" Type="http://schemas.openxmlformats.org/officeDocument/2006/relationships/slide" Target="slides/slide1567.xml"/><Relationship Id="rId2208" Type="http://schemas.openxmlformats.org/officeDocument/2006/relationships/slide" Target="slides/slide2204.xml"/><Relationship Id="rId2415" Type="http://schemas.openxmlformats.org/officeDocument/2006/relationships/slide" Target="slides/slide2411.xml"/><Relationship Id="rId2622" Type="http://schemas.openxmlformats.org/officeDocument/2006/relationships/slide" Target="slides/slide2618.xml"/><Relationship Id="rId70" Type="http://schemas.openxmlformats.org/officeDocument/2006/relationships/slide" Target="slides/slide66.xml"/><Relationship Id="rId801" Type="http://schemas.openxmlformats.org/officeDocument/2006/relationships/slide" Target="slides/slide797.xml"/><Relationship Id="rId1017" Type="http://schemas.openxmlformats.org/officeDocument/2006/relationships/slide" Target="slides/slide1013.xml"/><Relationship Id="rId1224" Type="http://schemas.openxmlformats.org/officeDocument/2006/relationships/slide" Target="slides/slide1220.xml"/><Relationship Id="rId1431" Type="http://schemas.openxmlformats.org/officeDocument/2006/relationships/slide" Target="slides/slide1427.xml"/><Relationship Id="rId3189" Type="http://schemas.openxmlformats.org/officeDocument/2006/relationships/slide" Target="slides/slide3185.xml"/><Relationship Id="rId3396" Type="http://schemas.openxmlformats.org/officeDocument/2006/relationships/slide" Target="slides/slide3392.xml"/><Relationship Id="rId3049" Type="http://schemas.openxmlformats.org/officeDocument/2006/relationships/slide" Target="slides/slide3045.xml"/><Relationship Id="rId3256" Type="http://schemas.openxmlformats.org/officeDocument/2006/relationships/slide" Target="slides/slide3252.xml"/><Relationship Id="rId3463" Type="http://schemas.openxmlformats.org/officeDocument/2006/relationships/slide" Target="slides/slide3459.xml"/><Relationship Id="rId4307" Type="http://schemas.openxmlformats.org/officeDocument/2006/relationships/slide" Target="slides/slide4303.xml"/><Relationship Id="rId177" Type="http://schemas.openxmlformats.org/officeDocument/2006/relationships/slide" Target="slides/slide173.xml"/><Relationship Id="rId384" Type="http://schemas.openxmlformats.org/officeDocument/2006/relationships/slide" Target="slides/slide380.xml"/><Relationship Id="rId591" Type="http://schemas.openxmlformats.org/officeDocument/2006/relationships/slide" Target="slides/slide587.xml"/><Relationship Id="rId2065" Type="http://schemas.openxmlformats.org/officeDocument/2006/relationships/slide" Target="slides/slide2061.xml"/><Relationship Id="rId2272" Type="http://schemas.openxmlformats.org/officeDocument/2006/relationships/slide" Target="slides/slide2268.xml"/><Relationship Id="rId3116" Type="http://schemas.openxmlformats.org/officeDocument/2006/relationships/slide" Target="slides/slide3112.xml"/><Relationship Id="rId3670" Type="http://schemas.openxmlformats.org/officeDocument/2006/relationships/slide" Target="slides/slide3666.xml"/><Relationship Id="rId244" Type="http://schemas.openxmlformats.org/officeDocument/2006/relationships/slide" Target="slides/slide240.xml"/><Relationship Id="rId1081" Type="http://schemas.openxmlformats.org/officeDocument/2006/relationships/slide" Target="slides/slide1077.xml"/><Relationship Id="rId3323" Type="http://schemas.openxmlformats.org/officeDocument/2006/relationships/slide" Target="slides/slide3319.xml"/><Relationship Id="rId3530" Type="http://schemas.openxmlformats.org/officeDocument/2006/relationships/slide" Target="slides/slide3526.xml"/><Relationship Id="rId451" Type="http://schemas.openxmlformats.org/officeDocument/2006/relationships/slide" Target="slides/slide447.xml"/><Relationship Id="rId2132" Type="http://schemas.openxmlformats.org/officeDocument/2006/relationships/slide" Target="slides/slide2128.xml"/><Relationship Id="rId104" Type="http://schemas.openxmlformats.org/officeDocument/2006/relationships/slide" Target="slides/slide100.xml"/><Relationship Id="rId311" Type="http://schemas.openxmlformats.org/officeDocument/2006/relationships/slide" Target="slides/slide307.xml"/><Relationship Id="rId1898" Type="http://schemas.openxmlformats.org/officeDocument/2006/relationships/slide" Target="slides/slide1894.xml"/><Relationship Id="rId2949" Type="http://schemas.openxmlformats.org/officeDocument/2006/relationships/slide" Target="slides/slide2945.xml"/><Relationship Id="rId4097" Type="http://schemas.openxmlformats.org/officeDocument/2006/relationships/slide" Target="slides/slide4093.xml"/><Relationship Id="rId1758" Type="http://schemas.openxmlformats.org/officeDocument/2006/relationships/slide" Target="slides/slide1754.xml"/><Relationship Id="rId2809" Type="http://schemas.openxmlformats.org/officeDocument/2006/relationships/slide" Target="slides/slide2805.xml"/><Relationship Id="rId4164" Type="http://schemas.openxmlformats.org/officeDocument/2006/relationships/slide" Target="slides/slide4160.xml"/><Relationship Id="rId4371" Type="http://schemas.openxmlformats.org/officeDocument/2006/relationships/slide" Target="slides/slide4367.xml"/><Relationship Id="rId1965" Type="http://schemas.openxmlformats.org/officeDocument/2006/relationships/slide" Target="slides/slide1961.xml"/><Relationship Id="rId3180" Type="http://schemas.openxmlformats.org/officeDocument/2006/relationships/slide" Target="slides/slide3176.xml"/><Relationship Id="rId4024" Type="http://schemas.openxmlformats.org/officeDocument/2006/relationships/slide" Target="slides/slide4020.xml"/><Relationship Id="rId4231" Type="http://schemas.openxmlformats.org/officeDocument/2006/relationships/slide" Target="slides/slide4227.xml"/><Relationship Id="rId1618" Type="http://schemas.openxmlformats.org/officeDocument/2006/relationships/slide" Target="slides/slide1614.xml"/><Relationship Id="rId1825" Type="http://schemas.openxmlformats.org/officeDocument/2006/relationships/slide" Target="slides/slide1821.xml"/><Relationship Id="rId3040" Type="http://schemas.openxmlformats.org/officeDocument/2006/relationships/slide" Target="slides/slide3036.xml"/><Relationship Id="rId3997" Type="http://schemas.openxmlformats.org/officeDocument/2006/relationships/slide" Target="slides/slide3993.xml"/><Relationship Id="rId2599" Type="http://schemas.openxmlformats.org/officeDocument/2006/relationships/slide" Target="slides/slide2595.xml"/><Relationship Id="rId3857" Type="http://schemas.openxmlformats.org/officeDocument/2006/relationships/slide" Target="slides/slide3853.xml"/><Relationship Id="rId778" Type="http://schemas.openxmlformats.org/officeDocument/2006/relationships/slide" Target="slides/slide774.xml"/><Relationship Id="rId985" Type="http://schemas.openxmlformats.org/officeDocument/2006/relationships/slide" Target="slides/slide981.xml"/><Relationship Id="rId2459" Type="http://schemas.openxmlformats.org/officeDocument/2006/relationships/slide" Target="slides/slide2455.xml"/><Relationship Id="rId2666" Type="http://schemas.openxmlformats.org/officeDocument/2006/relationships/slide" Target="slides/slide2662.xml"/><Relationship Id="rId2873" Type="http://schemas.openxmlformats.org/officeDocument/2006/relationships/slide" Target="slides/slide2869.xml"/><Relationship Id="rId3717" Type="http://schemas.openxmlformats.org/officeDocument/2006/relationships/slide" Target="slides/slide3713.xml"/><Relationship Id="rId3924" Type="http://schemas.openxmlformats.org/officeDocument/2006/relationships/slide" Target="slides/slide3920.xml"/><Relationship Id="rId638" Type="http://schemas.openxmlformats.org/officeDocument/2006/relationships/slide" Target="slides/slide634.xml"/><Relationship Id="rId845" Type="http://schemas.openxmlformats.org/officeDocument/2006/relationships/slide" Target="slides/slide841.xml"/><Relationship Id="rId1268" Type="http://schemas.openxmlformats.org/officeDocument/2006/relationships/slide" Target="slides/slide1264.xml"/><Relationship Id="rId1475" Type="http://schemas.openxmlformats.org/officeDocument/2006/relationships/slide" Target="slides/slide1471.xml"/><Relationship Id="rId1682" Type="http://schemas.openxmlformats.org/officeDocument/2006/relationships/slide" Target="slides/slide1678.xml"/><Relationship Id="rId2319" Type="http://schemas.openxmlformats.org/officeDocument/2006/relationships/slide" Target="slides/slide2315.xml"/><Relationship Id="rId2526" Type="http://schemas.openxmlformats.org/officeDocument/2006/relationships/slide" Target="slides/slide2522.xml"/><Relationship Id="rId2733" Type="http://schemas.openxmlformats.org/officeDocument/2006/relationships/slide" Target="slides/slide2729.xml"/><Relationship Id="rId705" Type="http://schemas.openxmlformats.org/officeDocument/2006/relationships/slide" Target="slides/slide701.xml"/><Relationship Id="rId1128" Type="http://schemas.openxmlformats.org/officeDocument/2006/relationships/slide" Target="slides/slide1124.xml"/><Relationship Id="rId1335" Type="http://schemas.openxmlformats.org/officeDocument/2006/relationships/slide" Target="slides/slide1331.xml"/><Relationship Id="rId1542" Type="http://schemas.openxmlformats.org/officeDocument/2006/relationships/slide" Target="slides/slide1538.xml"/><Relationship Id="rId2940" Type="http://schemas.openxmlformats.org/officeDocument/2006/relationships/slide" Target="slides/slide2936.xml"/><Relationship Id="rId912" Type="http://schemas.openxmlformats.org/officeDocument/2006/relationships/slide" Target="slides/slide908.xml"/><Relationship Id="rId2800" Type="http://schemas.openxmlformats.org/officeDocument/2006/relationships/slide" Target="slides/slide2796.xml"/><Relationship Id="rId41" Type="http://schemas.openxmlformats.org/officeDocument/2006/relationships/slide" Target="slides/slide37.xml"/><Relationship Id="rId1402" Type="http://schemas.openxmlformats.org/officeDocument/2006/relationships/slide" Target="slides/slide1398.xml"/><Relationship Id="rId288" Type="http://schemas.openxmlformats.org/officeDocument/2006/relationships/slide" Target="slides/slide284.xml"/><Relationship Id="rId3367" Type="http://schemas.openxmlformats.org/officeDocument/2006/relationships/slide" Target="slides/slide3363.xml"/><Relationship Id="rId3574" Type="http://schemas.openxmlformats.org/officeDocument/2006/relationships/slide" Target="slides/slide3570.xml"/><Relationship Id="rId3781" Type="http://schemas.openxmlformats.org/officeDocument/2006/relationships/slide" Target="slides/slide3777.xml"/><Relationship Id="rId495" Type="http://schemas.openxmlformats.org/officeDocument/2006/relationships/slide" Target="slides/slide491.xml"/><Relationship Id="rId2176" Type="http://schemas.openxmlformats.org/officeDocument/2006/relationships/slide" Target="slides/slide2172.xml"/><Relationship Id="rId2383" Type="http://schemas.openxmlformats.org/officeDocument/2006/relationships/slide" Target="slides/slide2379.xml"/><Relationship Id="rId2590" Type="http://schemas.openxmlformats.org/officeDocument/2006/relationships/slide" Target="slides/slide2586.xml"/><Relationship Id="rId3227" Type="http://schemas.openxmlformats.org/officeDocument/2006/relationships/slide" Target="slides/slide3223.xml"/><Relationship Id="rId3434" Type="http://schemas.openxmlformats.org/officeDocument/2006/relationships/slide" Target="slides/slide3430.xml"/><Relationship Id="rId3641" Type="http://schemas.openxmlformats.org/officeDocument/2006/relationships/slide" Target="slides/slide3637.xml"/><Relationship Id="rId148" Type="http://schemas.openxmlformats.org/officeDocument/2006/relationships/slide" Target="slides/slide144.xml"/><Relationship Id="rId355" Type="http://schemas.openxmlformats.org/officeDocument/2006/relationships/slide" Target="slides/slide351.xml"/><Relationship Id="rId562" Type="http://schemas.openxmlformats.org/officeDocument/2006/relationships/slide" Target="slides/slide558.xml"/><Relationship Id="rId1192" Type="http://schemas.openxmlformats.org/officeDocument/2006/relationships/slide" Target="slides/slide1188.xml"/><Relationship Id="rId2036" Type="http://schemas.openxmlformats.org/officeDocument/2006/relationships/slide" Target="slides/slide2032.xml"/><Relationship Id="rId2243" Type="http://schemas.openxmlformats.org/officeDocument/2006/relationships/slide" Target="slides/slide2239.xml"/><Relationship Id="rId2450" Type="http://schemas.openxmlformats.org/officeDocument/2006/relationships/slide" Target="slides/slide2446.xml"/><Relationship Id="rId3501" Type="http://schemas.openxmlformats.org/officeDocument/2006/relationships/slide" Target="slides/slide3497.xml"/><Relationship Id="rId215" Type="http://schemas.openxmlformats.org/officeDocument/2006/relationships/slide" Target="slides/slide211.xml"/><Relationship Id="rId422" Type="http://schemas.openxmlformats.org/officeDocument/2006/relationships/slide" Target="slides/slide418.xml"/><Relationship Id="rId1052" Type="http://schemas.openxmlformats.org/officeDocument/2006/relationships/slide" Target="slides/slide1048.xml"/><Relationship Id="rId2103" Type="http://schemas.openxmlformats.org/officeDocument/2006/relationships/slide" Target="slides/slide2099.xml"/><Relationship Id="rId2310" Type="http://schemas.openxmlformats.org/officeDocument/2006/relationships/slide" Target="slides/slide2306.xml"/><Relationship Id="rId4068" Type="http://schemas.openxmlformats.org/officeDocument/2006/relationships/slide" Target="slides/slide4064.xml"/><Relationship Id="rId4275" Type="http://schemas.openxmlformats.org/officeDocument/2006/relationships/slide" Target="slides/slide4271.xml"/><Relationship Id="rId1869" Type="http://schemas.openxmlformats.org/officeDocument/2006/relationships/slide" Target="slides/slide1865.xml"/><Relationship Id="rId3084" Type="http://schemas.openxmlformats.org/officeDocument/2006/relationships/slide" Target="slides/slide3080.xml"/><Relationship Id="rId3291" Type="http://schemas.openxmlformats.org/officeDocument/2006/relationships/slide" Target="slides/slide3287.xml"/><Relationship Id="rId4135" Type="http://schemas.openxmlformats.org/officeDocument/2006/relationships/slide" Target="slides/slide4131.xml"/><Relationship Id="rId1729" Type="http://schemas.openxmlformats.org/officeDocument/2006/relationships/slide" Target="slides/slide1725.xml"/><Relationship Id="rId1936" Type="http://schemas.openxmlformats.org/officeDocument/2006/relationships/slide" Target="slides/slide1932.xml"/><Relationship Id="rId4342" Type="http://schemas.openxmlformats.org/officeDocument/2006/relationships/slide" Target="slides/slide4338.xml"/><Relationship Id="rId3151" Type="http://schemas.openxmlformats.org/officeDocument/2006/relationships/slide" Target="slides/slide3147.xml"/><Relationship Id="rId4202" Type="http://schemas.openxmlformats.org/officeDocument/2006/relationships/slide" Target="slides/slide4198.xml"/><Relationship Id="rId3011" Type="http://schemas.openxmlformats.org/officeDocument/2006/relationships/slide" Target="slides/slide3007.xml"/><Relationship Id="rId3968" Type="http://schemas.openxmlformats.org/officeDocument/2006/relationships/slide" Target="slides/slide3964.xml"/><Relationship Id="rId5" Type="http://schemas.openxmlformats.org/officeDocument/2006/relationships/slide" Target="slides/slide1.xml"/><Relationship Id="rId889" Type="http://schemas.openxmlformats.org/officeDocument/2006/relationships/slide" Target="slides/slide885.xml"/><Relationship Id="rId2777" Type="http://schemas.openxmlformats.org/officeDocument/2006/relationships/slide" Target="slides/slide2773.xml"/><Relationship Id="rId749" Type="http://schemas.openxmlformats.org/officeDocument/2006/relationships/slide" Target="slides/slide745.xml"/><Relationship Id="rId1379" Type="http://schemas.openxmlformats.org/officeDocument/2006/relationships/slide" Target="slides/slide1375.xml"/><Relationship Id="rId1586" Type="http://schemas.openxmlformats.org/officeDocument/2006/relationships/slide" Target="slides/slide1582.xml"/><Relationship Id="rId2984" Type="http://schemas.openxmlformats.org/officeDocument/2006/relationships/slide" Target="slides/slide2980.xml"/><Relationship Id="rId3828" Type="http://schemas.openxmlformats.org/officeDocument/2006/relationships/slide" Target="slides/slide3824.xml"/><Relationship Id="rId609" Type="http://schemas.openxmlformats.org/officeDocument/2006/relationships/slide" Target="slides/slide605.xml"/><Relationship Id="rId956" Type="http://schemas.openxmlformats.org/officeDocument/2006/relationships/slide" Target="slides/slide952.xml"/><Relationship Id="rId1239" Type="http://schemas.openxmlformats.org/officeDocument/2006/relationships/slide" Target="slides/slide1235.xml"/><Relationship Id="rId1793" Type="http://schemas.openxmlformats.org/officeDocument/2006/relationships/slide" Target="slides/slide1789.xml"/><Relationship Id="rId2637" Type="http://schemas.openxmlformats.org/officeDocument/2006/relationships/slide" Target="slides/slide2633.xml"/><Relationship Id="rId2844" Type="http://schemas.openxmlformats.org/officeDocument/2006/relationships/slide" Target="slides/slide2840.xml"/><Relationship Id="rId85" Type="http://schemas.openxmlformats.org/officeDocument/2006/relationships/slide" Target="slides/slide81.xml"/><Relationship Id="rId816" Type="http://schemas.openxmlformats.org/officeDocument/2006/relationships/slide" Target="slides/slide812.xml"/><Relationship Id="rId1446" Type="http://schemas.openxmlformats.org/officeDocument/2006/relationships/slide" Target="slides/slide1442.xml"/><Relationship Id="rId1653" Type="http://schemas.openxmlformats.org/officeDocument/2006/relationships/slide" Target="slides/slide1649.xml"/><Relationship Id="rId1860" Type="http://schemas.openxmlformats.org/officeDocument/2006/relationships/slide" Target="slides/slide1856.xml"/><Relationship Id="rId2704" Type="http://schemas.openxmlformats.org/officeDocument/2006/relationships/slide" Target="slides/slide2700.xml"/><Relationship Id="rId2911" Type="http://schemas.openxmlformats.org/officeDocument/2006/relationships/slide" Target="slides/slide2907.xml"/><Relationship Id="rId1306" Type="http://schemas.openxmlformats.org/officeDocument/2006/relationships/slide" Target="slides/slide1302.xml"/><Relationship Id="rId1513" Type="http://schemas.openxmlformats.org/officeDocument/2006/relationships/slide" Target="slides/slide1509.xml"/><Relationship Id="rId1720" Type="http://schemas.openxmlformats.org/officeDocument/2006/relationships/slide" Target="slides/slide1716.xml"/><Relationship Id="rId12" Type="http://schemas.openxmlformats.org/officeDocument/2006/relationships/slide" Target="slides/slide8.xml"/><Relationship Id="rId3478" Type="http://schemas.openxmlformats.org/officeDocument/2006/relationships/slide" Target="slides/slide3474.xml"/><Relationship Id="rId3685" Type="http://schemas.openxmlformats.org/officeDocument/2006/relationships/slide" Target="slides/slide3681.xml"/><Relationship Id="rId3892" Type="http://schemas.openxmlformats.org/officeDocument/2006/relationships/slide" Target="slides/slide3888.xml"/><Relationship Id="rId399" Type="http://schemas.openxmlformats.org/officeDocument/2006/relationships/slide" Target="slides/slide395.xml"/><Relationship Id="rId2287" Type="http://schemas.openxmlformats.org/officeDocument/2006/relationships/slide" Target="slides/slide2283.xml"/><Relationship Id="rId2494" Type="http://schemas.openxmlformats.org/officeDocument/2006/relationships/slide" Target="slides/slide2490.xml"/><Relationship Id="rId3338" Type="http://schemas.openxmlformats.org/officeDocument/2006/relationships/slide" Target="slides/slide3334.xml"/><Relationship Id="rId3545" Type="http://schemas.openxmlformats.org/officeDocument/2006/relationships/slide" Target="slides/slide3541.xml"/><Relationship Id="rId3752" Type="http://schemas.openxmlformats.org/officeDocument/2006/relationships/slide" Target="slides/slide3748.xml"/><Relationship Id="rId259" Type="http://schemas.openxmlformats.org/officeDocument/2006/relationships/slide" Target="slides/slide255.xml"/><Relationship Id="rId466" Type="http://schemas.openxmlformats.org/officeDocument/2006/relationships/slide" Target="slides/slide462.xml"/><Relationship Id="rId673" Type="http://schemas.openxmlformats.org/officeDocument/2006/relationships/slide" Target="slides/slide669.xml"/><Relationship Id="rId880" Type="http://schemas.openxmlformats.org/officeDocument/2006/relationships/slide" Target="slides/slide876.xml"/><Relationship Id="rId1096" Type="http://schemas.openxmlformats.org/officeDocument/2006/relationships/slide" Target="slides/slide1092.xml"/><Relationship Id="rId2147" Type="http://schemas.openxmlformats.org/officeDocument/2006/relationships/slide" Target="slides/slide2143.xml"/><Relationship Id="rId2354" Type="http://schemas.openxmlformats.org/officeDocument/2006/relationships/slide" Target="slides/slide2350.xml"/><Relationship Id="rId2561" Type="http://schemas.openxmlformats.org/officeDocument/2006/relationships/slide" Target="slides/slide2557.xml"/><Relationship Id="rId3405" Type="http://schemas.openxmlformats.org/officeDocument/2006/relationships/slide" Target="slides/slide3401.xml"/><Relationship Id="rId119" Type="http://schemas.openxmlformats.org/officeDocument/2006/relationships/slide" Target="slides/slide115.xml"/><Relationship Id="rId326" Type="http://schemas.openxmlformats.org/officeDocument/2006/relationships/slide" Target="slides/slide322.xml"/><Relationship Id="rId533" Type="http://schemas.openxmlformats.org/officeDocument/2006/relationships/slide" Target="slides/slide529.xml"/><Relationship Id="rId1163" Type="http://schemas.openxmlformats.org/officeDocument/2006/relationships/slide" Target="slides/slide1159.xml"/><Relationship Id="rId1370" Type="http://schemas.openxmlformats.org/officeDocument/2006/relationships/slide" Target="slides/slide1366.xml"/><Relationship Id="rId2007" Type="http://schemas.openxmlformats.org/officeDocument/2006/relationships/slide" Target="slides/slide2003.xml"/><Relationship Id="rId2214" Type="http://schemas.openxmlformats.org/officeDocument/2006/relationships/slide" Target="slides/slide2210.xml"/><Relationship Id="rId3612" Type="http://schemas.openxmlformats.org/officeDocument/2006/relationships/slide" Target="slides/slide3608.xml"/><Relationship Id="rId740" Type="http://schemas.openxmlformats.org/officeDocument/2006/relationships/slide" Target="slides/slide736.xml"/><Relationship Id="rId1023" Type="http://schemas.openxmlformats.org/officeDocument/2006/relationships/slide" Target="slides/slide1019.xml"/><Relationship Id="rId2421" Type="http://schemas.openxmlformats.org/officeDocument/2006/relationships/slide" Target="slides/slide2417.xml"/><Relationship Id="rId4179" Type="http://schemas.openxmlformats.org/officeDocument/2006/relationships/slide" Target="slides/slide4175.xml"/><Relationship Id="rId600" Type="http://schemas.openxmlformats.org/officeDocument/2006/relationships/slide" Target="slides/slide596.xml"/><Relationship Id="rId1230" Type="http://schemas.openxmlformats.org/officeDocument/2006/relationships/slide" Target="slides/slide1226.xml"/><Relationship Id="rId4386" Type="http://schemas.openxmlformats.org/officeDocument/2006/relationships/tableStyles" Target="tableStyles.xml"/><Relationship Id="rId3195" Type="http://schemas.openxmlformats.org/officeDocument/2006/relationships/slide" Target="slides/slide3191.xml"/><Relationship Id="rId4039" Type="http://schemas.openxmlformats.org/officeDocument/2006/relationships/slide" Target="slides/slide4035.xml"/><Relationship Id="rId4246" Type="http://schemas.openxmlformats.org/officeDocument/2006/relationships/slide" Target="slides/slide4242.xml"/><Relationship Id="rId3055" Type="http://schemas.openxmlformats.org/officeDocument/2006/relationships/slide" Target="slides/slide3051.xml"/><Relationship Id="rId3262" Type="http://schemas.openxmlformats.org/officeDocument/2006/relationships/slide" Target="slides/slide3258.xml"/><Relationship Id="rId4106" Type="http://schemas.openxmlformats.org/officeDocument/2006/relationships/slide" Target="slides/slide4102.xml"/><Relationship Id="rId4313" Type="http://schemas.openxmlformats.org/officeDocument/2006/relationships/slide" Target="slides/slide4309.xml"/><Relationship Id="rId183" Type="http://schemas.openxmlformats.org/officeDocument/2006/relationships/slide" Target="slides/slide179.xml"/><Relationship Id="rId390" Type="http://schemas.openxmlformats.org/officeDocument/2006/relationships/slide" Target="slides/slide386.xml"/><Relationship Id="rId1907" Type="http://schemas.openxmlformats.org/officeDocument/2006/relationships/slide" Target="slides/slide1903.xml"/><Relationship Id="rId2071" Type="http://schemas.openxmlformats.org/officeDocument/2006/relationships/slide" Target="slides/slide2067.xml"/><Relationship Id="rId3122" Type="http://schemas.openxmlformats.org/officeDocument/2006/relationships/slide" Target="slides/slide3118.xml"/><Relationship Id="rId250" Type="http://schemas.openxmlformats.org/officeDocument/2006/relationships/slide" Target="slides/slide246.xml"/><Relationship Id="rId110" Type="http://schemas.openxmlformats.org/officeDocument/2006/relationships/slide" Target="slides/slide106.xml"/><Relationship Id="rId2888" Type="http://schemas.openxmlformats.org/officeDocument/2006/relationships/slide" Target="slides/slide2884.xml"/><Relationship Id="rId3939" Type="http://schemas.openxmlformats.org/officeDocument/2006/relationships/slide" Target="slides/slide3935.xml"/><Relationship Id="rId1697" Type="http://schemas.openxmlformats.org/officeDocument/2006/relationships/slide" Target="slides/slide1693.xml"/><Relationship Id="rId2748" Type="http://schemas.openxmlformats.org/officeDocument/2006/relationships/slide" Target="slides/slide2744.xml"/><Relationship Id="rId2955" Type="http://schemas.openxmlformats.org/officeDocument/2006/relationships/slide" Target="slides/slide2951.xml"/><Relationship Id="rId927" Type="http://schemas.openxmlformats.org/officeDocument/2006/relationships/slide" Target="slides/slide923.xml"/><Relationship Id="rId1557" Type="http://schemas.openxmlformats.org/officeDocument/2006/relationships/slide" Target="slides/slide1553.xml"/><Relationship Id="rId1764" Type="http://schemas.openxmlformats.org/officeDocument/2006/relationships/slide" Target="slides/slide1760.xml"/><Relationship Id="rId1971" Type="http://schemas.openxmlformats.org/officeDocument/2006/relationships/slide" Target="slides/slide1967.xml"/><Relationship Id="rId2608" Type="http://schemas.openxmlformats.org/officeDocument/2006/relationships/slide" Target="slides/slide2604.xml"/><Relationship Id="rId2815" Type="http://schemas.openxmlformats.org/officeDocument/2006/relationships/slide" Target="slides/slide2811.xml"/><Relationship Id="rId4170" Type="http://schemas.openxmlformats.org/officeDocument/2006/relationships/slide" Target="slides/slide4166.xml"/><Relationship Id="rId56" Type="http://schemas.openxmlformats.org/officeDocument/2006/relationships/slide" Target="slides/slide52.xml"/><Relationship Id="rId1417" Type="http://schemas.openxmlformats.org/officeDocument/2006/relationships/slide" Target="slides/slide1413.xml"/><Relationship Id="rId1624" Type="http://schemas.openxmlformats.org/officeDocument/2006/relationships/slide" Target="slides/slide1620.xml"/><Relationship Id="rId1831" Type="http://schemas.openxmlformats.org/officeDocument/2006/relationships/slide" Target="slides/slide1827.xml"/><Relationship Id="rId4030" Type="http://schemas.openxmlformats.org/officeDocument/2006/relationships/slide" Target="slides/slide4026.xml"/><Relationship Id="rId3589" Type="http://schemas.openxmlformats.org/officeDocument/2006/relationships/slide" Target="slides/slide3585.xml"/><Relationship Id="rId3796" Type="http://schemas.openxmlformats.org/officeDocument/2006/relationships/slide" Target="slides/slide3792.xml"/><Relationship Id="rId2398" Type="http://schemas.openxmlformats.org/officeDocument/2006/relationships/slide" Target="slides/slide2394.xml"/><Relationship Id="rId3449" Type="http://schemas.openxmlformats.org/officeDocument/2006/relationships/slide" Target="slides/slide3445.xml"/><Relationship Id="rId577" Type="http://schemas.openxmlformats.org/officeDocument/2006/relationships/slide" Target="slides/slide573.xml"/><Relationship Id="rId2258" Type="http://schemas.openxmlformats.org/officeDocument/2006/relationships/slide" Target="slides/slide2254.xml"/><Relationship Id="rId3656" Type="http://schemas.openxmlformats.org/officeDocument/2006/relationships/slide" Target="slides/slide3652.xml"/><Relationship Id="rId3863" Type="http://schemas.openxmlformats.org/officeDocument/2006/relationships/slide" Target="slides/slide3859.xml"/><Relationship Id="rId784" Type="http://schemas.openxmlformats.org/officeDocument/2006/relationships/slide" Target="slides/slide780.xml"/><Relationship Id="rId991" Type="http://schemas.openxmlformats.org/officeDocument/2006/relationships/slide" Target="slides/slide987.xml"/><Relationship Id="rId1067" Type="http://schemas.openxmlformats.org/officeDocument/2006/relationships/slide" Target="slides/slide1063.xml"/><Relationship Id="rId2465" Type="http://schemas.openxmlformats.org/officeDocument/2006/relationships/slide" Target="slides/slide2461.xml"/><Relationship Id="rId2672" Type="http://schemas.openxmlformats.org/officeDocument/2006/relationships/slide" Target="slides/slide2668.xml"/><Relationship Id="rId3309" Type="http://schemas.openxmlformats.org/officeDocument/2006/relationships/slide" Target="slides/slide3305.xml"/><Relationship Id="rId3516" Type="http://schemas.openxmlformats.org/officeDocument/2006/relationships/slide" Target="slides/slide3512.xml"/><Relationship Id="rId3723" Type="http://schemas.openxmlformats.org/officeDocument/2006/relationships/slide" Target="slides/slide3719.xml"/><Relationship Id="rId3930" Type="http://schemas.openxmlformats.org/officeDocument/2006/relationships/slide" Target="slides/slide3926.xml"/><Relationship Id="rId437" Type="http://schemas.openxmlformats.org/officeDocument/2006/relationships/slide" Target="slides/slide433.xml"/><Relationship Id="rId644" Type="http://schemas.openxmlformats.org/officeDocument/2006/relationships/slide" Target="slides/slide640.xml"/><Relationship Id="rId851" Type="http://schemas.openxmlformats.org/officeDocument/2006/relationships/slide" Target="slides/slide847.xml"/><Relationship Id="rId1274" Type="http://schemas.openxmlformats.org/officeDocument/2006/relationships/slide" Target="slides/slide1270.xml"/><Relationship Id="rId1481" Type="http://schemas.openxmlformats.org/officeDocument/2006/relationships/slide" Target="slides/slide1477.xml"/><Relationship Id="rId2118" Type="http://schemas.openxmlformats.org/officeDocument/2006/relationships/slide" Target="slides/slide2114.xml"/><Relationship Id="rId2325" Type="http://schemas.openxmlformats.org/officeDocument/2006/relationships/slide" Target="slides/slide2321.xml"/><Relationship Id="rId2532" Type="http://schemas.openxmlformats.org/officeDocument/2006/relationships/slide" Target="slides/slide2528.xml"/><Relationship Id="rId504" Type="http://schemas.openxmlformats.org/officeDocument/2006/relationships/slide" Target="slides/slide500.xml"/><Relationship Id="rId711" Type="http://schemas.openxmlformats.org/officeDocument/2006/relationships/slide" Target="slides/slide707.xml"/><Relationship Id="rId1134" Type="http://schemas.openxmlformats.org/officeDocument/2006/relationships/slide" Target="slides/slide1130.xml"/><Relationship Id="rId1341" Type="http://schemas.openxmlformats.org/officeDocument/2006/relationships/slide" Target="slides/slide1337.xml"/><Relationship Id="rId1201" Type="http://schemas.openxmlformats.org/officeDocument/2006/relationships/slide" Target="slides/slide1197.xml"/><Relationship Id="rId3099" Type="http://schemas.openxmlformats.org/officeDocument/2006/relationships/slide" Target="slides/slide3095.xml"/><Relationship Id="rId4357" Type="http://schemas.openxmlformats.org/officeDocument/2006/relationships/slide" Target="slides/slide4353.xml"/><Relationship Id="rId3166" Type="http://schemas.openxmlformats.org/officeDocument/2006/relationships/slide" Target="slides/slide3162.xml"/><Relationship Id="rId3373" Type="http://schemas.openxmlformats.org/officeDocument/2006/relationships/slide" Target="slides/slide3369.xml"/><Relationship Id="rId3580" Type="http://schemas.openxmlformats.org/officeDocument/2006/relationships/slide" Target="slides/slide3576.xml"/><Relationship Id="rId4217" Type="http://schemas.openxmlformats.org/officeDocument/2006/relationships/slide" Target="slides/slide4213.xml"/><Relationship Id="rId294" Type="http://schemas.openxmlformats.org/officeDocument/2006/relationships/slide" Target="slides/slide290.xml"/><Relationship Id="rId2182" Type="http://schemas.openxmlformats.org/officeDocument/2006/relationships/slide" Target="slides/slide2178.xml"/><Relationship Id="rId3026" Type="http://schemas.openxmlformats.org/officeDocument/2006/relationships/slide" Target="slides/slide3022.xml"/><Relationship Id="rId3233" Type="http://schemas.openxmlformats.org/officeDocument/2006/relationships/slide" Target="slides/slide3229.xml"/><Relationship Id="rId154" Type="http://schemas.openxmlformats.org/officeDocument/2006/relationships/slide" Target="slides/slide150.xml"/><Relationship Id="rId361" Type="http://schemas.openxmlformats.org/officeDocument/2006/relationships/slide" Target="slides/slide357.xml"/><Relationship Id="rId2042" Type="http://schemas.openxmlformats.org/officeDocument/2006/relationships/slide" Target="slides/slide2038.xml"/><Relationship Id="rId3440" Type="http://schemas.openxmlformats.org/officeDocument/2006/relationships/slide" Target="slides/slide3436.xml"/><Relationship Id="rId2999" Type="http://schemas.openxmlformats.org/officeDocument/2006/relationships/slide" Target="slides/slide2995.xml"/><Relationship Id="rId3300" Type="http://schemas.openxmlformats.org/officeDocument/2006/relationships/slide" Target="slides/slide3296.xml"/><Relationship Id="rId221" Type="http://schemas.openxmlformats.org/officeDocument/2006/relationships/slide" Target="slides/slide217.xml"/><Relationship Id="rId2859" Type="http://schemas.openxmlformats.org/officeDocument/2006/relationships/slide" Target="slides/slide2855.xml"/><Relationship Id="rId1668" Type="http://schemas.openxmlformats.org/officeDocument/2006/relationships/slide" Target="slides/slide1664.xml"/><Relationship Id="rId1875" Type="http://schemas.openxmlformats.org/officeDocument/2006/relationships/slide" Target="slides/slide1871.xml"/><Relationship Id="rId2719" Type="http://schemas.openxmlformats.org/officeDocument/2006/relationships/slide" Target="slides/slide2715.xml"/><Relationship Id="rId4074" Type="http://schemas.openxmlformats.org/officeDocument/2006/relationships/slide" Target="slides/slide4070.xml"/><Relationship Id="rId4281" Type="http://schemas.openxmlformats.org/officeDocument/2006/relationships/slide" Target="slides/slide4277.xml"/><Relationship Id="rId1528" Type="http://schemas.openxmlformats.org/officeDocument/2006/relationships/slide" Target="slides/slide1524.xml"/><Relationship Id="rId2926" Type="http://schemas.openxmlformats.org/officeDocument/2006/relationships/slide" Target="slides/slide2922.xml"/><Relationship Id="rId3090" Type="http://schemas.openxmlformats.org/officeDocument/2006/relationships/slide" Target="slides/slide3086.xml"/><Relationship Id="rId4141" Type="http://schemas.openxmlformats.org/officeDocument/2006/relationships/slide" Target="slides/slide4137.xml"/><Relationship Id="rId1735" Type="http://schemas.openxmlformats.org/officeDocument/2006/relationships/slide" Target="slides/slide1731.xml"/><Relationship Id="rId1942" Type="http://schemas.openxmlformats.org/officeDocument/2006/relationships/slide" Target="slides/slide1938.xml"/><Relationship Id="rId4001" Type="http://schemas.openxmlformats.org/officeDocument/2006/relationships/slide" Target="slides/slide3997.xml"/><Relationship Id="rId27" Type="http://schemas.openxmlformats.org/officeDocument/2006/relationships/slide" Target="slides/slide23.xml"/><Relationship Id="rId1802" Type="http://schemas.openxmlformats.org/officeDocument/2006/relationships/slide" Target="slides/slide1798.xml"/><Relationship Id="rId3767" Type="http://schemas.openxmlformats.org/officeDocument/2006/relationships/slide" Target="slides/slide3763.xml"/><Relationship Id="rId3974" Type="http://schemas.openxmlformats.org/officeDocument/2006/relationships/slide" Target="slides/slide3970.xml"/><Relationship Id="rId688" Type="http://schemas.openxmlformats.org/officeDocument/2006/relationships/slide" Target="slides/slide684.xml"/><Relationship Id="rId895" Type="http://schemas.openxmlformats.org/officeDocument/2006/relationships/slide" Target="slides/slide891.xml"/><Relationship Id="rId2369" Type="http://schemas.openxmlformats.org/officeDocument/2006/relationships/slide" Target="slides/slide2365.xml"/><Relationship Id="rId2576" Type="http://schemas.openxmlformats.org/officeDocument/2006/relationships/slide" Target="slides/slide2572.xml"/><Relationship Id="rId2783" Type="http://schemas.openxmlformats.org/officeDocument/2006/relationships/slide" Target="slides/slide2779.xml"/><Relationship Id="rId2990" Type="http://schemas.openxmlformats.org/officeDocument/2006/relationships/slide" Target="slides/slide2986.xml"/><Relationship Id="rId3627" Type="http://schemas.openxmlformats.org/officeDocument/2006/relationships/slide" Target="slides/slide3623.xml"/><Relationship Id="rId3834" Type="http://schemas.openxmlformats.org/officeDocument/2006/relationships/slide" Target="slides/slide3830.xml"/><Relationship Id="rId548" Type="http://schemas.openxmlformats.org/officeDocument/2006/relationships/slide" Target="slides/slide544.xml"/><Relationship Id="rId755" Type="http://schemas.openxmlformats.org/officeDocument/2006/relationships/slide" Target="slides/slide751.xml"/><Relationship Id="rId962" Type="http://schemas.openxmlformats.org/officeDocument/2006/relationships/slide" Target="slides/slide958.xml"/><Relationship Id="rId1178" Type="http://schemas.openxmlformats.org/officeDocument/2006/relationships/slide" Target="slides/slide1174.xml"/><Relationship Id="rId1385" Type="http://schemas.openxmlformats.org/officeDocument/2006/relationships/slide" Target="slides/slide1381.xml"/><Relationship Id="rId1592" Type="http://schemas.openxmlformats.org/officeDocument/2006/relationships/slide" Target="slides/slide1588.xml"/><Relationship Id="rId2229" Type="http://schemas.openxmlformats.org/officeDocument/2006/relationships/slide" Target="slides/slide2225.xml"/><Relationship Id="rId2436" Type="http://schemas.openxmlformats.org/officeDocument/2006/relationships/slide" Target="slides/slide2432.xml"/><Relationship Id="rId2643" Type="http://schemas.openxmlformats.org/officeDocument/2006/relationships/slide" Target="slides/slide2639.xml"/><Relationship Id="rId2850" Type="http://schemas.openxmlformats.org/officeDocument/2006/relationships/slide" Target="slides/slide2846.xml"/><Relationship Id="rId91" Type="http://schemas.openxmlformats.org/officeDocument/2006/relationships/slide" Target="slides/slide87.xml"/><Relationship Id="rId408" Type="http://schemas.openxmlformats.org/officeDocument/2006/relationships/slide" Target="slides/slide404.xml"/><Relationship Id="rId615" Type="http://schemas.openxmlformats.org/officeDocument/2006/relationships/slide" Target="slides/slide611.xml"/><Relationship Id="rId822" Type="http://schemas.openxmlformats.org/officeDocument/2006/relationships/slide" Target="slides/slide818.xml"/><Relationship Id="rId1038" Type="http://schemas.openxmlformats.org/officeDocument/2006/relationships/slide" Target="slides/slide1034.xml"/><Relationship Id="rId1245" Type="http://schemas.openxmlformats.org/officeDocument/2006/relationships/slide" Target="slides/slide1241.xml"/><Relationship Id="rId1452" Type="http://schemas.openxmlformats.org/officeDocument/2006/relationships/slide" Target="slides/slide1448.xml"/><Relationship Id="rId2503" Type="http://schemas.openxmlformats.org/officeDocument/2006/relationships/slide" Target="slides/slide2499.xml"/><Relationship Id="rId3901" Type="http://schemas.openxmlformats.org/officeDocument/2006/relationships/slide" Target="slides/slide3897.xml"/><Relationship Id="rId1105" Type="http://schemas.openxmlformats.org/officeDocument/2006/relationships/slide" Target="slides/slide1101.xml"/><Relationship Id="rId1312" Type="http://schemas.openxmlformats.org/officeDocument/2006/relationships/slide" Target="slides/slide1308.xml"/><Relationship Id="rId2710" Type="http://schemas.openxmlformats.org/officeDocument/2006/relationships/slide" Target="slides/slide2706.xml"/><Relationship Id="rId3277" Type="http://schemas.openxmlformats.org/officeDocument/2006/relationships/slide" Target="slides/slide3273.xml"/><Relationship Id="rId198" Type="http://schemas.openxmlformats.org/officeDocument/2006/relationships/slide" Target="slides/slide194.xml"/><Relationship Id="rId2086" Type="http://schemas.openxmlformats.org/officeDocument/2006/relationships/slide" Target="slides/slide2082.xml"/><Relationship Id="rId3484" Type="http://schemas.openxmlformats.org/officeDocument/2006/relationships/slide" Target="slides/slide3480.xml"/><Relationship Id="rId3691" Type="http://schemas.openxmlformats.org/officeDocument/2006/relationships/slide" Target="slides/slide3687.xml"/><Relationship Id="rId4328" Type="http://schemas.openxmlformats.org/officeDocument/2006/relationships/slide" Target="slides/slide4324.xml"/><Relationship Id="rId2293" Type="http://schemas.openxmlformats.org/officeDocument/2006/relationships/slide" Target="slides/slide2289.xml"/><Relationship Id="rId3137" Type="http://schemas.openxmlformats.org/officeDocument/2006/relationships/slide" Target="slides/slide3133.xml"/><Relationship Id="rId3344" Type="http://schemas.openxmlformats.org/officeDocument/2006/relationships/slide" Target="slides/slide3340.xml"/><Relationship Id="rId3551" Type="http://schemas.openxmlformats.org/officeDocument/2006/relationships/slide" Target="slides/slide3547.xml"/><Relationship Id="rId265" Type="http://schemas.openxmlformats.org/officeDocument/2006/relationships/slide" Target="slides/slide261.xml"/><Relationship Id="rId472" Type="http://schemas.openxmlformats.org/officeDocument/2006/relationships/slide" Target="slides/slide468.xml"/><Relationship Id="rId2153" Type="http://schemas.openxmlformats.org/officeDocument/2006/relationships/slide" Target="slides/slide2149.xml"/><Relationship Id="rId2360" Type="http://schemas.openxmlformats.org/officeDocument/2006/relationships/slide" Target="slides/slide2356.xml"/><Relationship Id="rId3204" Type="http://schemas.openxmlformats.org/officeDocument/2006/relationships/slide" Target="slides/slide3200.xml"/><Relationship Id="rId3411" Type="http://schemas.openxmlformats.org/officeDocument/2006/relationships/slide" Target="slides/slide3407.xml"/><Relationship Id="rId125" Type="http://schemas.openxmlformats.org/officeDocument/2006/relationships/slide" Target="slides/slide121.xml"/><Relationship Id="rId332" Type="http://schemas.openxmlformats.org/officeDocument/2006/relationships/slide" Target="slides/slide328.xml"/><Relationship Id="rId2013" Type="http://schemas.openxmlformats.org/officeDocument/2006/relationships/slide" Target="slides/slide2009.xml"/><Relationship Id="rId2220" Type="http://schemas.openxmlformats.org/officeDocument/2006/relationships/slide" Target="slides/slide2216.xml"/><Relationship Id="rId4185" Type="http://schemas.openxmlformats.org/officeDocument/2006/relationships/slide" Target="slides/slide4181.xml"/><Relationship Id="rId1779" Type="http://schemas.openxmlformats.org/officeDocument/2006/relationships/slide" Target="slides/slide1775.xml"/><Relationship Id="rId1986" Type="http://schemas.openxmlformats.org/officeDocument/2006/relationships/slide" Target="slides/slide1982.xml"/><Relationship Id="rId4045" Type="http://schemas.openxmlformats.org/officeDocument/2006/relationships/slide" Target="slides/slide4041.xml"/><Relationship Id="rId4252" Type="http://schemas.openxmlformats.org/officeDocument/2006/relationships/slide" Target="slides/slide4248.xml"/><Relationship Id="rId1639" Type="http://schemas.openxmlformats.org/officeDocument/2006/relationships/slide" Target="slides/slide1635.xml"/><Relationship Id="rId1846" Type="http://schemas.openxmlformats.org/officeDocument/2006/relationships/slide" Target="slides/slide1842.xml"/><Relationship Id="rId3061" Type="http://schemas.openxmlformats.org/officeDocument/2006/relationships/slide" Target="slides/slide3057.xml"/><Relationship Id="rId1706" Type="http://schemas.openxmlformats.org/officeDocument/2006/relationships/slide" Target="slides/slide1702.xml"/><Relationship Id="rId1913" Type="http://schemas.openxmlformats.org/officeDocument/2006/relationships/slide" Target="slides/slide1909.xml"/><Relationship Id="rId4112" Type="http://schemas.openxmlformats.org/officeDocument/2006/relationships/slide" Target="slides/slide4108.xml"/><Relationship Id="rId3878" Type="http://schemas.openxmlformats.org/officeDocument/2006/relationships/slide" Target="slides/slide3874.xml"/><Relationship Id="rId799" Type="http://schemas.openxmlformats.org/officeDocument/2006/relationships/slide" Target="slides/slide795.xml"/><Relationship Id="rId2687" Type="http://schemas.openxmlformats.org/officeDocument/2006/relationships/slide" Target="slides/slide2683.xml"/><Relationship Id="rId2894" Type="http://schemas.openxmlformats.org/officeDocument/2006/relationships/slide" Target="slides/slide2890.xml"/><Relationship Id="rId3738" Type="http://schemas.openxmlformats.org/officeDocument/2006/relationships/slide" Target="slides/slide3734.xml"/><Relationship Id="rId659" Type="http://schemas.openxmlformats.org/officeDocument/2006/relationships/slide" Target="slides/slide655.xml"/><Relationship Id="rId866" Type="http://schemas.openxmlformats.org/officeDocument/2006/relationships/slide" Target="slides/slide862.xml"/><Relationship Id="rId1289" Type="http://schemas.openxmlformats.org/officeDocument/2006/relationships/slide" Target="slides/slide1285.xml"/><Relationship Id="rId1496" Type="http://schemas.openxmlformats.org/officeDocument/2006/relationships/slide" Target="slides/slide1492.xml"/><Relationship Id="rId2547" Type="http://schemas.openxmlformats.org/officeDocument/2006/relationships/slide" Target="slides/slide2543.xml"/><Relationship Id="rId3945" Type="http://schemas.openxmlformats.org/officeDocument/2006/relationships/slide" Target="slides/slide3941.xml"/><Relationship Id="rId519" Type="http://schemas.openxmlformats.org/officeDocument/2006/relationships/slide" Target="slides/slide515.xml"/><Relationship Id="rId1149" Type="http://schemas.openxmlformats.org/officeDocument/2006/relationships/slide" Target="slides/slide1145.xml"/><Relationship Id="rId1356" Type="http://schemas.openxmlformats.org/officeDocument/2006/relationships/slide" Target="slides/slide1352.xml"/><Relationship Id="rId2754" Type="http://schemas.openxmlformats.org/officeDocument/2006/relationships/slide" Target="slides/slide2750.xml"/><Relationship Id="rId2961" Type="http://schemas.openxmlformats.org/officeDocument/2006/relationships/slide" Target="slides/slide2957.xml"/><Relationship Id="rId3805" Type="http://schemas.openxmlformats.org/officeDocument/2006/relationships/slide" Target="slides/slide3801.xml"/><Relationship Id="rId726" Type="http://schemas.openxmlformats.org/officeDocument/2006/relationships/slide" Target="slides/slide722.xml"/><Relationship Id="rId933" Type="http://schemas.openxmlformats.org/officeDocument/2006/relationships/slide" Target="slides/slide929.xml"/><Relationship Id="rId1009" Type="http://schemas.openxmlformats.org/officeDocument/2006/relationships/slide" Target="slides/slide1005.xml"/><Relationship Id="rId1563" Type="http://schemas.openxmlformats.org/officeDocument/2006/relationships/slide" Target="slides/slide1559.xml"/><Relationship Id="rId1770" Type="http://schemas.openxmlformats.org/officeDocument/2006/relationships/slide" Target="slides/slide1766.xml"/><Relationship Id="rId2407" Type="http://schemas.openxmlformats.org/officeDocument/2006/relationships/slide" Target="slides/slide2403.xml"/><Relationship Id="rId2614" Type="http://schemas.openxmlformats.org/officeDocument/2006/relationships/slide" Target="slides/slide2610.xml"/><Relationship Id="rId2821" Type="http://schemas.openxmlformats.org/officeDocument/2006/relationships/slide" Target="slides/slide2817.xml"/><Relationship Id="rId62" Type="http://schemas.openxmlformats.org/officeDocument/2006/relationships/slide" Target="slides/slide58.xml"/><Relationship Id="rId1216" Type="http://schemas.openxmlformats.org/officeDocument/2006/relationships/slide" Target="slides/slide1212.xml"/><Relationship Id="rId1423" Type="http://schemas.openxmlformats.org/officeDocument/2006/relationships/slide" Target="slides/slide1419.xml"/><Relationship Id="rId1630" Type="http://schemas.openxmlformats.org/officeDocument/2006/relationships/slide" Target="slides/slide1626.xml"/><Relationship Id="rId3388" Type="http://schemas.openxmlformats.org/officeDocument/2006/relationships/slide" Target="slides/slide3384.xml"/><Relationship Id="rId3595" Type="http://schemas.openxmlformats.org/officeDocument/2006/relationships/slide" Target="slides/slide3591.xml"/><Relationship Id="rId2197" Type="http://schemas.openxmlformats.org/officeDocument/2006/relationships/slide" Target="slides/slide2193.xml"/><Relationship Id="rId3248" Type="http://schemas.openxmlformats.org/officeDocument/2006/relationships/slide" Target="slides/slide3244.xml"/><Relationship Id="rId3455" Type="http://schemas.openxmlformats.org/officeDocument/2006/relationships/slide" Target="slides/slide3451.xml"/><Relationship Id="rId3662" Type="http://schemas.openxmlformats.org/officeDocument/2006/relationships/slide" Target="slides/slide3658.xml"/><Relationship Id="rId169" Type="http://schemas.openxmlformats.org/officeDocument/2006/relationships/slide" Target="slides/slide165.xml"/><Relationship Id="rId376" Type="http://schemas.openxmlformats.org/officeDocument/2006/relationships/slide" Target="slides/slide372.xml"/><Relationship Id="rId583" Type="http://schemas.openxmlformats.org/officeDocument/2006/relationships/slide" Target="slides/slide579.xml"/><Relationship Id="rId790" Type="http://schemas.openxmlformats.org/officeDocument/2006/relationships/slide" Target="slides/slide786.xml"/><Relationship Id="rId2057" Type="http://schemas.openxmlformats.org/officeDocument/2006/relationships/slide" Target="slides/slide2053.xml"/><Relationship Id="rId2264" Type="http://schemas.openxmlformats.org/officeDocument/2006/relationships/slide" Target="slides/slide2260.xml"/><Relationship Id="rId2471" Type="http://schemas.openxmlformats.org/officeDocument/2006/relationships/slide" Target="slides/slide2467.xml"/><Relationship Id="rId3108" Type="http://schemas.openxmlformats.org/officeDocument/2006/relationships/slide" Target="slides/slide3104.xml"/><Relationship Id="rId3315" Type="http://schemas.openxmlformats.org/officeDocument/2006/relationships/slide" Target="slides/slide3311.xml"/><Relationship Id="rId3522" Type="http://schemas.openxmlformats.org/officeDocument/2006/relationships/slide" Target="slides/slide3518.xml"/><Relationship Id="rId236" Type="http://schemas.openxmlformats.org/officeDocument/2006/relationships/slide" Target="slides/slide232.xml"/><Relationship Id="rId443" Type="http://schemas.openxmlformats.org/officeDocument/2006/relationships/slide" Target="slides/slide439.xml"/><Relationship Id="rId650" Type="http://schemas.openxmlformats.org/officeDocument/2006/relationships/slide" Target="slides/slide646.xml"/><Relationship Id="rId1073" Type="http://schemas.openxmlformats.org/officeDocument/2006/relationships/slide" Target="slides/slide1069.xml"/><Relationship Id="rId1280" Type="http://schemas.openxmlformats.org/officeDocument/2006/relationships/slide" Target="slides/slide1276.xml"/><Relationship Id="rId2124" Type="http://schemas.openxmlformats.org/officeDocument/2006/relationships/slide" Target="slides/slide2120.xml"/><Relationship Id="rId2331" Type="http://schemas.openxmlformats.org/officeDocument/2006/relationships/slide" Target="slides/slide2327.xml"/><Relationship Id="rId303" Type="http://schemas.openxmlformats.org/officeDocument/2006/relationships/slide" Target="slides/slide299.xml"/><Relationship Id="rId1140" Type="http://schemas.openxmlformats.org/officeDocument/2006/relationships/slide" Target="slides/slide1136.xml"/><Relationship Id="rId4089" Type="http://schemas.openxmlformats.org/officeDocument/2006/relationships/slide" Target="slides/slide4085.xml"/><Relationship Id="rId4296" Type="http://schemas.openxmlformats.org/officeDocument/2006/relationships/slide" Target="slides/slide4292.xml"/><Relationship Id="rId510" Type="http://schemas.openxmlformats.org/officeDocument/2006/relationships/slide" Target="slides/slide506.xml"/><Relationship Id="rId1000" Type="http://schemas.openxmlformats.org/officeDocument/2006/relationships/slide" Target="slides/slide996.xml"/><Relationship Id="rId1957" Type="http://schemas.openxmlformats.org/officeDocument/2006/relationships/slide" Target="slides/slide1953.xml"/><Relationship Id="rId4156" Type="http://schemas.openxmlformats.org/officeDocument/2006/relationships/slide" Target="slides/slide4152.xml"/><Relationship Id="rId4363" Type="http://schemas.openxmlformats.org/officeDocument/2006/relationships/slide" Target="slides/slide4359.xml"/><Relationship Id="rId1817" Type="http://schemas.openxmlformats.org/officeDocument/2006/relationships/slide" Target="slides/slide1813.xml"/><Relationship Id="rId3172" Type="http://schemas.openxmlformats.org/officeDocument/2006/relationships/slide" Target="slides/slide3168.xml"/><Relationship Id="rId4016" Type="http://schemas.openxmlformats.org/officeDocument/2006/relationships/slide" Target="slides/slide4012.xml"/><Relationship Id="rId4223" Type="http://schemas.openxmlformats.org/officeDocument/2006/relationships/slide" Target="slides/slide4219.xml"/><Relationship Id="rId3032" Type="http://schemas.openxmlformats.org/officeDocument/2006/relationships/slide" Target="slides/slide3028.xml"/><Relationship Id="rId160" Type="http://schemas.openxmlformats.org/officeDocument/2006/relationships/slide" Target="slides/slide156.xml"/><Relationship Id="rId3989" Type="http://schemas.openxmlformats.org/officeDocument/2006/relationships/slide" Target="slides/slide3985.xml"/><Relationship Id="rId2798" Type="http://schemas.openxmlformats.org/officeDocument/2006/relationships/slide" Target="slides/slide2794.xml"/><Relationship Id="rId3849" Type="http://schemas.openxmlformats.org/officeDocument/2006/relationships/slide" Target="slides/slide3845.xml"/><Relationship Id="rId977" Type="http://schemas.openxmlformats.org/officeDocument/2006/relationships/slide" Target="slides/slide973.xml"/><Relationship Id="rId2658" Type="http://schemas.openxmlformats.org/officeDocument/2006/relationships/slide" Target="slides/slide2654.xml"/><Relationship Id="rId2865" Type="http://schemas.openxmlformats.org/officeDocument/2006/relationships/slide" Target="slides/slide2861.xml"/><Relationship Id="rId3709" Type="http://schemas.openxmlformats.org/officeDocument/2006/relationships/slide" Target="slides/slide3705.xml"/><Relationship Id="rId3916" Type="http://schemas.openxmlformats.org/officeDocument/2006/relationships/slide" Target="slides/slide3912.xml"/><Relationship Id="rId4080" Type="http://schemas.openxmlformats.org/officeDocument/2006/relationships/slide" Target="slides/slide4076.xml"/><Relationship Id="rId837" Type="http://schemas.openxmlformats.org/officeDocument/2006/relationships/slide" Target="slides/slide833.xml"/><Relationship Id="rId1467" Type="http://schemas.openxmlformats.org/officeDocument/2006/relationships/slide" Target="slides/slide1463.xml"/><Relationship Id="rId1674" Type="http://schemas.openxmlformats.org/officeDocument/2006/relationships/slide" Target="slides/slide1670.xml"/><Relationship Id="rId1881" Type="http://schemas.openxmlformats.org/officeDocument/2006/relationships/slide" Target="slides/slide1877.xml"/><Relationship Id="rId2518" Type="http://schemas.openxmlformats.org/officeDocument/2006/relationships/slide" Target="slides/slide2514.xml"/><Relationship Id="rId2725" Type="http://schemas.openxmlformats.org/officeDocument/2006/relationships/slide" Target="slides/slide2721.xml"/><Relationship Id="rId2932" Type="http://schemas.openxmlformats.org/officeDocument/2006/relationships/slide" Target="slides/slide2928.xml"/><Relationship Id="rId904" Type="http://schemas.openxmlformats.org/officeDocument/2006/relationships/slide" Target="slides/slide900.xml"/><Relationship Id="rId1327" Type="http://schemas.openxmlformats.org/officeDocument/2006/relationships/slide" Target="slides/slide1323.xml"/><Relationship Id="rId1534" Type="http://schemas.openxmlformats.org/officeDocument/2006/relationships/slide" Target="slides/slide1530.xml"/><Relationship Id="rId1741" Type="http://schemas.openxmlformats.org/officeDocument/2006/relationships/slide" Target="slides/slide1737.xml"/><Relationship Id="rId33" Type="http://schemas.openxmlformats.org/officeDocument/2006/relationships/slide" Target="slides/slide29.xml"/><Relationship Id="rId1601" Type="http://schemas.openxmlformats.org/officeDocument/2006/relationships/slide" Target="slides/slide1597.xml"/><Relationship Id="rId3499" Type="http://schemas.openxmlformats.org/officeDocument/2006/relationships/slide" Target="slides/slide3495.xml"/><Relationship Id="rId3359" Type="http://schemas.openxmlformats.org/officeDocument/2006/relationships/slide" Target="slides/slide3355.xml"/><Relationship Id="rId3566" Type="http://schemas.openxmlformats.org/officeDocument/2006/relationships/slide" Target="slides/slide3562.xml"/><Relationship Id="rId487" Type="http://schemas.openxmlformats.org/officeDocument/2006/relationships/slide" Target="slides/slide483.xml"/><Relationship Id="rId694" Type="http://schemas.openxmlformats.org/officeDocument/2006/relationships/slide" Target="slides/slide690.xml"/><Relationship Id="rId2168" Type="http://schemas.openxmlformats.org/officeDocument/2006/relationships/slide" Target="slides/slide2164.xml"/><Relationship Id="rId2375" Type="http://schemas.openxmlformats.org/officeDocument/2006/relationships/slide" Target="slides/slide2371.xml"/><Relationship Id="rId3219" Type="http://schemas.openxmlformats.org/officeDocument/2006/relationships/slide" Target="slides/slide3215.xml"/><Relationship Id="rId3773" Type="http://schemas.openxmlformats.org/officeDocument/2006/relationships/slide" Target="slides/slide3769.xml"/><Relationship Id="rId3980" Type="http://schemas.openxmlformats.org/officeDocument/2006/relationships/slide" Target="slides/slide3976.xml"/><Relationship Id="rId347" Type="http://schemas.openxmlformats.org/officeDocument/2006/relationships/slide" Target="slides/slide343.xml"/><Relationship Id="rId1184" Type="http://schemas.openxmlformats.org/officeDocument/2006/relationships/slide" Target="slides/slide1180.xml"/><Relationship Id="rId2028" Type="http://schemas.openxmlformats.org/officeDocument/2006/relationships/slide" Target="slides/slide2024.xml"/><Relationship Id="rId2582" Type="http://schemas.openxmlformats.org/officeDocument/2006/relationships/slide" Target="slides/slide2578.xml"/><Relationship Id="rId3426" Type="http://schemas.openxmlformats.org/officeDocument/2006/relationships/slide" Target="slides/slide3422.xml"/><Relationship Id="rId3633" Type="http://schemas.openxmlformats.org/officeDocument/2006/relationships/slide" Target="slides/slide3629.xml"/><Relationship Id="rId3840" Type="http://schemas.openxmlformats.org/officeDocument/2006/relationships/slide" Target="slides/slide3836.xml"/><Relationship Id="rId554" Type="http://schemas.openxmlformats.org/officeDocument/2006/relationships/slide" Target="slides/slide550.xml"/><Relationship Id="rId761" Type="http://schemas.openxmlformats.org/officeDocument/2006/relationships/slide" Target="slides/slide757.xml"/><Relationship Id="rId1391" Type="http://schemas.openxmlformats.org/officeDocument/2006/relationships/slide" Target="slides/slide1387.xml"/><Relationship Id="rId2235" Type="http://schemas.openxmlformats.org/officeDocument/2006/relationships/slide" Target="slides/slide2231.xml"/><Relationship Id="rId2442" Type="http://schemas.openxmlformats.org/officeDocument/2006/relationships/slide" Target="slides/slide2438.xml"/><Relationship Id="rId3700" Type="http://schemas.openxmlformats.org/officeDocument/2006/relationships/slide" Target="slides/slide3696.xml"/><Relationship Id="rId207" Type="http://schemas.openxmlformats.org/officeDocument/2006/relationships/slide" Target="slides/slide203.xml"/><Relationship Id="rId414" Type="http://schemas.openxmlformats.org/officeDocument/2006/relationships/slide" Target="slides/slide410.xml"/><Relationship Id="rId621" Type="http://schemas.openxmlformats.org/officeDocument/2006/relationships/slide" Target="slides/slide617.xml"/><Relationship Id="rId1044" Type="http://schemas.openxmlformats.org/officeDocument/2006/relationships/slide" Target="slides/slide1040.xml"/><Relationship Id="rId1251" Type="http://schemas.openxmlformats.org/officeDocument/2006/relationships/slide" Target="slides/slide1247.xml"/><Relationship Id="rId2302" Type="http://schemas.openxmlformats.org/officeDocument/2006/relationships/slide" Target="slides/slide2298.xml"/><Relationship Id="rId1111" Type="http://schemas.openxmlformats.org/officeDocument/2006/relationships/slide" Target="slides/slide1107.xml"/><Relationship Id="rId4267" Type="http://schemas.openxmlformats.org/officeDocument/2006/relationships/slide" Target="slides/slide4263.xml"/><Relationship Id="rId3076" Type="http://schemas.openxmlformats.org/officeDocument/2006/relationships/slide" Target="slides/slide3072.xml"/><Relationship Id="rId3283" Type="http://schemas.openxmlformats.org/officeDocument/2006/relationships/slide" Target="slides/slide3279.xml"/><Relationship Id="rId3490" Type="http://schemas.openxmlformats.org/officeDocument/2006/relationships/slide" Target="slides/slide3486.xml"/><Relationship Id="rId4127" Type="http://schemas.openxmlformats.org/officeDocument/2006/relationships/slide" Target="slides/slide4123.xml"/><Relationship Id="rId4334" Type="http://schemas.openxmlformats.org/officeDocument/2006/relationships/slide" Target="slides/slide4330.xml"/><Relationship Id="rId1928" Type="http://schemas.openxmlformats.org/officeDocument/2006/relationships/slide" Target="slides/slide1924.xml"/><Relationship Id="rId2092" Type="http://schemas.openxmlformats.org/officeDocument/2006/relationships/slide" Target="slides/slide2088.xml"/><Relationship Id="rId3143" Type="http://schemas.openxmlformats.org/officeDocument/2006/relationships/slide" Target="slides/slide3139.xml"/><Relationship Id="rId3350" Type="http://schemas.openxmlformats.org/officeDocument/2006/relationships/slide" Target="slides/slide3346.xml"/><Relationship Id="rId271" Type="http://schemas.openxmlformats.org/officeDocument/2006/relationships/slide" Target="slides/slide267.xml"/><Relationship Id="rId3003" Type="http://schemas.openxmlformats.org/officeDocument/2006/relationships/slide" Target="slides/slide2999.xml"/><Relationship Id="rId131" Type="http://schemas.openxmlformats.org/officeDocument/2006/relationships/slide" Target="slides/slide127.xml"/><Relationship Id="rId3210" Type="http://schemas.openxmlformats.org/officeDocument/2006/relationships/slide" Target="slides/slide3206.xml"/><Relationship Id="rId2769" Type="http://schemas.openxmlformats.org/officeDocument/2006/relationships/slide" Target="slides/slide2765.xml"/><Relationship Id="rId2976" Type="http://schemas.openxmlformats.org/officeDocument/2006/relationships/slide" Target="slides/slide2972.xml"/><Relationship Id="rId948" Type="http://schemas.openxmlformats.org/officeDocument/2006/relationships/slide" Target="slides/slide944.xml"/><Relationship Id="rId1578" Type="http://schemas.openxmlformats.org/officeDocument/2006/relationships/slide" Target="slides/slide1574.xml"/><Relationship Id="rId1785" Type="http://schemas.openxmlformats.org/officeDocument/2006/relationships/slide" Target="slides/slide1781.xml"/><Relationship Id="rId1992" Type="http://schemas.openxmlformats.org/officeDocument/2006/relationships/slide" Target="slides/slide1988.xml"/><Relationship Id="rId2629" Type="http://schemas.openxmlformats.org/officeDocument/2006/relationships/slide" Target="slides/slide2625.xml"/><Relationship Id="rId2836" Type="http://schemas.openxmlformats.org/officeDocument/2006/relationships/slide" Target="slides/slide2832.xml"/><Relationship Id="rId4191" Type="http://schemas.openxmlformats.org/officeDocument/2006/relationships/slide" Target="slides/slide4187.xml"/><Relationship Id="rId77" Type="http://schemas.openxmlformats.org/officeDocument/2006/relationships/slide" Target="slides/slide73.xml"/><Relationship Id="rId808" Type="http://schemas.openxmlformats.org/officeDocument/2006/relationships/slide" Target="slides/slide804.xml"/><Relationship Id="rId1438" Type="http://schemas.openxmlformats.org/officeDocument/2006/relationships/slide" Target="slides/slide1434.xml"/><Relationship Id="rId1645" Type="http://schemas.openxmlformats.org/officeDocument/2006/relationships/slide" Target="slides/slide1641.xml"/><Relationship Id="rId4051" Type="http://schemas.openxmlformats.org/officeDocument/2006/relationships/slide" Target="slides/slide4047.xml"/><Relationship Id="rId1852" Type="http://schemas.openxmlformats.org/officeDocument/2006/relationships/slide" Target="slides/slide1848.xml"/><Relationship Id="rId2903" Type="http://schemas.openxmlformats.org/officeDocument/2006/relationships/slide" Target="slides/slide2899.xml"/><Relationship Id="rId1505" Type="http://schemas.openxmlformats.org/officeDocument/2006/relationships/slide" Target="slides/slide1501.xml"/><Relationship Id="rId1712" Type="http://schemas.openxmlformats.org/officeDocument/2006/relationships/slide" Target="slides/slide1708.xml"/><Relationship Id="rId3677" Type="http://schemas.openxmlformats.org/officeDocument/2006/relationships/slide" Target="slides/slide3673.xml"/><Relationship Id="rId3884" Type="http://schemas.openxmlformats.org/officeDocument/2006/relationships/slide" Target="slides/slide3880.xml"/><Relationship Id="rId598" Type="http://schemas.openxmlformats.org/officeDocument/2006/relationships/slide" Target="slides/slide594.xml"/><Relationship Id="rId2279" Type="http://schemas.openxmlformats.org/officeDocument/2006/relationships/slide" Target="slides/slide2275.xml"/><Relationship Id="rId2486" Type="http://schemas.openxmlformats.org/officeDocument/2006/relationships/slide" Target="slides/slide2482.xml"/><Relationship Id="rId2693" Type="http://schemas.openxmlformats.org/officeDocument/2006/relationships/slide" Target="slides/slide2689.xml"/><Relationship Id="rId3537" Type="http://schemas.openxmlformats.org/officeDocument/2006/relationships/slide" Target="slides/slide3533.xml"/><Relationship Id="rId3744" Type="http://schemas.openxmlformats.org/officeDocument/2006/relationships/slide" Target="slides/slide3740.xml"/><Relationship Id="rId3951" Type="http://schemas.openxmlformats.org/officeDocument/2006/relationships/slide" Target="slides/slide3947.xml"/><Relationship Id="rId458" Type="http://schemas.openxmlformats.org/officeDocument/2006/relationships/slide" Target="slides/slide454.xml"/><Relationship Id="rId665" Type="http://schemas.openxmlformats.org/officeDocument/2006/relationships/slide" Target="slides/slide661.xml"/><Relationship Id="rId872" Type="http://schemas.openxmlformats.org/officeDocument/2006/relationships/slide" Target="slides/slide868.xml"/><Relationship Id="rId1088" Type="http://schemas.openxmlformats.org/officeDocument/2006/relationships/slide" Target="slides/slide1084.xml"/><Relationship Id="rId1295" Type="http://schemas.openxmlformats.org/officeDocument/2006/relationships/slide" Target="slides/slide1291.xml"/><Relationship Id="rId2139" Type="http://schemas.openxmlformats.org/officeDocument/2006/relationships/slide" Target="slides/slide2135.xml"/><Relationship Id="rId2346" Type="http://schemas.openxmlformats.org/officeDocument/2006/relationships/slide" Target="slides/slide2342.xml"/><Relationship Id="rId2553" Type="http://schemas.openxmlformats.org/officeDocument/2006/relationships/slide" Target="slides/slide2549.xml"/><Relationship Id="rId2760" Type="http://schemas.openxmlformats.org/officeDocument/2006/relationships/slide" Target="slides/slide2756.xml"/><Relationship Id="rId3604" Type="http://schemas.openxmlformats.org/officeDocument/2006/relationships/slide" Target="slides/slide3600.xml"/><Relationship Id="rId3811" Type="http://schemas.openxmlformats.org/officeDocument/2006/relationships/slide" Target="slides/slide3807.xml"/><Relationship Id="rId318" Type="http://schemas.openxmlformats.org/officeDocument/2006/relationships/slide" Target="slides/slide314.xml"/><Relationship Id="rId525" Type="http://schemas.openxmlformats.org/officeDocument/2006/relationships/slide" Target="slides/slide521.xml"/><Relationship Id="rId732" Type="http://schemas.openxmlformats.org/officeDocument/2006/relationships/slide" Target="slides/slide728.xml"/><Relationship Id="rId1155" Type="http://schemas.openxmlformats.org/officeDocument/2006/relationships/slide" Target="slides/slide1151.xml"/><Relationship Id="rId1362" Type="http://schemas.openxmlformats.org/officeDocument/2006/relationships/slide" Target="slides/slide1358.xml"/><Relationship Id="rId2206" Type="http://schemas.openxmlformats.org/officeDocument/2006/relationships/slide" Target="slides/slide2202.xml"/><Relationship Id="rId2413" Type="http://schemas.openxmlformats.org/officeDocument/2006/relationships/slide" Target="slides/slide2409.xml"/><Relationship Id="rId2620" Type="http://schemas.openxmlformats.org/officeDocument/2006/relationships/slide" Target="slides/slide2616.xml"/><Relationship Id="rId1015" Type="http://schemas.openxmlformats.org/officeDocument/2006/relationships/slide" Target="slides/slide1011.xml"/><Relationship Id="rId1222" Type="http://schemas.openxmlformats.org/officeDocument/2006/relationships/slide" Target="slides/slide1218.xml"/><Relationship Id="rId4378" Type="http://schemas.openxmlformats.org/officeDocument/2006/relationships/slide" Target="slides/slide4374.xml"/><Relationship Id="rId3187" Type="http://schemas.openxmlformats.org/officeDocument/2006/relationships/slide" Target="slides/slide3183.xml"/><Relationship Id="rId3394" Type="http://schemas.openxmlformats.org/officeDocument/2006/relationships/slide" Target="slides/slide3390.xml"/><Relationship Id="rId4238" Type="http://schemas.openxmlformats.org/officeDocument/2006/relationships/slide" Target="slides/slide4234.xml"/><Relationship Id="rId3047" Type="http://schemas.openxmlformats.org/officeDocument/2006/relationships/slide" Target="slides/slide3043.xml"/><Relationship Id="rId175" Type="http://schemas.openxmlformats.org/officeDocument/2006/relationships/slide" Target="slides/slide171.xml"/><Relationship Id="rId3254" Type="http://schemas.openxmlformats.org/officeDocument/2006/relationships/slide" Target="slides/slide3250.xml"/><Relationship Id="rId3461" Type="http://schemas.openxmlformats.org/officeDocument/2006/relationships/slide" Target="slides/slide3457.xml"/><Relationship Id="rId4305" Type="http://schemas.openxmlformats.org/officeDocument/2006/relationships/slide" Target="slides/slide4301.xml"/><Relationship Id="rId382" Type="http://schemas.openxmlformats.org/officeDocument/2006/relationships/slide" Target="slides/slide378.xml"/><Relationship Id="rId2063" Type="http://schemas.openxmlformats.org/officeDocument/2006/relationships/slide" Target="slides/slide2059.xml"/><Relationship Id="rId2270" Type="http://schemas.openxmlformats.org/officeDocument/2006/relationships/slide" Target="slides/slide2266.xml"/><Relationship Id="rId3114" Type="http://schemas.openxmlformats.org/officeDocument/2006/relationships/slide" Target="slides/slide3110.xml"/><Relationship Id="rId3321" Type="http://schemas.openxmlformats.org/officeDocument/2006/relationships/slide" Target="slides/slide3317.xml"/><Relationship Id="rId242" Type="http://schemas.openxmlformats.org/officeDocument/2006/relationships/slide" Target="slides/slide238.xml"/><Relationship Id="rId2130" Type="http://schemas.openxmlformats.org/officeDocument/2006/relationships/slide" Target="slides/slide2126.xml"/><Relationship Id="rId102" Type="http://schemas.openxmlformats.org/officeDocument/2006/relationships/slide" Target="slides/slide98.xml"/><Relationship Id="rId1689" Type="http://schemas.openxmlformats.org/officeDocument/2006/relationships/slide" Target="slides/slide1685.xml"/><Relationship Id="rId4095" Type="http://schemas.openxmlformats.org/officeDocument/2006/relationships/slide" Target="slides/slide4091.xml"/><Relationship Id="rId1896" Type="http://schemas.openxmlformats.org/officeDocument/2006/relationships/slide" Target="slides/slide1892.xml"/><Relationship Id="rId2947" Type="http://schemas.openxmlformats.org/officeDocument/2006/relationships/slide" Target="slides/slide2943.xml"/><Relationship Id="rId4162" Type="http://schemas.openxmlformats.org/officeDocument/2006/relationships/slide" Target="slides/slide4158.xml"/><Relationship Id="rId919" Type="http://schemas.openxmlformats.org/officeDocument/2006/relationships/slide" Target="slides/slide915.xml"/><Relationship Id="rId1549" Type="http://schemas.openxmlformats.org/officeDocument/2006/relationships/slide" Target="slides/slide1545.xml"/><Relationship Id="rId1756" Type="http://schemas.openxmlformats.org/officeDocument/2006/relationships/slide" Target="slides/slide1752.xml"/><Relationship Id="rId1963" Type="http://schemas.openxmlformats.org/officeDocument/2006/relationships/slide" Target="slides/slide1959.xml"/><Relationship Id="rId2807" Type="http://schemas.openxmlformats.org/officeDocument/2006/relationships/slide" Target="slides/slide2803.xml"/><Relationship Id="rId4022" Type="http://schemas.openxmlformats.org/officeDocument/2006/relationships/slide" Target="slides/slide4018.xml"/><Relationship Id="rId48" Type="http://schemas.openxmlformats.org/officeDocument/2006/relationships/slide" Target="slides/slide44.xml"/><Relationship Id="rId1409" Type="http://schemas.openxmlformats.org/officeDocument/2006/relationships/slide" Target="slides/slide1405.xml"/><Relationship Id="rId1616" Type="http://schemas.openxmlformats.org/officeDocument/2006/relationships/slide" Target="slides/slide1612.xml"/><Relationship Id="rId1823" Type="http://schemas.openxmlformats.org/officeDocument/2006/relationships/slide" Target="slides/slide1819.xml"/><Relationship Id="rId3788" Type="http://schemas.openxmlformats.org/officeDocument/2006/relationships/slide" Target="slides/slide3784.xml"/><Relationship Id="rId3995" Type="http://schemas.openxmlformats.org/officeDocument/2006/relationships/slide" Target="slides/slide3991.xml"/><Relationship Id="rId2597" Type="http://schemas.openxmlformats.org/officeDocument/2006/relationships/slide" Target="slides/slide2593.xml"/><Relationship Id="rId3648" Type="http://schemas.openxmlformats.org/officeDocument/2006/relationships/slide" Target="slides/slide3644.xml"/><Relationship Id="rId3855" Type="http://schemas.openxmlformats.org/officeDocument/2006/relationships/slide" Target="slides/slide3851.xml"/><Relationship Id="rId569" Type="http://schemas.openxmlformats.org/officeDocument/2006/relationships/slide" Target="slides/slide565.xml"/><Relationship Id="rId776" Type="http://schemas.openxmlformats.org/officeDocument/2006/relationships/slide" Target="slides/slide772.xml"/><Relationship Id="rId983" Type="http://schemas.openxmlformats.org/officeDocument/2006/relationships/slide" Target="slides/slide979.xml"/><Relationship Id="rId1199" Type="http://schemas.openxmlformats.org/officeDocument/2006/relationships/slide" Target="slides/slide1195.xml"/><Relationship Id="rId2457" Type="http://schemas.openxmlformats.org/officeDocument/2006/relationships/slide" Target="slides/slide2453.xml"/><Relationship Id="rId2664" Type="http://schemas.openxmlformats.org/officeDocument/2006/relationships/slide" Target="slides/slide2660.xml"/><Relationship Id="rId3508" Type="http://schemas.openxmlformats.org/officeDocument/2006/relationships/slide" Target="slides/slide3504.xml"/><Relationship Id="rId429" Type="http://schemas.openxmlformats.org/officeDocument/2006/relationships/slide" Target="slides/slide425.xml"/><Relationship Id="rId636" Type="http://schemas.openxmlformats.org/officeDocument/2006/relationships/slide" Target="slides/slide632.xml"/><Relationship Id="rId1059" Type="http://schemas.openxmlformats.org/officeDocument/2006/relationships/slide" Target="slides/slide1055.xml"/><Relationship Id="rId1266" Type="http://schemas.openxmlformats.org/officeDocument/2006/relationships/slide" Target="slides/slide1262.xml"/><Relationship Id="rId1473" Type="http://schemas.openxmlformats.org/officeDocument/2006/relationships/slide" Target="slides/slide1469.xml"/><Relationship Id="rId2317" Type="http://schemas.openxmlformats.org/officeDocument/2006/relationships/slide" Target="slides/slide2313.xml"/><Relationship Id="rId2871" Type="http://schemas.openxmlformats.org/officeDocument/2006/relationships/slide" Target="slides/slide2867.xml"/><Relationship Id="rId3715" Type="http://schemas.openxmlformats.org/officeDocument/2006/relationships/slide" Target="slides/slide3711.xml"/><Relationship Id="rId3922" Type="http://schemas.openxmlformats.org/officeDocument/2006/relationships/slide" Target="slides/slide3918.xml"/><Relationship Id="rId843" Type="http://schemas.openxmlformats.org/officeDocument/2006/relationships/slide" Target="slides/slide839.xml"/><Relationship Id="rId1126" Type="http://schemas.openxmlformats.org/officeDocument/2006/relationships/slide" Target="slides/slide1122.xml"/><Relationship Id="rId1680" Type="http://schemas.openxmlformats.org/officeDocument/2006/relationships/slide" Target="slides/slide1676.xml"/><Relationship Id="rId2524" Type="http://schemas.openxmlformats.org/officeDocument/2006/relationships/slide" Target="slides/slide2520.xml"/><Relationship Id="rId2731" Type="http://schemas.openxmlformats.org/officeDocument/2006/relationships/slide" Target="slides/slide2727.xml"/><Relationship Id="rId703" Type="http://schemas.openxmlformats.org/officeDocument/2006/relationships/slide" Target="slides/slide699.xml"/><Relationship Id="rId910" Type="http://schemas.openxmlformats.org/officeDocument/2006/relationships/slide" Target="slides/slide906.xml"/><Relationship Id="rId1333" Type="http://schemas.openxmlformats.org/officeDocument/2006/relationships/slide" Target="slides/slide1329.xml"/><Relationship Id="rId1540" Type="http://schemas.openxmlformats.org/officeDocument/2006/relationships/slide" Target="slides/slide1536.xml"/><Relationship Id="rId1400" Type="http://schemas.openxmlformats.org/officeDocument/2006/relationships/slide" Target="slides/slide1396.xml"/><Relationship Id="rId3298" Type="http://schemas.openxmlformats.org/officeDocument/2006/relationships/slide" Target="slides/slide3294.xml"/><Relationship Id="rId4349" Type="http://schemas.openxmlformats.org/officeDocument/2006/relationships/slide" Target="slides/slide4345.xml"/><Relationship Id="rId3158" Type="http://schemas.openxmlformats.org/officeDocument/2006/relationships/slide" Target="slides/slide3154.xml"/><Relationship Id="rId3365" Type="http://schemas.openxmlformats.org/officeDocument/2006/relationships/slide" Target="slides/slide3361.xml"/><Relationship Id="rId3572" Type="http://schemas.openxmlformats.org/officeDocument/2006/relationships/slide" Target="slides/slide3568.xml"/><Relationship Id="rId4209" Type="http://schemas.openxmlformats.org/officeDocument/2006/relationships/slide" Target="slides/slide4205.xml"/><Relationship Id="rId286" Type="http://schemas.openxmlformats.org/officeDocument/2006/relationships/slide" Target="slides/slide282.xml"/><Relationship Id="rId493" Type="http://schemas.openxmlformats.org/officeDocument/2006/relationships/slide" Target="slides/slide489.xml"/><Relationship Id="rId2174" Type="http://schemas.openxmlformats.org/officeDocument/2006/relationships/slide" Target="slides/slide2170.xml"/><Relationship Id="rId2381" Type="http://schemas.openxmlformats.org/officeDocument/2006/relationships/slide" Target="slides/slide2377.xml"/><Relationship Id="rId3018" Type="http://schemas.openxmlformats.org/officeDocument/2006/relationships/slide" Target="slides/slide3014.xml"/><Relationship Id="rId3225" Type="http://schemas.openxmlformats.org/officeDocument/2006/relationships/slide" Target="slides/slide3221.xml"/><Relationship Id="rId3432" Type="http://schemas.openxmlformats.org/officeDocument/2006/relationships/slide" Target="slides/slide3428.xml"/><Relationship Id="rId146" Type="http://schemas.openxmlformats.org/officeDocument/2006/relationships/slide" Target="slides/slide142.xml"/><Relationship Id="rId353" Type="http://schemas.openxmlformats.org/officeDocument/2006/relationships/slide" Target="slides/slide349.xml"/><Relationship Id="rId560" Type="http://schemas.openxmlformats.org/officeDocument/2006/relationships/slide" Target="slides/slide556.xml"/><Relationship Id="rId1190" Type="http://schemas.openxmlformats.org/officeDocument/2006/relationships/slide" Target="slides/slide1186.xml"/><Relationship Id="rId2034" Type="http://schemas.openxmlformats.org/officeDocument/2006/relationships/slide" Target="slides/slide2030.xml"/><Relationship Id="rId2241" Type="http://schemas.openxmlformats.org/officeDocument/2006/relationships/slide" Target="slides/slide2237.xml"/><Relationship Id="rId213" Type="http://schemas.openxmlformats.org/officeDocument/2006/relationships/slide" Target="slides/slide209.xml"/><Relationship Id="rId420" Type="http://schemas.openxmlformats.org/officeDocument/2006/relationships/slide" Target="slides/slide416.xml"/><Relationship Id="rId1050" Type="http://schemas.openxmlformats.org/officeDocument/2006/relationships/slide" Target="slides/slide1046.xml"/><Relationship Id="rId2101" Type="http://schemas.openxmlformats.org/officeDocument/2006/relationships/slide" Target="slides/slide2097.xml"/><Relationship Id="rId4066" Type="http://schemas.openxmlformats.org/officeDocument/2006/relationships/slide" Target="slides/slide4062.xml"/><Relationship Id="rId1867" Type="http://schemas.openxmlformats.org/officeDocument/2006/relationships/slide" Target="slides/slide1863.xml"/><Relationship Id="rId2918" Type="http://schemas.openxmlformats.org/officeDocument/2006/relationships/slide" Target="slides/slide2914.xml"/><Relationship Id="rId4273" Type="http://schemas.openxmlformats.org/officeDocument/2006/relationships/slide" Target="slides/slide4269.xml"/><Relationship Id="rId1727" Type="http://schemas.openxmlformats.org/officeDocument/2006/relationships/slide" Target="slides/slide1723.xml"/><Relationship Id="rId1934" Type="http://schemas.openxmlformats.org/officeDocument/2006/relationships/slide" Target="slides/slide1930.xml"/><Relationship Id="rId3082" Type="http://schemas.openxmlformats.org/officeDocument/2006/relationships/slide" Target="slides/slide3078.xml"/><Relationship Id="rId4133" Type="http://schemas.openxmlformats.org/officeDocument/2006/relationships/slide" Target="slides/slide4129.xml"/><Relationship Id="rId4340" Type="http://schemas.openxmlformats.org/officeDocument/2006/relationships/slide" Target="slides/slide4336.xml"/><Relationship Id="rId19" Type="http://schemas.openxmlformats.org/officeDocument/2006/relationships/slide" Target="slides/slide15.xml"/><Relationship Id="rId3899" Type="http://schemas.openxmlformats.org/officeDocument/2006/relationships/slide" Target="slides/slide3895.xml"/><Relationship Id="rId4200" Type="http://schemas.openxmlformats.org/officeDocument/2006/relationships/slide" Target="slides/slide4196.xml"/><Relationship Id="rId3759" Type="http://schemas.openxmlformats.org/officeDocument/2006/relationships/slide" Target="slides/slide3755.xml"/><Relationship Id="rId3966" Type="http://schemas.openxmlformats.org/officeDocument/2006/relationships/slide" Target="slides/slide3962.xml"/><Relationship Id="rId3" Type="http://schemas.openxmlformats.org/officeDocument/2006/relationships/customXml" Target="../customXml/item3.xml"/><Relationship Id="rId887" Type="http://schemas.openxmlformats.org/officeDocument/2006/relationships/slide" Target="slides/slide883.xml"/><Relationship Id="rId2568" Type="http://schemas.openxmlformats.org/officeDocument/2006/relationships/slide" Target="slides/slide2564.xml"/><Relationship Id="rId2775" Type="http://schemas.openxmlformats.org/officeDocument/2006/relationships/slide" Target="slides/slide2771.xml"/><Relationship Id="rId2982" Type="http://schemas.openxmlformats.org/officeDocument/2006/relationships/slide" Target="slides/slide2978.xml"/><Relationship Id="rId3619" Type="http://schemas.openxmlformats.org/officeDocument/2006/relationships/slide" Target="slides/slide3615.xml"/><Relationship Id="rId3826" Type="http://schemas.openxmlformats.org/officeDocument/2006/relationships/slide" Target="slides/slide3822.xml"/><Relationship Id="rId747" Type="http://schemas.openxmlformats.org/officeDocument/2006/relationships/slide" Target="slides/slide743.xml"/><Relationship Id="rId954" Type="http://schemas.openxmlformats.org/officeDocument/2006/relationships/slide" Target="slides/slide950.xml"/><Relationship Id="rId1377" Type="http://schemas.openxmlformats.org/officeDocument/2006/relationships/slide" Target="slides/slide1373.xml"/><Relationship Id="rId1584" Type="http://schemas.openxmlformats.org/officeDocument/2006/relationships/slide" Target="slides/slide1580.xml"/><Relationship Id="rId1791" Type="http://schemas.openxmlformats.org/officeDocument/2006/relationships/slide" Target="slides/slide1787.xml"/><Relationship Id="rId2428" Type="http://schemas.openxmlformats.org/officeDocument/2006/relationships/slide" Target="slides/slide2424.xml"/><Relationship Id="rId2635" Type="http://schemas.openxmlformats.org/officeDocument/2006/relationships/slide" Target="slides/slide2631.xml"/><Relationship Id="rId2842" Type="http://schemas.openxmlformats.org/officeDocument/2006/relationships/slide" Target="slides/slide2838.xml"/><Relationship Id="rId83" Type="http://schemas.openxmlformats.org/officeDocument/2006/relationships/slide" Target="slides/slide79.xml"/><Relationship Id="rId607" Type="http://schemas.openxmlformats.org/officeDocument/2006/relationships/slide" Target="slides/slide603.xml"/><Relationship Id="rId814" Type="http://schemas.openxmlformats.org/officeDocument/2006/relationships/slide" Target="slides/slide810.xml"/><Relationship Id="rId1237" Type="http://schemas.openxmlformats.org/officeDocument/2006/relationships/slide" Target="slides/slide1233.xml"/><Relationship Id="rId1444" Type="http://schemas.openxmlformats.org/officeDocument/2006/relationships/slide" Target="slides/slide1440.xml"/><Relationship Id="rId1651" Type="http://schemas.openxmlformats.org/officeDocument/2006/relationships/slide" Target="slides/slide1647.xml"/><Relationship Id="rId2702" Type="http://schemas.openxmlformats.org/officeDocument/2006/relationships/slide" Target="slides/slide2698.xml"/><Relationship Id="rId1304" Type="http://schemas.openxmlformats.org/officeDocument/2006/relationships/slide" Target="slides/slide1300.xml"/><Relationship Id="rId1511" Type="http://schemas.openxmlformats.org/officeDocument/2006/relationships/slide" Target="slides/slide1507.xml"/><Relationship Id="rId3269" Type="http://schemas.openxmlformats.org/officeDocument/2006/relationships/slide" Target="slides/slide3265.xml"/><Relationship Id="rId3476" Type="http://schemas.openxmlformats.org/officeDocument/2006/relationships/slide" Target="slides/slide3472.xml"/><Relationship Id="rId3683" Type="http://schemas.openxmlformats.org/officeDocument/2006/relationships/slide" Target="slides/slide3679.xml"/><Relationship Id="rId10" Type="http://schemas.openxmlformats.org/officeDocument/2006/relationships/slide" Target="slides/slide6.xml"/><Relationship Id="rId397" Type="http://schemas.openxmlformats.org/officeDocument/2006/relationships/slide" Target="slides/slide393.xml"/><Relationship Id="rId2078" Type="http://schemas.openxmlformats.org/officeDocument/2006/relationships/slide" Target="slides/slide2074.xml"/><Relationship Id="rId2285" Type="http://schemas.openxmlformats.org/officeDocument/2006/relationships/slide" Target="slides/slide2281.xml"/><Relationship Id="rId2492" Type="http://schemas.openxmlformats.org/officeDocument/2006/relationships/slide" Target="slides/slide2488.xml"/><Relationship Id="rId3129" Type="http://schemas.openxmlformats.org/officeDocument/2006/relationships/slide" Target="slides/slide3125.xml"/><Relationship Id="rId3336" Type="http://schemas.openxmlformats.org/officeDocument/2006/relationships/slide" Target="slides/slide3332.xml"/><Relationship Id="rId3890" Type="http://schemas.openxmlformats.org/officeDocument/2006/relationships/slide" Target="slides/slide3886.xml"/><Relationship Id="rId257" Type="http://schemas.openxmlformats.org/officeDocument/2006/relationships/slide" Target="slides/slide253.xml"/><Relationship Id="rId464" Type="http://schemas.openxmlformats.org/officeDocument/2006/relationships/slide" Target="slides/slide460.xml"/><Relationship Id="rId1094" Type="http://schemas.openxmlformats.org/officeDocument/2006/relationships/slide" Target="slides/slide1090.xml"/><Relationship Id="rId2145" Type="http://schemas.openxmlformats.org/officeDocument/2006/relationships/slide" Target="slides/slide2141.xml"/><Relationship Id="rId3543" Type="http://schemas.openxmlformats.org/officeDocument/2006/relationships/slide" Target="slides/slide3539.xml"/><Relationship Id="rId3750" Type="http://schemas.openxmlformats.org/officeDocument/2006/relationships/slide" Target="slides/slide3746.xml"/><Relationship Id="rId117" Type="http://schemas.openxmlformats.org/officeDocument/2006/relationships/slide" Target="slides/slide113.xml"/><Relationship Id="rId671" Type="http://schemas.openxmlformats.org/officeDocument/2006/relationships/slide" Target="slides/slide667.xml"/><Relationship Id="rId2352" Type="http://schemas.openxmlformats.org/officeDocument/2006/relationships/slide" Target="slides/slide2348.xml"/><Relationship Id="rId3403" Type="http://schemas.openxmlformats.org/officeDocument/2006/relationships/slide" Target="slides/slide3399.xml"/><Relationship Id="rId3610" Type="http://schemas.openxmlformats.org/officeDocument/2006/relationships/slide" Target="slides/slide3606.xml"/><Relationship Id="rId324" Type="http://schemas.openxmlformats.org/officeDocument/2006/relationships/slide" Target="slides/slide320.xml"/><Relationship Id="rId531" Type="http://schemas.openxmlformats.org/officeDocument/2006/relationships/slide" Target="slides/slide527.xml"/><Relationship Id="rId1161" Type="http://schemas.openxmlformats.org/officeDocument/2006/relationships/slide" Target="slides/slide1157.xml"/><Relationship Id="rId2005" Type="http://schemas.openxmlformats.org/officeDocument/2006/relationships/slide" Target="slides/slide2001.xml"/><Relationship Id="rId2212" Type="http://schemas.openxmlformats.org/officeDocument/2006/relationships/slide" Target="slides/slide2208.xml"/><Relationship Id="rId1021" Type="http://schemas.openxmlformats.org/officeDocument/2006/relationships/slide" Target="slides/slide1017.xml"/><Relationship Id="rId1978" Type="http://schemas.openxmlformats.org/officeDocument/2006/relationships/slide" Target="slides/slide1974.xml"/><Relationship Id="rId4177" Type="http://schemas.openxmlformats.org/officeDocument/2006/relationships/slide" Target="slides/slide4173.xml"/><Relationship Id="rId4384" Type="http://schemas.openxmlformats.org/officeDocument/2006/relationships/viewProps" Target="viewProps.xml"/><Relationship Id="rId3193" Type="http://schemas.openxmlformats.org/officeDocument/2006/relationships/slide" Target="slides/slide3189.xml"/><Relationship Id="rId4037" Type="http://schemas.openxmlformats.org/officeDocument/2006/relationships/slide" Target="slides/slide4033.xml"/><Relationship Id="rId4244" Type="http://schemas.openxmlformats.org/officeDocument/2006/relationships/slide" Target="slides/slide4240.xml"/><Relationship Id="rId1838" Type="http://schemas.openxmlformats.org/officeDocument/2006/relationships/slide" Target="slides/slide1834.xml"/><Relationship Id="rId3053" Type="http://schemas.openxmlformats.org/officeDocument/2006/relationships/slide" Target="slides/slide3049.xml"/><Relationship Id="rId3260" Type="http://schemas.openxmlformats.org/officeDocument/2006/relationships/slide" Target="slides/slide3256.xml"/><Relationship Id="rId4104" Type="http://schemas.openxmlformats.org/officeDocument/2006/relationships/slide" Target="slides/slide4100.xml"/><Relationship Id="rId4311" Type="http://schemas.openxmlformats.org/officeDocument/2006/relationships/slide" Target="slides/slide4307.xml"/><Relationship Id="rId181" Type="http://schemas.openxmlformats.org/officeDocument/2006/relationships/slide" Target="slides/slide177.xml"/><Relationship Id="rId1905" Type="http://schemas.openxmlformats.org/officeDocument/2006/relationships/slide" Target="slides/slide1901.xml"/><Relationship Id="rId3120" Type="http://schemas.openxmlformats.org/officeDocument/2006/relationships/slide" Target="slides/slide3116.xml"/><Relationship Id="rId998" Type="http://schemas.openxmlformats.org/officeDocument/2006/relationships/slide" Target="slides/slide994.xml"/><Relationship Id="rId2679" Type="http://schemas.openxmlformats.org/officeDocument/2006/relationships/slide" Target="slides/slide2675.xml"/><Relationship Id="rId2886" Type="http://schemas.openxmlformats.org/officeDocument/2006/relationships/slide" Target="slides/slide2882.xml"/><Relationship Id="rId3937" Type="http://schemas.openxmlformats.org/officeDocument/2006/relationships/slide" Target="slides/slide3933.xml"/><Relationship Id="rId858" Type="http://schemas.openxmlformats.org/officeDocument/2006/relationships/slide" Target="slides/slide854.xml"/><Relationship Id="rId1488" Type="http://schemas.openxmlformats.org/officeDocument/2006/relationships/slide" Target="slides/slide1484.xml"/><Relationship Id="rId1695" Type="http://schemas.openxmlformats.org/officeDocument/2006/relationships/slide" Target="slides/slide1691.xml"/><Relationship Id="rId2539" Type="http://schemas.openxmlformats.org/officeDocument/2006/relationships/slide" Target="slides/slide2535.xml"/><Relationship Id="rId2746" Type="http://schemas.openxmlformats.org/officeDocument/2006/relationships/slide" Target="slides/slide2742.xml"/><Relationship Id="rId2953" Type="http://schemas.openxmlformats.org/officeDocument/2006/relationships/slide" Target="slides/slide2949.xml"/><Relationship Id="rId718" Type="http://schemas.openxmlformats.org/officeDocument/2006/relationships/slide" Target="slides/slide714.xml"/><Relationship Id="rId925" Type="http://schemas.openxmlformats.org/officeDocument/2006/relationships/slide" Target="slides/slide921.xml"/><Relationship Id="rId1348" Type="http://schemas.openxmlformats.org/officeDocument/2006/relationships/slide" Target="slides/slide1344.xml"/><Relationship Id="rId1555" Type="http://schemas.openxmlformats.org/officeDocument/2006/relationships/slide" Target="slides/slide1551.xml"/><Relationship Id="rId1762" Type="http://schemas.openxmlformats.org/officeDocument/2006/relationships/slide" Target="slides/slide1758.xml"/><Relationship Id="rId2606" Type="http://schemas.openxmlformats.org/officeDocument/2006/relationships/slide" Target="slides/slide2602.xml"/><Relationship Id="rId1208" Type="http://schemas.openxmlformats.org/officeDocument/2006/relationships/slide" Target="slides/slide1204.xml"/><Relationship Id="rId1415" Type="http://schemas.openxmlformats.org/officeDocument/2006/relationships/slide" Target="slides/slide1411.xml"/><Relationship Id="rId2813" Type="http://schemas.openxmlformats.org/officeDocument/2006/relationships/slide" Target="slides/slide2809.xml"/><Relationship Id="rId54" Type="http://schemas.openxmlformats.org/officeDocument/2006/relationships/slide" Target="slides/slide50.xml"/><Relationship Id="rId1622" Type="http://schemas.openxmlformats.org/officeDocument/2006/relationships/slide" Target="slides/slide1618.xml"/><Relationship Id="rId2189" Type="http://schemas.openxmlformats.org/officeDocument/2006/relationships/slide" Target="slides/slide2185.xml"/><Relationship Id="rId3587" Type="http://schemas.openxmlformats.org/officeDocument/2006/relationships/slide" Target="slides/slide3583.xml"/><Relationship Id="rId3794" Type="http://schemas.openxmlformats.org/officeDocument/2006/relationships/slide" Target="slides/slide3790.xml"/><Relationship Id="rId2396" Type="http://schemas.openxmlformats.org/officeDocument/2006/relationships/slide" Target="slides/slide2392.xml"/><Relationship Id="rId3447" Type="http://schemas.openxmlformats.org/officeDocument/2006/relationships/slide" Target="slides/slide3443.xml"/><Relationship Id="rId3654" Type="http://schemas.openxmlformats.org/officeDocument/2006/relationships/slide" Target="slides/slide3650.xml"/><Relationship Id="rId3861" Type="http://schemas.openxmlformats.org/officeDocument/2006/relationships/slide" Target="slides/slide3857.xml"/><Relationship Id="rId368" Type="http://schemas.openxmlformats.org/officeDocument/2006/relationships/slide" Target="slides/slide364.xml"/><Relationship Id="rId575" Type="http://schemas.openxmlformats.org/officeDocument/2006/relationships/slide" Target="slides/slide571.xml"/><Relationship Id="rId782" Type="http://schemas.openxmlformats.org/officeDocument/2006/relationships/slide" Target="slides/slide778.xml"/><Relationship Id="rId2049" Type="http://schemas.openxmlformats.org/officeDocument/2006/relationships/slide" Target="slides/slide2045.xml"/><Relationship Id="rId2256" Type="http://schemas.openxmlformats.org/officeDocument/2006/relationships/slide" Target="slides/slide2252.xml"/><Relationship Id="rId2463" Type="http://schemas.openxmlformats.org/officeDocument/2006/relationships/slide" Target="slides/slide2459.xml"/><Relationship Id="rId2670" Type="http://schemas.openxmlformats.org/officeDocument/2006/relationships/slide" Target="slides/slide2666.xml"/><Relationship Id="rId3307" Type="http://schemas.openxmlformats.org/officeDocument/2006/relationships/slide" Target="slides/slide3303.xml"/><Relationship Id="rId3514" Type="http://schemas.openxmlformats.org/officeDocument/2006/relationships/slide" Target="slides/slide3510.xml"/><Relationship Id="rId3721" Type="http://schemas.openxmlformats.org/officeDocument/2006/relationships/slide" Target="slides/slide3717.xml"/><Relationship Id="rId228" Type="http://schemas.openxmlformats.org/officeDocument/2006/relationships/slide" Target="slides/slide224.xml"/><Relationship Id="rId435" Type="http://schemas.openxmlformats.org/officeDocument/2006/relationships/slide" Target="slides/slide431.xml"/><Relationship Id="rId642" Type="http://schemas.openxmlformats.org/officeDocument/2006/relationships/slide" Target="slides/slide638.xml"/><Relationship Id="rId1065" Type="http://schemas.openxmlformats.org/officeDocument/2006/relationships/slide" Target="slides/slide1061.xml"/><Relationship Id="rId1272" Type="http://schemas.openxmlformats.org/officeDocument/2006/relationships/slide" Target="slides/slide1268.xml"/><Relationship Id="rId2116" Type="http://schemas.openxmlformats.org/officeDocument/2006/relationships/slide" Target="slides/slide2112.xml"/><Relationship Id="rId2323" Type="http://schemas.openxmlformats.org/officeDocument/2006/relationships/slide" Target="slides/slide2319.xml"/><Relationship Id="rId2530" Type="http://schemas.openxmlformats.org/officeDocument/2006/relationships/slide" Target="slides/slide2526.xml"/><Relationship Id="rId502" Type="http://schemas.openxmlformats.org/officeDocument/2006/relationships/slide" Target="slides/slide498.xml"/><Relationship Id="rId1132" Type="http://schemas.openxmlformats.org/officeDocument/2006/relationships/slide" Target="slides/slide1128.xml"/><Relationship Id="rId4288" Type="http://schemas.openxmlformats.org/officeDocument/2006/relationships/slide" Target="slides/slide4284.xml"/><Relationship Id="rId3097" Type="http://schemas.openxmlformats.org/officeDocument/2006/relationships/slide" Target="slides/slide3093.xml"/><Relationship Id="rId4148" Type="http://schemas.openxmlformats.org/officeDocument/2006/relationships/slide" Target="slides/slide4144.xml"/><Relationship Id="rId4355" Type="http://schemas.openxmlformats.org/officeDocument/2006/relationships/slide" Target="slides/slide4351.xml"/><Relationship Id="rId1949" Type="http://schemas.openxmlformats.org/officeDocument/2006/relationships/slide" Target="slides/slide1945.xml"/><Relationship Id="rId3164" Type="http://schemas.openxmlformats.org/officeDocument/2006/relationships/slide" Target="slides/slide3160.xml"/><Relationship Id="rId4008" Type="http://schemas.openxmlformats.org/officeDocument/2006/relationships/slide" Target="slides/slide4004.xml"/><Relationship Id="rId292" Type="http://schemas.openxmlformats.org/officeDocument/2006/relationships/slide" Target="slides/slide288.xml"/><Relationship Id="rId1809" Type="http://schemas.openxmlformats.org/officeDocument/2006/relationships/slide" Target="slides/slide1805.xml"/><Relationship Id="rId3371" Type="http://schemas.openxmlformats.org/officeDocument/2006/relationships/slide" Target="slides/slide3367.xml"/><Relationship Id="rId4215" Type="http://schemas.openxmlformats.org/officeDocument/2006/relationships/slide" Target="slides/slide4211.xml"/><Relationship Id="rId2180" Type="http://schemas.openxmlformats.org/officeDocument/2006/relationships/slide" Target="slides/slide2176.xml"/><Relationship Id="rId3024" Type="http://schemas.openxmlformats.org/officeDocument/2006/relationships/slide" Target="slides/slide3020.xml"/><Relationship Id="rId3231" Type="http://schemas.openxmlformats.org/officeDocument/2006/relationships/slide" Target="slides/slide3227.xml"/><Relationship Id="rId152" Type="http://schemas.openxmlformats.org/officeDocument/2006/relationships/slide" Target="slides/slide148.xml"/><Relationship Id="rId2040" Type="http://schemas.openxmlformats.org/officeDocument/2006/relationships/slide" Target="slides/slide2036.xml"/><Relationship Id="rId2997" Type="http://schemas.openxmlformats.org/officeDocument/2006/relationships/slide" Target="slides/slide2993.xml"/><Relationship Id="rId969" Type="http://schemas.openxmlformats.org/officeDocument/2006/relationships/slide" Target="slides/slide965.xml"/><Relationship Id="rId1599" Type="http://schemas.openxmlformats.org/officeDocument/2006/relationships/slide" Target="slides/slide1595.xml"/><Relationship Id="rId1459" Type="http://schemas.openxmlformats.org/officeDocument/2006/relationships/slide" Target="slides/slide1455.xml"/><Relationship Id="rId2857" Type="http://schemas.openxmlformats.org/officeDocument/2006/relationships/slide" Target="slides/slide2853.xml"/><Relationship Id="rId3908" Type="http://schemas.openxmlformats.org/officeDocument/2006/relationships/slide" Target="slides/slide3904.xml"/><Relationship Id="rId4072" Type="http://schemas.openxmlformats.org/officeDocument/2006/relationships/slide" Target="slides/slide4068.xml"/><Relationship Id="rId98" Type="http://schemas.openxmlformats.org/officeDocument/2006/relationships/slide" Target="slides/slide94.xml"/><Relationship Id="rId829" Type="http://schemas.openxmlformats.org/officeDocument/2006/relationships/slide" Target="slides/slide825.xml"/><Relationship Id="rId1666" Type="http://schemas.openxmlformats.org/officeDocument/2006/relationships/slide" Target="slides/slide1662.xml"/><Relationship Id="rId1873" Type="http://schemas.openxmlformats.org/officeDocument/2006/relationships/slide" Target="slides/slide1869.xml"/><Relationship Id="rId2717" Type="http://schemas.openxmlformats.org/officeDocument/2006/relationships/slide" Target="slides/slide2713.xml"/><Relationship Id="rId2924" Type="http://schemas.openxmlformats.org/officeDocument/2006/relationships/slide" Target="slides/slide2920.xml"/><Relationship Id="rId1319" Type="http://schemas.openxmlformats.org/officeDocument/2006/relationships/slide" Target="slides/slide1315.xml"/><Relationship Id="rId1526" Type="http://schemas.openxmlformats.org/officeDocument/2006/relationships/slide" Target="slides/slide1522.xml"/><Relationship Id="rId1733" Type="http://schemas.openxmlformats.org/officeDocument/2006/relationships/slide" Target="slides/slide1729.xml"/><Relationship Id="rId1940" Type="http://schemas.openxmlformats.org/officeDocument/2006/relationships/slide" Target="slides/slide1936.xml"/><Relationship Id="rId25" Type="http://schemas.openxmlformats.org/officeDocument/2006/relationships/slide" Target="slides/slide21.xml"/><Relationship Id="rId1800" Type="http://schemas.openxmlformats.org/officeDocument/2006/relationships/slide" Target="slides/slide1796.xml"/><Relationship Id="rId3698" Type="http://schemas.openxmlformats.org/officeDocument/2006/relationships/slide" Target="slides/slide3694.xml"/><Relationship Id="rId3558" Type="http://schemas.openxmlformats.org/officeDocument/2006/relationships/slide" Target="slides/slide3554.xml"/><Relationship Id="rId3765" Type="http://schemas.openxmlformats.org/officeDocument/2006/relationships/slide" Target="slides/slide3761.xml"/><Relationship Id="rId3972" Type="http://schemas.openxmlformats.org/officeDocument/2006/relationships/slide" Target="slides/slide3968.xml"/><Relationship Id="rId479" Type="http://schemas.openxmlformats.org/officeDocument/2006/relationships/slide" Target="slides/slide475.xml"/><Relationship Id="rId686" Type="http://schemas.openxmlformats.org/officeDocument/2006/relationships/slide" Target="slides/slide682.xml"/><Relationship Id="rId893" Type="http://schemas.openxmlformats.org/officeDocument/2006/relationships/slide" Target="slides/slide889.xml"/><Relationship Id="rId2367" Type="http://schemas.openxmlformats.org/officeDocument/2006/relationships/slide" Target="slides/slide2363.xml"/><Relationship Id="rId2574" Type="http://schemas.openxmlformats.org/officeDocument/2006/relationships/slide" Target="slides/slide2570.xml"/><Relationship Id="rId2781" Type="http://schemas.openxmlformats.org/officeDocument/2006/relationships/slide" Target="slides/slide2777.xml"/><Relationship Id="rId3418" Type="http://schemas.openxmlformats.org/officeDocument/2006/relationships/slide" Target="slides/slide3414.xml"/><Relationship Id="rId3625" Type="http://schemas.openxmlformats.org/officeDocument/2006/relationships/slide" Target="slides/slide3621.xml"/><Relationship Id="rId339" Type="http://schemas.openxmlformats.org/officeDocument/2006/relationships/slide" Target="slides/slide335.xml"/><Relationship Id="rId546" Type="http://schemas.openxmlformats.org/officeDocument/2006/relationships/slide" Target="slides/slide542.xml"/><Relationship Id="rId753" Type="http://schemas.openxmlformats.org/officeDocument/2006/relationships/slide" Target="slides/slide749.xml"/><Relationship Id="rId1176" Type="http://schemas.openxmlformats.org/officeDocument/2006/relationships/slide" Target="slides/slide1172.xml"/><Relationship Id="rId1383" Type="http://schemas.openxmlformats.org/officeDocument/2006/relationships/slide" Target="slides/slide1379.xml"/><Relationship Id="rId2227" Type="http://schemas.openxmlformats.org/officeDocument/2006/relationships/slide" Target="slides/slide2223.xml"/><Relationship Id="rId2434" Type="http://schemas.openxmlformats.org/officeDocument/2006/relationships/slide" Target="slides/slide2430.xml"/><Relationship Id="rId3832" Type="http://schemas.openxmlformats.org/officeDocument/2006/relationships/slide" Target="slides/slide3828.xml"/><Relationship Id="rId406" Type="http://schemas.openxmlformats.org/officeDocument/2006/relationships/slide" Target="slides/slide402.xml"/><Relationship Id="rId960" Type="http://schemas.openxmlformats.org/officeDocument/2006/relationships/slide" Target="slides/slide956.xml"/><Relationship Id="rId1036" Type="http://schemas.openxmlformats.org/officeDocument/2006/relationships/slide" Target="slides/slide1032.xml"/><Relationship Id="rId1243" Type="http://schemas.openxmlformats.org/officeDocument/2006/relationships/slide" Target="slides/slide1239.xml"/><Relationship Id="rId1590" Type="http://schemas.openxmlformats.org/officeDocument/2006/relationships/slide" Target="slides/slide1586.xml"/><Relationship Id="rId2641" Type="http://schemas.openxmlformats.org/officeDocument/2006/relationships/slide" Target="slides/slide2637.xml"/><Relationship Id="rId613" Type="http://schemas.openxmlformats.org/officeDocument/2006/relationships/slide" Target="slides/slide609.xml"/><Relationship Id="rId820" Type="http://schemas.openxmlformats.org/officeDocument/2006/relationships/slide" Target="slides/slide816.xml"/><Relationship Id="rId1450" Type="http://schemas.openxmlformats.org/officeDocument/2006/relationships/slide" Target="slides/slide1446.xml"/><Relationship Id="rId2501" Type="http://schemas.openxmlformats.org/officeDocument/2006/relationships/slide" Target="slides/slide2497.xml"/><Relationship Id="rId1103" Type="http://schemas.openxmlformats.org/officeDocument/2006/relationships/slide" Target="slides/slide1099.xml"/><Relationship Id="rId1310" Type="http://schemas.openxmlformats.org/officeDocument/2006/relationships/slide" Target="slides/slide1306.xml"/><Relationship Id="rId4259" Type="http://schemas.openxmlformats.org/officeDocument/2006/relationships/slide" Target="slides/slide4255.xml"/><Relationship Id="rId3068" Type="http://schemas.openxmlformats.org/officeDocument/2006/relationships/slide" Target="slides/slide3064.xml"/><Relationship Id="rId3275" Type="http://schemas.openxmlformats.org/officeDocument/2006/relationships/slide" Target="slides/slide3271.xml"/><Relationship Id="rId3482" Type="http://schemas.openxmlformats.org/officeDocument/2006/relationships/slide" Target="slides/slide3478.xml"/><Relationship Id="rId4119" Type="http://schemas.openxmlformats.org/officeDocument/2006/relationships/slide" Target="slides/slide4115.xml"/><Relationship Id="rId4326" Type="http://schemas.openxmlformats.org/officeDocument/2006/relationships/slide" Target="slides/slide4322.xml"/><Relationship Id="rId196" Type="http://schemas.openxmlformats.org/officeDocument/2006/relationships/slide" Target="slides/slide192.xml"/><Relationship Id="rId2084" Type="http://schemas.openxmlformats.org/officeDocument/2006/relationships/slide" Target="slides/slide2080.xml"/><Relationship Id="rId2291" Type="http://schemas.openxmlformats.org/officeDocument/2006/relationships/slide" Target="slides/slide2287.xml"/><Relationship Id="rId3135" Type="http://schemas.openxmlformats.org/officeDocument/2006/relationships/slide" Target="slides/slide3131.xml"/><Relationship Id="rId3342" Type="http://schemas.openxmlformats.org/officeDocument/2006/relationships/slide" Target="slides/slide3338.xml"/><Relationship Id="rId263" Type="http://schemas.openxmlformats.org/officeDocument/2006/relationships/slide" Target="slides/slide259.xml"/><Relationship Id="rId470" Type="http://schemas.openxmlformats.org/officeDocument/2006/relationships/slide" Target="slides/slide466.xml"/><Relationship Id="rId2151" Type="http://schemas.openxmlformats.org/officeDocument/2006/relationships/slide" Target="slides/slide2147.xml"/><Relationship Id="rId3202" Type="http://schemas.openxmlformats.org/officeDocument/2006/relationships/slide" Target="slides/slide3198.xml"/><Relationship Id="rId123" Type="http://schemas.openxmlformats.org/officeDocument/2006/relationships/slide" Target="slides/slide119.xml"/><Relationship Id="rId330" Type="http://schemas.openxmlformats.org/officeDocument/2006/relationships/slide" Target="slides/slide326.xml"/><Relationship Id="rId2011" Type="http://schemas.openxmlformats.org/officeDocument/2006/relationships/slide" Target="slides/slide2007.xml"/><Relationship Id="rId2968" Type="http://schemas.openxmlformats.org/officeDocument/2006/relationships/slide" Target="slides/slide2964.xml"/><Relationship Id="rId4183" Type="http://schemas.openxmlformats.org/officeDocument/2006/relationships/slide" Target="slides/slide4179.xml"/><Relationship Id="rId1777" Type="http://schemas.openxmlformats.org/officeDocument/2006/relationships/slide" Target="slides/slide1773.xml"/><Relationship Id="rId1984" Type="http://schemas.openxmlformats.org/officeDocument/2006/relationships/slide" Target="slides/slide1980.xml"/><Relationship Id="rId2828" Type="http://schemas.openxmlformats.org/officeDocument/2006/relationships/slide" Target="slides/slide2824.xml"/><Relationship Id="rId69" Type="http://schemas.openxmlformats.org/officeDocument/2006/relationships/slide" Target="slides/slide65.xml"/><Relationship Id="rId1637" Type="http://schemas.openxmlformats.org/officeDocument/2006/relationships/slide" Target="slides/slide1633.xml"/><Relationship Id="rId1844" Type="http://schemas.openxmlformats.org/officeDocument/2006/relationships/slide" Target="slides/slide1840.xml"/><Relationship Id="rId4043" Type="http://schemas.openxmlformats.org/officeDocument/2006/relationships/slide" Target="slides/slide4039.xml"/><Relationship Id="rId4250" Type="http://schemas.openxmlformats.org/officeDocument/2006/relationships/slide" Target="slides/slide4246.xml"/><Relationship Id="rId1704" Type="http://schemas.openxmlformats.org/officeDocument/2006/relationships/slide" Target="slides/slide1700.xml"/><Relationship Id="rId4110" Type="http://schemas.openxmlformats.org/officeDocument/2006/relationships/slide" Target="slides/slide4106.xml"/><Relationship Id="rId1911" Type="http://schemas.openxmlformats.org/officeDocument/2006/relationships/slide" Target="slides/slide1907.xml"/><Relationship Id="rId3669" Type="http://schemas.openxmlformats.org/officeDocument/2006/relationships/slide" Target="slides/slide3665.xml"/><Relationship Id="rId797" Type="http://schemas.openxmlformats.org/officeDocument/2006/relationships/slide" Target="slides/slide793.xml"/><Relationship Id="rId2478" Type="http://schemas.openxmlformats.org/officeDocument/2006/relationships/slide" Target="slides/slide2474.xml"/><Relationship Id="rId3876" Type="http://schemas.openxmlformats.org/officeDocument/2006/relationships/slide" Target="slides/slide3872.xml"/><Relationship Id="rId1287" Type="http://schemas.openxmlformats.org/officeDocument/2006/relationships/slide" Target="slides/slide1283.xml"/><Relationship Id="rId2685" Type="http://schemas.openxmlformats.org/officeDocument/2006/relationships/slide" Target="slides/slide2681.xml"/><Relationship Id="rId2892" Type="http://schemas.openxmlformats.org/officeDocument/2006/relationships/slide" Target="slides/slide2888.xml"/><Relationship Id="rId3529" Type="http://schemas.openxmlformats.org/officeDocument/2006/relationships/slide" Target="slides/slide3525.xml"/><Relationship Id="rId3736" Type="http://schemas.openxmlformats.org/officeDocument/2006/relationships/slide" Target="slides/slide3732.xml"/><Relationship Id="rId3943" Type="http://schemas.openxmlformats.org/officeDocument/2006/relationships/slide" Target="slides/slide3939.xml"/><Relationship Id="rId657" Type="http://schemas.openxmlformats.org/officeDocument/2006/relationships/slide" Target="slides/slide653.xml"/><Relationship Id="rId864" Type="http://schemas.openxmlformats.org/officeDocument/2006/relationships/slide" Target="slides/slide860.xml"/><Relationship Id="rId1494" Type="http://schemas.openxmlformats.org/officeDocument/2006/relationships/slide" Target="slides/slide1490.xml"/><Relationship Id="rId2338" Type="http://schemas.openxmlformats.org/officeDocument/2006/relationships/slide" Target="slides/slide2334.xml"/><Relationship Id="rId2545" Type="http://schemas.openxmlformats.org/officeDocument/2006/relationships/slide" Target="slides/slide2541.xml"/><Relationship Id="rId2752" Type="http://schemas.openxmlformats.org/officeDocument/2006/relationships/slide" Target="slides/slide2748.xml"/><Relationship Id="rId3803" Type="http://schemas.openxmlformats.org/officeDocument/2006/relationships/slide" Target="slides/slide3799.xml"/><Relationship Id="rId517" Type="http://schemas.openxmlformats.org/officeDocument/2006/relationships/slide" Target="slides/slide513.xml"/><Relationship Id="rId724" Type="http://schemas.openxmlformats.org/officeDocument/2006/relationships/slide" Target="slides/slide720.xml"/><Relationship Id="rId931" Type="http://schemas.openxmlformats.org/officeDocument/2006/relationships/slide" Target="slides/slide927.xml"/><Relationship Id="rId1147" Type="http://schemas.openxmlformats.org/officeDocument/2006/relationships/slide" Target="slides/slide1143.xml"/><Relationship Id="rId1354" Type="http://schemas.openxmlformats.org/officeDocument/2006/relationships/slide" Target="slides/slide1350.xml"/><Relationship Id="rId1561" Type="http://schemas.openxmlformats.org/officeDocument/2006/relationships/slide" Target="slides/slide1557.xml"/><Relationship Id="rId2405" Type="http://schemas.openxmlformats.org/officeDocument/2006/relationships/slide" Target="slides/slide2401.xml"/><Relationship Id="rId2612" Type="http://schemas.openxmlformats.org/officeDocument/2006/relationships/slide" Target="slides/slide2608.xml"/><Relationship Id="rId60" Type="http://schemas.openxmlformats.org/officeDocument/2006/relationships/slide" Target="slides/slide56.xml"/><Relationship Id="rId1007" Type="http://schemas.openxmlformats.org/officeDocument/2006/relationships/slide" Target="slides/slide1003.xml"/><Relationship Id="rId1214" Type="http://schemas.openxmlformats.org/officeDocument/2006/relationships/slide" Target="slides/slide1210.xml"/><Relationship Id="rId1421" Type="http://schemas.openxmlformats.org/officeDocument/2006/relationships/slide" Target="slides/slide1417.xml"/><Relationship Id="rId3179" Type="http://schemas.openxmlformats.org/officeDocument/2006/relationships/slide" Target="slides/slide3175.xml"/><Relationship Id="rId3386" Type="http://schemas.openxmlformats.org/officeDocument/2006/relationships/slide" Target="slides/slide3382.xml"/><Relationship Id="rId3593" Type="http://schemas.openxmlformats.org/officeDocument/2006/relationships/slide" Target="slides/slide3589.xml"/><Relationship Id="rId2195" Type="http://schemas.openxmlformats.org/officeDocument/2006/relationships/slide" Target="slides/slide2191.xml"/><Relationship Id="rId3039" Type="http://schemas.openxmlformats.org/officeDocument/2006/relationships/slide" Target="slides/slide3035.xml"/><Relationship Id="rId3246" Type="http://schemas.openxmlformats.org/officeDocument/2006/relationships/slide" Target="slides/slide3242.xml"/><Relationship Id="rId3453" Type="http://schemas.openxmlformats.org/officeDocument/2006/relationships/slide" Target="slides/slide3449.xml"/><Relationship Id="rId167" Type="http://schemas.openxmlformats.org/officeDocument/2006/relationships/slide" Target="slides/slide163.xml"/><Relationship Id="rId374" Type="http://schemas.openxmlformats.org/officeDocument/2006/relationships/slide" Target="slides/slide370.xml"/><Relationship Id="rId581" Type="http://schemas.openxmlformats.org/officeDocument/2006/relationships/slide" Target="slides/slide577.xml"/><Relationship Id="rId2055" Type="http://schemas.openxmlformats.org/officeDocument/2006/relationships/slide" Target="slides/slide2051.xml"/><Relationship Id="rId2262" Type="http://schemas.openxmlformats.org/officeDocument/2006/relationships/slide" Target="slides/slide2258.xml"/><Relationship Id="rId3106" Type="http://schemas.openxmlformats.org/officeDocument/2006/relationships/slide" Target="slides/slide3102.xml"/><Relationship Id="rId3660" Type="http://schemas.openxmlformats.org/officeDocument/2006/relationships/slide" Target="slides/slide3656.xml"/><Relationship Id="rId234" Type="http://schemas.openxmlformats.org/officeDocument/2006/relationships/slide" Target="slides/slide230.xml"/><Relationship Id="rId3313" Type="http://schemas.openxmlformats.org/officeDocument/2006/relationships/slide" Target="slides/slide3309.xml"/><Relationship Id="rId3520" Type="http://schemas.openxmlformats.org/officeDocument/2006/relationships/slide" Target="slides/slide3516.xml"/><Relationship Id="rId441" Type="http://schemas.openxmlformats.org/officeDocument/2006/relationships/slide" Target="slides/slide437.xml"/><Relationship Id="rId1071" Type="http://schemas.openxmlformats.org/officeDocument/2006/relationships/slide" Target="slides/slide1067.xml"/><Relationship Id="rId2122" Type="http://schemas.openxmlformats.org/officeDocument/2006/relationships/slide" Target="slides/slide2118.xml"/><Relationship Id="rId301" Type="http://schemas.openxmlformats.org/officeDocument/2006/relationships/slide" Target="slides/slide297.xml"/><Relationship Id="rId1888" Type="http://schemas.openxmlformats.org/officeDocument/2006/relationships/slide" Target="slides/slide1884.xml"/><Relationship Id="rId2939" Type="http://schemas.openxmlformats.org/officeDocument/2006/relationships/slide" Target="slides/slide2935.xml"/><Relationship Id="rId4087" Type="http://schemas.openxmlformats.org/officeDocument/2006/relationships/slide" Target="slides/slide4083.xml"/><Relationship Id="rId4294" Type="http://schemas.openxmlformats.org/officeDocument/2006/relationships/slide" Target="slides/slide4290.xml"/><Relationship Id="rId1748" Type="http://schemas.openxmlformats.org/officeDocument/2006/relationships/slide" Target="slides/slide1744.xml"/><Relationship Id="rId4154" Type="http://schemas.openxmlformats.org/officeDocument/2006/relationships/slide" Target="slides/slide4150.xml"/><Relationship Id="rId4361" Type="http://schemas.openxmlformats.org/officeDocument/2006/relationships/slide" Target="slides/slide4357.xml"/><Relationship Id="rId1955" Type="http://schemas.openxmlformats.org/officeDocument/2006/relationships/slide" Target="slides/slide1951.xml"/><Relationship Id="rId3170" Type="http://schemas.openxmlformats.org/officeDocument/2006/relationships/slide" Target="slides/slide3166.xml"/><Relationship Id="rId4014" Type="http://schemas.openxmlformats.org/officeDocument/2006/relationships/slide" Target="slides/slide4010.xml"/><Relationship Id="rId4221" Type="http://schemas.openxmlformats.org/officeDocument/2006/relationships/slide" Target="slides/slide4217.xml"/><Relationship Id="rId1608" Type="http://schemas.openxmlformats.org/officeDocument/2006/relationships/slide" Target="slides/slide1604.xml"/><Relationship Id="rId1815" Type="http://schemas.openxmlformats.org/officeDocument/2006/relationships/slide" Target="slides/slide1811.xml"/><Relationship Id="rId3030" Type="http://schemas.openxmlformats.org/officeDocument/2006/relationships/slide" Target="slides/slide3026.xml"/><Relationship Id="rId3987" Type="http://schemas.openxmlformats.org/officeDocument/2006/relationships/slide" Target="slides/slide3983.xml"/><Relationship Id="rId2589" Type="http://schemas.openxmlformats.org/officeDocument/2006/relationships/slide" Target="slides/slide2585.xml"/><Relationship Id="rId2796" Type="http://schemas.openxmlformats.org/officeDocument/2006/relationships/slide" Target="slides/slide2792.xml"/><Relationship Id="rId3847" Type="http://schemas.openxmlformats.org/officeDocument/2006/relationships/slide" Target="slides/slide3843.xml"/><Relationship Id="rId768" Type="http://schemas.openxmlformats.org/officeDocument/2006/relationships/slide" Target="slides/slide764.xml"/><Relationship Id="rId975" Type="http://schemas.openxmlformats.org/officeDocument/2006/relationships/slide" Target="slides/slide971.xml"/><Relationship Id="rId1398" Type="http://schemas.openxmlformats.org/officeDocument/2006/relationships/slide" Target="slides/slide1394.xml"/><Relationship Id="rId2449" Type="http://schemas.openxmlformats.org/officeDocument/2006/relationships/slide" Target="slides/slide2445.xml"/><Relationship Id="rId2656" Type="http://schemas.openxmlformats.org/officeDocument/2006/relationships/slide" Target="slides/slide2652.xml"/><Relationship Id="rId2863" Type="http://schemas.openxmlformats.org/officeDocument/2006/relationships/slide" Target="slides/slide2859.xml"/><Relationship Id="rId3707" Type="http://schemas.openxmlformats.org/officeDocument/2006/relationships/slide" Target="slides/slide3703.xml"/><Relationship Id="rId3914" Type="http://schemas.openxmlformats.org/officeDocument/2006/relationships/slide" Target="slides/slide3910.xml"/><Relationship Id="rId628" Type="http://schemas.openxmlformats.org/officeDocument/2006/relationships/slide" Target="slides/slide624.xml"/><Relationship Id="rId835" Type="http://schemas.openxmlformats.org/officeDocument/2006/relationships/slide" Target="slides/slide831.xml"/><Relationship Id="rId1258" Type="http://schemas.openxmlformats.org/officeDocument/2006/relationships/slide" Target="slides/slide1254.xml"/><Relationship Id="rId1465" Type="http://schemas.openxmlformats.org/officeDocument/2006/relationships/slide" Target="slides/slide1461.xml"/><Relationship Id="rId1672" Type="http://schemas.openxmlformats.org/officeDocument/2006/relationships/slide" Target="slides/slide1668.xml"/><Relationship Id="rId2309" Type="http://schemas.openxmlformats.org/officeDocument/2006/relationships/slide" Target="slides/slide2305.xml"/><Relationship Id="rId2516" Type="http://schemas.openxmlformats.org/officeDocument/2006/relationships/slide" Target="slides/slide2512.xml"/><Relationship Id="rId2723" Type="http://schemas.openxmlformats.org/officeDocument/2006/relationships/slide" Target="slides/slide2719.xml"/><Relationship Id="rId1118" Type="http://schemas.openxmlformats.org/officeDocument/2006/relationships/slide" Target="slides/slide1114.xml"/><Relationship Id="rId1325" Type="http://schemas.openxmlformats.org/officeDocument/2006/relationships/slide" Target="slides/slide1321.xml"/><Relationship Id="rId1532" Type="http://schemas.openxmlformats.org/officeDocument/2006/relationships/slide" Target="slides/slide1528.xml"/><Relationship Id="rId2930" Type="http://schemas.openxmlformats.org/officeDocument/2006/relationships/slide" Target="slides/slide2926.xml"/><Relationship Id="rId902" Type="http://schemas.openxmlformats.org/officeDocument/2006/relationships/slide" Target="slides/slide898.xml"/><Relationship Id="rId3497" Type="http://schemas.openxmlformats.org/officeDocument/2006/relationships/slide" Target="slides/slide3493.xml"/><Relationship Id="rId31" Type="http://schemas.openxmlformats.org/officeDocument/2006/relationships/slide" Target="slides/slide27.xml"/><Relationship Id="rId2099" Type="http://schemas.openxmlformats.org/officeDocument/2006/relationships/slide" Target="slides/slide2095.xml"/><Relationship Id="rId278" Type="http://schemas.openxmlformats.org/officeDocument/2006/relationships/slide" Target="slides/slide274.xml"/><Relationship Id="rId3357" Type="http://schemas.openxmlformats.org/officeDocument/2006/relationships/slide" Target="slides/slide3353.xml"/><Relationship Id="rId3564" Type="http://schemas.openxmlformats.org/officeDocument/2006/relationships/slide" Target="slides/slide3560.xml"/><Relationship Id="rId3771" Type="http://schemas.openxmlformats.org/officeDocument/2006/relationships/slide" Target="slides/slide3767.xml"/><Relationship Id="rId485" Type="http://schemas.openxmlformats.org/officeDocument/2006/relationships/slide" Target="slides/slide481.xml"/><Relationship Id="rId692" Type="http://schemas.openxmlformats.org/officeDocument/2006/relationships/slide" Target="slides/slide688.xml"/><Relationship Id="rId2166" Type="http://schemas.openxmlformats.org/officeDocument/2006/relationships/slide" Target="slides/slide2162.xml"/><Relationship Id="rId2373" Type="http://schemas.openxmlformats.org/officeDocument/2006/relationships/slide" Target="slides/slide2369.xml"/><Relationship Id="rId2580" Type="http://schemas.openxmlformats.org/officeDocument/2006/relationships/slide" Target="slides/slide2576.xml"/><Relationship Id="rId3217" Type="http://schemas.openxmlformats.org/officeDocument/2006/relationships/slide" Target="slides/slide3213.xml"/><Relationship Id="rId3424" Type="http://schemas.openxmlformats.org/officeDocument/2006/relationships/slide" Target="slides/slide3420.xml"/><Relationship Id="rId3631" Type="http://schemas.openxmlformats.org/officeDocument/2006/relationships/slide" Target="slides/slide3627.xml"/><Relationship Id="rId138" Type="http://schemas.openxmlformats.org/officeDocument/2006/relationships/slide" Target="slides/slide134.xml"/><Relationship Id="rId345" Type="http://schemas.openxmlformats.org/officeDocument/2006/relationships/slide" Target="slides/slide341.xml"/><Relationship Id="rId552" Type="http://schemas.openxmlformats.org/officeDocument/2006/relationships/slide" Target="slides/slide548.xml"/><Relationship Id="rId1182" Type="http://schemas.openxmlformats.org/officeDocument/2006/relationships/slide" Target="slides/slide1178.xml"/><Relationship Id="rId2026" Type="http://schemas.openxmlformats.org/officeDocument/2006/relationships/slide" Target="slides/slide2022.xml"/><Relationship Id="rId2233" Type="http://schemas.openxmlformats.org/officeDocument/2006/relationships/slide" Target="slides/slide2229.xml"/><Relationship Id="rId2440" Type="http://schemas.openxmlformats.org/officeDocument/2006/relationships/slide" Target="slides/slide2436.xml"/><Relationship Id="rId205" Type="http://schemas.openxmlformats.org/officeDocument/2006/relationships/slide" Target="slides/slide201.xml"/><Relationship Id="rId412" Type="http://schemas.openxmlformats.org/officeDocument/2006/relationships/slide" Target="slides/slide408.xml"/><Relationship Id="rId1042" Type="http://schemas.openxmlformats.org/officeDocument/2006/relationships/slide" Target="slides/slide1038.xml"/><Relationship Id="rId2300" Type="http://schemas.openxmlformats.org/officeDocument/2006/relationships/slide" Target="slides/slide2296.xml"/><Relationship Id="rId4198" Type="http://schemas.openxmlformats.org/officeDocument/2006/relationships/slide" Target="slides/slide4194.xml"/><Relationship Id="rId1999" Type="http://schemas.openxmlformats.org/officeDocument/2006/relationships/slide" Target="slides/slide1995.xml"/><Relationship Id="rId4058" Type="http://schemas.openxmlformats.org/officeDocument/2006/relationships/slide" Target="slides/slide4054.xml"/><Relationship Id="rId4265" Type="http://schemas.openxmlformats.org/officeDocument/2006/relationships/slide" Target="slides/slide4261.xml"/><Relationship Id="rId1859" Type="http://schemas.openxmlformats.org/officeDocument/2006/relationships/slide" Target="slides/slide1855.xml"/><Relationship Id="rId3074" Type="http://schemas.openxmlformats.org/officeDocument/2006/relationships/slide" Target="slides/slide3070.xml"/><Relationship Id="rId4125" Type="http://schemas.openxmlformats.org/officeDocument/2006/relationships/slide" Target="slides/slide4121.xml"/><Relationship Id="rId1719" Type="http://schemas.openxmlformats.org/officeDocument/2006/relationships/slide" Target="slides/slide1715.xml"/><Relationship Id="rId1926" Type="http://schemas.openxmlformats.org/officeDocument/2006/relationships/slide" Target="slides/slide1922.xml"/><Relationship Id="rId3281" Type="http://schemas.openxmlformats.org/officeDocument/2006/relationships/slide" Target="slides/slide3277.xml"/><Relationship Id="rId4332" Type="http://schemas.openxmlformats.org/officeDocument/2006/relationships/slide" Target="slides/slide4328.xml"/><Relationship Id="rId2090" Type="http://schemas.openxmlformats.org/officeDocument/2006/relationships/slide" Target="slides/slide2086.xml"/><Relationship Id="rId3141" Type="http://schemas.openxmlformats.org/officeDocument/2006/relationships/slide" Target="slides/slide3137.xml"/><Relationship Id="rId3001" Type="http://schemas.openxmlformats.org/officeDocument/2006/relationships/slide" Target="slides/slide2997.xml"/><Relationship Id="rId3958" Type="http://schemas.openxmlformats.org/officeDocument/2006/relationships/slide" Target="slides/slide3954.xml"/><Relationship Id="rId879" Type="http://schemas.openxmlformats.org/officeDocument/2006/relationships/slide" Target="slides/slide875.xml"/><Relationship Id="rId2767" Type="http://schemas.openxmlformats.org/officeDocument/2006/relationships/slide" Target="slides/slide2763.xml"/><Relationship Id="rId739" Type="http://schemas.openxmlformats.org/officeDocument/2006/relationships/slide" Target="slides/slide735.xml"/><Relationship Id="rId1369" Type="http://schemas.openxmlformats.org/officeDocument/2006/relationships/slide" Target="slides/slide1365.xml"/><Relationship Id="rId1576" Type="http://schemas.openxmlformats.org/officeDocument/2006/relationships/slide" Target="slides/slide1572.xml"/><Relationship Id="rId2974" Type="http://schemas.openxmlformats.org/officeDocument/2006/relationships/slide" Target="slides/slide2970.xml"/><Relationship Id="rId3818" Type="http://schemas.openxmlformats.org/officeDocument/2006/relationships/slide" Target="slides/slide3814.xml"/><Relationship Id="rId946" Type="http://schemas.openxmlformats.org/officeDocument/2006/relationships/slide" Target="slides/slide942.xml"/><Relationship Id="rId1229" Type="http://schemas.openxmlformats.org/officeDocument/2006/relationships/slide" Target="slides/slide1225.xml"/><Relationship Id="rId1783" Type="http://schemas.openxmlformats.org/officeDocument/2006/relationships/slide" Target="slides/slide1779.xml"/><Relationship Id="rId1990" Type="http://schemas.openxmlformats.org/officeDocument/2006/relationships/slide" Target="slides/slide1986.xml"/><Relationship Id="rId2627" Type="http://schemas.openxmlformats.org/officeDocument/2006/relationships/slide" Target="slides/slide2623.xml"/><Relationship Id="rId2834" Type="http://schemas.openxmlformats.org/officeDocument/2006/relationships/slide" Target="slides/slide2830.xml"/><Relationship Id="rId75" Type="http://schemas.openxmlformats.org/officeDocument/2006/relationships/slide" Target="slides/slide71.xml"/><Relationship Id="rId806" Type="http://schemas.openxmlformats.org/officeDocument/2006/relationships/slide" Target="slides/slide802.xml"/><Relationship Id="rId1436" Type="http://schemas.openxmlformats.org/officeDocument/2006/relationships/slide" Target="slides/slide1432.xml"/><Relationship Id="rId1643" Type="http://schemas.openxmlformats.org/officeDocument/2006/relationships/slide" Target="slides/slide1639.xml"/><Relationship Id="rId1850" Type="http://schemas.openxmlformats.org/officeDocument/2006/relationships/slide" Target="slides/slide1846.xml"/><Relationship Id="rId2901" Type="http://schemas.openxmlformats.org/officeDocument/2006/relationships/slide" Target="slides/slide2897.xml"/><Relationship Id="rId1503" Type="http://schemas.openxmlformats.org/officeDocument/2006/relationships/slide" Target="slides/slide1499.xml"/><Relationship Id="rId1710" Type="http://schemas.openxmlformats.org/officeDocument/2006/relationships/slide" Target="slides/slide1706.xml"/><Relationship Id="rId3468" Type="http://schemas.openxmlformats.org/officeDocument/2006/relationships/slide" Target="slides/slide3464.xml"/><Relationship Id="rId3675" Type="http://schemas.openxmlformats.org/officeDocument/2006/relationships/slide" Target="slides/slide3671.xml"/><Relationship Id="rId3882" Type="http://schemas.openxmlformats.org/officeDocument/2006/relationships/slide" Target="slides/slide3878.xml"/><Relationship Id="rId389" Type="http://schemas.openxmlformats.org/officeDocument/2006/relationships/slide" Target="slides/slide385.xml"/><Relationship Id="rId596" Type="http://schemas.openxmlformats.org/officeDocument/2006/relationships/slide" Target="slides/slide592.xml"/><Relationship Id="rId2277" Type="http://schemas.openxmlformats.org/officeDocument/2006/relationships/slide" Target="slides/slide2273.xml"/><Relationship Id="rId2484" Type="http://schemas.openxmlformats.org/officeDocument/2006/relationships/slide" Target="slides/slide2480.xml"/><Relationship Id="rId2691" Type="http://schemas.openxmlformats.org/officeDocument/2006/relationships/slide" Target="slides/slide2687.xml"/><Relationship Id="rId3328" Type="http://schemas.openxmlformats.org/officeDocument/2006/relationships/slide" Target="slides/slide3324.xml"/><Relationship Id="rId3535" Type="http://schemas.openxmlformats.org/officeDocument/2006/relationships/slide" Target="slides/slide3531.xml"/><Relationship Id="rId3742" Type="http://schemas.openxmlformats.org/officeDocument/2006/relationships/slide" Target="slides/slide3738.xml"/><Relationship Id="rId249" Type="http://schemas.openxmlformats.org/officeDocument/2006/relationships/slide" Target="slides/slide245.xml"/><Relationship Id="rId456" Type="http://schemas.openxmlformats.org/officeDocument/2006/relationships/slide" Target="slides/slide452.xml"/><Relationship Id="rId663" Type="http://schemas.openxmlformats.org/officeDocument/2006/relationships/slide" Target="slides/slide659.xml"/><Relationship Id="rId870" Type="http://schemas.openxmlformats.org/officeDocument/2006/relationships/slide" Target="slides/slide866.xml"/><Relationship Id="rId1086" Type="http://schemas.openxmlformats.org/officeDocument/2006/relationships/slide" Target="slides/slide1082.xml"/><Relationship Id="rId1293" Type="http://schemas.openxmlformats.org/officeDocument/2006/relationships/slide" Target="slides/slide1289.xml"/><Relationship Id="rId2137" Type="http://schemas.openxmlformats.org/officeDocument/2006/relationships/slide" Target="slides/slide2133.xml"/><Relationship Id="rId2344" Type="http://schemas.openxmlformats.org/officeDocument/2006/relationships/slide" Target="slides/slide2340.xml"/><Relationship Id="rId2551" Type="http://schemas.openxmlformats.org/officeDocument/2006/relationships/slide" Target="slides/slide2547.xml"/><Relationship Id="rId109" Type="http://schemas.openxmlformats.org/officeDocument/2006/relationships/slide" Target="slides/slide105.xml"/><Relationship Id="rId316" Type="http://schemas.openxmlformats.org/officeDocument/2006/relationships/slide" Target="slides/slide312.xml"/><Relationship Id="rId523" Type="http://schemas.openxmlformats.org/officeDocument/2006/relationships/slide" Target="slides/slide519.xml"/><Relationship Id="rId1153" Type="http://schemas.openxmlformats.org/officeDocument/2006/relationships/slide" Target="slides/slide1149.xml"/><Relationship Id="rId2204" Type="http://schemas.openxmlformats.org/officeDocument/2006/relationships/slide" Target="slides/slide2200.xml"/><Relationship Id="rId3602" Type="http://schemas.openxmlformats.org/officeDocument/2006/relationships/slide" Target="slides/slide3598.xml"/><Relationship Id="rId730" Type="http://schemas.openxmlformats.org/officeDocument/2006/relationships/slide" Target="slides/slide726.xml"/><Relationship Id="rId1013" Type="http://schemas.openxmlformats.org/officeDocument/2006/relationships/slide" Target="slides/slide1009.xml"/><Relationship Id="rId1360" Type="http://schemas.openxmlformats.org/officeDocument/2006/relationships/slide" Target="slides/slide1356.xml"/><Relationship Id="rId2411" Type="http://schemas.openxmlformats.org/officeDocument/2006/relationships/slide" Target="slides/slide2407.xml"/><Relationship Id="rId4169" Type="http://schemas.openxmlformats.org/officeDocument/2006/relationships/slide" Target="slides/slide4165.xml"/><Relationship Id="rId1220" Type="http://schemas.openxmlformats.org/officeDocument/2006/relationships/slide" Target="slides/slide1216.xml"/><Relationship Id="rId4376" Type="http://schemas.openxmlformats.org/officeDocument/2006/relationships/slide" Target="slides/slide4372.xml"/><Relationship Id="rId3185" Type="http://schemas.openxmlformats.org/officeDocument/2006/relationships/slide" Target="slides/slide3181.xml"/><Relationship Id="rId3392" Type="http://schemas.openxmlformats.org/officeDocument/2006/relationships/slide" Target="slides/slide3388.xml"/><Relationship Id="rId4029" Type="http://schemas.openxmlformats.org/officeDocument/2006/relationships/slide" Target="slides/slide4025.xml"/><Relationship Id="rId4236" Type="http://schemas.openxmlformats.org/officeDocument/2006/relationships/slide" Target="slides/slide4232.xml"/><Relationship Id="rId3045" Type="http://schemas.openxmlformats.org/officeDocument/2006/relationships/slide" Target="slides/slide3041.xml"/><Relationship Id="rId3252" Type="http://schemas.openxmlformats.org/officeDocument/2006/relationships/slide" Target="slides/slide3248.xml"/><Relationship Id="rId4303" Type="http://schemas.openxmlformats.org/officeDocument/2006/relationships/slide" Target="slides/slide4299.xml"/><Relationship Id="rId173" Type="http://schemas.openxmlformats.org/officeDocument/2006/relationships/slide" Target="slides/slide169.xml"/><Relationship Id="rId380" Type="http://schemas.openxmlformats.org/officeDocument/2006/relationships/slide" Target="slides/slide376.xml"/><Relationship Id="rId2061" Type="http://schemas.openxmlformats.org/officeDocument/2006/relationships/slide" Target="slides/slide2057.xml"/><Relationship Id="rId3112" Type="http://schemas.openxmlformats.org/officeDocument/2006/relationships/slide" Target="slides/slide3108.xml"/><Relationship Id="rId240" Type="http://schemas.openxmlformats.org/officeDocument/2006/relationships/slide" Target="slides/slide236.xml"/><Relationship Id="rId100" Type="http://schemas.openxmlformats.org/officeDocument/2006/relationships/slide" Target="slides/slide96.xml"/><Relationship Id="rId2878" Type="http://schemas.openxmlformats.org/officeDocument/2006/relationships/slide" Target="slides/slide2874.xml"/><Relationship Id="rId3929" Type="http://schemas.openxmlformats.org/officeDocument/2006/relationships/slide" Target="slides/slide3925.xml"/><Relationship Id="rId4093" Type="http://schemas.openxmlformats.org/officeDocument/2006/relationships/slide" Target="slides/slide4089.xml"/><Relationship Id="rId1687" Type="http://schemas.openxmlformats.org/officeDocument/2006/relationships/slide" Target="slides/slide1683.xml"/><Relationship Id="rId1894" Type="http://schemas.openxmlformats.org/officeDocument/2006/relationships/slide" Target="slides/slide1890.xml"/><Relationship Id="rId2738" Type="http://schemas.openxmlformats.org/officeDocument/2006/relationships/slide" Target="slides/slide2734.xml"/><Relationship Id="rId2945" Type="http://schemas.openxmlformats.org/officeDocument/2006/relationships/slide" Target="slides/slide2941.xml"/><Relationship Id="rId917" Type="http://schemas.openxmlformats.org/officeDocument/2006/relationships/slide" Target="slides/slide913.xml"/><Relationship Id="rId1547" Type="http://schemas.openxmlformats.org/officeDocument/2006/relationships/slide" Target="slides/slide1543.xml"/><Relationship Id="rId1754" Type="http://schemas.openxmlformats.org/officeDocument/2006/relationships/slide" Target="slides/slide1750.xml"/><Relationship Id="rId1961" Type="http://schemas.openxmlformats.org/officeDocument/2006/relationships/slide" Target="slides/slide1957.xml"/><Relationship Id="rId2805" Type="http://schemas.openxmlformats.org/officeDocument/2006/relationships/slide" Target="slides/slide2801.xml"/><Relationship Id="rId4160" Type="http://schemas.openxmlformats.org/officeDocument/2006/relationships/slide" Target="slides/slide4156.xml"/><Relationship Id="rId46" Type="http://schemas.openxmlformats.org/officeDocument/2006/relationships/slide" Target="slides/slide42.xml"/><Relationship Id="rId1407" Type="http://schemas.openxmlformats.org/officeDocument/2006/relationships/slide" Target="slides/slide1403.xml"/><Relationship Id="rId1614" Type="http://schemas.openxmlformats.org/officeDocument/2006/relationships/slide" Target="slides/slide1610.xml"/><Relationship Id="rId1821" Type="http://schemas.openxmlformats.org/officeDocument/2006/relationships/slide" Target="slides/slide1817.xml"/><Relationship Id="rId4020" Type="http://schemas.openxmlformats.org/officeDocument/2006/relationships/slide" Target="slides/slide4016.xml"/><Relationship Id="rId3579" Type="http://schemas.openxmlformats.org/officeDocument/2006/relationships/slide" Target="slides/slide3575.xml"/><Relationship Id="rId3786" Type="http://schemas.openxmlformats.org/officeDocument/2006/relationships/slide" Target="slides/slide3782.xml"/><Relationship Id="rId2388" Type="http://schemas.openxmlformats.org/officeDocument/2006/relationships/slide" Target="slides/slide2384.xml"/><Relationship Id="rId2595" Type="http://schemas.openxmlformats.org/officeDocument/2006/relationships/slide" Target="slides/slide2591.xml"/><Relationship Id="rId3439" Type="http://schemas.openxmlformats.org/officeDocument/2006/relationships/slide" Target="slides/slide3435.xml"/><Relationship Id="rId3993" Type="http://schemas.openxmlformats.org/officeDocument/2006/relationships/slide" Target="slides/slide3989.xml"/><Relationship Id="rId567" Type="http://schemas.openxmlformats.org/officeDocument/2006/relationships/slide" Target="slides/slide563.xml"/><Relationship Id="rId1197" Type="http://schemas.openxmlformats.org/officeDocument/2006/relationships/slide" Target="slides/slide1193.xml"/><Relationship Id="rId2248" Type="http://schemas.openxmlformats.org/officeDocument/2006/relationships/slide" Target="slides/slide2244.xml"/><Relationship Id="rId3646" Type="http://schemas.openxmlformats.org/officeDocument/2006/relationships/slide" Target="slides/slide3642.xml"/><Relationship Id="rId3853" Type="http://schemas.openxmlformats.org/officeDocument/2006/relationships/slide" Target="slides/slide3849.xml"/><Relationship Id="rId774" Type="http://schemas.openxmlformats.org/officeDocument/2006/relationships/slide" Target="slides/slide770.xml"/><Relationship Id="rId981" Type="http://schemas.openxmlformats.org/officeDocument/2006/relationships/slide" Target="slides/slide977.xml"/><Relationship Id="rId1057" Type="http://schemas.openxmlformats.org/officeDocument/2006/relationships/slide" Target="slides/slide1053.xml"/><Relationship Id="rId2455" Type="http://schemas.openxmlformats.org/officeDocument/2006/relationships/slide" Target="slides/slide2451.xml"/><Relationship Id="rId2662" Type="http://schemas.openxmlformats.org/officeDocument/2006/relationships/slide" Target="slides/slide2658.xml"/><Relationship Id="rId3506" Type="http://schemas.openxmlformats.org/officeDocument/2006/relationships/slide" Target="slides/slide3502.xml"/><Relationship Id="rId3713" Type="http://schemas.openxmlformats.org/officeDocument/2006/relationships/slide" Target="slides/slide3709.xml"/><Relationship Id="rId3920" Type="http://schemas.openxmlformats.org/officeDocument/2006/relationships/slide" Target="slides/slide3916.xml"/><Relationship Id="rId427" Type="http://schemas.openxmlformats.org/officeDocument/2006/relationships/slide" Target="slides/slide423.xml"/><Relationship Id="rId634" Type="http://schemas.openxmlformats.org/officeDocument/2006/relationships/slide" Target="slides/slide630.xml"/><Relationship Id="rId841" Type="http://schemas.openxmlformats.org/officeDocument/2006/relationships/slide" Target="slides/slide837.xml"/><Relationship Id="rId1264" Type="http://schemas.openxmlformats.org/officeDocument/2006/relationships/slide" Target="slides/slide1260.xml"/><Relationship Id="rId1471" Type="http://schemas.openxmlformats.org/officeDocument/2006/relationships/slide" Target="slides/slide1467.xml"/><Relationship Id="rId2108" Type="http://schemas.openxmlformats.org/officeDocument/2006/relationships/slide" Target="slides/slide2104.xml"/><Relationship Id="rId2315" Type="http://schemas.openxmlformats.org/officeDocument/2006/relationships/slide" Target="slides/slide2311.xml"/><Relationship Id="rId2522" Type="http://schemas.openxmlformats.org/officeDocument/2006/relationships/slide" Target="slides/slide2518.xml"/><Relationship Id="rId701" Type="http://schemas.openxmlformats.org/officeDocument/2006/relationships/slide" Target="slides/slide697.xml"/><Relationship Id="rId1124" Type="http://schemas.openxmlformats.org/officeDocument/2006/relationships/slide" Target="slides/slide1120.xml"/><Relationship Id="rId1331" Type="http://schemas.openxmlformats.org/officeDocument/2006/relationships/slide" Target="slides/slide1327.xml"/><Relationship Id="rId3089" Type="http://schemas.openxmlformats.org/officeDocument/2006/relationships/slide" Target="slides/slide3085.xml"/><Relationship Id="rId3296" Type="http://schemas.openxmlformats.org/officeDocument/2006/relationships/slide" Target="slides/slide3292.xml"/><Relationship Id="rId4347" Type="http://schemas.openxmlformats.org/officeDocument/2006/relationships/slide" Target="slides/slide4343.xml"/><Relationship Id="rId3156" Type="http://schemas.openxmlformats.org/officeDocument/2006/relationships/slide" Target="slides/slide3152.xml"/><Relationship Id="rId3363" Type="http://schemas.openxmlformats.org/officeDocument/2006/relationships/slide" Target="slides/slide3359.xml"/><Relationship Id="rId4207" Type="http://schemas.openxmlformats.org/officeDocument/2006/relationships/slide" Target="slides/slide4203.xml"/><Relationship Id="rId284" Type="http://schemas.openxmlformats.org/officeDocument/2006/relationships/slide" Target="slides/slide280.xml"/><Relationship Id="rId491" Type="http://schemas.openxmlformats.org/officeDocument/2006/relationships/slide" Target="slides/slide487.xml"/><Relationship Id="rId2172" Type="http://schemas.openxmlformats.org/officeDocument/2006/relationships/slide" Target="slides/slide2168.xml"/><Relationship Id="rId3016" Type="http://schemas.openxmlformats.org/officeDocument/2006/relationships/slide" Target="slides/slide3012.xml"/><Relationship Id="rId3223" Type="http://schemas.openxmlformats.org/officeDocument/2006/relationships/slide" Target="slides/slide3219.xml"/><Relationship Id="rId3570" Type="http://schemas.openxmlformats.org/officeDocument/2006/relationships/slide" Target="slides/slide3566.xml"/><Relationship Id="rId144" Type="http://schemas.openxmlformats.org/officeDocument/2006/relationships/slide" Target="slides/slide140.xml"/><Relationship Id="rId3430" Type="http://schemas.openxmlformats.org/officeDocument/2006/relationships/slide" Target="slides/slide3426.xml"/><Relationship Id="rId351" Type="http://schemas.openxmlformats.org/officeDocument/2006/relationships/slide" Target="slides/slide347.xml"/><Relationship Id="rId2032" Type="http://schemas.openxmlformats.org/officeDocument/2006/relationships/slide" Target="slides/slide2028.xml"/><Relationship Id="rId2989" Type="http://schemas.openxmlformats.org/officeDocument/2006/relationships/slide" Target="slides/slide2985.xml"/><Relationship Id="rId211" Type="http://schemas.openxmlformats.org/officeDocument/2006/relationships/slide" Target="slides/slide207.xml"/><Relationship Id="rId1798" Type="http://schemas.openxmlformats.org/officeDocument/2006/relationships/slide" Target="slides/slide1794.xml"/><Relationship Id="rId2849" Type="http://schemas.openxmlformats.org/officeDocument/2006/relationships/slide" Target="slides/slide2845.xml"/><Relationship Id="rId1658" Type="http://schemas.openxmlformats.org/officeDocument/2006/relationships/slide" Target="slides/slide1654.xml"/><Relationship Id="rId1865" Type="http://schemas.openxmlformats.org/officeDocument/2006/relationships/slide" Target="slides/slide1861.xml"/><Relationship Id="rId2709" Type="http://schemas.openxmlformats.org/officeDocument/2006/relationships/slide" Target="slides/slide2705.xml"/><Relationship Id="rId4064" Type="http://schemas.openxmlformats.org/officeDocument/2006/relationships/slide" Target="slides/slide4060.xml"/><Relationship Id="rId4271" Type="http://schemas.openxmlformats.org/officeDocument/2006/relationships/slide" Target="slides/slide4267.xml"/><Relationship Id="rId1518" Type="http://schemas.openxmlformats.org/officeDocument/2006/relationships/slide" Target="slides/slide1514.xml"/><Relationship Id="rId2916" Type="http://schemas.openxmlformats.org/officeDocument/2006/relationships/slide" Target="slides/slide2912.xml"/><Relationship Id="rId3080" Type="http://schemas.openxmlformats.org/officeDocument/2006/relationships/slide" Target="slides/slide3076.xml"/><Relationship Id="rId4131" Type="http://schemas.openxmlformats.org/officeDocument/2006/relationships/slide" Target="slides/slide4127.xml"/><Relationship Id="rId1725" Type="http://schemas.openxmlformats.org/officeDocument/2006/relationships/slide" Target="slides/slide1721.xml"/><Relationship Id="rId1932" Type="http://schemas.openxmlformats.org/officeDocument/2006/relationships/slide" Target="slides/slide1928.xml"/><Relationship Id="rId17" Type="http://schemas.openxmlformats.org/officeDocument/2006/relationships/slide" Target="slides/slide13.xml"/><Relationship Id="rId3897" Type="http://schemas.openxmlformats.org/officeDocument/2006/relationships/slide" Target="slides/slide3893.xml"/><Relationship Id="rId2499" Type="http://schemas.openxmlformats.org/officeDocument/2006/relationships/slide" Target="slides/slide2495.xml"/><Relationship Id="rId3757" Type="http://schemas.openxmlformats.org/officeDocument/2006/relationships/slide" Target="slides/slide3753.xml"/><Relationship Id="rId3964" Type="http://schemas.openxmlformats.org/officeDocument/2006/relationships/slide" Target="slides/slide3960.xml"/><Relationship Id="rId1" Type="http://schemas.openxmlformats.org/officeDocument/2006/relationships/customXml" Target="../customXml/item1.xml"/><Relationship Id="rId678" Type="http://schemas.openxmlformats.org/officeDocument/2006/relationships/slide" Target="slides/slide674.xml"/><Relationship Id="rId885" Type="http://schemas.openxmlformats.org/officeDocument/2006/relationships/slide" Target="slides/slide881.xml"/><Relationship Id="rId2359" Type="http://schemas.openxmlformats.org/officeDocument/2006/relationships/slide" Target="slides/slide2355.xml"/><Relationship Id="rId2566" Type="http://schemas.openxmlformats.org/officeDocument/2006/relationships/slide" Target="slides/slide2562.xml"/><Relationship Id="rId2773" Type="http://schemas.openxmlformats.org/officeDocument/2006/relationships/slide" Target="slides/slide2769.xml"/><Relationship Id="rId2980" Type="http://schemas.openxmlformats.org/officeDocument/2006/relationships/slide" Target="slides/slide2976.xml"/><Relationship Id="rId3617" Type="http://schemas.openxmlformats.org/officeDocument/2006/relationships/slide" Target="slides/slide3613.xml"/><Relationship Id="rId3824" Type="http://schemas.openxmlformats.org/officeDocument/2006/relationships/slide" Target="slides/slide3820.xml"/><Relationship Id="rId538" Type="http://schemas.openxmlformats.org/officeDocument/2006/relationships/slide" Target="slides/slide534.xml"/><Relationship Id="rId745" Type="http://schemas.openxmlformats.org/officeDocument/2006/relationships/slide" Target="slides/slide741.xml"/><Relationship Id="rId952" Type="http://schemas.openxmlformats.org/officeDocument/2006/relationships/slide" Target="slides/slide948.xml"/><Relationship Id="rId1168" Type="http://schemas.openxmlformats.org/officeDocument/2006/relationships/slide" Target="slides/slide1164.xml"/><Relationship Id="rId1375" Type="http://schemas.openxmlformats.org/officeDocument/2006/relationships/slide" Target="slides/slide1371.xml"/><Relationship Id="rId1582" Type="http://schemas.openxmlformats.org/officeDocument/2006/relationships/slide" Target="slides/slide1578.xml"/><Relationship Id="rId2219" Type="http://schemas.openxmlformats.org/officeDocument/2006/relationships/slide" Target="slides/slide2215.xml"/><Relationship Id="rId2426" Type="http://schemas.openxmlformats.org/officeDocument/2006/relationships/slide" Target="slides/slide2422.xml"/><Relationship Id="rId2633" Type="http://schemas.openxmlformats.org/officeDocument/2006/relationships/slide" Target="slides/slide2629.xml"/><Relationship Id="rId81" Type="http://schemas.openxmlformats.org/officeDocument/2006/relationships/slide" Target="slides/slide77.xml"/><Relationship Id="rId605" Type="http://schemas.openxmlformats.org/officeDocument/2006/relationships/slide" Target="slides/slide601.xml"/><Relationship Id="rId812" Type="http://schemas.openxmlformats.org/officeDocument/2006/relationships/slide" Target="slides/slide808.xml"/><Relationship Id="rId1028" Type="http://schemas.openxmlformats.org/officeDocument/2006/relationships/slide" Target="slides/slide1024.xml"/><Relationship Id="rId1235" Type="http://schemas.openxmlformats.org/officeDocument/2006/relationships/slide" Target="slides/slide1231.xml"/><Relationship Id="rId1442" Type="http://schemas.openxmlformats.org/officeDocument/2006/relationships/slide" Target="slides/slide1438.xml"/><Relationship Id="rId2840" Type="http://schemas.openxmlformats.org/officeDocument/2006/relationships/slide" Target="slides/slide2836.xml"/><Relationship Id="rId1302" Type="http://schemas.openxmlformats.org/officeDocument/2006/relationships/slide" Target="slides/slide1298.xml"/><Relationship Id="rId2700" Type="http://schemas.openxmlformats.org/officeDocument/2006/relationships/slide" Target="slides/slide2696.xml"/><Relationship Id="rId3267" Type="http://schemas.openxmlformats.org/officeDocument/2006/relationships/slide" Target="slides/slide3263.xml"/><Relationship Id="rId188" Type="http://schemas.openxmlformats.org/officeDocument/2006/relationships/slide" Target="slides/slide184.xml"/><Relationship Id="rId395" Type="http://schemas.openxmlformats.org/officeDocument/2006/relationships/slide" Target="slides/slide391.xml"/><Relationship Id="rId2076" Type="http://schemas.openxmlformats.org/officeDocument/2006/relationships/slide" Target="slides/slide2072.xml"/><Relationship Id="rId3474" Type="http://schemas.openxmlformats.org/officeDocument/2006/relationships/slide" Target="slides/slide3470.xml"/><Relationship Id="rId3681" Type="http://schemas.openxmlformats.org/officeDocument/2006/relationships/slide" Target="slides/slide3677.xml"/><Relationship Id="rId4318" Type="http://schemas.openxmlformats.org/officeDocument/2006/relationships/slide" Target="slides/slide4314.xml"/><Relationship Id="rId2283" Type="http://schemas.openxmlformats.org/officeDocument/2006/relationships/slide" Target="slides/slide2279.xml"/><Relationship Id="rId2490" Type="http://schemas.openxmlformats.org/officeDocument/2006/relationships/slide" Target="slides/slide2486.xml"/><Relationship Id="rId3127" Type="http://schemas.openxmlformats.org/officeDocument/2006/relationships/slide" Target="slides/slide3123.xml"/><Relationship Id="rId3334" Type="http://schemas.openxmlformats.org/officeDocument/2006/relationships/slide" Target="slides/slide3330.xml"/><Relationship Id="rId3541" Type="http://schemas.openxmlformats.org/officeDocument/2006/relationships/slide" Target="slides/slide3537.xml"/><Relationship Id="rId255" Type="http://schemas.openxmlformats.org/officeDocument/2006/relationships/slide" Target="slides/slide251.xml"/><Relationship Id="rId462" Type="http://schemas.openxmlformats.org/officeDocument/2006/relationships/slide" Target="slides/slide458.xml"/><Relationship Id="rId1092" Type="http://schemas.openxmlformats.org/officeDocument/2006/relationships/slide" Target="slides/slide1088.xml"/><Relationship Id="rId2143" Type="http://schemas.openxmlformats.org/officeDocument/2006/relationships/slide" Target="slides/slide2139.xml"/><Relationship Id="rId2350" Type="http://schemas.openxmlformats.org/officeDocument/2006/relationships/slide" Target="slides/slide2346.xml"/><Relationship Id="rId3401" Type="http://schemas.openxmlformats.org/officeDocument/2006/relationships/slide" Target="slides/slide3397.xml"/><Relationship Id="rId115" Type="http://schemas.openxmlformats.org/officeDocument/2006/relationships/slide" Target="slides/slide111.xml"/><Relationship Id="rId322" Type="http://schemas.openxmlformats.org/officeDocument/2006/relationships/slide" Target="slides/slide318.xml"/><Relationship Id="rId2003" Type="http://schemas.openxmlformats.org/officeDocument/2006/relationships/slide" Target="slides/slide1999.xml"/><Relationship Id="rId2210" Type="http://schemas.openxmlformats.org/officeDocument/2006/relationships/slide" Target="slides/slide2206.xml"/><Relationship Id="rId4175" Type="http://schemas.openxmlformats.org/officeDocument/2006/relationships/slide" Target="slides/slide4171.xml"/><Relationship Id="rId4382" Type="http://schemas.openxmlformats.org/officeDocument/2006/relationships/handoutMaster" Target="handoutMasters/handoutMaster1.xml"/><Relationship Id="rId1769" Type="http://schemas.openxmlformats.org/officeDocument/2006/relationships/slide" Target="slides/slide1765.xml"/><Relationship Id="rId1976" Type="http://schemas.openxmlformats.org/officeDocument/2006/relationships/slide" Target="slides/slide1972.xml"/><Relationship Id="rId3191" Type="http://schemas.openxmlformats.org/officeDocument/2006/relationships/slide" Target="slides/slide3187.xml"/><Relationship Id="rId4035" Type="http://schemas.openxmlformats.org/officeDocument/2006/relationships/slide" Target="slides/slide4031.xml"/><Relationship Id="rId4242" Type="http://schemas.openxmlformats.org/officeDocument/2006/relationships/slide" Target="slides/slide4238.xml"/><Relationship Id="rId1629" Type="http://schemas.openxmlformats.org/officeDocument/2006/relationships/slide" Target="slides/slide1625.xml"/><Relationship Id="rId1836" Type="http://schemas.openxmlformats.org/officeDocument/2006/relationships/slide" Target="slides/slide1832.xml"/><Relationship Id="rId1903" Type="http://schemas.openxmlformats.org/officeDocument/2006/relationships/slide" Target="slides/slide1899.xml"/><Relationship Id="rId3051" Type="http://schemas.openxmlformats.org/officeDocument/2006/relationships/slide" Target="slides/slide3047.xml"/><Relationship Id="rId4102" Type="http://schemas.openxmlformats.org/officeDocument/2006/relationships/slide" Target="slides/slide4098.xml"/><Relationship Id="rId3868" Type="http://schemas.openxmlformats.org/officeDocument/2006/relationships/slide" Target="slides/slide3864.xml"/><Relationship Id="rId789" Type="http://schemas.openxmlformats.org/officeDocument/2006/relationships/slide" Target="slides/slide785.xml"/><Relationship Id="rId996" Type="http://schemas.openxmlformats.org/officeDocument/2006/relationships/slide" Target="slides/slide992.xml"/><Relationship Id="rId2677" Type="http://schemas.openxmlformats.org/officeDocument/2006/relationships/slide" Target="slides/slide2673.xml"/><Relationship Id="rId2884" Type="http://schemas.openxmlformats.org/officeDocument/2006/relationships/slide" Target="slides/slide2880.xml"/><Relationship Id="rId3728" Type="http://schemas.openxmlformats.org/officeDocument/2006/relationships/slide" Target="slides/slide3724.xml"/><Relationship Id="rId649" Type="http://schemas.openxmlformats.org/officeDocument/2006/relationships/slide" Target="slides/slide645.xml"/><Relationship Id="rId856" Type="http://schemas.openxmlformats.org/officeDocument/2006/relationships/slide" Target="slides/slide852.xml"/><Relationship Id="rId1279" Type="http://schemas.openxmlformats.org/officeDocument/2006/relationships/slide" Target="slides/slide1275.xml"/><Relationship Id="rId1486" Type="http://schemas.openxmlformats.org/officeDocument/2006/relationships/slide" Target="slides/slide1482.xml"/><Relationship Id="rId2537" Type="http://schemas.openxmlformats.org/officeDocument/2006/relationships/slide" Target="slides/slide2533.xml"/><Relationship Id="rId3935" Type="http://schemas.openxmlformats.org/officeDocument/2006/relationships/slide" Target="slides/slide3931.xml"/><Relationship Id="rId509" Type="http://schemas.openxmlformats.org/officeDocument/2006/relationships/slide" Target="slides/slide505.xml"/><Relationship Id="rId1139" Type="http://schemas.openxmlformats.org/officeDocument/2006/relationships/slide" Target="slides/slide1135.xml"/><Relationship Id="rId1346" Type="http://schemas.openxmlformats.org/officeDocument/2006/relationships/slide" Target="slides/slide1342.xml"/><Relationship Id="rId1693" Type="http://schemas.openxmlformats.org/officeDocument/2006/relationships/slide" Target="slides/slide1689.xml"/><Relationship Id="rId2744" Type="http://schemas.openxmlformats.org/officeDocument/2006/relationships/slide" Target="slides/slide2740.xml"/><Relationship Id="rId2951" Type="http://schemas.openxmlformats.org/officeDocument/2006/relationships/slide" Target="slides/slide2947.xml"/><Relationship Id="rId716" Type="http://schemas.openxmlformats.org/officeDocument/2006/relationships/slide" Target="slides/slide712.xml"/><Relationship Id="rId923" Type="http://schemas.openxmlformats.org/officeDocument/2006/relationships/slide" Target="slides/slide919.xml"/><Relationship Id="rId1553" Type="http://schemas.openxmlformats.org/officeDocument/2006/relationships/slide" Target="slides/slide1549.xml"/><Relationship Id="rId1760" Type="http://schemas.openxmlformats.org/officeDocument/2006/relationships/slide" Target="slides/slide1756.xml"/><Relationship Id="rId2604" Type="http://schemas.openxmlformats.org/officeDocument/2006/relationships/slide" Target="slides/slide2600.xml"/><Relationship Id="rId2811" Type="http://schemas.openxmlformats.org/officeDocument/2006/relationships/slide" Target="slides/slide2807.xml"/><Relationship Id="rId52" Type="http://schemas.openxmlformats.org/officeDocument/2006/relationships/slide" Target="slides/slide48.xml"/><Relationship Id="rId1206" Type="http://schemas.openxmlformats.org/officeDocument/2006/relationships/slide" Target="slides/slide1202.xml"/><Relationship Id="rId1413" Type="http://schemas.openxmlformats.org/officeDocument/2006/relationships/slide" Target="slides/slide1409.xml"/><Relationship Id="rId1620" Type="http://schemas.openxmlformats.org/officeDocument/2006/relationships/slide" Target="slides/slide1616.xml"/><Relationship Id="rId3378" Type="http://schemas.openxmlformats.org/officeDocument/2006/relationships/slide" Target="slides/slide3374.xml"/><Relationship Id="rId3585" Type="http://schemas.openxmlformats.org/officeDocument/2006/relationships/slide" Target="slides/slide3581.xml"/><Relationship Id="rId3792" Type="http://schemas.openxmlformats.org/officeDocument/2006/relationships/slide" Target="slides/slide3788.xml"/><Relationship Id="rId299" Type="http://schemas.openxmlformats.org/officeDocument/2006/relationships/slide" Target="slides/slide295.xml"/><Relationship Id="rId2187" Type="http://schemas.openxmlformats.org/officeDocument/2006/relationships/slide" Target="slides/slide2183.xml"/><Relationship Id="rId2394" Type="http://schemas.openxmlformats.org/officeDocument/2006/relationships/slide" Target="slides/slide2390.xml"/><Relationship Id="rId3238" Type="http://schemas.openxmlformats.org/officeDocument/2006/relationships/slide" Target="slides/slide3234.xml"/><Relationship Id="rId3445" Type="http://schemas.openxmlformats.org/officeDocument/2006/relationships/slide" Target="slides/slide3441.xml"/><Relationship Id="rId3652" Type="http://schemas.openxmlformats.org/officeDocument/2006/relationships/slide" Target="slides/slide3648.xml"/><Relationship Id="rId159" Type="http://schemas.openxmlformats.org/officeDocument/2006/relationships/slide" Target="slides/slide155.xml"/><Relationship Id="rId366" Type="http://schemas.openxmlformats.org/officeDocument/2006/relationships/slide" Target="slides/slide362.xml"/><Relationship Id="rId573" Type="http://schemas.openxmlformats.org/officeDocument/2006/relationships/slide" Target="slides/slide569.xml"/><Relationship Id="rId780" Type="http://schemas.openxmlformats.org/officeDocument/2006/relationships/slide" Target="slides/slide776.xml"/><Relationship Id="rId2047" Type="http://schemas.openxmlformats.org/officeDocument/2006/relationships/slide" Target="slides/slide2043.xml"/><Relationship Id="rId2254" Type="http://schemas.openxmlformats.org/officeDocument/2006/relationships/slide" Target="slides/slide2250.xml"/><Relationship Id="rId2461" Type="http://schemas.openxmlformats.org/officeDocument/2006/relationships/slide" Target="slides/slide2457.xml"/><Relationship Id="rId3305" Type="http://schemas.openxmlformats.org/officeDocument/2006/relationships/slide" Target="slides/slide3301.xml"/><Relationship Id="rId3512" Type="http://schemas.openxmlformats.org/officeDocument/2006/relationships/slide" Target="slides/slide3508.xml"/><Relationship Id="rId226" Type="http://schemas.openxmlformats.org/officeDocument/2006/relationships/slide" Target="slides/slide222.xml"/><Relationship Id="rId433" Type="http://schemas.openxmlformats.org/officeDocument/2006/relationships/slide" Target="slides/slide429.xml"/><Relationship Id="rId1063" Type="http://schemas.openxmlformats.org/officeDocument/2006/relationships/slide" Target="slides/slide1059.xml"/><Relationship Id="rId1270" Type="http://schemas.openxmlformats.org/officeDocument/2006/relationships/slide" Target="slides/slide1266.xml"/><Relationship Id="rId2114" Type="http://schemas.openxmlformats.org/officeDocument/2006/relationships/slide" Target="slides/slide2110.xml"/><Relationship Id="rId640" Type="http://schemas.openxmlformats.org/officeDocument/2006/relationships/slide" Target="slides/slide636.xml"/><Relationship Id="rId2321" Type="http://schemas.openxmlformats.org/officeDocument/2006/relationships/slide" Target="slides/slide2317.xml"/><Relationship Id="rId4079" Type="http://schemas.openxmlformats.org/officeDocument/2006/relationships/slide" Target="slides/slide4075.xml"/><Relationship Id="rId4286" Type="http://schemas.openxmlformats.org/officeDocument/2006/relationships/slide" Target="slides/slide4282.xml"/><Relationship Id="rId500" Type="http://schemas.openxmlformats.org/officeDocument/2006/relationships/slide" Target="slides/slide496.xml"/><Relationship Id="rId1130" Type="http://schemas.openxmlformats.org/officeDocument/2006/relationships/slide" Target="slides/slide1126.xml"/><Relationship Id="rId1947" Type="http://schemas.openxmlformats.org/officeDocument/2006/relationships/slide" Target="slides/slide1943.xml"/><Relationship Id="rId3095" Type="http://schemas.openxmlformats.org/officeDocument/2006/relationships/slide" Target="slides/slide3091.xml"/><Relationship Id="rId4146" Type="http://schemas.openxmlformats.org/officeDocument/2006/relationships/slide" Target="slides/slide4142.xml"/><Relationship Id="rId4353" Type="http://schemas.openxmlformats.org/officeDocument/2006/relationships/slide" Target="slides/slide4349.xml"/><Relationship Id="rId1807" Type="http://schemas.openxmlformats.org/officeDocument/2006/relationships/slide" Target="slides/slide1803.xml"/><Relationship Id="rId3162" Type="http://schemas.openxmlformats.org/officeDocument/2006/relationships/slide" Target="slides/slide3158.xml"/><Relationship Id="rId4006" Type="http://schemas.openxmlformats.org/officeDocument/2006/relationships/slide" Target="slides/slide4002.xml"/><Relationship Id="rId4213" Type="http://schemas.openxmlformats.org/officeDocument/2006/relationships/slide" Target="slides/slide4209.xml"/><Relationship Id="rId290" Type="http://schemas.openxmlformats.org/officeDocument/2006/relationships/slide" Target="slides/slide286.xml"/><Relationship Id="rId3022" Type="http://schemas.openxmlformats.org/officeDocument/2006/relationships/slide" Target="slides/slide3018.xml"/><Relationship Id="rId150" Type="http://schemas.openxmlformats.org/officeDocument/2006/relationships/slide" Target="slides/slide146.xml"/><Relationship Id="rId3979" Type="http://schemas.openxmlformats.org/officeDocument/2006/relationships/slide" Target="slides/slide3975.xml"/><Relationship Id="rId2788" Type="http://schemas.openxmlformats.org/officeDocument/2006/relationships/slide" Target="slides/slide2784.xml"/><Relationship Id="rId2995" Type="http://schemas.openxmlformats.org/officeDocument/2006/relationships/slide" Target="slides/slide2991.xml"/><Relationship Id="rId3839" Type="http://schemas.openxmlformats.org/officeDocument/2006/relationships/slide" Target="slides/slide3835.xml"/><Relationship Id="rId967" Type="http://schemas.openxmlformats.org/officeDocument/2006/relationships/slide" Target="slides/slide963.xml"/><Relationship Id="rId1597" Type="http://schemas.openxmlformats.org/officeDocument/2006/relationships/slide" Target="slides/slide1593.xml"/><Relationship Id="rId2648" Type="http://schemas.openxmlformats.org/officeDocument/2006/relationships/slide" Target="slides/slide2644.xml"/><Relationship Id="rId2855" Type="http://schemas.openxmlformats.org/officeDocument/2006/relationships/slide" Target="slides/slide2851.xml"/><Relationship Id="rId3906" Type="http://schemas.openxmlformats.org/officeDocument/2006/relationships/slide" Target="slides/slide3902.xml"/><Relationship Id="rId96" Type="http://schemas.openxmlformats.org/officeDocument/2006/relationships/slide" Target="slides/slide92.xml"/><Relationship Id="rId827" Type="http://schemas.openxmlformats.org/officeDocument/2006/relationships/slide" Target="slides/slide823.xml"/><Relationship Id="rId1457" Type="http://schemas.openxmlformats.org/officeDocument/2006/relationships/slide" Target="slides/slide1453.xml"/><Relationship Id="rId1664" Type="http://schemas.openxmlformats.org/officeDocument/2006/relationships/slide" Target="slides/slide1660.xml"/><Relationship Id="rId1871" Type="http://schemas.openxmlformats.org/officeDocument/2006/relationships/slide" Target="slides/slide1867.xml"/><Relationship Id="rId2508" Type="http://schemas.openxmlformats.org/officeDocument/2006/relationships/slide" Target="slides/slide2504.xml"/><Relationship Id="rId2715" Type="http://schemas.openxmlformats.org/officeDocument/2006/relationships/slide" Target="slides/slide2711.xml"/><Relationship Id="rId2922" Type="http://schemas.openxmlformats.org/officeDocument/2006/relationships/slide" Target="slides/slide2918.xml"/><Relationship Id="rId4070" Type="http://schemas.openxmlformats.org/officeDocument/2006/relationships/slide" Target="slides/slide4066.xml"/><Relationship Id="rId1317" Type="http://schemas.openxmlformats.org/officeDocument/2006/relationships/slide" Target="slides/slide1313.xml"/><Relationship Id="rId1524" Type="http://schemas.openxmlformats.org/officeDocument/2006/relationships/slide" Target="slides/slide1520.xml"/><Relationship Id="rId1731" Type="http://schemas.openxmlformats.org/officeDocument/2006/relationships/slide" Target="slides/slide1727.xml"/><Relationship Id="rId23" Type="http://schemas.openxmlformats.org/officeDocument/2006/relationships/slide" Target="slides/slide19.xml"/><Relationship Id="rId3489" Type="http://schemas.openxmlformats.org/officeDocument/2006/relationships/slide" Target="slides/slide3485.xml"/><Relationship Id="rId3696" Type="http://schemas.openxmlformats.org/officeDocument/2006/relationships/slide" Target="slides/slide3692.xml"/><Relationship Id="rId2298" Type="http://schemas.openxmlformats.org/officeDocument/2006/relationships/slide" Target="slides/slide2294.xml"/><Relationship Id="rId3349" Type="http://schemas.openxmlformats.org/officeDocument/2006/relationships/slide" Target="slides/slide3345.xml"/><Relationship Id="rId3556" Type="http://schemas.openxmlformats.org/officeDocument/2006/relationships/slide" Target="slides/slide3552.xml"/><Relationship Id="rId477" Type="http://schemas.openxmlformats.org/officeDocument/2006/relationships/slide" Target="slides/slide473.xml"/><Relationship Id="rId684" Type="http://schemas.openxmlformats.org/officeDocument/2006/relationships/slide" Target="slides/slide680.xml"/><Relationship Id="rId2158" Type="http://schemas.openxmlformats.org/officeDocument/2006/relationships/slide" Target="slides/slide2154.xml"/><Relationship Id="rId2365" Type="http://schemas.openxmlformats.org/officeDocument/2006/relationships/slide" Target="slides/slide2361.xml"/><Relationship Id="rId3209" Type="http://schemas.openxmlformats.org/officeDocument/2006/relationships/slide" Target="slides/slide3205.xml"/><Relationship Id="rId3763" Type="http://schemas.openxmlformats.org/officeDocument/2006/relationships/slide" Target="slides/slide3759.xml"/><Relationship Id="rId3970" Type="http://schemas.openxmlformats.org/officeDocument/2006/relationships/slide" Target="slides/slide3966.xml"/><Relationship Id="rId337" Type="http://schemas.openxmlformats.org/officeDocument/2006/relationships/slide" Target="slides/slide333.xml"/><Relationship Id="rId891" Type="http://schemas.openxmlformats.org/officeDocument/2006/relationships/slide" Target="slides/slide887.xml"/><Relationship Id="rId2018" Type="http://schemas.openxmlformats.org/officeDocument/2006/relationships/slide" Target="slides/slide2014.xml"/><Relationship Id="rId2572" Type="http://schemas.openxmlformats.org/officeDocument/2006/relationships/slide" Target="slides/slide2568.xml"/><Relationship Id="rId3416" Type="http://schemas.openxmlformats.org/officeDocument/2006/relationships/slide" Target="slides/slide3412.xml"/><Relationship Id="rId3623" Type="http://schemas.openxmlformats.org/officeDocument/2006/relationships/slide" Target="slides/slide3619.xml"/><Relationship Id="rId3830" Type="http://schemas.openxmlformats.org/officeDocument/2006/relationships/slide" Target="slides/slide3826.xml"/><Relationship Id="rId544" Type="http://schemas.openxmlformats.org/officeDocument/2006/relationships/slide" Target="slides/slide540.xml"/><Relationship Id="rId751" Type="http://schemas.openxmlformats.org/officeDocument/2006/relationships/slide" Target="slides/slide747.xml"/><Relationship Id="rId1174" Type="http://schemas.openxmlformats.org/officeDocument/2006/relationships/slide" Target="slides/slide1170.xml"/><Relationship Id="rId1381" Type="http://schemas.openxmlformats.org/officeDocument/2006/relationships/slide" Target="slides/slide1377.xml"/><Relationship Id="rId2225" Type="http://schemas.openxmlformats.org/officeDocument/2006/relationships/slide" Target="slides/slide2221.xml"/><Relationship Id="rId2432" Type="http://schemas.openxmlformats.org/officeDocument/2006/relationships/slide" Target="slides/slide2428.xml"/><Relationship Id="rId404" Type="http://schemas.openxmlformats.org/officeDocument/2006/relationships/slide" Target="slides/slide400.xml"/><Relationship Id="rId611" Type="http://schemas.openxmlformats.org/officeDocument/2006/relationships/slide" Target="slides/slide607.xml"/><Relationship Id="rId1034" Type="http://schemas.openxmlformats.org/officeDocument/2006/relationships/slide" Target="slides/slide1030.xml"/><Relationship Id="rId1241" Type="http://schemas.openxmlformats.org/officeDocument/2006/relationships/slide" Target="slides/slide1237.xml"/><Relationship Id="rId1101" Type="http://schemas.openxmlformats.org/officeDocument/2006/relationships/slide" Target="slides/slide1097.xml"/><Relationship Id="rId4257" Type="http://schemas.openxmlformats.org/officeDocument/2006/relationships/slide" Target="slides/slide4253.xml"/><Relationship Id="rId3066" Type="http://schemas.openxmlformats.org/officeDocument/2006/relationships/slide" Target="slides/slide3062.xml"/><Relationship Id="rId3273" Type="http://schemas.openxmlformats.org/officeDocument/2006/relationships/slide" Target="slides/slide3269.xml"/><Relationship Id="rId3480" Type="http://schemas.openxmlformats.org/officeDocument/2006/relationships/slide" Target="slides/slide3476.xml"/><Relationship Id="rId4117" Type="http://schemas.openxmlformats.org/officeDocument/2006/relationships/slide" Target="slides/slide4113.xml"/><Relationship Id="rId4324" Type="http://schemas.openxmlformats.org/officeDocument/2006/relationships/slide" Target="slides/slide4320.xml"/><Relationship Id="rId194" Type="http://schemas.openxmlformats.org/officeDocument/2006/relationships/slide" Target="slides/slide190.xml"/><Relationship Id="rId1918" Type="http://schemas.openxmlformats.org/officeDocument/2006/relationships/slide" Target="slides/slide1914.xml"/><Relationship Id="rId2082" Type="http://schemas.openxmlformats.org/officeDocument/2006/relationships/slide" Target="slides/slide2078.xml"/><Relationship Id="rId3133" Type="http://schemas.openxmlformats.org/officeDocument/2006/relationships/slide" Target="slides/slide3129.xml"/><Relationship Id="rId261" Type="http://schemas.openxmlformats.org/officeDocument/2006/relationships/slide" Target="slides/slide257.xml"/><Relationship Id="rId3340" Type="http://schemas.openxmlformats.org/officeDocument/2006/relationships/slide" Target="slides/slide3336.xml"/><Relationship Id="rId2899" Type="http://schemas.openxmlformats.org/officeDocument/2006/relationships/slide" Target="slides/slide2895.xml"/><Relationship Id="rId3200" Type="http://schemas.openxmlformats.org/officeDocument/2006/relationships/slide" Target="slides/slide3196.xml"/><Relationship Id="rId121" Type="http://schemas.openxmlformats.org/officeDocument/2006/relationships/slide" Target="slides/slide117.xml"/><Relationship Id="rId2759" Type="http://schemas.openxmlformats.org/officeDocument/2006/relationships/slide" Target="slides/slide2755.xml"/><Relationship Id="rId2966" Type="http://schemas.openxmlformats.org/officeDocument/2006/relationships/slide" Target="slides/slide2962.xml"/><Relationship Id="rId938" Type="http://schemas.openxmlformats.org/officeDocument/2006/relationships/slide" Target="slides/slide934.xml"/><Relationship Id="rId1568" Type="http://schemas.openxmlformats.org/officeDocument/2006/relationships/slide" Target="slides/slide1564.xml"/><Relationship Id="rId1775" Type="http://schemas.openxmlformats.org/officeDocument/2006/relationships/slide" Target="slides/slide1771.xml"/><Relationship Id="rId2619" Type="http://schemas.openxmlformats.org/officeDocument/2006/relationships/slide" Target="slides/slide2615.xml"/><Relationship Id="rId2826" Type="http://schemas.openxmlformats.org/officeDocument/2006/relationships/slide" Target="slides/slide2822.xml"/><Relationship Id="rId4181" Type="http://schemas.openxmlformats.org/officeDocument/2006/relationships/slide" Target="slides/slide4177.xml"/><Relationship Id="rId67" Type="http://schemas.openxmlformats.org/officeDocument/2006/relationships/slide" Target="slides/slide63.xml"/><Relationship Id="rId1428" Type="http://schemas.openxmlformats.org/officeDocument/2006/relationships/slide" Target="slides/slide1424.xml"/><Relationship Id="rId1635" Type="http://schemas.openxmlformats.org/officeDocument/2006/relationships/slide" Target="slides/slide1631.xml"/><Relationship Id="rId1982" Type="http://schemas.openxmlformats.org/officeDocument/2006/relationships/slide" Target="slides/slide1978.xml"/><Relationship Id="rId4041" Type="http://schemas.openxmlformats.org/officeDocument/2006/relationships/slide" Target="slides/slide4037.xml"/><Relationship Id="rId1842" Type="http://schemas.openxmlformats.org/officeDocument/2006/relationships/slide" Target="slides/slide1838.xml"/><Relationship Id="rId1702" Type="http://schemas.openxmlformats.org/officeDocument/2006/relationships/slide" Target="slides/slide1698.xml"/><Relationship Id="rId3667" Type="http://schemas.openxmlformats.org/officeDocument/2006/relationships/slide" Target="slides/slide3663.xml"/><Relationship Id="rId3874" Type="http://schemas.openxmlformats.org/officeDocument/2006/relationships/slide" Target="slides/slide3870.xml"/><Relationship Id="rId588" Type="http://schemas.openxmlformats.org/officeDocument/2006/relationships/slide" Target="slides/slide584.xml"/><Relationship Id="rId795" Type="http://schemas.openxmlformats.org/officeDocument/2006/relationships/slide" Target="slides/slide791.xml"/><Relationship Id="rId2269" Type="http://schemas.openxmlformats.org/officeDocument/2006/relationships/slide" Target="slides/slide2265.xml"/><Relationship Id="rId2476" Type="http://schemas.openxmlformats.org/officeDocument/2006/relationships/slide" Target="slides/slide2472.xml"/><Relationship Id="rId2683" Type="http://schemas.openxmlformats.org/officeDocument/2006/relationships/slide" Target="slides/slide2679.xml"/><Relationship Id="rId2890" Type="http://schemas.openxmlformats.org/officeDocument/2006/relationships/slide" Target="slides/slide2886.xml"/><Relationship Id="rId3527" Type="http://schemas.openxmlformats.org/officeDocument/2006/relationships/slide" Target="slides/slide3523.xml"/><Relationship Id="rId3734" Type="http://schemas.openxmlformats.org/officeDocument/2006/relationships/slide" Target="slides/slide3730.xml"/><Relationship Id="rId3941" Type="http://schemas.openxmlformats.org/officeDocument/2006/relationships/slide" Target="slides/slide3937.xml"/><Relationship Id="rId448" Type="http://schemas.openxmlformats.org/officeDocument/2006/relationships/slide" Target="slides/slide444.xml"/><Relationship Id="rId655" Type="http://schemas.openxmlformats.org/officeDocument/2006/relationships/slide" Target="slides/slide651.xml"/><Relationship Id="rId862" Type="http://schemas.openxmlformats.org/officeDocument/2006/relationships/slide" Target="slides/slide858.xml"/><Relationship Id="rId1078" Type="http://schemas.openxmlformats.org/officeDocument/2006/relationships/slide" Target="slides/slide1074.xml"/><Relationship Id="rId1285" Type="http://schemas.openxmlformats.org/officeDocument/2006/relationships/slide" Target="slides/slide1281.xml"/><Relationship Id="rId1492" Type="http://schemas.openxmlformats.org/officeDocument/2006/relationships/slide" Target="slides/slide1488.xml"/><Relationship Id="rId2129" Type="http://schemas.openxmlformats.org/officeDocument/2006/relationships/slide" Target="slides/slide2125.xml"/><Relationship Id="rId2336" Type="http://schemas.openxmlformats.org/officeDocument/2006/relationships/slide" Target="slides/slide2332.xml"/><Relationship Id="rId2543" Type="http://schemas.openxmlformats.org/officeDocument/2006/relationships/slide" Target="slides/slide2539.xml"/><Relationship Id="rId2750" Type="http://schemas.openxmlformats.org/officeDocument/2006/relationships/slide" Target="slides/slide2746.xml"/><Relationship Id="rId3801" Type="http://schemas.openxmlformats.org/officeDocument/2006/relationships/slide" Target="slides/slide3797.xml"/><Relationship Id="rId308" Type="http://schemas.openxmlformats.org/officeDocument/2006/relationships/slide" Target="slides/slide304.xml"/><Relationship Id="rId515" Type="http://schemas.openxmlformats.org/officeDocument/2006/relationships/slide" Target="slides/slide511.xml"/><Relationship Id="rId722" Type="http://schemas.openxmlformats.org/officeDocument/2006/relationships/slide" Target="slides/slide718.xml"/><Relationship Id="rId1145" Type="http://schemas.openxmlformats.org/officeDocument/2006/relationships/slide" Target="slides/slide1141.xml"/><Relationship Id="rId1352" Type="http://schemas.openxmlformats.org/officeDocument/2006/relationships/slide" Target="slides/slide1348.xml"/><Relationship Id="rId2403" Type="http://schemas.openxmlformats.org/officeDocument/2006/relationships/slide" Target="slides/slide2399.xml"/><Relationship Id="rId1005" Type="http://schemas.openxmlformats.org/officeDocument/2006/relationships/slide" Target="slides/slide1001.xml"/><Relationship Id="rId1212" Type="http://schemas.openxmlformats.org/officeDocument/2006/relationships/slide" Target="slides/slide1208.xml"/><Relationship Id="rId2610" Type="http://schemas.openxmlformats.org/officeDocument/2006/relationships/slide" Target="slides/slide2606.xml"/><Relationship Id="rId4368" Type="http://schemas.openxmlformats.org/officeDocument/2006/relationships/slide" Target="slides/slide4364.xml"/><Relationship Id="rId3177" Type="http://schemas.openxmlformats.org/officeDocument/2006/relationships/slide" Target="slides/slide3173.xml"/><Relationship Id="rId4228" Type="http://schemas.openxmlformats.org/officeDocument/2006/relationships/slide" Target="slides/slide4224.xml"/><Relationship Id="rId3037" Type="http://schemas.openxmlformats.org/officeDocument/2006/relationships/slide" Target="slides/slide3033.xml"/><Relationship Id="rId3384" Type="http://schemas.openxmlformats.org/officeDocument/2006/relationships/slide" Target="slides/slide3380.xml"/><Relationship Id="rId3591" Type="http://schemas.openxmlformats.org/officeDocument/2006/relationships/slide" Target="slides/slide3587.xml"/><Relationship Id="rId2193" Type="http://schemas.openxmlformats.org/officeDocument/2006/relationships/slide" Target="slides/slide2189.xml"/><Relationship Id="rId3244" Type="http://schemas.openxmlformats.org/officeDocument/2006/relationships/slide" Target="slides/slide3240.xml"/><Relationship Id="rId3451" Type="http://schemas.openxmlformats.org/officeDocument/2006/relationships/slide" Target="slides/slide3447.xml"/><Relationship Id="rId165" Type="http://schemas.openxmlformats.org/officeDocument/2006/relationships/slide" Target="slides/slide161.xml"/><Relationship Id="rId372" Type="http://schemas.openxmlformats.org/officeDocument/2006/relationships/slide" Target="slides/slide368.xml"/><Relationship Id="rId2053" Type="http://schemas.openxmlformats.org/officeDocument/2006/relationships/slide" Target="slides/slide2049.xml"/><Relationship Id="rId2260" Type="http://schemas.openxmlformats.org/officeDocument/2006/relationships/slide" Target="slides/slide2256.xml"/><Relationship Id="rId3104" Type="http://schemas.openxmlformats.org/officeDocument/2006/relationships/slide" Target="slides/slide3100.xml"/><Relationship Id="rId3311" Type="http://schemas.openxmlformats.org/officeDocument/2006/relationships/slide" Target="slides/slide3307.xml"/><Relationship Id="rId232" Type="http://schemas.openxmlformats.org/officeDocument/2006/relationships/slide" Target="slides/slide228.xml"/><Relationship Id="rId2120" Type="http://schemas.openxmlformats.org/officeDocument/2006/relationships/slide" Target="slides/slide2116.xml"/><Relationship Id="rId1679" Type="http://schemas.openxmlformats.org/officeDocument/2006/relationships/slide" Target="slides/slide1675.xml"/><Relationship Id="rId4085" Type="http://schemas.openxmlformats.org/officeDocument/2006/relationships/slide" Target="slides/slide4081.xml"/><Relationship Id="rId4292" Type="http://schemas.openxmlformats.org/officeDocument/2006/relationships/slide" Target="slides/slide4288.xml"/><Relationship Id="rId1886" Type="http://schemas.openxmlformats.org/officeDocument/2006/relationships/slide" Target="slides/slide1882.xml"/><Relationship Id="rId2937" Type="http://schemas.openxmlformats.org/officeDocument/2006/relationships/slide" Target="slides/slide2933.xml"/><Relationship Id="rId4152" Type="http://schemas.openxmlformats.org/officeDocument/2006/relationships/slide" Target="slides/slide4148.xml"/><Relationship Id="rId909" Type="http://schemas.openxmlformats.org/officeDocument/2006/relationships/slide" Target="slides/slide905.xml"/><Relationship Id="rId1539" Type="http://schemas.openxmlformats.org/officeDocument/2006/relationships/slide" Target="slides/slide1535.xml"/><Relationship Id="rId1746" Type="http://schemas.openxmlformats.org/officeDocument/2006/relationships/slide" Target="slides/slide1742.xml"/><Relationship Id="rId1953" Type="http://schemas.openxmlformats.org/officeDocument/2006/relationships/slide" Target="slides/slide1949.xml"/><Relationship Id="rId38" Type="http://schemas.openxmlformats.org/officeDocument/2006/relationships/slide" Target="slides/slide34.xml"/><Relationship Id="rId1606" Type="http://schemas.openxmlformats.org/officeDocument/2006/relationships/slide" Target="slides/slide1602.xml"/><Relationship Id="rId1813" Type="http://schemas.openxmlformats.org/officeDocument/2006/relationships/slide" Target="slides/slide1809.xml"/><Relationship Id="rId4012" Type="http://schemas.openxmlformats.org/officeDocument/2006/relationships/slide" Target="slides/slide4008.xml"/><Relationship Id="rId3778" Type="http://schemas.openxmlformats.org/officeDocument/2006/relationships/slide" Target="slides/slide3774.xml"/><Relationship Id="rId3985" Type="http://schemas.openxmlformats.org/officeDocument/2006/relationships/slide" Target="slides/slide3981.xml"/><Relationship Id="rId699" Type="http://schemas.openxmlformats.org/officeDocument/2006/relationships/slide" Target="slides/slide695.xml"/><Relationship Id="rId2587" Type="http://schemas.openxmlformats.org/officeDocument/2006/relationships/slide" Target="slides/slide2583.xml"/><Relationship Id="rId2794" Type="http://schemas.openxmlformats.org/officeDocument/2006/relationships/slide" Target="slides/slide2790.xml"/><Relationship Id="rId3638" Type="http://schemas.openxmlformats.org/officeDocument/2006/relationships/slide" Target="slides/slide3634.xml"/><Relationship Id="rId3845" Type="http://schemas.openxmlformats.org/officeDocument/2006/relationships/slide" Target="slides/slide3841.xml"/><Relationship Id="rId559" Type="http://schemas.openxmlformats.org/officeDocument/2006/relationships/slide" Target="slides/slide555.xml"/><Relationship Id="rId766" Type="http://schemas.openxmlformats.org/officeDocument/2006/relationships/slide" Target="slides/slide762.xml"/><Relationship Id="rId1189" Type="http://schemas.openxmlformats.org/officeDocument/2006/relationships/slide" Target="slides/slide1185.xml"/><Relationship Id="rId1396" Type="http://schemas.openxmlformats.org/officeDocument/2006/relationships/slide" Target="slides/slide1392.xml"/><Relationship Id="rId2447" Type="http://schemas.openxmlformats.org/officeDocument/2006/relationships/slide" Target="slides/slide2443.xml"/><Relationship Id="rId419" Type="http://schemas.openxmlformats.org/officeDocument/2006/relationships/slide" Target="slides/slide415.xml"/><Relationship Id="rId626" Type="http://schemas.openxmlformats.org/officeDocument/2006/relationships/slide" Target="slides/slide622.xml"/><Relationship Id="rId973" Type="http://schemas.openxmlformats.org/officeDocument/2006/relationships/slide" Target="slides/slide969.xml"/><Relationship Id="rId1049" Type="http://schemas.openxmlformats.org/officeDocument/2006/relationships/slide" Target="slides/slide1045.xml"/><Relationship Id="rId1256" Type="http://schemas.openxmlformats.org/officeDocument/2006/relationships/slide" Target="slides/slide1252.xml"/><Relationship Id="rId2307" Type="http://schemas.openxmlformats.org/officeDocument/2006/relationships/slide" Target="slides/slide2303.xml"/><Relationship Id="rId2654" Type="http://schemas.openxmlformats.org/officeDocument/2006/relationships/slide" Target="slides/slide2650.xml"/><Relationship Id="rId2861" Type="http://schemas.openxmlformats.org/officeDocument/2006/relationships/slide" Target="slides/slide2857.xml"/><Relationship Id="rId3705" Type="http://schemas.openxmlformats.org/officeDocument/2006/relationships/slide" Target="slides/slide3701.xml"/><Relationship Id="rId3912" Type="http://schemas.openxmlformats.org/officeDocument/2006/relationships/slide" Target="slides/slide3908.xml"/><Relationship Id="rId833" Type="http://schemas.openxmlformats.org/officeDocument/2006/relationships/slide" Target="slides/slide829.xml"/><Relationship Id="rId1116" Type="http://schemas.openxmlformats.org/officeDocument/2006/relationships/slide" Target="slides/slide1112.xml"/><Relationship Id="rId1463" Type="http://schemas.openxmlformats.org/officeDocument/2006/relationships/slide" Target="slides/slide1459.xml"/><Relationship Id="rId1670" Type="http://schemas.openxmlformats.org/officeDocument/2006/relationships/slide" Target="slides/slide1666.xml"/><Relationship Id="rId2514" Type="http://schemas.openxmlformats.org/officeDocument/2006/relationships/slide" Target="slides/slide2510.xml"/><Relationship Id="rId2721" Type="http://schemas.openxmlformats.org/officeDocument/2006/relationships/slide" Target="slides/slide2717.xml"/><Relationship Id="rId900" Type="http://schemas.openxmlformats.org/officeDocument/2006/relationships/slide" Target="slides/slide896.xml"/><Relationship Id="rId1323" Type="http://schemas.openxmlformats.org/officeDocument/2006/relationships/slide" Target="slides/slide1319.xml"/><Relationship Id="rId1530" Type="http://schemas.openxmlformats.org/officeDocument/2006/relationships/slide" Target="slides/slide1526.xml"/><Relationship Id="rId3288" Type="http://schemas.openxmlformats.org/officeDocument/2006/relationships/slide" Target="slides/slide3284.xml"/><Relationship Id="rId3495" Type="http://schemas.openxmlformats.org/officeDocument/2006/relationships/slide" Target="slides/slide3491.xml"/><Relationship Id="rId4339" Type="http://schemas.openxmlformats.org/officeDocument/2006/relationships/slide" Target="slides/slide4335.xml"/><Relationship Id="rId2097" Type="http://schemas.openxmlformats.org/officeDocument/2006/relationships/slide" Target="slides/slide2093.xml"/><Relationship Id="rId3148" Type="http://schemas.openxmlformats.org/officeDocument/2006/relationships/slide" Target="slides/slide3144.xml"/><Relationship Id="rId3355" Type="http://schemas.openxmlformats.org/officeDocument/2006/relationships/slide" Target="slides/slide3351.xml"/><Relationship Id="rId3562" Type="http://schemas.openxmlformats.org/officeDocument/2006/relationships/slide" Target="slides/slide3558.xml"/><Relationship Id="rId276" Type="http://schemas.openxmlformats.org/officeDocument/2006/relationships/slide" Target="slides/slide272.xml"/><Relationship Id="rId483" Type="http://schemas.openxmlformats.org/officeDocument/2006/relationships/slide" Target="slides/slide479.xml"/><Relationship Id="rId690" Type="http://schemas.openxmlformats.org/officeDocument/2006/relationships/slide" Target="slides/slide686.xml"/><Relationship Id="rId2164" Type="http://schemas.openxmlformats.org/officeDocument/2006/relationships/slide" Target="slides/slide2160.xml"/><Relationship Id="rId2371" Type="http://schemas.openxmlformats.org/officeDocument/2006/relationships/slide" Target="slides/slide2367.xml"/><Relationship Id="rId3008" Type="http://schemas.openxmlformats.org/officeDocument/2006/relationships/slide" Target="slides/slide3004.xml"/><Relationship Id="rId3215" Type="http://schemas.openxmlformats.org/officeDocument/2006/relationships/slide" Target="slides/slide3211.xml"/><Relationship Id="rId3422" Type="http://schemas.openxmlformats.org/officeDocument/2006/relationships/slide" Target="slides/slide3418.xml"/><Relationship Id="rId136" Type="http://schemas.openxmlformats.org/officeDocument/2006/relationships/slide" Target="slides/slide132.xml"/><Relationship Id="rId343" Type="http://schemas.openxmlformats.org/officeDocument/2006/relationships/slide" Target="slides/slide339.xml"/><Relationship Id="rId550" Type="http://schemas.openxmlformats.org/officeDocument/2006/relationships/slide" Target="slides/slide546.xml"/><Relationship Id="rId1180" Type="http://schemas.openxmlformats.org/officeDocument/2006/relationships/slide" Target="slides/slide1176.xml"/><Relationship Id="rId2024" Type="http://schemas.openxmlformats.org/officeDocument/2006/relationships/slide" Target="slides/slide2020.xml"/><Relationship Id="rId2231" Type="http://schemas.openxmlformats.org/officeDocument/2006/relationships/slide" Target="slides/slide2227.xml"/><Relationship Id="rId203" Type="http://schemas.openxmlformats.org/officeDocument/2006/relationships/slide" Target="slides/slide199.xml"/><Relationship Id="rId1040" Type="http://schemas.openxmlformats.org/officeDocument/2006/relationships/slide" Target="slides/slide1036.xml"/><Relationship Id="rId4196" Type="http://schemas.openxmlformats.org/officeDocument/2006/relationships/slide" Target="slides/slide4192.xml"/><Relationship Id="rId410" Type="http://schemas.openxmlformats.org/officeDocument/2006/relationships/slide" Target="slides/slide406.xml"/><Relationship Id="rId1997" Type="http://schemas.openxmlformats.org/officeDocument/2006/relationships/slide" Target="slides/slide1993.xml"/><Relationship Id="rId4056" Type="http://schemas.openxmlformats.org/officeDocument/2006/relationships/slide" Target="slides/slide4052.xml"/><Relationship Id="rId1857" Type="http://schemas.openxmlformats.org/officeDocument/2006/relationships/slide" Target="slides/slide1853.xml"/><Relationship Id="rId2908" Type="http://schemas.openxmlformats.org/officeDocument/2006/relationships/slide" Target="slides/slide2904.xml"/><Relationship Id="rId4263" Type="http://schemas.openxmlformats.org/officeDocument/2006/relationships/slide" Target="slides/slide4259.xml"/><Relationship Id="rId1717" Type="http://schemas.openxmlformats.org/officeDocument/2006/relationships/slide" Target="slides/slide1713.xml"/><Relationship Id="rId1924" Type="http://schemas.openxmlformats.org/officeDocument/2006/relationships/slide" Target="slides/slide1920.xml"/><Relationship Id="rId3072" Type="http://schemas.openxmlformats.org/officeDocument/2006/relationships/slide" Target="slides/slide3068.xml"/><Relationship Id="rId4123" Type="http://schemas.openxmlformats.org/officeDocument/2006/relationships/slide" Target="slides/slide4119.xml"/><Relationship Id="rId4330" Type="http://schemas.openxmlformats.org/officeDocument/2006/relationships/slide" Target="slides/slide4326.xml"/><Relationship Id="rId3889" Type="http://schemas.openxmlformats.org/officeDocument/2006/relationships/slide" Target="slides/slide3885.xml"/><Relationship Id="rId2698" Type="http://schemas.openxmlformats.org/officeDocument/2006/relationships/slide" Target="slides/slide2694.xml"/><Relationship Id="rId3749" Type="http://schemas.openxmlformats.org/officeDocument/2006/relationships/slide" Target="slides/slide3745.xml"/><Relationship Id="rId3956" Type="http://schemas.openxmlformats.org/officeDocument/2006/relationships/slide" Target="slides/slide3952.xml"/><Relationship Id="rId877" Type="http://schemas.openxmlformats.org/officeDocument/2006/relationships/slide" Target="slides/slide873.xml"/><Relationship Id="rId2558" Type="http://schemas.openxmlformats.org/officeDocument/2006/relationships/slide" Target="slides/slide2554.xml"/><Relationship Id="rId2765" Type="http://schemas.openxmlformats.org/officeDocument/2006/relationships/slide" Target="slides/slide2761.xml"/><Relationship Id="rId2972" Type="http://schemas.openxmlformats.org/officeDocument/2006/relationships/slide" Target="slides/slide2968.xml"/><Relationship Id="rId3609" Type="http://schemas.openxmlformats.org/officeDocument/2006/relationships/slide" Target="slides/slide3605.xml"/><Relationship Id="rId3816" Type="http://schemas.openxmlformats.org/officeDocument/2006/relationships/slide" Target="slides/slide3812.xml"/><Relationship Id="rId737" Type="http://schemas.openxmlformats.org/officeDocument/2006/relationships/slide" Target="slides/slide733.xml"/><Relationship Id="rId944" Type="http://schemas.openxmlformats.org/officeDocument/2006/relationships/slide" Target="slides/slide940.xml"/><Relationship Id="rId1367" Type="http://schemas.openxmlformats.org/officeDocument/2006/relationships/slide" Target="slides/slide1363.xml"/><Relationship Id="rId1574" Type="http://schemas.openxmlformats.org/officeDocument/2006/relationships/slide" Target="slides/slide1570.xml"/><Relationship Id="rId1781" Type="http://schemas.openxmlformats.org/officeDocument/2006/relationships/slide" Target="slides/slide1777.xml"/><Relationship Id="rId2418" Type="http://schemas.openxmlformats.org/officeDocument/2006/relationships/slide" Target="slides/slide2414.xml"/><Relationship Id="rId2625" Type="http://schemas.openxmlformats.org/officeDocument/2006/relationships/slide" Target="slides/slide2621.xml"/><Relationship Id="rId2832" Type="http://schemas.openxmlformats.org/officeDocument/2006/relationships/slide" Target="slides/slide2828.xml"/><Relationship Id="rId73" Type="http://schemas.openxmlformats.org/officeDocument/2006/relationships/slide" Target="slides/slide69.xml"/><Relationship Id="rId804" Type="http://schemas.openxmlformats.org/officeDocument/2006/relationships/slide" Target="slides/slide800.xml"/><Relationship Id="rId1227" Type="http://schemas.openxmlformats.org/officeDocument/2006/relationships/slide" Target="slides/slide1223.xml"/><Relationship Id="rId1434" Type="http://schemas.openxmlformats.org/officeDocument/2006/relationships/slide" Target="slides/slide1430.xml"/><Relationship Id="rId1641" Type="http://schemas.openxmlformats.org/officeDocument/2006/relationships/slide" Target="slides/slide1637.xml"/><Relationship Id="rId1501" Type="http://schemas.openxmlformats.org/officeDocument/2006/relationships/slide" Target="slides/slide1497.xml"/><Relationship Id="rId3399" Type="http://schemas.openxmlformats.org/officeDocument/2006/relationships/slide" Target="slides/slide3395.xml"/><Relationship Id="rId3259" Type="http://schemas.openxmlformats.org/officeDocument/2006/relationships/slide" Target="slides/slide3255.xml"/><Relationship Id="rId3466" Type="http://schemas.openxmlformats.org/officeDocument/2006/relationships/slide" Target="slides/slide3462.xml"/><Relationship Id="rId387" Type="http://schemas.openxmlformats.org/officeDocument/2006/relationships/slide" Target="slides/slide383.xml"/><Relationship Id="rId594" Type="http://schemas.openxmlformats.org/officeDocument/2006/relationships/slide" Target="slides/slide590.xml"/><Relationship Id="rId2068" Type="http://schemas.openxmlformats.org/officeDocument/2006/relationships/slide" Target="slides/slide2064.xml"/><Relationship Id="rId2275" Type="http://schemas.openxmlformats.org/officeDocument/2006/relationships/slide" Target="slides/slide2271.xml"/><Relationship Id="rId3119" Type="http://schemas.openxmlformats.org/officeDocument/2006/relationships/slide" Target="slides/slide3115.xml"/><Relationship Id="rId3326" Type="http://schemas.openxmlformats.org/officeDocument/2006/relationships/slide" Target="slides/slide3322.xml"/><Relationship Id="rId3673" Type="http://schemas.openxmlformats.org/officeDocument/2006/relationships/slide" Target="slides/slide3669.xml"/><Relationship Id="rId3880" Type="http://schemas.openxmlformats.org/officeDocument/2006/relationships/slide" Target="slides/slide3876.xml"/><Relationship Id="rId247" Type="http://schemas.openxmlformats.org/officeDocument/2006/relationships/slide" Target="slides/slide243.xml"/><Relationship Id="rId1084" Type="http://schemas.openxmlformats.org/officeDocument/2006/relationships/slide" Target="slides/slide1080.xml"/><Relationship Id="rId2482" Type="http://schemas.openxmlformats.org/officeDocument/2006/relationships/slide" Target="slides/slide2478.xml"/><Relationship Id="rId3533" Type="http://schemas.openxmlformats.org/officeDocument/2006/relationships/slide" Target="slides/slide3529.xml"/><Relationship Id="rId3740" Type="http://schemas.openxmlformats.org/officeDocument/2006/relationships/slide" Target="slides/slide3736.xml"/><Relationship Id="rId107" Type="http://schemas.openxmlformats.org/officeDocument/2006/relationships/slide" Target="slides/slide103.xml"/><Relationship Id="rId454" Type="http://schemas.openxmlformats.org/officeDocument/2006/relationships/slide" Target="slides/slide450.xml"/><Relationship Id="rId661" Type="http://schemas.openxmlformats.org/officeDocument/2006/relationships/slide" Target="slides/slide657.xml"/><Relationship Id="rId1291" Type="http://schemas.openxmlformats.org/officeDocument/2006/relationships/slide" Target="slides/slide1287.xml"/><Relationship Id="rId2135" Type="http://schemas.openxmlformats.org/officeDocument/2006/relationships/slide" Target="slides/slide2131.xml"/><Relationship Id="rId2342" Type="http://schemas.openxmlformats.org/officeDocument/2006/relationships/slide" Target="slides/slide2338.xml"/><Relationship Id="rId3600" Type="http://schemas.openxmlformats.org/officeDocument/2006/relationships/slide" Target="slides/slide3596.xml"/><Relationship Id="rId314" Type="http://schemas.openxmlformats.org/officeDocument/2006/relationships/slide" Target="slides/slide310.xml"/><Relationship Id="rId521" Type="http://schemas.openxmlformats.org/officeDocument/2006/relationships/slide" Target="slides/slide517.xml"/><Relationship Id="rId1151" Type="http://schemas.openxmlformats.org/officeDocument/2006/relationships/slide" Target="slides/slide1147.xml"/><Relationship Id="rId2202" Type="http://schemas.openxmlformats.org/officeDocument/2006/relationships/slide" Target="slides/slide2198.xml"/><Relationship Id="rId1011" Type="http://schemas.openxmlformats.org/officeDocument/2006/relationships/slide" Target="slides/slide1007.xml"/><Relationship Id="rId1968" Type="http://schemas.openxmlformats.org/officeDocument/2006/relationships/slide" Target="slides/slide1964.xml"/><Relationship Id="rId4167" Type="http://schemas.openxmlformats.org/officeDocument/2006/relationships/slide" Target="slides/slide4163.xml"/><Relationship Id="rId4374" Type="http://schemas.openxmlformats.org/officeDocument/2006/relationships/slide" Target="slides/slide4370.xml"/><Relationship Id="rId3183" Type="http://schemas.openxmlformats.org/officeDocument/2006/relationships/slide" Target="slides/slide3179.xml"/><Relationship Id="rId3390" Type="http://schemas.openxmlformats.org/officeDocument/2006/relationships/slide" Target="slides/slide3386.xml"/><Relationship Id="rId4027" Type="http://schemas.openxmlformats.org/officeDocument/2006/relationships/slide" Target="slides/slide4023.xml"/><Relationship Id="rId4234" Type="http://schemas.openxmlformats.org/officeDocument/2006/relationships/slide" Target="slides/slide4230.xml"/><Relationship Id="rId1828" Type="http://schemas.openxmlformats.org/officeDocument/2006/relationships/slide" Target="slides/slide1824.xml"/><Relationship Id="rId3043" Type="http://schemas.openxmlformats.org/officeDocument/2006/relationships/slide" Target="slides/slide3039.xml"/><Relationship Id="rId3250" Type="http://schemas.openxmlformats.org/officeDocument/2006/relationships/slide" Target="slides/slide3246.xml"/><Relationship Id="rId171" Type="http://schemas.openxmlformats.org/officeDocument/2006/relationships/slide" Target="slides/slide167.xml"/><Relationship Id="rId4301" Type="http://schemas.openxmlformats.org/officeDocument/2006/relationships/slide" Target="slides/slide4297.xml"/><Relationship Id="rId3110" Type="http://schemas.openxmlformats.org/officeDocument/2006/relationships/slide" Target="slides/slide3106.xml"/><Relationship Id="rId988" Type="http://schemas.openxmlformats.org/officeDocument/2006/relationships/slide" Target="slides/slide984.xml"/><Relationship Id="rId2669" Type="http://schemas.openxmlformats.org/officeDocument/2006/relationships/slide" Target="slides/slide2665.xml"/><Relationship Id="rId2876" Type="http://schemas.openxmlformats.org/officeDocument/2006/relationships/slide" Target="slides/slide2872.xml"/><Relationship Id="rId3927" Type="http://schemas.openxmlformats.org/officeDocument/2006/relationships/slide" Target="slides/slide3923.xml"/><Relationship Id="rId848" Type="http://schemas.openxmlformats.org/officeDocument/2006/relationships/slide" Target="slides/slide844.xml"/><Relationship Id="rId1478" Type="http://schemas.openxmlformats.org/officeDocument/2006/relationships/slide" Target="slides/slide1474.xml"/><Relationship Id="rId1685" Type="http://schemas.openxmlformats.org/officeDocument/2006/relationships/slide" Target="slides/slide1681.xml"/><Relationship Id="rId1892" Type="http://schemas.openxmlformats.org/officeDocument/2006/relationships/slide" Target="slides/slide1888.xml"/><Relationship Id="rId2529" Type="http://schemas.openxmlformats.org/officeDocument/2006/relationships/slide" Target="slides/slide2525.xml"/><Relationship Id="rId2736" Type="http://schemas.openxmlformats.org/officeDocument/2006/relationships/slide" Target="slides/slide2732.xml"/><Relationship Id="rId4091" Type="http://schemas.openxmlformats.org/officeDocument/2006/relationships/slide" Target="slides/slide4087.xml"/><Relationship Id="rId708" Type="http://schemas.openxmlformats.org/officeDocument/2006/relationships/slide" Target="slides/slide704.xml"/><Relationship Id="rId915" Type="http://schemas.openxmlformats.org/officeDocument/2006/relationships/slide" Target="slides/slide911.xml"/><Relationship Id="rId1338" Type="http://schemas.openxmlformats.org/officeDocument/2006/relationships/slide" Target="slides/slide1334.xml"/><Relationship Id="rId1545" Type="http://schemas.openxmlformats.org/officeDocument/2006/relationships/slide" Target="slides/slide1541.xml"/><Relationship Id="rId2943" Type="http://schemas.openxmlformats.org/officeDocument/2006/relationships/slide" Target="slides/slide2939.xml"/><Relationship Id="rId1405" Type="http://schemas.openxmlformats.org/officeDocument/2006/relationships/slide" Target="slides/slide1401.xml"/><Relationship Id="rId1752" Type="http://schemas.openxmlformats.org/officeDocument/2006/relationships/slide" Target="slides/slide1748.xml"/><Relationship Id="rId2803" Type="http://schemas.openxmlformats.org/officeDocument/2006/relationships/slide" Target="slides/slide2799.xml"/><Relationship Id="rId44" Type="http://schemas.openxmlformats.org/officeDocument/2006/relationships/slide" Target="slides/slide40.xml"/><Relationship Id="rId1612" Type="http://schemas.openxmlformats.org/officeDocument/2006/relationships/slide" Target="slides/slide1608.xml"/><Relationship Id="rId498" Type="http://schemas.openxmlformats.org/officeDocument/2006/relationships/slide" Target="slides/slide494.xml"/><Relationship Id="rId2179" Type="http://schemas.openxmlformats.org/officeDocument/2006/relationships/slide" Target="slides/slide2175.xml"/><Relationship Id="rId3577" Type="http://schemas.openxmlformats.org/officeDocument/2006/relationships/slide" Target="slides/slide3573.xml"/><Relationship Id="rId3784" Type="http://schemas.openxmlformats.org/officeDocument/2006/relationships/slide" Target="slides/slide3780.xml"/><Relationship Id="rId3991" Type="http://schemas.openxmlformats.org/officeDocument/2006/relationships/slide" Target="slides/slide3987.xml"/><Relationship Id="rId2386" Type="http://schemas.openxmlformats.org/officeDocument/2006/relationships/slide" Target="slides/slide2382.xml"/><Relationship Id="rId2593" Type="http://schemas.openxmlformats.org/officeDocument/2006/relationships/slide" Target="slides/slide2589.xml"/><Relationship Id="rId3437" Type="http://schemas.openxmlformats.org/officeDocument/2006/relationships/slide" Target="slides/slide3433.xml"/><Relationship Id="rId3644" Type="http://schemas.openxmlformats.org/officeDocument/2006/relationships/slide" Target="slides/slide3640.xml"/><Relationship Id="rId3851" Type="http://schemas.openxmlformats.org/officeDocument/2006/relationships/slide" Target="slides/slide3847.xml"/><Relationship Id="rId358" Type="http://schemas.openxmlformats.org/officeDocument/2006/relationships/slide" Target="slides/slide354.xml"/><Relationship Id="rId565" Type="http://schemas.openxmlformats.org/officeDocument/2006/relationships/slide" Target="slides/slide561.xml"/><Relationship Id="rId772" Type="http://schemas.openxmlformats.org/officeDocument/2006/relationships/slide" Target="slides/slide768.xml"/><Relationship Id="rId1195" Type="http://schemas.openxmlformats.org/officeDocument/2006/relationships/slide" Target="slides/slide1191.xml"/><Relationship Id="rId2039" Type="http://schemas.openxmlformats.org/officeDocument/2006/relationships/slide" Target="slides/slide2035.xml"/><Relationship Id="rId2246" Type="http://schemas.openxmlformats.org/officeDocument/2006/relationships/slide" Target="slides/slide2242.xml"/><Relationship Id="rId2453" Type="http://schemas.openxmlformats.org/officeDocument/2006/relationships/slide" Target="slides/slide2449.xml"/><Relationship Id="rId2660" Type="http://schemas.openxmlformats.org/officeDocument/2006/relationships/slide" Target="slides/slide2656.xml"/><Relationship Id="rId3504" Type="http://schemas.openxmlformats.org/officeDocument/2006/relationships/slide" Target="slides/slide3500.xml"/><Relationship Id="rId3711" Type="http://schemas.openxmlformats.org/officeDocument/2006/relationships/slide" Target="slides/slide3707.xml"/><Relationship Id="rId218" Type="http://schemas.openxmlformats.org/officeDocument/2006/relationships/slide" Target="slides/slide214.xml"/><Relationship Id="rId425" Type="http://schemas.openxmlformats.org/officeDocument/2006/relationships/slide" Target="slides/slide421.xml"/><Relationship Id="rId632" Type="http://schemas.openxmlformats.org/officeDocument/2006/relationships/slide" Target="slides/slide628.xml"/><Relationship Id="rId1055" Type="http://schemas.openxmlformats.org/officeDocument/2006/relationships/slide" Target="slides/slide1051.xml"/><Relationship Id="rId1262" Type="http://schemas.openxmlformats.org/officeDocument/2006/relationships/slide" Target="slides/slide1258.xml"/><Relationship Id="rId2106" Type="http://schemas.openxmlformats.org/officeDocument/2006/relationships/slide" Target="slides/slide2102.xml"/><Relationship Id="rId2313" Type="http://schemas.openxmlformats.org/officeDocument/2006/relationships/slide" Target="slides/slide2309.xml"/><Relationship Id="rId2520" Type="http://schemas.openxmlformats.org/officeDocument/2006/relationships/slide" Target="slides/slide2516.xml"/><Relationship Id="rId1122" Type="http://schemas.openxmlformats.org/officeDocument/2006/relationships/slide" Target="slides/slide1118.xml"/><Relationship Id="rId4278" Type="http://schemas.openxmlformats.org/officeDocument/2006/relationships/slide" Target="slides/slide4274.xml"/><Relationship Id="rId3087" Type="http://schemas.openxmlformats.org/officeDocument/2006/relationships/slide" Target="slides/slide3083.xml"/><Relationship Id="rId3294" Type="http://schemas.openxmlformats.org/officeDocument/2006/relationships/slide" Target="slides/slide3290.xml"/><Relationship Id="rId4138" Type="http://schemas.openxmlformats.org/officeDocument/2006/relationships/slide" Target="slides/slide4134.xml"/><Relationship Id="rId4345" Type="http://schemas.openxmlformats.org/officeDocument/2006/relationships/slide" Target="slides/slide4341.xml"/><Relationship Id="rId1939" Type="http://schemas.openxmlformats.org/officeDocument/2006/relationships/slide" Target="slides/slide1935.xml"/><Relationship Id="rId3154" Type="http://schemas.openxmlformats.org/officeDocument/2006/relationships/slide" Target="slides/slide3150.xml"/><Relationship Id="rId3361" Type="http://schemas.openxmlformats.org/officeDocument/2006/relationships/slide" Target="slides/slide3357.xml"/><Relationship Id="rId4205" Type="http://schemas.openxmlformats.org/officeDocument/2006/relationships/slide" Target="slides/slide4201.xml"/><Relationship Id="rId282" Type="http://schemas.openxmlformats.org/officeDocument/2006/relationships/slide" Target="slides/slide278.xml"/><Relationship Id="rId2170" Type="http://schemas.openxmlformats.org/officeDocument/2006/relationships/slide" Target="slides/slide2166.xml"/><Relationship Id="rId3014" Type="http://schemas.openxmlformats.org/officeDocument/2006/relationships/slide" Target="slides/slide3010.xml"/><Relationship Id="rId3221" Type="http://schemas.openxmlformats.org/officeDocument/2006/relationships/slide" Target="slides/slide3217.xml"/><Relationship Id="rId8" Type="http://schemas.openxmlformats.org/officeDocument/2006/relationships/slide" Target="slides/slide4.xml"/><Relationship Id="rId142" Type="http://schemas.openxmlformats.org/officeDocument/2006/relationships/slide" Target="slides/slide138.xml"/><Relationship Id="rId2030" Type="http://schemas.openxmlformats.org/officeDocument/2006/relationships/slide" Target="slides/slide2026.xml"/><Relationship Id="rId2987" Type="http://schemas.openxmlformats.org/officeDocument/2006/relationships/slide" Target="slides/slide2983.xml"/><Relationship Id="rId959" Type="http://schemas.openxmlformats.org/officeDocument/2006/relationships/slide" Target="slides/slide955.xml"/><Relationship Id="rId1589" Type="http://schemas.openxmlformats.org/officeDocument/2006/relationships/slide" Target="slides/slide1585.xml"/><Relationship Id="rId1449" Type="http://schemas.openxmlformats.org/officeDocument/2006/relationships/slide" Target="slides/slide1445.xml"/><Relationship Id="rId1796" Type="http://schemas.openxmlformats.org/officeDocument/2006/relationships/slide" Target="slides/slide1792.xml"/><Relationship Id="rId2847" Type="http://schemas.openxmlformats.org/officeDocument/2006/relationships/slide" Target="slides/slide2843.xml"/><Relationship Id="rId4062" Type="http://schemas.openxmlformats.org/officeDocument/2006/relationships/slide" Target="slides/slide4058.xml"/><Relationship Id="rId88" Type="http://schemas.openxmlformats.org/officeDocument/2006/relationships/slide" Target="slides/slide84.xml"/><Relationship Id="rId819" Type="http://schemas.openxmlformats.org/officeDocument/2006/relationships/slide" Target="slides/slide815.xml"/><Relationship Id="rId1656" Type="http://schemas.openxmlformats.org/officeDocument/2006/relationships/slide" Target="slides/slide1652.xml"/><Relationship Id="rId1863" Type="http://schemas.openxmlformats.org/officeDocument/2006/relationships/slide" Target="slides/slide1859.xml"/><Relationship Id="rId2707" Type="http://schemas.openxmlformats.org/officeDocument/2006/relationships/slide" Target="slides/slide2703.xml"/><Relationship Id="rId2914" Type="http://schemas.openxmlformats.org/officeDocument/2006/relationships/slide" Target="slides/slide2910.xml"/><Relationship Id="rId1309" Type="http://schemas.openxmlformats.org/officeDocument/2006/relationships/slide" Target="slides/slide1305.xml"/><Relationship Id="rId1516" Type="http://schemas.openxmlformats.org/officeDocument/2006/relationships/slide" Target="slides/slide1512.xml"/><Relationship Id="rId1723" Type="http://schemas.openxmlformats.org/officeDocument/2006/relationships/slide" Target="slides/slide1719.xml"/><Relationship Id="rId1930" Type="http://schemas.openxmlformats.org/officeDocument/2006/relationships/slide" Target="slides/slide1926.xml"/><Relationship Id="rId15" Type="http://schemas.openxmlformats.org/officeDocument/2006/relationships/slide" Target="slides/slide11.xml"/><Relationship Id="rId3688" Type="http://schemas.openxmlformats.org/officeDocument/2006/relationships/slide" Target="slides/slide3684.xml"/><Relationship Id="rId3895" Type="http://schemas.openxmlformats.org/officeDocument/2006/relationships/slide" Target="slides/slide3891.xml"/><Relationship Id="rId2497" Type="http://schemas.openxmlformats.org/officeDocument/2006/relationships/slide" Target="slides/slide2493.xml"/><Relationship Id="rId3548" Type="http://schemas.openxmlformats.org/officeDocument/2006/relationships/slide" Target="slides/slide3544.xml"/><Relationship Id="rId3755" Type="http://schemas.openxmlformats.org/officeDocument/2006/relationships/slide" Target="slides/slide3751.xml"/><Relationship Id="rId469" Type="http://schemas.openxmlformats.org/officeDocument/2006/relationships/slide" Target="slides/slide465.xml"/><Relationship Id="rId676" Type="http://schemas.openxmlformats.org/officeDocument/2006/relationships/slide" Target="slides/slide672.xml"/><Relationship Id="rId883" Type="http://schemas.openxmlformats.org/officeDocument/2006/relationships/slide" Target="slides/slide879.xml"/><Relationship Id="rId1099" Type="http://schemas.openxmlformats.org/officeDocument/2006/relationships/slide" Target="slides/slide1095.xml"/><Relationship Id="rId2357" Type="http://schemas.openxmlformats.org/officeDocument/2006/relationships/slide" Target="slides/slide2353.xml"/><Relationship Id="rId2564" Type="http://schemas.openxmlformats.org/officeDocument/2006/relationships/slide" Target="slides/slide2560.xml"/><Relationship Id="rId3408" Type="http://schemas.openxmlformats.org/officeDocument/2006/relationships/slide" Target="slides/slide3404.xml"/><Relationship Id="rId3615" Type="http://schemas.openxmlformats.org/officeDocument/2006/relationships/slide" Target="slides/slide3611.xml"/><Relationship Id="rId3962" Type="http://schemas.openxmlformats.org/officeDocument/2006/relationships/slide" Target="slides/slide3958.xml"/><Relationship Id="rId329" Type="http://schemas.openxmlformats.org/officeDocument/2006/relationships/slide" Target="slides/slide325.xml"/><Relationship Id="rId536" Type="http://schemas.openxmlformats.org/officeDocument/2006/relationships/slide" Target="slides/slide532.xml"/><Relationship Id="rId1166" Type="http://schemas.openxmlformats.org/officeDocument/2006/relationships/slide" Target="slides/slide1162.xml"/><Relationship Id="rId1373" Type="http://schemas.openxmlformats.org/officeDocument/2006/relationships/slide" Target="slides/slide1369.xml"/><Relationship Id="rId2217" Type="http://schemas.openxmlformats.org/officeDocument/2006/relationships/slide" Target="slides/slide2213.xml"/><Relationship Id="rId2771" Type="http://schemas.openxmlformats.org/officeDocument/2006/relationships/slide" Target="slides/slide2767.xml"/><Relationship Id="rId3822" Type="http://schemas.openxmlformats.org/officeDocument/2006/relationships/slide" Target="slides/slide3818.xml"/><Relationship Id="rId743" Type="http://schemas.openxmlformats.org/officeDocument/2006/relationships/slide" Target="slides/slide739.xml"/><Relationship Id="rId950" Type="http://schemas.openxmlformats.org/officeDocument/2006/relationships/slide" Target="slides/slide946.xml"/><Relationship Id="rId1026" Type="http://schemas.openxmlformats.org/officeDocument/2006/relationships/slide" Target="slides/slide1022.xml"/><Relationship Id="rId1580" Type="http://schemas.openxmlformats.org/officeDocument/2006/relationships/slide" Target="slides/slide1576.xml"/><Relationship Id="rId2424" Type="http://schemas.openxmlformats.org/officeDocument/2006/relationships/slide" Target="slides/slide2420.xml"/><Relationship Id="rId2631" Type="http://schemas.openxmlformats.org/officeDocument/2006/relationships/slide" Target="slides/slide2627.xml"/><Relationship Id="rId603" Type="http://schemas.openxmlformats.org/officeDocument/2006/relationships/slide" Target="slides/slide599.xml"/><Relationship Id="rId810" Type="http://schemas.openxmlformats.org/officeDocument/2006/relationships/slide" Target="slides/slide806.xml"/><Relationship Id="rId1233" Type="http://schemas.openxmlformats.org/officeDocument/2006/relationships/slide" Target="slides/slide1229.xml"/><Relationship Id="rId1440" Type="http://schemas.openxmlformats.org/officeDocument/2006/relationships/slide" Target="slides/slide1436.xml"/><Relationship Id="rId1300" Type="http://schemas.openxmlformats.org/officeDocument/2006/relationships/slide" Target="slides/slide1296.xml"/><Relationship Id="rId3198" Type="http://schemas.openxmlformats.org/officeDocument/2006/relationships/slide" Target="slides/slide3194.xml"/><Relationship Id="rId4249" Type="http://schemas.openxmlformats.org/officeDocument/2006/relationships/slide" Target="slides/slide4245.xml"/><Relationship Id="rId3058" Type="http://schemas.openxmlformats.org/officeDocument/2006/relationships/slide" Target="slides/slide3054.xml"/><Relationship Id="rId3265" Type="http://schemas.openxmlformats.org/officeDocument/2006/relationships/slide" Target="slides/slide3261.xml"/><Relationship Id="rId3472" Type="http://schemas.openxmlformats.org/officeDocument/2006/relationships/slide" Target="slides/slide3468.xml"/><Relationship Id="rId4109" Type="http://schemas.openxmlformats.org/officeDocument/2006/relationships/slide" Target="slides/slide4105.xml"/><Relationship Id="rId4316" Type="http://schemas.openxmlformats.org/officeDocument/2006/relationships/slide" Target="slides/slide4312.xml"/><Relationship Id="rId186" Type="http://schemas.openxmlformats.org/officeDocument/2006/relationships/slide" Target="slides/slide182.xml"/><Relationship Id="rId393" Type="http://schemas.openxmlformats.org/officeDocument/2006/relationships/slide" Target="slides/slide389.xml"/><Relationship Id="rId2074" Type="http://schemas.openxmlformats.org/officeDocument/2006/relationships/slide" Target="slides/slide2070.xml"/><Relationship Id="rId2281" Type="http://schemas.openxmlformats.org/officeDocument/2006/relationships/slide" Target="slides/slide2277.xml"/><Relationship Id="rId3125" Type="http://schemas.openxmlformats.org/officeDocument/2006/relationships/slide" Target="slides/slide3121.xml"/><Relationship Id="rId3332" Type="http://schemas.openxmlformats.org/officeDocument/2006/relationships/slide" Target="slides/slide3328.xml"/><Relationship Id="rId253" Type="http://schemas.openxmlformats.org/officeDocument/2006/relationships/slide" Target="slides/slide249.xml"/><Relationship Id="rId460" Type="http://schemas.openxmlformats.org/officeDocument/2006/relationships/slide" Target="slides/slide456.xml"/><Relationship Id="rId1090" Type="http://schemas.openxmlformats.org/officeDocument/2006/relationships/slide" Target="slides/slide1086.xml"/><Relationship Id="rId2141" Type="http://schemas.openxmlformats.org/officeDocument/2006/relationships/slide" Target="slides/slide2137.xml"/><Relationship Id="rId113" Type="http://schemas.openxmlformats.org/officeDocument/2006/relationships/slide" Target="slides/slide109.xml"/><Relationship Id="rId320" Type="http://schemas.openxmlformats.org/officeDocument/2006/relationships/slide" Target="slides/slide316.xml"/><Relationship Id="rId2001" Type="http://schemas.openxmlformats.org/officeDocument/2006/relationships/slide" Target="slides/slide1997.xml"/><Relationship Id="rId2958" Type="http://schemas.openxmlformats.org/officeDocument/2006/relationships/slide" Target="slides/slide2954.xml"/><Relationship Id="rId1767" Type="http://schemas.openxmlformats.org/officeDocument/2006/relationships/slide" Target="slides/slide1763.xml"/><Relationship Id="rId1974" Type="http://schemas.openxmlformats.org/officeDocument/2006/relationships/slide" Target="slides/slide1970.xml"/><Relationship Id="rId2818" Type="http://schemas.openxmlformats.org/officeDocument/2006/relationships/slide" Target="slides/slide2814.xml"/><Relationship Id="rId4173" Type="http://schemas.openxmlformats.org/officeDocument/2006/relationships/slide" Target="slides/slide4169.xml"/><Relationship Id="rId4380" Type="http://schemas.openxmlformats.org/officeDocument/2006/relationships/slide" Target="slides/slide4376.xml"/><Relationship Id="rId59" Type="http://schemas.openxmlformats.org/officeDocument/2006/relationships/slide" Target="slides/slide55.xml"/><Relationship Id="rId1627" Type="http://schemas.openxmlformats.org/officeDocument/2006/relationships/slide" Target="slides/slide1623.xml"/><Relationship Id="rId1834" Type="http://schemas.openxmlformats.org/officeDocument/2006/relationships/slide" Target="slides/slide1830.xml"/><Relationship Id="rId4033" Type="http://schemas.openxmlformats.org/officeDocument/2006/relationships/slide" Target="slides/slide4029.xml"/><Relationship Id="rId4240" Type="http://schemas.openxmlformats.org/officeDocument/2006/relationships/slide" Target="slides/slide4236.xml"/><Relationship Id="rId3799" Type="http://schemas.openxmlformats.org/officeDocument/2006/relationships/slide" Target="slides/slide3795.xml"/><Relationship Id="rId4100" Type="http://schemas.openxmlformats.org/officeDocument/2006/relationships/slide" Target="slides/slide4096.xml"/><Relationship Id="rId1901" Type="http://schemas.openxmlformats.org/officeDocument/2006/relationships/slide" Target="slides/slide1897.xml"/><Relationship Id="rId3659" Type="http://schemas.openxmlformats.org/officeDocument/2006/relationships/slide" Target="slides/slide3655.xml"/><Relationship Id="rId3866" Type="http://schemas.openxmlformats.org/officeDocument/2006/relationships/slide" Target="slides/slide3862.xml"/><Relationship Id="rId787" Type="http://schemas.openxmlformats.org/officeDocument/2006/relationships/slide" Target="slides/slide783.xml"/><Relationship Id="rId994" Type="http://schemas.openxmlformats.org/officeDocument/2006/relationships/slide" Target="slides/slide990.xml"/><Relationship Id="rId2468" Type="http://schemas.openxmlformats.org/officeDocument/2006/relationships/slide" Target="slides/slide2464.xml"/><Relationship Id="rId2675" Type="http://schemas.openxmlformats.org/officeDocument/2006/relationships/slide" Target="slides/slide2671.xml"/><Relationship Id="rId2882" Type="http://schemas.openxmlformats.org/officeDocument/2006/relationships/slide" Target="slides/slide2878.xml"/><Relationship Id="rId3519" Type="http://schemas.openxmlformats.org/officeDocument/2006/relationships/slide" Target="slides/slide3515.xml"/><Relationship Id="rId3726" Type="http://schemas.openxmlformats.org/officeDocument/2006/relationships/slide" Target="slides/slide3722.xml"/><Relationship Id="rId3933" Type="http://schemas.openxmlformats.org/officeDocument/2006/relationships/slide" Target="slides/slide3929.xml"/><Relationship Id="rId647" Type="http://schemas.openxmlformats.org/officeDocument/2006/relationships/slide" Target="slides/slide643.xml"/><Relationship Id="rId854" Type="http://schemas.openxmlformats.org/officeDocument/2006/relationships/slide" Target="slides/slide850.xml"/><Relationship Id="rId1277" Type="http://schemas.openxmlformats.org/officeDocument/2006/relationships/slide" Target="slides/slide1273.xml"/><Relationship Id="rId1484" Type="http://schemas.openxmlformats.org/officeDocument/2006/relationships/slide" Target="slides/slide1480.xml"/><Relationship Id="rId1691" Type="http://schemas.openxmlformats.org/officeDocument/2006/relationships/slide" Target="slides/slide1687.xml"/><Relationship Id="rId2328" Type="http://schemas.openxmlformats.org/officeDocument/2006/relationships/slide" Target="slides/slide2324.xml"/><Relationship Id="rId2535" Type="http://schemas.openxmlformats.org/officeDocument/2006/relationships/slide" Target="slides/slide2531.xml"/><Relationship Id="rId2742" Type="http://schemas.openxmlformats.org/officeDocument/2006/relationships/slide" Target="slides/slide2738.xml"/><Relationship Id="rId507" Type="http://schemas.openxmlformats.org/officeDocument/2006/relationships/slide" Target="slides/slide503.xml"/><Relationship Id="rId714" Type="http://schemas.openxmlformats.org/officeDocument/2006/relationships/slide" Target="slides/slide710.xml"/><Relationship Id="rId921" Type="http://schemas.openxmlformats.org/officeDocument/2006/relationships/slide" Target="slides/slide917.xml"/><Relationship Id="rId1137" Type="http://schemas.openxmlformats.org/officeDocument/2006/relationships/slide" Target="slides/slide1133.xml"/><Relationship Id="rId1344" Type="http://schemas.openxmlformats.org/officeDocument/2006/relationships/slide" Target="slides/slide1340.xml"/><Relationship Id="rId1551" Type="http://schemas.openxmlformats.org/officeDocument/2006/relationships/slide" Target="slides/slide1547.xml"/><Relationship Id="rId2602" Type="http://schemas.openxmlformats.org/officeDocument/2006/relationships/slide" Target="slides/slide2598.xml"/><Relationship Id="rId50" Type="http://schemas.openxmlformats.org/officeDocument/2006/relationships/slide" Target="slides/slide46.xml"/><Relationship Id="rId1204" Type="http://schemas.openxmlformats.org/officeDocument/2006/relationships/slide" Target="slides/slide1200.xml"/><Relationship Id="rId1411" Type="http://schemas.openxmlformats.org/officeDocument/2006/relationships/slide" Target="slides/slide1407.xml"/><Relationship Id="rId3169" Type="http://schemas.openxmlformats.org/officeDocument/2006/relationships/slide" Target="slides/slide3165.xml"/><Relationship Id="rId3376" Type="http://schemas.openxmlformats.org/officeDocument/2006/relationships/slide" Target="slides/slide3372.xml"/><Relationship Id="rId3583" Type="http://schemas.openxmlformats.org/officeDocument/2006/relationships/slide" Target="slides/slide3579.xml"/><Relationship Id="rId297" Type="http://schemas.openxmlformats.org/officeDocument/2006/relationships/slide" Target="slides/slide293.xml"/><Relationship Id="rId2185" Type="http://schemas.openxmlformats.org/officeDocument/2006/relationships/slide" Target="slides/slide2181.xml"/><Relationship Id="rId2392" Type="http://schemas.openxmlformats.org/officeDocument/2006/relationships/slide" Target="slides/slide2388.xml"/><Relationship Id="rId3029" Type="http://schemas.openxmlformats.org/officeDocument/2006/relationships/slide" Target="slides/slide3025.xml"/><Relationship Id="rId3236" Type="http://schemas.openxmlformats.org/officeDocument/2006/relationships/slide" Target="slides/slide3232.xml"/><Relationship Id="rId3790" Type="http://schemas.openxmlformats.org/officeDocument/2006/relationships/slide" Target="slides/slide3786.xml"/><Relationship Id="rId157" Type="http://schemas.openxmlformats.org/officeDocument/2006/relationships/slide" Target="slides/slide153.xml"/><Relationship Id="rId364" Type="http://schemas.openxmlformats.org/officeDocument/2006/relationships/slide" Target="slides/slide360.xml"/><Relationship Id="rId2045" Type="http://schemas.openxmlformats.org/officeDocument/2006/relationships/slide" Target="slides/slide2041.xml"/><Relationship Id="rId3443" Type="http://schemas.openxmlformats.org/officeDocument/2006/relationships/slide" Target="slides/slide3439.xml"/><Relationship Id="rId3650" Type="http://schemas.openxmlformats.org/officeDocument/2006/relationships/slide" Target="slides/slide3646.xml"/><Relationship Id="rId571" Type="http://schemas.openxmlformats.org/officeDocument/2006/relationships/slide" Target="slides/slide567.xml"/><Relationship Id="rId2252" Type="http://schemas.openxmlformats.org/officeDocument/2006/relationships/slide" Target="slides/slide2248.xml"/><Relationship Id="rId3303" Type="http://schemas.openxmlformats.org/officeDocument/2006/relationships/slide" Target="slides/slide3299.xml"/><Relationship Id="rId3510" Type="http://schemas.openxmlformats.org/officeDocument/2006/relationships/slide" Target="slides/slide3506.xml"/><Relationship Id="rId224" Type="http://schemas.openxmlformats.org/officeDocument/2006/relationships/slide" Target="slides/slide220.xml"/><Relationship Id="rId431" Type="http://schemas.openxmlformats.org/officeDocument/2006/relationships/slide" Target="slides/slide427.xml"/><Relationship Id="rId1061" Type="http://schemas.openxmlformats.org/officeDocument/2006/relationships/slide" Target="slides/slide1057.xml"/><Relationship Id="rId2112" Type="http://schemas.openxmlformats.org/officeDocument/2006/relationships/slide" Target="slides/slide2108.xml"/><Relationship Id="rId1878" Type="http://schemas.openxmlformats.org/officeDocument/2006/relationships/slide" Target="slides/slide1874.xml"/><Relationship Id="rId2929" Type="http://schemas.openxmlformats.org/officeDocument/2006/relationships/slide" Target="slides/slide2925.xml"/><Relationship Id="rId4077" Type="http://schemas.openxmlformats.org/officeDocument/2006/relationships/slide" Target="slides/slide4073.xml"/><Relationship Id="rId4284" Type="http://schemas.openxmlformats.org/officeDocument/2006/relationships/slide" Target="slides/slide4280.xml"/><Relationship Id="rId1738" Type="http://schemas.openxmlformats.org/officeDocument/2006/relationships/slide" Target="slides/slide1734.xml"/><Relationship Id="rId3093" Type="http://schemas.openxmlformats.org/officeDocument/2006/relationships/slide" Target="slides/slide3089.xml"/><Relationship Id="rId4144" Type="http://schemas.openxmlformats.org/officeDocument/2006/relationships/slide" Target="slides/slide4140.xml"/><Relationship Id="rId4351" Type="http://schemas.openxmlformats.org/officeDocument/2006/relationships/slide" Target="slides/slide4347.xml"/><Relationship Id="rId1945" Type="http://schemas.openxmlformats.org/officeDocument/2006/relationships/slide" Target="slides/slide1941.xml"/><Relationship Id="rId3160" Type="http://schemas.openxmlformats.org/officeDocument/2006/relationships/slide" Target="slides/slide3156.xml"/><Relationship Id="rId4004" Type="http://schemas.openxmlformats.org/officeDocument/2006/relationships/slide" Target="slides/slide4000.xml"/><Relationship Id="rId4211" Type="http://schemas.openxmlformats.org/officeDocument/2006/relationships/slide" Target="slides/slide4207.xml"/><Relationship Id="rId1805" Type="http://schemas.openxmlformats.org/officeDocument/2006/relationships/slide" Target="slides/slide1801.xml"/><Relationship Id="rId3020" Type="http://schemas.openxmlformats.org/officeDocument/2006/relationships/slide" Target="slides/slide3016.xml"/><Relationship Id="rId3977" Type="http://schemas.openxmlformats.org/officeDocument/2006/relationships/slide" Target="slides/slide3973.xml"/><Relationship Id="rId898" Type="http://schemas.openxmlformats.org/officeDocument/2006/relationships/slide" Target="slides/slide894.xml"/><Relationship Id="rId2579" Type="http://schemas.openxmlformats.org/officeDocument/2006/relationships/slide" Target="slides/slide2575.xml"/><Relationship Id="rId2786" Type="http://schemas.openxmlformats.org/officeDocument/2006/relationships/slide" Target="slides/slide2782.xml"/><Relationship Id="rId2993" Type="http://schemas.openxmlformats.org/officeDocument/2006/relationships/slide" Target="slides/slide2989.xml"/><Relationship Id="rId3837" Type="http://schemas.openxmlformats.org/officeDocument/2006/relationships/slide" Target="slides/slide3833.xml"/><Relationship Id="rId758" Type="http://schemas.openxmlformats.org/officeDocument/2006/relationships/slide" Target="slides/slide754.xml"/><Relationship Id="rId965" Type="http://schemas.openxmlformats.org/officeDocument/2006/relationships/slide" Target="slides/slide961.xml"/><Relationship Id="rId1388" Type="http://schemas.openxmlformats.org/officeDocument/2006/relationships/slide" Target="slides/slide1384.xml"/><Relationship Id="rId1595" Type="http://schemas.openxmlformats.org/officeDocument/2006/relationships/slide" Target="slides/slide1591.xml"/><Relationship Id="rId2439" Type="http://schemas.openxmlformats.org/officeDocument/2006/relationships/slide" Target="slides/slide2435.xml"/><Relationship Id="rId2646" Type="http://schemas.openxmlformats.org/officeDocument/2006/relationships/slide" Target="slides/slide2642.xml"/><Relationship Id="rId2853" Type="http://schemas.openxmlformats.org/officeDocument/2006/relationships/slide" Target="slides/slide2849.xml"/><Relationship Id="rId3904" Type="http://schemas.openxmlformats.org/officeDocument/2006/relationships/slide" Target="slides/slide3900.xml"/><Relationship Id="rId94" Type="http://schemas.openxmlformats.org/officeDocument/2006/relationships/slide" Target="slides/slide90.xml"/><Relationship Id="rId618" Type="http://schemas.openxmlformats.org/officeDocument/2006/relationships/slide" Target="slides/slide614.xml"/><Relationship Id="rId825" Type="http://schemas.openxmlformats.org/officeDocument/2006/relationships/slide" Target="slides/slide821.xml"/><Relationship Id="rId1248" Type="http://schemas.openxmlformats.org/officeDocument/2006/relationships/slide" Target="slides/slide1244.xml"/><Relationship Id="rId1455" Type="http://schemas.openxmlformats.org/officeDocument/2006/relationships/slide" Target="slides/slide1451.xml"/><Relationship Id="rId1662" Type="http://schemas.openxmlformats.org/officeDocument/2006/relationships/slide" Target="slides/slide1658.xml"/><Relationship Id="rId2506" Type="http://schemas.openxmlformats.org/officeDocument/2006/relationships/slide" Target="slides/slide2502.xml"/><Relationship Id="rId1108" Type="http://schemas.openxmlformats.org/officeDocument/2006/relationships/slide" Target="slides/slide1104.xml"/><Relationship Id="rId1315" Type="http://schemas.openxmlformats.org/officeDocument/2006/relationships/slide" Target="slides/slide1311.xml"/><Relationship Id="rId2713" Type="http://schemas.openxmlformats.org/officeDocument/2006/relationships/slide" Target="slides/slide2709.xml"/><Relationship Id="rId2920" Type="http://schemas.openxmlformats.org/officeDocument/2006/relationships/slide" Target="slides/slide2916.xml"/><Relationship Id="rId1522" Type="http://schemas.openxmlformats.org/officeDocument/2006/relationships/slide" Target="slides/slide1518.xml"/><Relationship Id="rId21" Type="http://schemas.openxmlformats.org/officeDocument/2006/relationships/slide" Target="slides/slide17.xml"/><Relationship Id="rId2089" Type="http://schemas.openxmlformats.org/officeDocument/2006/relationships/slide" Target="slides/slide2085.xml"/><Relationship Id="rId3487" Type="http://schemas.openxmlformats.org/officeDocument/2006/relationships/slide" Target="slides/slide3483.xml"/><Relationship Id="rId3694" Type="http://schemas.openxmlformats.org/officeDocument/2006/relationships/slide" Target="slides/slide3690.xml"/><Relationship Id="rId2296" Type="http://schemas.openxmlformats.org/officeDocument/2006/relationships/slide" Target="slides/slide2292.xml"/><Relationship Id="rId3347" Type="http://schemas.openxmlformats.org/officeDocument/2006/relationships/slide" Target="slides/slide3343.xml"/><Relationship Id="rId3554" Type="http://schemas.openxmlformats.org/officeDocument/2006/relationships/slide" Target="slides/slide3550.xml"/><Relationship Id="rId3761" Type="http://schemas.openxmlformats.org/officeDocument/2006/relationships/slide" Target="slides/slide3757.xml"/><Relationship Id="rId268" Type="http://schemas.openxmlformats.org/officeDocument/2006/relationships/slide" Target="slides/slide264.xml"/><Relationship Id="rId475" Type="http://schemas.openxmlformats.org/officeDocument/2006/relationships/slide" Target="slides/slide471.xml"/><Relationship Id="rId682" Type="http://schemas.openxmlformats.org/officeDocument/2006/relationships/slide" Target="slides/slide678.xml"/><Relationship Id="rId2156" Type="http://schemas.openxmlformats.org/officeDocument/2006/relationships/slide" Target="slides/slide2152.xml"/><Relationship Id="rId2363" Type="http://schemas.openxmlformats.org/officeDocument/2006/relationships/slide" Target="slides/slide2359.xml"/><Relationship Id="rId2570" Type="http://schemas.openxmlformats.org/officeDocument/2006/relationships/slide" Target="slides/slide2566.xml"/><Relationship Id="rId3207" Type="http://schemas.openxmlformats.org/officeDocument/2006/relationships/slide" Target="slides/slide3203.xml"/><Relationship Id="rId3414" Type="http://schemas.openxmlformats.org/officeDocument/2006/relationships/slide" Target="slides/slide3410.xml"/><Relationship Id="rId3621" Type="http://schemas.openxmlformats.org/officeDocument/2006/relationships/slide" Target="slides/slide3617.xml"/><Relationship Id="rId128" Type="http://schemas.openxmlformats.org/officeDocument/2006/relationships/slide" Target="slides/slide124.xml"/><Relationship Id="rId335" Type="http://schemas.openxmlformats.org/officeDocument/2006/relationships/slide" Target="slides/slide331.xml"/><Relationship Id="rId542" Type="http://schemas.openxmlformats.org/officeDocument/2006/relationships/slide" Target="slides/slide538.xml"/><Relationship Id="rId1172" Type="http://schemas.openxmlformats.org/officeDocument/2006/relationships/slide" Target="slides/slide1168.xml"/><Relationship Id="rId2016" Type="http://schemas.openxmlformats.org/officeDocument/2006/relationships/slide" Target="slides/slide2012.xml"/><Relationship Id="rId2223" Type="http://schemas.openxmlformats.org/officeDocument/2006/relationships/slide" Target="slides/slide2219.xml"/><Relationship Id="rId2430" Type="http://schemas.openxmlformats.org/officeDocument/2006/relationships/slide" Target="slides/slide2426.xml"/><Relationship Id="rId402" Type="http://schemas.openxmlformats.org/officeDocument/2006/relationships/slide" Target="slides/slide398.xml"/><Relationship Id="rId1032" Type="http://schemas.openxmlformats.org/officeDocument/2006/relationships/slide" Target="slides/slide1028.xml"/><Relationship Id="rId4188" Type="http://schemas.openxmlformats.org/officeDocument/2006/relationships/slide" Target="slides/slide4184.xml"/><Relationship Id="rId1989" Type="http://schemas.openxmlformats.org/officeDocument/2006/relationships/slide" Target="slides/slide1985.xml"/><Relationship Id="rId4048" Type="http://schemas.openxmlformats.org/officeDocument/2006/relationships/slide" Target="slides/slide4044.xml"/><Relationship Id="rId4255" Type="http://schemas.openxmlformats.org/officeDocument/2006/relationships/slide" Target="slides/slide4251.xml"/><Relationship Id="rId1849" Type="http://schemas.openxmlformats.org/officeDocument/2006/relationships/slide" Target="slides/slide1845.xml"/><Relationship Id="rId3064" Type="http://schemas.openxmlformats.org/officeDocument/2006/relationships/slide" Target="slides/slide3060.xml"/><Relationship Id="rId192" Type="http://schemas.openxmlformats.org/officeDocument/2006/relationships/slide" Target="slides/slide188.xml"/><Relationship Id="rId1709" Type="http://schemas.openxmlformats.org/officeDocument/2006/relationships/slide" Target="slides/slide1705.xml"/><Relationship Id="rId1916" Type="http://schemas.openxmlformats.org/officeDocument/2006/relationships/slide" Target="slides/slide1912.xml"/><Relationship Id="rId3271" Type="http://schemas.openxmlformats.org/officeDocument/2006/relationships/slide" Target="slides/slide3267.xml"/><Relationship Id="rId4115" Type="http://schemas.openxmlformats.org/officeDocument/2006/relationships/slide" Target="slides/slide4111.xml"/><Relationship Id="rId4322" Type="http://schemas.openxmlformats.org/officeDocument/2006/relationships/slide" Target="slides/slide4318.xml"/><Relationship Id="rId2080" Type="http://schemas.openxmlformats.org/officeDocument/2006/relationships/slide" Target="slides/slide2076.xml"/><Relationship Id="rId3131" Type="http://schemas.openxmlformats.org/officeDocument/2006/relationships/slide" Target="slides/slide3127.xml"/><Relationship Id="rId2897" Type="http://schemas.openxmlformats.org/officeDocument/2006/relationships/slide" Target="slides/slide2893.xml"/><Relationship Id="rId3948" Type="http://schemas.openxmlformats.org/officeDocument/2006/relationships/slide" Target="slides/slide3944.xml"/><Relationship Id="rId869" Type="http://schemas.openxmlformats.org/officeDocument/2006/relationships/slide" Target="slides/slide865.xml"/><Relationship Id="rId1499" Type="http://schemas.openxmlformats.org/officeDocument/2006/relationships/slide" Target="slides/slide1495.xml"/><Relationship Id="rId729" Type="http://schemas.openxmlformats.org/officeDocument/2006/relationships/slide" Target="slides/slide725.xml"/><Relationship Id="rId1359" Type="http://schemas.openxmlformats.org/officeDocument/2006/relationships/slide" Target="slides/slide1355.xml"/><Relationship Id="rId2757" Type="http://schemas.openxmlformats.org/officeDocument/2006/relationships/slide" Target="slides/slide2753.xml"/><Relationship Id="rId2964" Type="http://schemas.openxmlformats.org/officeDocument/2006/relationships/slide" Target="slides/slide2960.xml"/><Relationship Id="rId3808" Type="http://schemas.openxmlformats.org/officeDocument/2006/relationships/slide" Target="slides/slide3804.xml"/><Relationship Id="rId936" Type="http://schemas.openxmlformats.org/officeDocument/2006/relationships/slide" Target="slides/slide932.xml"/><Relationship Id="rId1219" Type="http://schemas.openxmlformats.org/officeDocument/2006/relationships/slide" Target="slides/slide1215.xml"/><Relationship Id="rId1566" Type="http://schemas.openxmlformats.org/officeDocument/2006/relationships/slide" Target="slides/slide1562.xml"/><Relationship Id="rId1773" Type="http://schemas.openxmlformats.org/officeDocument/2006/relationships/slide" Target="slides/slide1769.xml"/><Relationship Id="rId1980" Type="http://schemas.openxmlformats.org/officeDocument/2006/relationships/slide" Target="slides/slide1976.xml"/><Relationship Id="rId2617" Type="http://schemas.openxmlformats.org/officeDocument/2006/relationships/slide" Target="slides/slide2613.xml"/><Relationship Id="rId2824" Type="http://schemas.openxmlformats.org/officeDocument/2006/relationships/slide" Target="slides/slide2820.xml"/><Relationship Id="rId65" Type="http://schemas.openxmlformats.org/officeDocument/2006/relationships/slide" Target="slides/slide61.xml"/><Relationship Id="rId1426" Type="http://schemas.openxmlformats.org/officeDocument/2006/relationships/slide" Target="slides/slide1422.xml"/><Relationship Id="rId1633" Type="http://schemas.openxmlformats.org/officeDocument/2006/relationships/slide" Target="slides/slide1629.xml"/><Relationship Id="rId1840" Type="http://schemas.openxmlformats.org/officeDocument/2006/relationships/slide" Target="slides/slide1836.xml"/><Relationship Id="rId1700" Type="http://schemas.openxmlformats.org/officeDocument/2006/relationships/slide" Target="slides/slide1696.xml"/><Relationship Id="rId3598" Type="http://schemas.openxmlformats.org/officeDocument/2006/relationships/slide" Target="slides/slide3594.xml"/><Relationship Id="rId3458" Type="http://schemas.openxmlformats.org/officeDocument/2006/relationships/slide" Target="slides/slide3454.xml"/><Relationship Id="rId3665" Type="http://schemas.openxmlformats.org/officeDocument/2006/relationships/slide" Target="slides/slide3661.xml"/><Relationship Id="rId3872" Type="http://schemas.openxmlformats.org/officeDocument/2006/relationships/slide" Target="slides/slide3868.xml"/><Relationship Id="rId379" Type="http://schemas.openxmlformats.org/officeDocument/2006/relationships/slide" Target="slides/slide375.xml"/><Relationship Id="rId586" Type="http://schemas.openxmlformats.org/officeDocument/2006/relationships/slide" Target="slides/slide582.xml"/><Relationship Id="rId793" Type="http://schemas.openxmlformats.org/officeDocument/2006/relationships/slide" Target="slides/slide789.xml"/><Relationship Id="rId2267" Type="http://schemas.openxmlformats.org/officeDocument/2006/relationships/slide" Target="slides/slide2263.xml"/><Relationship Id="rId2474" Type="http://schemas.openxmlformats.org/officeDocument/2006/relationships/slide" Target="slides/slide2470.xml"/><Relationship Id="rId2681" Type="http://schemas.openxmlformats.org/officeDocument/2006/relationships/slide" Target="slides/slide2677.xml"/><Relationship Id="rId3318" Type="http://schemas.openxmlformats.org/officeDocument/2006/relationships/slide" Target="slides/slide3314.xml"/><Relationship Id="rId3525" Type="http://schemas.openxmlformats.org/officeDocument/2006/relationships/slide" Target="slides/slide3521.xml"/><Relationship Id="rId239" Type="http://schemas.openxmlformats.org/officeDocument/2006/relationships/slide" Target="slides/slide235.xml"/><Relationship Id="rId446" Type="http://schemas.openxmlformats.org/officeDocument/2006/relationships/slide" Target="slides/slide442.xml"/><Relationship Id="rId653" Type="http://schemas.openxmlformats.org/officeDocument/2006/relationships/slide" Target="slides/slide649.xml"/><Relationship Id="rId1076" Type="http://schemas.openxmlformats.org/officeDocument/2006/relationships/slide" Target="slides/slide1072.xml"/><Relationship Id="rId1283" Type="http://schemas.openxmlformats.org/officeDocument/2006/relationships/slide" Target="slides/slide1279.xml"/><Relationship Id="rId1490" Type="http://schemas.openxmlformats.org/officeDocument/2006/relationships/slide" Target="slides/slide1486.xml"/><Relationship Id="rId2127" Type="http://schemas.openxmlformats.org/officeDocument/2006/relationships/slide" Target="slides/slide2123.xml"/><Relationship Id="rId2334" Type="http://schemas.openxmlformats.org/officeDocument/2006/relationships/slide" Target="slides/slide2330.xml"/><Relationship Id="rId3732" Type="http://schemas.openxmlformats.org/officeDocument/2006/relationships/slide" Target="slides/slide3728.xml"/><Relationship Id="rId306" Type="http://schemas.openxmlformats.org/officeDocument/2006/relationships/slide" Target="slides/slide302.xml"/><Relationship Id="rId860" Type="http://schemas.openxmlformats.org/officeDocument/2006/relationships/slide" Target="slides/slide856.xml"/><Relationship Id="rId1143" Type="http://schemas.openxmlformats.org/officeDocument/2006/relationships/slide" Target="slides/slide1139.xml"/><Relationship Id="rId2541" Type="http://schemas.openxmlformats.org/officeDocument/2006/relationships/slide" Target="slides/slide2537.xml"/><Relationship Id="rId4299" Type="http://schemas.openxmlformats.org/officeDocument/2006/relationships/slide" Target="slides/slide4295.xml"/><Relationship Id="rId513" Type="http://schemas.openxmlformats.org/officeDocument/2006/relationships/slide" Target="slides/slide509.xml"/><Relationship Id="rId720" Type="http://schemas.openxmlformats.org/officeDocument/2006/relationships/slide" Target="slides/slide716.xml"/><Relationship Id="rId1350" Type="http://schemas.openxmlformats.org/officeDocument/2006/relationships/slide" Target="slides/slide1346.xml"/><Relationship Id="rId2401" Type="http://schemas.openxmlformats.org/officeDocument/2006/relationships/slide" Target="slides/slide2397.xml"/><Relationship Id="rId4159" Type="http://schemas.openxmlformats.org/officeDocument/2006/relationships/slide" Target="slides/slide4155.xml"/><Relationship Id="rId1003" Type="http://schemas.openxmlformats.org/officeDocument/2006/relationships/slide" Target="slides/slide999.xml"/><Relationship Id="rId1210" Type="http://schemas.openxmlformats.org/officeDocument/2006/relationships/slide" Target="slides/slide1206.xml"/><Relationship Id="rId4366" Type="http://schemas.openxmlformats.org/officeDocument/2006/relationships/slide" Target="slides/slide4362.xml"/><Relationship Id="rId3175" Type="http://schemas.openxmlformats.org/officeDocument/2006/relationships/slide" Target="slides/slide3171.xml"/><Relationship Id="rId3382" Type="http://schemas.openxmlformats.org/officeDocument/2006/relationships/slide" Target="slides/slide3378.xml"/><Relationship Id="rId4019" Type="http://schemas.openxmlformats.org/officeDocument/2006/relationships/slide" Target="slides/slide4015.xml"/><Relationship Id="rId4226" Type="http://schemas.openxmlformats.org/officeDocument/2006/relationships/slide" Target="slides/slide4222.xml"/><Relationship Id="rId2191" Type="http://schemas.openxmlformats.org/officeDocument/2006/relationships/slide" Target="slides/slide2187.xml"/><Relationship Id="rId3035" Type="http://schemas.openxmlformats.org/officeDocument/2006/relationships/slide" Target="slides/slide3031.xml"/><Relationship Id="rId3242" Type="http://schemas.openxmlformats.org/officeDocument/2006/relationships/slide" Target="slides/slide3238.xml"/><Relationship Id="rId163" Type="http://schemas.openxmlformats.org/officeDocument/2006/relationships/slide" Target="slides/slide159.xml"/><Relationship Id="rId370" Type="http://schemas.openxmlformats.org/officeDocument/2006/relationships/slide" Target="slides/slide366.xml"/><Relationship Id="rId2051" Type="http://schemas.openxmlformats.org/officeDocument/2006/relationships/slide" Target="slides/slide2047.xml"/><Relationship Id="rId3102" Type="http://schemas.openxmlformats.org/officeDocument/2006/relationships/slide" Target="slides/slide3098.xml"/><Relationship Id="rId230" Type="http://schemas.openxmlformats.org/officeDocument/2006/relationships/slide" Target="slides/slide226.xml"/><Relationship Id="rId2868" Type="http://schemas.openxmlformats.org/officeDocument/2006/relationships/slide" Target="slides/slide2864.xml"/><Relationship Id="rId3919" Type="http://schemas.openxmlformats.org/officeDocument/2006/relationships/slide" Target="slides/slide3915.xml"/><Relationship Id="rId4083" Type="http://schemas.openxmlformats.org/officeDocument/2006/relationships/slide" Target="slides/slide4079.xml"/><Relationship Id="rId1677" Type="http://schemas.openxmlformats.org/officeDocument/2006/relationships/slide" Target="slides/slide1673.xml"/><Relationship Id="rId1884" Type="http://schemas.openxmlformats.org/officeDocument/2006/relationships/slide" Target="slides/slide1880.xml"/><Relationship Id="rId2728" Type="http://schemas.openxmlformats.org/officeDocument/2006/relationships/slide" Target="slides/slide2724.xml"/><Relationship Id="rId2935" Type="http://schemas.openxmlformats.org/officeDocument/2006/relationships/slide" Target="slides/slide2931.xml"/><Relationship Id="rId4290" Type="http://schemas.openxmlformats.org/officeDocument/2006/relationships/slide" Target="slides/slide4286.xml"/><Relationship Id="rId907" Type="http://schemas.openxmlformats.org/officeDocument/2006/relationships/slide" Target="slides/slide903.xml"/><Relationship Id="rId1537" Type="http://schemas.openxmlformats.org/officeDocument/2006/relationships/slide" Target="slides/slide1533.xml"/><Relationship Id="rId1744" Type="http://schemas.openxmlformats.org/officeDocument/2006/relationships/slide" Target="slides/slide1740.xml"/><Relationship Id="rId1951" Type="http://schemas.openxmlformats.org/officeDocument/2006/relationships/slide" Target="slides/slide1947.xml"/><Relationship Id="rId4150" Type="http://schemas.openxmlformats.org/officeDocument/2006/relationships/slide" Target="slides/slide4146.xml"/><Relationship Id="rId36" Type="http://schemas.openxmlformats.org/officeDocument/2006/relationships/slide" Target="slides/slide32.xml"/><Relationship Id="rId1604" Type="http://schemas.openxmlformats.org/officeDocument/2006/relationships/slide" Target="slides/slide1600.xml"/><Relationship Id="rId4010" Type="http://schemas.openxmlformats.org/officeDocument/2006/relationships/slide" Target="slides/slide4006.xml"/><Relationship Id="rId1811" Type="http://schemas.openxmlformats.org/officeDocument/2006/relationships/slide" Target="slides/slide1807.xml"/><Relationship Id="rId3569" Type="http://schemas.openxmlformats.org/officeDocument/2006/relationships/slide" Target="slides/slide3565.xml"/><Relationship Id="rId697" Type="http://schemas.openxmlformats.org/officeDocument/2006/relationships/slide" Target="slides/slide693.xml"/><Relationship Id="rId2378" Type="http://schemas.openxmlformats.org/officeDocument/2006/relationships/slide" Target="slides/slide2374.xml"/><Relationship Id="rId3429" Type="http://schemas.openxmlformats.org/officeDocument/2006/relationships/slide" Target="slides/slide3425.xml"/><Relationship Id="rId3776" Type="http://schemas.openxmlformats.org/officeDocument/2006/relationships/slide" Target="slides/slide3772.xml"/><Relationship Id="rId3983" Type="http://schemas.openxmlformats.org/officeDocument/2006/relationships/slide" Target="slides/slide3979.xml"/><Relationship Id="rId1187" Type="http://schemas.openxmlformats.org/officeDocument/2006/relationships/slide" Target="slides/slide1183.xml"/><Relationship Id="rId2585" Type="http://schemas.openxmlformats.org/officeDocument/2006/relationships/slide" Target="slides/slide2581.xml"/><Relationship Id="rId2792" Type="http://schemas.openxmlformats.org/officeDocument/2006/relationships/slide" Target="slides/slide2788.xml"/><Relationship Id="rId3636" Type="http://schemas.openxmlformats.org/officeDocument/2006/relationships/slide" Target="slides/slide3632.xml"/><Relationship Id="rId3843" Type="http://schemas.openxmlformats.org/officeDocument/2006/relationships/slide" Target="slides/slide3839.xml"/><Relationship Id="rId557" Type="http://schemas.openxmlformats.org/officeDocument/2006/relationships/slide" Target="slides/slide553.xml"/><Relationship Id="rId764" Type="http://schemas.openxmlformats.org/officeDocument/2006/relationships/slide" Target="slides/slide760.xml"/><Relationship Id="rId971" Type="http://schemas.openxmlformats.org/officeDocument/2006/relationships/slide" Target="slides/slide967.xml"/><Relationship Id="rId1394" Type="http://schemas.openxmlformats.org/officeDocument/2006/relationships/slide" Target="slides/slide1390.xml"/><Relationship Id="rId2238" Type="http://schemas.openxmlformats.org/officeDocument/2006/relationships/slide" Target="slides/slide2234.xml"/><Relationship Id="rId2445" Type="http://schemas.openxmlformats.org/officeDocument/2006/relationships/slide" Target="slides/slide2441.xml"/><Relationship Id="rId2652" Type="http://schemas.openxmlformats.org/officeDocument/2006/relationships/slide" Target="slides/slide2648.xml"/><Relationship Id="rId3703" Type="http://schemas.openxmlformats.org/officeDocument/2006/relationships/slide" Target="slides/slide3699.xml"/><Relationship Id="rId3910" Type="http://schemas.openxmlformats.org/officeDocument/2006/relationships/slide" Target="slides/slide3906.xml"/><Relationship Id="rId417" Type="http://schemas.openxmlformats.org/officeDocument/2006/relationships/slide" Target="slides/slide413.xml"/><Relationship Id="rId624" Type="http://schemas.openxmlformats.org/officeDocument/2006/relationships/slide" Target="slides/slide620.xml"/><Relationship Id="rId831" Type="http://schemas.openxmlformats.org/officeDocument/2006/relationships/slide" Target="slides/slide827.xml"/><Relationship Id="rId1047" Type="http://schemas.openxmlformats.org/officeDocument/2006/relationships/slide" Target="slides/slide1043.xml"/><Relationship Id="rId1254" Type="http://schemas.openxmlformats.org/officeDocument/2006/relationships/slide" Target="slides/slide1250.xml"/><Relationship Id="rId1461" Type="http://schemas.openxmlformats.org/officeDocument/2006/relationships/slide" Target="slides/slide1457.xml"/><Relationship Id="rId2305" Type="http://schemas.openxmlformats.org/officeDocument/2006/relationships/slide" Target="slides/slide2301.xml"/><Relationship Id="rId2512" Type="http://schemas.openxmlformats.org/officeDocument/2006/relationships/slide" Target="slides/slide2508.xml"/><Relationship Id="rId1114" Type="http://schemas.openxmlformats.org/officeDocument/2006/relationships/slide" Target="slides/slide1110.xml"/><Relationship Id="rId1321" Type="http://schemas.openxmlformats.org/officeDocument/2006/relationships/slide" Target="slides/slide1317.xml"/><Relationship Id="rId3079" Type="http://schemas.openxmlformats.org/officeDocument/2006/relationships/slide" Target="slides/slide3075.xml"/><Relationship Id="rId3286" Type="http://schemas.openxmlformats.org/officeDocument/2006/relationships/slide" Target="slides/slide3282.xml"/><Relationship Id="rId3493" Type="http://schemas.openxmlformats.org/officeDocument/2006/relationships/slide" Target="slides/slide3489.xml"/><Relationship Id="rId4337" Type="http://schemas.openxmlformats.org/officeDocument/2006/relationships/slide" Target="slides/slide4333.xml"/><Relationship Id="rId2095" Type="http://schemas.openxmlformats.org/officeDocument/2006/relationships/slide" Target="slides/slide2091.xml"/><Relationship Id="rId3146" Type="http://schemas.openxmlformats.org/officeDocument/2006/relationships/slide" Target="slides/slide3142.xml"/><Relationship Id="rId3353" Type="http://schemas.openxmlformats.org/officeDocument/2006/relationships/slide" Target="slides/slide3349.xml"/><Relationship Id="rId274" Type="http://schemas.openxmlformats.org/officeDocument/2006/relationships/slide" Target="slides/slide270.xml"/><Relationship Id="rId481" Type="http://schemas.openxmlformats.org/officeDocument/2006/relationships/slide" Target="slides/slide477.xml"/><Relationship Id="rId2162" Type="http://schemas.openxmlformats.org/officeDocument/2006/relationships/slide" Target="slides/slide2158.xml"/><Relationship Id="rId3006" Type="http://schemas.openxmlformats.org/officeDocument/2006/relationships/slide" Target="slides/slide3002.xml"/><Relationship Id="rId3560" Type="http://schemas.openxmlformats.org/officeDocument/2006/relationships/slide" Target="slides/slide3556.xml"/><Relationship Id="rId134" Type="http://schemas.openxmlformats.org/officeDocument/2006/relationships/slide" Target="slides/slide130.xml"/><Relationship Id="rId3213" Type="http://schemas.openxmlformats.org/officeDocument/2006/relationships/slide" Target="slides/slide3209.xml"/><Relationship Id="rId3420" Type="http://schemas.openxmlformats.org/officeDocument/2006/relationships/slide" Target="slides/slide3416.xml"/><Relationship Id="rId341" Type="http://schemas.openxmlformats.org/officeDocument/2006/relationships/slide" Target="slides/slide337.xml"/><Relationship Id="rId2022" Type="http://schemas.openxmlformats.org/officeDocument/2006/relationships/slide" Target="slides/slide2018.xml"/><Relationship Id="rId2979" Type="http://schemas.openxmlformats.org/officeDocument/2006/relationships/slide" Target="slides/slide2975.xml"/><Relationship Id="rId201" Type="http://schemas.openxmlformats.org/officeDocument/2006/relationships/slide" Target="slides/slide197.xml"/><Relationship Id="rId1788" Type="http://schemas.openxmlformats.org/officeDocument/2006/relationships/slide" Target="slides/slide1784.xml"/><Relationship Id="rId1995" Type="http://schemas.openxmlformats.org/officeDocument/2006/relationships/slide" Target="slides/slide1991.xml"/><Relationship Id="rId2839" Type="http://schemas.openxmlformats.org/officeDocument/2006/relationships/slide" Target="slides/slide2835.xml"/><Relationship Id="rId4194" Type="http://schemas.openxmlformats.org/officeDocument/2006/relationships/slide" Target="slides/slide4190.xml"/><Relationship Id="rId1648" Type="http://schemas.openxmlformats.org/officeDocument/2006/relationships/slide" Target="slides/slide1644.xml"/><Relationship Id="rId4054" Type="http://schemas.openxmlformats.org/officeDocument/2006/relationships/slide" Target="slides/slide4050.xml"/><Relationship Id="rId4261" Type="http://schemas.openxmlformats.org/officeDocument/2006/relationships/slide" Target="slides/slide4257.xml"/><Relationship Id="rId1508" Type="http://schemas.openxmlformats.org/officeDocument/2006/relationships/slide" Target="slides/slide1504.xml"/><Relationship Id="rId1855" Type="http://schemas.openxmlformats.org/officeDocument/2006/relationships/slide" Target="slides/slide1851.xml"/><Relationship Id="rId2906" Type="http://schemas.openxmlformats.org/officeDocument/2006/relationships/slide" Target="slides/slide2902.xml"/><Relationship Id="rId3070" Type="http://schemas.openxmlformats.org/officeDocument/2006/relationships/slide" Target="slides/slide3066.xml"/><Relationship Id="rId4121" Type="http://schemas.openxmlformats.org/officeDocument/2006/relationships/slide" Target="slides/slide4117.xml"/><Relationship Id="rId1715" Type="http://schemas.openxmlformats.org/officeDocument/2006/relationships/slide" Target="slides/slide1711.xml"/><Relationship Id="rId1922" Type="http://schemas.openxmlformats.org/officeDocument/2006/relationships/slide" Target="slides/slide1918.xml"/><Relationship Id="rId3887" Type="http://schemas.openxmlformats.org/officeDocument/2006/relationships/slide" Target="slides/slide3883.xml"/><Relationship Id="rId2489" Type="http://schemas.openxmlformats.org/officeDocument/2006/relationships/slide" Target="slides/slide2485.xml"/><Relationship Id="rId2696" Type="http://schemas.openxmlformats.org/officeDocument/2006/relationships/slide" Target="slides/slide2692.xml"/><Relationship Id="rId3747" Type="http://schemas.openxmlformats.org/officeDocument/2006/relationships/slide" Target="slides/slide3743.xml"/><Relationship Id="rId3954" Type="http://schemas.openxmlformats.org/officeDocument/2006/relationships/slide" Target="slides/slide3950.xml"/><Relationship Id="rId668" Type="http://schemas.openxmlformats.org/officeDocument/2006/relationships/slide" Target="slides/slide664.xml"/><Relationship Id="rId875" Type="http://schemas.openxmlformats.org/officeDocument/2006/relationships/slide" Target="slides/slide871.xml"/><Relationship Id="rId1298" Type="http://schemas.openxmlformats.org/officeDocument/2006/relationships/slide" Target="slides/slide1294.xml"/><Relationship Id="rId2349" Type="http://schemas.openxmlformats.org/officeDocument/2006/relationships/slide" Target="slides/slide2345.xml"/><Relationship Id="rId2556" Type="http://schemas.openxmlformats.org/officeDocument/2006/relationships/slide" Target="slides/slide2552.xml"/><Relationship Id="rId2763" Type="http://schemas.openxmlformats.org/officeDocument/2006/relationships/slide" Target="slides/slide2759.xml"/><Relationship Id="rId2970" Type="http://schemas.openxmlformats.org/officeDocument/2006/relationships/slide" Target="slides/slide2966.xml"/><Relationship Id="rId3607" Type="http://schemas.openxmlformats.org/officeDocument/2006/relationships/slide" Target="slides/slide3603.xml"/><Relationship Id="rId3814" Type="http://schemas.openxmlformats.org/officeDocument/2006/relationships/slide" Target="slides/slide3810.xml"/><Relationship Id="rId528" Type="http://schemas.openxmlformats.org/officeDocument/2006/relationships/slide" Target="slides/slide524.xml"/><Relationship Id="rId735" Type="http://schemas.openxmlformats.org/officeDocument/2006/relationships/slide" Target="slides/slide731.xml"/><Relationship Id="rId942" Type="http://schemas.openxmlformats.org/officeDocument/2006/relationships/slide" Target="slides/slide938.xml"/><Relationship Id="rId1158" Type="http://schemas.openxmlformats.org/officeDocument/2006/relationships/slide" Target="slides/slide1154.xml"/><Relationship Id="rId1365" Type="http://schemas.openxmlformats.org/officeDocument/2006/relationships/slide" Target="slides/slide1361.xml"/><Relationship Id="rId1572" Type="http://schemas.openxmlformats.org/officeDocument/2006/relationships/slide" Target="slides/slide1568.xml"/><Relationship Id="rId2209" Type="http://schemas.openxmlformats.org/officeDocument/2006/relationships/slide" Target="slides/slide2205.xml"/><Relationship Id="rId2416" Type="http://schemas.openxmlformats.org/officeDocument/2006/relationships/slide" Target="slides/slide2412.xml"/><Relationship Id="rId2623" Type="http://schemas.openxmlformats.org/officeDocument/2006/relationships/slide" Target="slides/slide2619.xml"/><Relationship Id="rId1018" Type="http://schemas.openxmlformats.org/officeDocument/2006/relationships/slide" Target="slides/slide1014.xml"/><Relationship Id="rId1225" Type="http://schemas.openxmlformats.org/officeDocument/2006/relationships/slide" Target="slides/slide1221.xml"/><Relationship Id="rId1432" Type="http://schemas.openxmlformats.org/officeDocument/2006/relationships/slide" Target="slides/slide1428.xml"/><Relationship Id="rId2830" Type="http://schemas.openxmlformats.org/officeDocument/2006/relationships/slide" Target="slides/slide2826.xml"/><Relationship Id="rId71" Type="http://schemas.openxmlformats.org/officeDocument/2006/relationships/slide" Target="slides/slide67.xml"/><Relationship Id="rId802" Type="http://schemas.openxmlformats.org/officeDocument/2006/relationships/slide" Target="slides/slide798.xml"/><Relationship Id="rId3397" Type="http://schemas.openxmlformats.org/officeDocument/2006/relationships/slide" Target="slides/slide3393.xml"/><Relationship Id="rId178" Type="http://schemas.openxmlformats.org/officeDocument/2006/relationships/slide" Target="slides/slide174.xml"/><Relationship Id="rId3257" Type="http://schemas.openxmlformats.org/officeDocument/2006/relationships/slide" Target="slides/slide3253.xml"/><Relationship Id="rId3464" Type="http://schemas.openxmlformats.org/officeDocument/2006/relationships/slide" Target="slides/slide3460.xml"/><Relationship Id="rId3671" Type="http://schemas.openxmlformats.org/officeDocument/2006/relationships/slide" Target="slides/slide3667.xml"/><Relationship Id="rId4308" Type="http://schemas.openxmlformats.org/officeDocument/2006/relationships/slide" Target="slides/slide4304.xml"/><Relationship Id="rId385" Type="http://schemas.openxmlformats.org/officeDocument/2006/relationships/slide" Target="slides/slide381.xml"/><Relationship Id="rId592" Type="http://schemas.openxmlformats.org/officeDocument/2006/relationships/slide" Target="slides/slide588.xml"/><Relationship Id="rId2066" Type="http://schemas.openxmlformats.org/officeDocument/2006/relationships/slide" Target="slides/slide2062.xml"/><Relationship Id="rId2273" Type="http://schemas.openxmlformats.org/officeDocument/2006/relationships/slide" Target="slides/slide2269.xml"/><Relationship Id="rId2480" Type="http://schemas.openxmlformats.org/officeDocument/2006/relationships/slide" Target="slides/slide2476.xml"/><Relationship Id="rId3117" Type="http://schemas.openxmlformats.org/officeDocument/2006/relationships/slide" Target="slides/slide3113.xml"/><Relationship Id="rId3324" Type="http://schemas.openxmlformats.org/officeDocument/2006/relationships/slide" Target="slides/slide3320.xml"/><Relationship Id="rId3531" Type="http://schemas.openxmlformats.org/officeDocument/2006/relationships/slide" Target="slides/slide3527.xml"/><Relationship Id="rId245" Type="http://schemas.openxmlformats.org/officeDocument/2006/relationships/slide" Target="slides/slide241.xml"/><Relationship Id="rId452" Type="http://schemas.openxmlformats.org/officeDocument/2006/relationships/slide" Target="slides/slide448.xml"/><Relationship Id="rId1082" Type="http://schemas.openxmlformats.org/officeDocument/2006/relationships/slide" Target="slides/slide1078.xml"/><Relationship Id="rId2133" Type="http://schemas.openxmlformats.org/officeDocument/2006/relationships/slide" Target="slides/slide2129.xml"/><Relationship Id="rId2340" Type="http://schemas.openxmlformats.org/officeDocument/2006/relationships/slide" Target="slides/slide2336.xml"/><Relationship Id="rId105" Type="http://schemas.openxmlformats.org/officeDocument/2006/relationships/slide" Target="slides/slide101.xml"/><Relationship Id="rId312" Type="http://schemas.openxmlformats.org/officeDocument/2006/relationships/slide" Target="slides/slide308.xml"/><Relationship Id="rId2200" Type="http://schemas.openxmlformats.org/officeDocument/2006/relationships/slide" Target="slides/slide2196.xml"/><Relationship Id="rId4098" Type="http://schemas.openxmlformats.org/officeDocument/2006/relationships/slide" Target="slides/slide4094.xml"/><Relationship Id="rId1899" Type="http://schemas.openxmlformats.org/officeDocument/2006/relationships/slide" Target="slides/slide1895.xml"/><Relationship Id="rId4165" Type="http://schemas.openxmlformats.org/officeDocument/2006/relationships/slide" Target="slides/slide4161.xml"/><Relationship Id="rId4372" Type="http://schemas.openxmlformats.org/officeDocument/2006/relationships/slide" Target="slides/slide4368.xml"/><Relationship Id="rId1759" Type="http://schemas.openxmlformats.org/officeDocument/2006/relationships/slide" Target="slides/slide1755.xml"/><Relationship Id="rId1966" Type="http://schemas.openxmlformats.org/officeDocument/2006/relationships/slide" Target="slides/slide1962.xml"/><Relationship Id="rId3181" Type="http://schemas.openxmlformats.org/officeDocument/2006/relationships/slide" Target="slides/slide3177.xml"/><Relationship Id="rId4025" Type="http://schemas.openxmlformats.org/officeDocument/2006/relationships/slide" Target="slides/slide4021.xml"/><Relationship Id="rId1619" Type="http://schemas.openxmlformats.org/officeDocument/2006/relationships/slide" Target="slides/slide1615.xml"/><Relationship Id="rId1826" Type="http://schemas.openxmlformats.org/officeDocument/2006/relationships/slide" Target="slides/slide1822.xml"/><Relationship Id="rId4232" Type="http://schemas.openxmlformats.org/officeDocument/2006/relationships/slide" Target="slides/slide4228.xml"/><Relationship Id="rId3041" Type="http://schemas.openxmlformats.org/officeDocument/2006/relationships/slide" Target="slides/slide3037.xml"/><Relationship Id="rId3998" Type="http://schemas.openxmlformats.org/officeDocument/2006/relationships/slide" Target="slides/slide3994.xml"/><Relationship Id="rId3858" Type="http://schemas.openxmlformats.org/officeDocument/2006/relationships/slide" Target="slides/slide3854.xml"/><Relationship Id="rId779" Type="http://schemas.openxmlformats.org/officeDocument/2006/relationships/slide" Target="slides/slide775.xml"/><Relationship Id="rId986" Type="http://schemas.openxmlformats.org/officeDocument/2006/relationships/slide" Target="slides/slide982.xml"/><Relationship Id="rId2667" Type="http://schemas.openxmlformats.org/officeDocument/2006/relationships/slide" Target="slides/slide2663.xml"/><Relationship Id="rId3718" Type="http://schemas.openxmlformats.org/officeDocument/2006/relationships/slide" Target="slides/slide3714.xml"/><Relationship Id="rId639" Type="http://schemas.openxmlformats.org/officeDocument/2006/relationships/slide" Target="slides/slide635.xml"/><Relationship Id="rId1269" Type="http://schemas.openxmlformats.org/officeDocument/2006/relationships/slide" Target="slides/slide1265.xml"/><Relationship Id="rId1476" Type="http://schemas.openxmlformats.org/officeDocument/2006/relationships/slide" Target="slides/slide1472.xml"/><Relationship Id="rId2874" Type="http://schemas.openxmlformats.org/officeDocument/2006/relationships/slide" Target="slides/slide2870.xml"/><Relationship Id="rId3925" Type="http://schemas.openxmlformats.org/officeDocument/2006/relationships/slide" Target="slides/slide3921.xml"/><Relationship Id="rId846" Type="http://schemas.openxmlformats.org/officeDocument/2006/relationships/slide" Target="slides/slide842.xml"/><Relationship Id="rId1129" Type="http://schemas.openxmlformats.org/officeDocument/2006/relationships/slide" Target="slides/slide1125.xml"/><Relationship Id="rId1683" Type="http://schemas.openxmlformats.org/officeDocument/2006/relationships/slide" Target="slides/slide1679.xml"/><Relationship Id="rId1890" Type="http://schemas.openxmlformats.org/officeDocument/2006/relationships/slide" Target="slides/slide1886.xml"/><Relationship Id="rId2527" Type="http://schemas.openxmlformats.org/officeDocument/2006/relationships/slide" Target="slides/slide2523.xml"/><Relationship Id="rId2734" Type="http://schemas.openxmlformats.org/officeDocument/2006/relationships/slide" Target="slides/slide2730.xml"/><Relationship Id="rId2941" Type="http://schemas.openxmlformats.org/officeDocument/2006/relationships/slide" Target="slides/slide2937.xml"/><Relationship Id="rId706" Type="http://schemas.openxmlformats.org/officeDocument/2006/relationships/slide" Target="slides/slide702.xml"/><Relationship Id="rId913" Type="http://schemas.openxmlformats.org/officeDocument/2006/relationships/slide" Target="slides/slide909.xml"/><Relationship Id="rId1336" Type="http://schemas.openxmlformats.org/officeDocument/2006/relationships/slide" Target="slides/slide1332.xml"/><Relationship Id="rId1543" Type="http://schemas.openxmlformats.org/officeDocument/2006/relationships/slide" Target="slides/slide1539.xml"/><Relationship Id="rId1750" Type="http://schemas.openxmlformats.org/officeDocument/2006/relationships/slide" Target="slides/slide1746.xml"/><Relationship Id="rId2801" Type="http://schemas.openxmlformats.org/officeDocument/2006/relationships/slide" Target="slides/slide2797.xml"/><Relationship Id="rId42" Type="http://schemas.openxmlformats.org/officeDocument/2006/relationships/slide" Target="slides/slide38.xml"/><Relationship Id="rId1403" Type="http://schemas.openxmlformats.org/officeDocument/2006/relationships/slide" Target="slides/slide1399.xml"/><Relationship Id="rId1610" Type="http://schemas.openxmlformats.org/officeDocument/2006/relationships/slide" Target="slides/slide1606.xml"/><Relationship Id="rId3368" Type="http://schemas.openxmlformats.org/officeDocument/2006/relationships/slide" Target="slides/slide3364.xml"/><Relationship Id="rId3575" Type="http://schemas.openxmlformats.org/officeDocument/2006/relationships/slide" Target="slides/slide3571.xml"/><Relationship Id="rId3782" Type="http://schemas.openxmlformats.org/officeDocument/2006/relationships/slide" Target="slides/slide3778.xml"/><Relationship Id="rId289" Type="http://schemas.openxmlformats.org/officeDocument/2006/relationships/slide" Target="slides/slide285.xml"/><Relationship Id="rId496" Type="http://schemas.openxmlformats.org/officeDocument/2006/relationships/slide" Target="slides/slide492.xml"/><Relationship Id="rId2177" Type="http://schemas.openxmlformats.org/officeDocument/2006/relationships/slide" Target="slides/slide2173.xml"/><Relationship Id="rId2384" Type="http://schemas.openxmlformats.org/officeDocument/2006/relationships/slide" Target="slides/slide2380.xml"/><Relationship Id="rId2591" Type="http://schemas.openxmlformats.org/officeDocument/2006/relationships/slide" Target="slides/slide2587.xml"/><Relationship Id="rId3228" Type="http://schemas.openxmlformats.org/officeDocument/2006/relationships/slide" Target="slides/slide3224.xml"/><Relationship Id="rId3435" Type="http://schemas.openxmlformats.org/officeDocument/2006/relationships/slide" Target="slides/slide3431.xml"/><Relationship Id="rId3642" Type="http://schemas.openxmlformats.org/officeDocument/2006/relationships/slide" Target="slides/slide3638.xml"/><Relationship Id="rId149" Type="http://schemas.openxmlformats.org/officeDocument/2006/relationships/slide" Target="slides/slide145.xml"/><Relationship Id="rId356" Type="http://schemas.openxmlformats.org/officeDocument/2006/relationships/slide" Target="slides/slide352.xml"/><Relationship Id="rId563" Type="http://schemas.openxmlformats.org/officeDocument/2006/relationships/slide" Target="slides/slide559.xml"/><Relationship Id="rId770" Type="http://schemas.openxmlformats.org/officeDocument/2006/relationships/slide" Target="slides/slide766.xml"/><Relationship Id="rId1193" Type="http://schemas.openxmlformats.org/officeDocument/2006/relationships/slide" Target="slides/slide1189.xml"/><Relationship Id="rId2037" Type="http://schemas.openxmlformats.org/officeDocument/2006/relationships/slide" Target="slides/slide2033.xml"/><Relationship Id="rId2244" Type="http://schemas.openxmlformats.org/officeDocument/2006/relationships/slide" Target="slides/slide2240.xml"/><Relationship Id="rId2451" Type="http://schemas.openxmlformats.org/officeDocument/2006/relationships/slide" Target="slides/slide2447.xml"/><Relationship Id="rId216" Type="http://schemas.openxmlformats.org/officeDocument/2006/relationships/slide" Target="slides/slide212.xml"/><Relationship Id="rId423" Type="http://schemas.openxmlformats.org/officeDocument/2006/relationships/slide" Target="slides/slide419.xml"/><Relationship Id="rId1053" Type="http://schemas.openxmlformats.org/officeDocument/2006/relationships/slide" Target="slides/slide1049.xml"/><Relationship Id="rId1260" Type="http://schemas.openxmlformats.org/officeDocument/2006/relationships/slide" Target="slides/slide1256.xml"/><Relationship Id="rId2104" Type="http://schemas.openxmlformats.org/officeDocument/2006/relationships/slide" Target="slides/slide2100.xml"/><Relationship Id="rId3502" Type="http://schemas.openxmlformats.org/officeDocument/2006/relationships/slide" Target="slides/slide3498.xml"/><Relationship Id="rId630" Type="http://schemas.openxmlformats.org/officeDocument/2006/relationships/slide" Target="slides/slide626.xml"/><Relationship Id="rId2311" Type="http://schemas.openxmlformats.org/officeDocument/2006/relationships/slide" Target="slides/slide2307.xml"/><Relationship Id="rId4069" Type="http://schemas.openxmlformats.org/officeDocument/2006/relationships/slide" Target="slides/slide4065.xml"/><Relationship Id="rId1120" Type="http://schemas.openxmlformats.org/officeDocument/2006/relationships/slide" Target="slides/slide1116.xml"/><Relationship Id="rId4276" Type="http://schemas.openxmlformats.org/officeDocument/2006/relationships/slide" Target="slides/slide4272.xml"/><Relationship Id="rId1937" Type="http://schemas.openxmlformats.org/officeDocument/2006/relationships/slide" Target="slides/slide1933.xml"/><Relationship Id="rId3085" Type="http://schemas.openxmlformats.org/officeDocument/2006/relationships/slide" Target="slides/slide3081.xml"/><Relationship Id="rId3292" Type="http://schemas.openxmlformats.org/officeDocument/2006/relationships/slide" Target="slides/slide3288.xml"/><Relationship Id="rId4136" Type="http://schemas.openxmlformats.org/officeDocument/2006/relationships/slide" Target="slides/slide4132.xml"/><Relationship Id="rId4343" Type="http://schemas.openxmlformats.org/officeDocument/2006/relationships/slide" Target="slides/slide4339.xml"/><Relationship Id="rId3152" Type="http://schemas.openxmlformats.org/officeDocument/2006/relationships/slide" Target="slides/slide3148.xml"/><Relationship Id="rId4203" Type="http://schemas.openxmlformats.org/officeDocument/2006/relationships/slide" Target="slides/slide4199.xml"/><Relationship Id="rId280" Type="http://schemas.openxmlformats.org/officeDocument/2006/relationships/slide" Target="slides/slide276.xml"/><Relationship Id="rId3012" Type="http://schemas.openxmlformats.org/officeDocument/2006/relationships/slide" Target="slides/slide3008.xml"/><Relationship Id="rId140" Type="http://schemas.openxmlformats.org/officeDocument/2006/relationships/slide" Target="slides/slide136.xml"/><Relationship Id="rId3969" Type="http://schemas.openxmlformats.org/officeDocument/2006/relationships/slide" Target="slides/slide3965.xml"/><Relationship Id="rId6" Type="http://schemas.openxmlformats.org/officeDocument/2006/relationships/slide" Target="slides/slide2.xml"/><Relationship Id="rId2778" Type="http://schemas.openxmlformats.org/officeDocument/2006/relationships/slide" Target="slides/slide2774.xml"/><Relationship Id="rId2985" Type="http://schemas.openxmlformats.org/officeDocument/2006/relationships/slide" Target="slides/slide2981.xml"/><Relationship Id="rId3829" Type="http://schemas.openxmlformats.org/officeDocument/2006/relationships/slide" Target="slides/slide3825.xml"/><Relationship Id="rId957" Type="http://schemas.openxmlformats.org/officeDocument/2006/relationships/slide" Target="slides/slide953.xml"/><Relationship Id="rId1587" Type="http://schemas.openxmlformats.org/officeDocument/2006/relationships/slide" Target="slides/slide1583.xml"/><Relationship Id="rId1794" Type="http://schemas.openxmlformats.org/officeDocument/2006/relationships/slide" Target="slides/slide1790.xml"/><Relationship Id="rId2638" Type="http://schemas.openxmlformats.org/officeDocument/2006/relationships/slide" Target="slides/slide2634.xml"/><Relationship Id="rId2845" Type="http://schemas.openxmlformats.org/officeDocument/2006/relationships/slide" Target="slides/slide2841.xml"/><Relationship Id="rId86" Type="http://schemas.openxmlformats.org/officeDocument/2006/relationships/slide" Target="slides/slide82.xml"/><Relationship Id="rId817" Type="http://schemas.openxmlformats.org/officeDocument/2006/relationships/slide" Target="slides/slide813.xml"/><Relationship Id="rId1447" Type="http://schemas.openxmlformats.org/officeDocument/2006/relationships/slide" Target="slides/slide1443.xml"/><Relationship Id="rId1654" Type="http://schemas.openxmlformats.org/officeDocument/2006/relationships/slide" Target="slides/slide1650.xml"/><Relationship Id="rId1861" Type="http://schemas.openxmlformats.org/officeDocument/2006/relationships/slide" Target="slides/slide1857.xml"/><Relationship Id="rId2705" Type="http://schemas.openxmlformats.org/officeDocument/2006/relationships/slide" Target="slides/slide2701.xml"/><Relationship Id="rId2912" Type="http://schemas.openxmlformats.org/officeDocument/2006/relationships/slide" Target="slides/slide2908.xml"/><Relationship Id="rId4060" Type="http://schemas.openxmlformats.org/officeDocument/2006/relationships/slide" Target="slides/slide4056.xml"/><Relationship Id="rId1307" Type="http://schemas.openxmlformats.org/officeDocument/2006/relationships/slide" Target="slides/slide1303.xml"/><Relationship Id="rId1514" Type="http://schemas.openxmlformats.org/officeDocument/2006/relationships/slide" Target="slides/slide1510.xml"/><Relationship Id="rId1721" Type="http://schemas.openxmlformats.org/officeDocument/2006/relationships/slide" Target="slides/slide1717.xml"/><Relationship Id="rId13" Type="http://schemas.openxmlformats.org/officeDocument/2006/relationships/slide" Target="slides/slide9.xml"/><Relationship Id="rId3479" Type="http://schemas.openxmlformats.org/officeDocument/2006/relationships/slide" Target="slides/slide3475.xml"/><Relationship Id="rId3686" Type="http://schemas.openxmlformats.org/officeDocument/2006/relationships/slide" Target="slides/slide3682.xml"/><Relationship Id="rId2288" Type="http://schemas.openxmlformats.org/officeDocument/2006/relationships/slide" Target="slides/slide2284.xml"/><Relationship Id="rId2495" Type="http://schemas.openxmlformats.org/officeDocument/2006/relationships/slide" Target="slides/slide2491.xml"/><Relationship Id="rId3339" Type="http://schemas.openxmlformats.org/officeDocument/2006/relationships/slide" Target="slides/slide3335.xml"/><Relationship Id="rId3893" Type="http://schemas.openxmlformats.org/officeDocument/2006/relationships/slide" Target="slides/slide3889.xml"/><Relationship Id="rId467" Type="http://schemas.openxmlformats.org/officeDocument/2006/relationships/slide" Target="slides/slide463.xml"/><Relationship Id="rId1097" Type="http://schemas.openxmlformats.org/officeDocument/2006/relationships/slide" Target="slides/slide1093.xml"/><Relationship Id="rId2148" Type="http://schemas.openxmlformats.org/officeDocument/2006/relationships/slide" Target="slides/slide2144.xml"/><Relationship Id="rId3546" Type="http://schemas.openxmlformats.org/officeDocument/2006/relationships/slide" Target="slides/slide3542.xml"/><Relationship Id="rId3753" Type="http://schemas.openxmlformats.org/officeDocument/2006/relationships/slide" Target="slides/slide3749.xml"/><Relationship Id="rId3960" Type="http://schemas.openxmlformats.org/officeDocument/2006/relationships/slide" Target="slides/slide3956.xml"/><Relationship Id="rId674" Type="http://schemas.openxmlformats.org/officeDocument/2006/relationships/slide" Target="slides/slide670.xml"/><Relationship Id="rId881" Type="http://schemas.openxmlformats.org/officeDocument/2006/relationships/slide" Target="slides/slide877.xml"/><Relationship Id="rId2355" Type="http://schemas.openxmlformats.org/officeDocument/2006/relationships/slide" Target="slides/slide2351.xml"/><Relationship Id="rId2562" Type="http://schemas.openxmlformats.org/officeDocument/2006/relationships/slide" Target="slides/slide2558.xml"/><Relationship Id="rId3406" Type="http://schemas.openxmlformats.org/officeDocument/2006/relationships/slide" Target="slides/slide3402.xml"/><Relationship Id="rId3613" Type="http://schemas.openxmlformats.org/officeDocument/2006/relationships/slide" Target="slides/slide3609.xml"/><Relationship Id="rId3820" Type="http://schemas.openxmlformats.org/officeDocument/2006/relationships/slide" Target="slides/slide3816.xml"/><Relationship Id="rId327" Type="http://schemas.openxmlformats.org/officeDocument/2006/relationships/slide" Target="slides/slide323.xml"/><Relationship Id="rId534" Type="http://schemas.openxmlformats.org/officeDocument/2006/relationships/slide" Target="slides/slide530.xml"/><Relationship Id="rId741" Type="http://schemas.openxmlformats.org/officeDocument/2006/relationships/slide" Target="slides/slide737.xml"/><Relationship Id="rId1164" Type="http://schemas.openxmlformats.org/officeDocument/2006/relationships/slide" Target="slides/slide1160.xml"/><Relationship Id="rId1371" Type="http://schemas.openxmlformats.org/officeDocument/2006/relationships/slide" Target="slides/slide1367.xml"/><Relationship Id="rId2008" Type="http://schemas.openxmlformats.org/officeDocument/2006/relationships/slide" Target="slides/slide2004.xml"/><Relationship Id="rId2215" Type="http://schemas.openxmlformats.org/officeDocument/2006/relationships/slide" Target="slides/slide2211.xml"/><Relationship Id="rId2422" Type="http://schemas.openxmlformats.org/officeDocument/2006/relationships/slide" Target="slides/slide2418.xml"/><Relationship Id="rId601" Type="http://schemas.openxmlformats.org/officeDocument/2006/relationships/slide" Target="slides/slide597.xml"/><Relationship Id="rId1024" Type="http://schemas.openxmlformats.org/officeDocument/2006/relationships/slide" Target="slides/slide1020.xml"/><Relationship Id="rId1231" Type="http://schemas.openxmlformats.org/officeDocument/2006/relationships/slide" Target="slides/slide1227.xml"/><Relationship Id="rId4387" Type="http://schemas.microsoft.com/office/2015/10/relationships/revisionInfo" Target="revisionInfo.xml"/><Relationship Id="rId3196" Type="http://schemas.openxmlformats.org/officeDocument/2006/relationships/slide" Target="slides/slide3192.xml"/><Relationship Id="rId4247" Type="http://schemas.openxmlformats.org/officeDocument/2006/relationships/slide" Target="slides/slide4243.xml"/><Relationship Id="rId3056" Type="http://schemas.openxmlformats.org/officeDocument/2006/relationships/slide" Target="slides/slide3052.xml"/><Relationship Id="rId3263" Type="http://schemas.openxmlformats.org/officeDocument/2006/relationships/slide" Target="slides/slide3259.xml"/><Relationship Id="rId3470" Type="http://schemas.openxmlformats.org/officeDocument/2006/relationships/slide" Target="slides/slide3466.xml"/><Relationship Id="rId4107" Type="http://schemas.openxmlformats.org/officeDocument/2006/relationships/slide" Target="slides/slide4103.xml"/><Relationship Id="rId4314" Type="http://schemas.openxmlformats.org/officeDocument/2006/relationships/slide" Target="slides/slide4310.xml"/><Relationship Id="rId184" Type="http://schemas.openxmlformats.org/officeDocument/2006/relationships/slide" Target="slides/slide180.xml"/><Relationship Id="rId391" Type="http://schemas.openxmlformats.org/officeDocument/2006/relationships/slide" Target="slides/slide387.xml"/><Relationship Id="rId1908" Type="http://schemas.openxmlformats.org/officeDocument/2006/relationships/slide" Target="slides/slide1904.xml"/><Relationship Id="rId2072" Type="http://schemas.openxmlformats.org/officeDocument/2006/relationships/slide" Target="slides/slide2068.xml"/><Relationship Id="rId3123" Type="http://schemas.openxmlformats.org/officeDocument/2006/relationships/slide" Target="slides/slide3119.xml"/><Relationship Id="rId251" Type="http://schemas.openxmlformats.org/officeDocument/2006/relationships/slide" Target="slides/slide247.xml"/><Relationship Id="rId3330" Type="http://schemas.openxmlformats.org/officeDocument/2006/relationships/slide" Target="slides/slide3326.xml"/><Relationship Id="rId2889" Type="http://schemas.openxmlformats.org/officeDocument/2006/relationships/slide" Target="slides/slide2885.xml"/><Relationship Id="rId111" Type="http://schemas.openxmlformats.org/officeDocument/2006/relationships/slide" Target="slides/slide107.xml"/><Relationship Id="rId1698" Type="http://schemas.openxmlformats.org/officeDocument/2006/relationships/slide" Target="slides/slide1694.xml"/><Relationship Id="rId2749" Type="http://schemas.openxmlformats.org/officeDocument/2006/relationships/slide" Target="slides/slide2745.xml"/><Relationship Id="rId2956" Type="http://schemas.openxmlformats.org/officeDocument/2006/relationships/slide" Target="slides/slide2952.xml"/><Relationship Id="rId928" Type="http://schemas.openxmlformats.org/officeDocument/2006/relationships/slide" Target="slides/slide924.xml"/><Relationship Id="rId1558" Type="http://schemas.openxmlformats.org/officeDocument/2006/relationships/slide" Target="slides/slide1554.xml"/><Relationship Id="rId1765" Type="http://schemas.openxmlformats.org/officeDocument/2006/relationships/slide" Target="slides/slide1761.xml"/><Relationship Id="rId2609" Type="http://schemas.openxmlformats.org/officeDocument/2006/relationships/slide" Target="slides/slide2605.xml"/><Relationship Id="rId4171" Type="http://schemas.openxmlformats.org/officeDocument/2006/relationships/slide" Target="slides/slide4167.xml"/><Relationship Id="rId57" Type="http://schemas.openxmlformats.org/officeDocument/2006/relationships/slide" Target="slides/slide53.xml"/><Relationship Id="rId1418" Type="http://schemas.openxmlformats.org/officeDocument/2006/relationships/slide" Target="slides/slide1414.xml"/><Relationship Id="rId1972" Type="http://schemas.openxmlformats.org/officeDocument/2006/relationships/slide" Target="slides/slide1968.xml"/><Relationship Id="rId2816" Type="http://schemas.openxmlformats.org/officeDocument/2006/relationships/slide" Target="slides/slide2812.xml"/><Relationship Id="rId4031" Type="http://schemas.openxmlformats.org/officeDocument/2006/relationships/slide" Target="slides/slide4027.xml"/><Relationship Id="rId1625" Type="http://schemas.openxmlformats.org/officeDocument/2006/relationships/slide" Target="slides/slide1621.xml"/><Relationship Id="rId1832" Type="http://schemas.openxmlformats.org/officeDocument/2006/relationships/slide" Target="slides/slide1828.xml"/><Relationship Id="rId3797" Type="http://schemas.openxmlformats.org/officeDocument/2006/relationships/slide" Target="slides/slide3793.xml"/><Relationship Id="rId2399" Type="http://schemas.openxmlformats.org/officeDocument/2006/relationships/slide" Target="slides/slide2395.xml"/><Relationship Id="rId3657" Type="http://schemas.openxmlformats.org/officeDocument/2006/relationships/slide" Target="slides/slide3653.xml"/><Relationship Id="rId3864" Type="http://schemas.openxmlformats.org/officeDocument/2006/relationships/slide" Target="slides/slide3860.xml"/><Relationship Id="rId578" Type="http://schemas.openxmlformats.org/officeDocument/2006/relationships/slide" Target="slides/slide574.xml"/><Relationship Id="rId785" Type="http://schemas.openxmlformats.org/officeDocument/2006/relationships/slide" Target="slides/slide781.xml"/><Relationship Id="rId992" Type="http://schemas.openxmlformats.org/officeDocument/2006/relationships/slide" Target="slides/slide988.xml"/><Relationship Id="rId2259" Type="http://schemas.openxmlformats.org/officeDocument/2006/relationships/slide" Target="slides/slide2255.xml"/><Relationship Id="rId2466" Type="http://schemas.openxmlformats.org/officeDocument/2006/relationships/slide" Target="slides/slide2462.xml"/><Relationship Id="rId2673" Type="http://schemas.openxmlformats.org/officeDocument/2006/relationships/slide" Target="slides/slide2669.xml"/><Relationship Id="rId2880" Type="http://schemas.openxmlformats.org/officeDocument/2006/relationships/slide" Target="slides/slide2876.xml"/><Relationship Id="rId3517" Type="http://schemas.openxmlformats.org/officeDocument/2006/relationships/slide" Target="slides/slide3513.xml"/><Relationship Id="rId3724" Type="http://schemas.openxmlformats.org/officeDocument/2006/relationships/slide" Target="slides/slide3720.xml"/><Relationship Id="rId3931" Type="http://schemas.openxmlformats.org/officeDocument/2006/relationships/slide" Target="slides/slide3927.xml"/><Relationship Id="rId438" Type="http://schemas.openxmlformats.org/officeDocument/2006/relationships/slide" Target="slides/slide434.xml"/><Relationship Id="rId645" Type="http://schemas.openxmlformats.org/officeDocument/2006/relationships/slide" Target="slides/slide641.xml"/><Relationship Id="rId852" Type="http://schemas.openxmlformats.org/officeDocument/2006/relationships/slide" Target="slides/slide848.xml"/><Relationship Id="rId1068" Type="http://schemas.openxmlformats.org/officeDocument/2006/relationships/slide" Target="slides/slide1064.xml"/><Relationship Id="rId1275" Type="http://schemas.openxmlformats.org/officeDocument/2006/relationships/slide" Target="slides/slide1271.xml"/><Relationship Id="rId1482" Type="http://schemas.openxmlformats.org/officeDocument/2006/relationships/slide" Target="slides/slide1478.xml"/><Relationship Id="rId2119" Type="http://schemas.openxmlformats.org/officeDocument/2006/relationships/slide" Target="slides/slide2115.xml"/><Relationship Id="rId2326" Type="http://schemas.openxmlformats.org/officeDocument/2006/relationships/slide" Target="slides/slide2322.xml"/><Relationship Id="rId2533" Type="http://schemas.openxmlformats.org/officeDocument/2006/relationships/slide" Target="slides/slide2529.xml"/><Relationship Id="rId2740" Type="http://schemas.openxmlformats.org/officeDocument/2006/relationships/slide" Target="slides/slide2736.xml"/><Relationship Id="rId505" Type="http://schemas.openxmlformats.org/officeDocument/2006/relationships/slide" Target="slides/slide501.xml"/><Relationship Id="rId712" Type="http://schemas.openxmlformats.org/officeDocument/2006/relationships/slide" Target="slides/slide708.xml"/><Relationship Id="rId1135" Type="http://schemas.openxmlformats.org/officeDocument/2006/relationships/slide" Target="slides/slide1131.xml"/><Relationship Id="rId1342" Type="http://schemas.openxmlformats.org/officeDocument/2006/relationships/slide" Target="slides/slide1338.xml"/><Relationship Id="rId1202" Type="http://schemas.openxmlformats.org/officeDocument/2006/relationships/slide" Target="slides/slide1198.xml"/><Relationship Id="rId2600" Type="http://schemas.openxmlformats.org/officeDocument/2006/relationships/slide" Target="slides/slide2596.xml"/><Relationship Id="rId4358" Type="http://schemas.openxmlformats.org/officeDocument/2006/relationships/slide" Target="slides/slide4354.xml"/><Relationship Id="rId3167" Type="http://schemas.openxmlformats.org/officeDocument/2006/relationships/slide" Target="slides/slide3163.xml"/><Relationship Id="rId295" Type="http://schemas.openxmlformats.org/officeDocument/2006/relationships/slide" Target="slides/slide291.xml"/><Relationship Id="rId3374" Type="http://schemas.openxmlformats.org/officeDocument/2006/relationships/slide" Target="slides/slide3370.xml"/><Relationship Id="rId3581" Type="http://schemas.openxmlformats.org/officeDocument/2006/relationships/slide" Target="slides/slide3577.xml"/><Relationship Id="rId4218" Type="http://schemas.openxmlformats.org/officeDocument/2006/relationships/slide" Target="slides/slide4214.xml"/><Relationship Id="rId2183" Type="http://schemas.openxmlformats.org/officeDocument/2006/relationships/slide" Target="slides/slide2179.xml"/><Relationship Id="rId2390" Type="http://schemas.openxmlformats.org/officeDocument/2006/relationships/slide" Target="slides/slide2386.xml"/><Relationship Id="rId3027" Type="http://schemas.openxmlformats.org/officeDocument/2006/relationships/slide" Target="slides/slide3023.xml"/><Relationship Id="rId3234" Type="http://schemas.openxmlformats.org/officeDocument/2006/relationships/slide" Target="slides/slide3230.xml"/><Relationship Id="rId3441" Type="http://schemas.openxmlformats.org/officeDocument/2006/relationships/slide" Target="slides/slide3437.xml"/><Relationship Id="rId155" Type="http://schemas.openxmlformats.org/officeDocument/2006/relationships/slide" Target="slides/slide151.xml"/><Relationship Id="rId362" Type="http://schemas.openxmlformats.org/officeDocument/2006/relationships/slide" Target="slides/slide358.xml"/><Relationship Id="rId2043" Type="http://schemas.openxmlformats.org/officeDocument/2006/relationships/slide" Target="slides/slide2039.xml"/><Relationship Id="rId2250" Type="http://schemas.openxmlformats.org/officeDocument/2006/relationships/slide" Target="slides/slide2246.xml"/><Relationship Id="rId3301" Type="http://schemas.openxmlformats.org/officeDocument/2006/relationships/slide" Target="slides/slide3297.xml"/><Relationship Id="rId222" Type="http://schemas.openxmlformats.org/officeDocument/2006/relationships/slide" Target="slides/slide218.xml"/><Relationship Id="rId2110" Type="http://schemas.openxmlformats.org/officeDocument/2006/relationships/slide" Target="slides/slide2106.xml"/><Relationship Id="rId4075" Type="http://schemas.openxmlformats.org/officeDocument/2006/relationships/slide" Target="slides/slide4071.xml"/><Relationship Id="rId4282" Type="http://schemas.openxmlformats.org/officeDocument/2006/relationships/slide" Target="slides/slide4278.xml"/><Relationship Id="rId1669" Type="http://schemas.openxmlformats.org/officeDocument/2006/relationships/slide" Target="slides/slide1665.xml"/><Relationship Id="rId1876" Type="http://schemas.openxmlformats.org/officeDocument/2006/relationships/slide" Target="slides/slide1872.xml"/><Relationship Id="rId2927" Type="http://schemas.openxmlformats.org/officeDocument/2006/relationships/slide" Target="slides/slide2923.xml"/><Relationship Id="rId3091" Type="http://schemas.openxmlformats.org/officeDocument/2006/relationships/slide" Target="slides/slide3087.xml"/><Relationship Id="rId4142" Type="http://schemas.openxmlformats.org/officeDocument/2006/relationships/slide" Target="slides/slide4138.xml"/><Relationship Id="rId1529" Type="http://schemas.openxmlformats.org/officeDocument/2006/relationships/slide" Target="slides/slide1525.xml"/><Relationship Id="rId1736" Type="http://schemas.openxmlformats.org/officeDocument/2006/relationships/slide" Target="slides/slide1732.xml"/><Relationship Id="rId1943" Type="http://schemas.openxmlformats.org/officeDocument/2006/relationships/slide" Target="slides/slide1939.xml"/><Relationship Id="rId28" Type="http://schemas.openxmlformats.org/officeDocument/2006/relationships/slide" Target="slides/slide24.xml"/><Relationship Id="rId1803" Type="http://schemas.openxmlformats.org/officeDocument/2006/relationships/slide" Target="slides/slide1799.xml"/><Relationship Id="rId4002" Type="http://schemas.openxmlformats.org/officeDocument/2006/relationships/slide" Target="slides/slide3998.xml"/><Relationship Id="rId3768" Type="http://schemas.openxmlformats.org/officeDocument/2006/relationships/slide" Target="slides/slide3764.xml"/><Relationship Id="rId3975" Type="http://schemas.openxmlformats.org/officeDocument/2006/relationships/slide" Target="slides/slide3971.xml"/><Relationship Id="rId689" Type="http://schemas.openxmlformats.org/officeDocument/2006/relationships/slide" Target="slides/slide685.xml"/><Relationship Id="rId896" Type="http://schemas.openxmlformats.org/officeDocument/2006/relationships/slide" Target="slides/slide892.xml"/><Relationship Id="rId2577" Type="http://schemas.openxmlformats.org/officeDocument/2006/relationships/slide" Target="slides/slide2573.xml"/><Relationship Id="rId2784" Type="http://schemas.openxmlformats.org/officeDocument/2006/relationships/slide" Target="slides/slide2780.xml"/><Relationship Id="rId3628" Type="http://schemas.openxmlformats.org/officeDocument/2006/relationships/slide" Target="slides/slide3624.xml"/><Relationship Id="rId549" Type="http://schemas.openxmlformats.org/officeDocument/2006/relationships/slide" Target="slides/slide545.xml"/><Relationship Id="rId756" Type="http://schemas.openxmlformats.org/officeDocument/2006/relationships/slide" Target="slides/slide752.xml"/><Relationship Id="rId1179" Type="http://schemas.openxmlformats.org/officeDocument/2006/relationships/slide" Target="slides/slide1175.xml"/><Relationship Id="rId1386" Type="http://schemas.openxmlformats.org/officeDocument/2006/relationships/slide" Target="slides/slide1382.xml"/><Relationship Id="rId1593" Type="http://schemas.openxmlformats.org/officeDocument/2006/relationships/slide" Target="slides/slide1589.xml"/><Relationship Id="rId2437" Type="http://schemas.openxmlformats.org/officeDocument/2006/relationships/slide" Target="slides/slide2433.xml"/><Relationship Id="rId2991" Type="http://schemas.openxmlformats.org/officeDocument/2006/relationships/slide" Target="slides/slide2987.xml"/><Relationship Id="rId3835" Type="http://schemas.openxmlformats.org/officeDocument/2006/relationships/slide" Target="slides/slide3831.xml"/><Relationship Id="rId409" Type="http://schemas.openxmlformats.org/officeDocument/2006/relationships/slide" Target="slides/slide405.xml"/><Relationship Id="rId963" Type="http://schemas.openxmlformats.org/officeDocument/2006/relationships/slide" Target="slides/slide959.xml"/><Relationship Id="rId1039" Type="http://schemas.openxmlformats.org/officeDocument/2006/relationships/slide" Target="slides/slide1035.xml"/><Relationship Id="rId1246" Type="http://schemas.openxmlformats.org/officeDocument/2006/relationships/slide" Target="slides/slide1242.xml"/><Relationship Id="rId2644" Type="http://schemas.openxmlformats.org/officeDocument/2006/relationships/slide" Target="slides/slide2640.xml"/><Relationship Id="rId2851" Type="http://schemas.openxmlformats.org/officeDocument/2006/relationships/slide" Target="slides/slide2847.xml"/><Relationship Id="rId3902" Type="http://schemas.openxmlformats.org/officeDocument/2006/relationships/slide" Target="slides/slide3898.xml"/><Relationship Id="rId92" Type="http://schemas.openxmlformats.org/officeDocument/2006/relationships/slide" Target="slides/slide88.xml"/><Relationship Id="rId616" Type="http://schemas.openxmlformats.org/officeDocument/2006/relationships/slide" Target="slides/slide612.xml"/><Relationship Id="rId823" Type="http://schemas.openxmlformats.org/officeDocument/2006/relationships/slide" Target="slides/slide819.xml"/><Relationship Id="rId1453" Type="http://schemas.openxmlformats.org/officeDocument/2006/relationships/slide" Target="slides/slide1449.xml"/><Relationship Id="rId1660" Type="http://schemas.openxmlformats.org/officeDocument/2006/relationships/slide" Target="slides/slide1656.xml"/><Relationship Id="rId2504" Type="http://schemas.openxmlformats.org/officeDocument/2006/relationships/slide" Target="slides/slide2500.xml"/><Relationship Id="rId2711" Type="http://schemas.openxmlformats.org/officeDocument/2006/relationships/slide" Target="slides/slide2707.xml"/><Relationship Id="rId1106" Type="http://schemas.openxmlformats.org/officeDocument/2006/relationships/slide" Target="slides/slide1102.xml"/><Relationship Id="rId1313" Type="http://schemas.openxmlformats.org/officeDocument/2006/relationships/slide" Target="slides/slide1309.xml"/><Relationship Id="rId1520" Type="http://schemas.openxmlformats.org/officeDocument/2006/relationships/slide" Target="slides/slide1516.xml"/><Relationship Id="rId3278" Type="http://schemas.openxmlformats.org/officeDocument/2006/relationships/slide" Target="slides/slide3274.xml"/><Relationship Id="rId3485" Type="http://schemas.openxmlformats.org/officeDocument/2006/relationships/slide" Target="slides/slide3481.xml"/><Relationship Id="rId3692" Type="http://schemas.openxmlformats.org/officeDocument/2006/relationships/slide" Target="slides/slide3688.xml"/><Relationship Id="rId4329" Type="http://schemas.openxmlformats.org/officeDocument/2006/relationships/slide" Target="slides/slide4325.xml"/><Relationship Id="rId199" Type="http://schemas.openxmlformats.org/officeDocument/2006/relationships/slide" Target="slides/slide195.xml"/><Relationship Id="rId2087" Type="http://schemas.openxmlformats.org/officeDocument/2006/relationships/slide" Target="slides/slide2083.xml"/><Relationship Id="rId2294" Type="http://schemas.openxmlformats.org/officeDocument/2006/relationships/slide" Target="slides/slide2290.xml"/><Relationship Id="rId3138" Type="http://schemas.openxmlformats.org/officeDocument/2006/relationships/slide" Target="slides/slide3134.xml"/><Relationship Id="rId3345" Type="http://schemas.openxmlformats.org/officeDocument/2006/relationships/slide" Target="slides/slide3341.xml"/><Relationship Id="rId3552" Type="http://schemas.openxmlformats.org/officeDocument/2006/relationships/slide" Target="slides/slide3548.xml"/><Relationship Id="rId266" Type="http://schemas.openxmlformats.org/officeDocument/2006/relationships/slide" Target="slides/slide262.xml"/><Relationship Id="rId473" Type="http://schemas.openxmlformats.org/officeDocument/2006/relationships/slide" Target="slides/slide469.xml"/><Relationship Id="rId680" Type="http://schemas.openxmlformats.org/officeDocument/2006/relationships/slide" Target="slides/slide676.xml"/><Relationship Id="rId2154" Type="http://schemas.openxmlformats.org/officeDocument/2006/relationships/slide" Target="slides/slide2150.xml"/><Relationship Id="rId2361" Type="http://schemas.openxmlformats.org/officeDocument/2006/relationships/slide" Target="slides/slide2357.xml"/><Relationship Id="rId3205" Type="http://schemas.openxmlformats.org/officeDocument/2006/relationships/slide" Target="slides/slide3201.xml"/><Relationship Id="rId3412" Type="http://schemas.openxmlformats.org/officeDocument/2006/relationships/slide" Target="slides/slide3408.xml"/><Relationship Id="rId126" Type="http://schemas.openxmlformats.org/officeDocument/2006/relationships/slide" Target="slides/slide122.xml"/><Relationship Id="rId333" Type="http://schemas.openxmlformats.org/officeDocument/2006/relationships/slide" Target="slides/slide329.xml"/><Relationship Id="rId540" Type="http://schemas.openxmlformats.org/officeDocument/2006/relationships/slide" Target="slides/slide536.xml"/><Relationship Id="rId1170" Type="http://schemas.openxmlformats.org/officeDocument/2006/relationships/slide" Target="slides/slide1166.xml"/><Relationship Id="rId2014" Type="http://schemas.openxmlformats.org/officeDocument/2006/relationships/slide" Target="slides/slide2010.xml"/><Relationship Id="rId2221" Type="http://schemas.openxmlformats.org/officeDocument/2006/relationships/slide" Target="slides/slide2217.xml"/><Relationship Id="rId1030" Type="http://schemas.openxmlformats.org/officeDocument/2006/relationships/slide" Target="slides/slide1026.xml"/><Relationship Id="rId4186" Type="http://schemas.openxmlformats.org/officeDocument/2006/relationships/slide" Target="slides/slide4182.xml"/><Relationship Id="rId400" Type="http://schemas.openxmlformats.org/officeDocument/2006/relationships/slide" Target="slides/slide396.xml"/><Relationship Id="rId1987" Type="http://schemas.openxmlformats.org/officeDocument/2006/relationships/slide" Target="slides/slide1983.xml"/><Relationship Id="rId1847" Type="http://schemas.openxmlformats.org/officeDocument/2006/relationships/slide" Target="slides/slide1843.xml"/><Relationship Id="rId4046" Type="http://schemas.openxmlformats.org/officeDocument/2006/relationships/slide" Target="slides/slide4042.xml"/><Relationship Id="rId4253" Type="http://schemas.openxmlformats.org/officeDocument/2006/relationships/slide" Target="slides/slide4249.xml"/><Relationship Id="rId1707" Type="http://schemas.openxmlformats.org/officeDocument/2006/relationships/slide" Target="slides/slide1703.xml"/><Relationship Id="rId3062" Type="http://schemas.openxmlformats.org/officeDocument/2006/relationships/slide" Target="slides/slide3058.xml"/><Relationship Id="rId4113" Type="http://schemas.openxmlformats.org/officeDocument/2006/relationships/slide" Target="slides/slide4109.xml"/><Relationship Id="rId4320" Type="http://schemas.openxmlformats.org/officeDocument/2006/relationships/slide" Target="slides/slide4316.xml"/><Relationship Id="rId190" Type="http://schemas.openxmlformats.org/officeDocument/2006/relationships/slide" Target="slides/slide186.xml"/><Relationship Id="rId1914" Type="http://schemas.openxmlformats.org/officeDocument/2006/relationships/slide" Target="slides/slide1910.xml"/><Relationship Id="rId3879" Type="http://schemas.openxmlformats.org/officeDocument/2006/relationships/slide" Target="slides/slide3875.xml"/><Relationship Id="rId2688" Type="http://schemas.openxmlformats.org/officeDocument/2006/relationships/slide" Target="slides/slide2684.xml"/><Relationship Id="rId2895" Type="http://schemas.openxmlformats.org/officeDocument/2006/relationships/slide" Target="slides/slide2891.xml"/><Relationship Id="rId3739" Type="http://schemas.openxmlformats.org/officeDocument/2006/relationships/slide" Target="slides/slide3735.xml"/><Relationship Id="rId3946" Type="http://schemas.openxmlformats.org/officeDocument/2006/relationships/slide" Target="slides/slide3942.xml"/><Relationship Id="rId867" Type="http://schemas.openxmlformats.org/officeDocument/2006/relationships/slide" Target="slides/slide863.xml"/><Relationship Id="rId1497" Type="http://schemas.openxmlformats.org/officeDocument/2006/relationships/slide" Target="slides/slide1493.xml"/><Relationship Id="rId2548" Type="http://schemas.openxmlformats.org/officeDocument/2006/relationships/slide" Target="slides/slide2544.xml"/><Relationship Id="rId2755" Type="http://schemas.openxmlformats.org/officeDocument/2006/relationships/slide" Target="slides/slide2751.xml"/><Relationship Id="rId2962" Type="http://schemas.openxmlformats.org/officeDocument/2006/relationships/slide" Target="slides/slide2958.xml"/><Relationship Id="rId3806" Type="http://schemas.openxmlformats.org/officeDocument/2006/relationships/slide" Target="slides/slide3802.xml"/><Relationship Id="rId727" Type="http://schemas.openxmlformats.org/officeDocument/2006/relationships/slide" Target="slides/slide723.xml"/><Relationship Id="rId934" Type="http://schemas.openxmlformats.org/officeDocument/2006/relationships/slide" Target="slides/slide930.xml"/><Relationship Id="rId1357" Type="http://schemas.openxmlformats.org/officeDocument/2006/relationships/slide" Target="slides/slide1353.xml"/><Relationship Id="rId1564" Type="http://schemas.openxmlformats.org/officeDocument/2006/relationships/slide" Target="slides/slide1560.xml"/><Relationship Id="rId1771" Type="http://schemas.openxmlformats.org/officeDocument/2006/relationships/slide" Target="slides/slide1767.xml"/><Relationship Id="rId2408" Type="http://schemas.openxmlformats.org/officeDocument/2006/relationships/slide" Target="slides/slide2404.xml"/><Relationship Id="rId2615" Type="http://schemas.openxmlformats.org/officeDocument/2006/relationships/slide" Target="slides/slide2611.xml"/><Relationship Id="rId2822" Type="http://schemas.openxmlformats.org/officeDocument/2006/relationships/slide" Target="slides/slide2818.xml"/><Relationship Id="rId63" Type="http://schemas.openxmlformats.org/officeDocument/2006/relationships/slide" Target="slides/slide59.xml"/><Relationship Id="rId1217" Type="http://schemas.openxmlformats.org/officeDocument/2006/relationships/slide" Target="slides/slide1213.xml"/><Relationship Id="rId1424" Type="http://schemas.openxmlformats.org/officeDocument/2006/relationships/slide" Target="slides/slide1420.xml"/><Relationship Id="rId1631" Type="http://schemas.openxmlformats.org/officeDocument/2006/relationships/slide" Target="slides/slide1627.xml"/><Relationship Id="rId3389" Type="http://schemas.openxmlformats.org/officeDocument/2006/relationships/slide" Target="slides/slide3385.xml"/><Relationship Id="rId3596" Type="http://schemas.openxmlformats.org/officeDocument/2006/relationships/slide" Target="slides/slide3592.xml"/><Relationship Id="rId2198" Type="http://schemas.openxmlformats.org/officeDocument/2006/relationships/slide" Target="slides/slide2194.xml"/><Relationship Id="rId3249" Type="http://schemas.openxmlformats.org/officeDocument/2006/relationships/slide" Target="slides/slide3245.xml"/><Relationship Id="rId3456" Type="http://schemas.openxmlformats.org/officeDocument/2006/relationships/slide" Target="slides/slide3452.xml"/><Relationship Id="rId377" Type="http://schemas.openxmlformats.org/officeDocument/2006/relationships/slide" Target="slides/slide373.xml"/><Relationship Id="rId584" Type="http://schemas.openxmlformats.org/officeDocument/2006/relationships/slide" Target="slides/slide580.xml"/><Relationship Id="rId2058" Type="http://schemas.openxmlformats.org/officeDocument/2006/relationships/slide" Target="slides/slide2054.xml"/><Relationship Id="rId2265" Type="http://schemas.openxmlformats.org/officeDocument/2006/relationships/slide" Target="slides/slide2261.xml"/><Relationship Id="rId3109" Type="http://schemas.openxmlformats.org/officeDocument/2006/relationships/slide" Target="slides/slide3105.xml"/><Relationship Id="rId3663" Type="http://schemas.openxmlformats.org/officeDocument/2006/relationships/slide" Target="slides/slide3659.xml"/><Relationship Id="rId3870" Type="http://schemas.openxmlformats.org/officeDocument/2006/relationships/slide" Target="slides/slide3866.xml"/><Relationship Id="rId237" Type="http://schemas.openxmlformats.org/officeDocument/2006/relationships/slide" Target="slides/slide233.xml"/><Relationship Id="rId791" Type="http://schemas.openxmlformats.org/officeDocument/2006/relationships/slide" Target="slides/slide787.xml"/><Relationship Id="rId1074" Type="http://schemas.openxmlformats.org/officeDocument/2006/relationships/slide" Target="slides/slide1070.xml"/><Relationship Id="rId2472" Type="http://schemas.openxmlformats.org/officeDocument/2006/relationships/slide" Target="slides/slide2468.xml"/><Relationship Id="rId3316" Type="http://schemas.openxmlformats.org/officeDocument/2006/relationships/slide" Target="slides/slide3312.xml"/><Relationship Id="rId3523" Type="http://schemas.openxmlformats.org/officeDocument/2006/relationships/slide" Target="slides/slide3519.xml"/><Relationship Id="rId3730" Type="http://schemas.openxmlformats.org/officeDocument/2006/relationships/slide" Target="slides/slide3726.xml"/><Relationship Id="rId444" Type="http://schemas.openxmlformats.org/officeDocument/2006/relationships/slide" Target="slides/slide440.xml"/><Relationship Id="rId651" Type="http://schemas.openxmlformats.org/officeDocument/2006/relationships/slide" Target="slides/slide647.xml"/><Relationship Id="rId1281" Type="http://schemas.openxmlformats.org/officeDocument/2006/relationships/slide" Target="slides/slide1277.xml"/><Relationship Id="rId2125" Type="http://schemas.openxmlformats.org/officeDocument/2006/relationships/slide" Target="slides/slide2121.xml"/><Relationship Id="rId2332" Type="http://schemas.openxmlformats.org/officeDocument/2006/relationships/slide" Target="slides/slide2328.xml"/><Relationship Id="rId304" Type="http://schemas.openxmlformats.org/officeDocument/2006/relationships/slide" Target="slides/slide300.xml"/><Relationship Id="rId511" Type="http://schemas.openxmlformats.org/officeDocument/2006/relationships/slide" Target="slides/slide507.xml"/><Relationship Id="rId1141" Type="http://schemas.openxmlformats.org/officeDocument/2006/relationships/slide" Target="slides/slide1137.xml"/><Relationship Id="rId4297" Type="http://schemas.openxmlformats.org/officeDocument/2006/relationships/slide" Target="slides/slide4293.xml"/><Relationship Id="rId1001" Type="http://schemas.openxmlformats.org/officeDocument/2006/relationships/slide" Target="slides/slide997.xml"/><Relationship Id="rId4157" Type="http://schemas.openxmlformats.org/officeDocument/2006/relationships/slide" Target="slides/slide4153.xml"/><Relationship Id="rId4364" Type="http://schemas.openxmlformats.org/officeDocument/2006/relationships/slide" Target="slides/slide4360.xml"/><Relationship Id="rId1958" Type="http://schemas.openxmlformats.org/officeDocument/2006/relationships/slide" Target="slides/slide1954.xml"/><Relationship Id="rId3173" Type="http://schemas.openxmlformats.org/officeDocument/2006/relationships/slide" Target="slides/slide3169.xml"/><Relationship Id="rId3380" Type="http://schemas.openxmlformats.org/officeDocument/2006/relationships/slide" Target="slides/slide3376.xml"/><Relationship Id="rId4017" Type="http://schemas.openxmlformats.org/officeDocument/2006/relationships/slide" Target="slides/slide4013.xml"/><Relationship Id="rId4224" Type="http://schemas.openxmlformats.org/officeDocument/2006/relationships/slide" Target="slides/slide4220.xml"/><Relationship Id="rId1818" Type="http://schemas.openxmlformats.org/officeDocument/2006/relationships/slide" Target="slides/slide1814.xml"/><Relationship Id="rId3033" Type="http://schemas.openxmlformats.org/officeDocument/2006/relationships/slide" Target="slides/slide3029.xml"/><Relationship Id="rId3240" Type="http://schemas.openxmlformats.org/officeDocument/2006/relationships/slide" Target="slides/slide3236.xml"/><Relationship Id="rId161" Type="http://schemas.openxmlformats.org/officeDocument/2006/relationships/slide" Target="slides/slide157.xml"/><Relationship Id="rId2799" Type="http://schemas.openxmlformats.org/officeDocument/2006/relationships/slide" Target="slides/slide2795.xml"/><Relationship Id="rId3100" Type="http://schemas.openxmlformats.org/officeDocument/2006/relationships/slide" Target="slides/slide3096.xml"/><Relationship Id="rId978" Type="http://schemas.openxmlformats.org/officeDocument/2006/relationships/slide" Target="slides/slide974.xml"/><Relationship Id="rId2659" Type="http://schemas.openxmlformats.org/officeDocument/2006/relationships/slide" Target="slides/slide2655.xml"/><Relationship Id="rId2866" Type="http://schemas.openxmlformats.org/officeDocument/2006/relationships/slide" Target="slides/slide2862.xml"/><Relationship Id="rId3917" Type="http://schemas.openxmlformats.org/officeDocument/2006/relationships/slide" Target="slides/slide3913.xml"/><Relationship Id="rId838" Type="http://schemas.openxmlformats.org/officeDocument/2006/relationships/slide" Target="slides/slide834.xml"/><Relationship Id="rId1468" Type="http://schemas.openxmlformats.org/officeDocument/2006/relationships/slide" Target="slides/slide1464.xml"/><Relationship Id="rId1675" Type="http://schemas.openxmlformats.org/officeDocument/2006/relationships/slide" Target="slides/slide1671.xml"/><Relationship Id="rId1882" Type="http://schemas.openxmlformats.org/officeDocument/2006/relationships/slide" Target="slides/slide1878.xml"/><Relationship Id="rId2519" Type="http://schemas.openxmlformats.org/officeDocument/2006/relationships/slide" Target="slides/slide2515.xml"/><Relationship Id="rId2726" Type="http://schemas.openxmlformats.org/officeDocument/2006/relationships/slide" Target="slides/slide2722.xml"/><Relationship Id="rId4081" Type="http://schemas.openxmlformats.org/officeDocument/2006/relationships/slide" Target="slides/slide4077.xml"/><Relationship Id="rId1328" Type="http://schemas.openxmlformats.org/officeDocument/2006/relationships/slide" Target="slides/slide1324.xml"/><Relationship Id="rId1535" Type="http://schemas.openxmlformats.org/officeDocument/2006/relationships/slide" Target="slides/slide1531.xml"/><Relationship Id="rId2933" Type="http://schemas.openxmlformats.org/officeDocument/2006/relationships/slide" Target="slides/slide2929.xml"/><Relationship Id="rId905" Type="http://schemas.openxmlformats.org/officeDocument/2006/relationships/slide" Target="slides/slide901.xml"/><Relationship Id="rId1742" Type="http://schemas.openxmlformats.org/officeDocument/2006/relationships/slide" Target="slides/slide1738.xml"/><Relationship Id="rId34" Type="http://schemas.openxmlformats.org/officeDocument/2006/relationships/slide" Target="slides/slide30.xml"/><Relationship Id="rId1602" Type="http://schemas.openxmlformats.org/officeDocument/2006/relationships/slide" Target="slides/slide1598.xml"/><Relationship Id="rId3567" Type="http://schemas.openxmlformats.org/officeDocument/2006/relationships/slide" Target="slides/slide3563.xml"/><Relationship Id="rId3774" Type="http://schemas.openxmlformats.org/officeDocument/2006/relationships/slide" Target="slides/slide3770.xml"/><Relationship Id="rId3981" Type="http://schemas.openxmlformats.org/officeDocument/2006/relationships/slide" Target="slides/slide3977.xml"/><Relationship Id="rId488" Type="http://schemas.openxmlformats.org/officeDocument/2006/relationships/slide" Target="slides/slide484.xml"/><Relationship Id="rId695" Type="http://schemas.openxmlformats.org/officeDocument/2006/relationships/slide" Target="slides/slide691.xml"/><Relationship Id="rId2169" Type="http://schemas.openxmlformats.org/officeDocument/2006/relationships/slide" Target="slides/slide2165.xml"/><Relationship Id="rId2376" Type="http://schemas.openxmlformats.org/officeDocument/2006/relationships/slide" Target="slides/slide2372.xml"/><Relationship Id="rId2583" Type="http://schemas.openxmlformats.org/officeDocument/2006/relationships/slide" Target="slides/slide2579.xml"/><Relationship Id="rId2790" Type="http://schemas.openxmlformats.org/officeDocument/2006/relationships/slide" Target="slides/slide2786.xml"/><Relationship Id="rId3427" Type="http://schemas.openxmlformats.org/officeDocument/2006/relationships/slide" Target="slides/slide3423.xml"/><Relationship Id="rId3634" Type="http://schemas.openxmlformats.org/officeDocument/2006/relationships/slide" Target="slides/slide3630.xml"/><Relationship Id="rId3841" Type="http://schemas.openxmlformats.org/officeDocument/2006/relationships/slide" Target="slides/slide3837.xml"/><Relationship Id="rId348" Type="http://schemas.openxmlformats.org/officeDocument/2006/relationships/slide" Target="slides/slide344.xml"/><Relationship Id="rId555" Type="http://schemas.openxmlformats.org/officeDocument/2006/relationships/slide" Target="slides/slide551.xml"/><Relationship Id="rId762" Type="http://schemas.openxmlformats.org/officeDocument/2006/relationships/slide" Target="slides/slide758.xml"/><Relationship Id="rId1185" Type="http://schemas.openxmlformats.org/officeDocument/2006/relationships/slide" Target="slides/slide1181.xml"/><Relationship Id="rId1392" Type="http://schemas.openxmlformats.org/officeDocument/2006/relationships/slide" Target="slides/slide1388.xml"/><Relationship Id="rId2029" Type="http://schemas.openxmlformats.org/officeDocument/2006/relationships/slide" Target="slides/slide2025.xml"/><Relationship Id="rId2236" Type="http://schemas.openxmlformats.org/officeDocument/2006/relationships/slide" Target="slides/slide2232.xml"/><Relationship Id="rId2443" Type="http://schemas.openxmlformats.org/officeDocument/2006/relationships/slide" Target="slides/slide2439.xml"/><Relationship Id="rId2650" Type="http://schemas.openxmlformats.org/officeDocument/2006/relationships/slide" Target="slides/slide2646.xml"/><Relationship Id="rId3701" Type="http://schemas.openxmlformats.org/officeDocument/2006/relationships/slide" Target="slides/slide3697.xml"/><Relationship Id="rId208" Type="http://schemas.openxmlformats.org/officeDocument/2006/relationships/slide" Target="slides/slide204.xml"/><Relationship Id="rId415" Type="http://schemas.openxmlformats.org/officeDocument/2006/relationships/slide" Target="slides/slide411.xml"/><Relationship Id="rId622" Type="http://schemas.openxmlformats.org/officeDocument/2006/relationships/slide" Target="slides/slide618.xml"/><Relationship Id="rId1045" Type="http://schemas.openxmlformats.org/officeDocument/2006/relationships/slide" Target="slides/slide1041.xml"/><Relationship Id="rId1252" Type="http://schemas.openxmlformats.org/officeDocument/2006/relationships/slide" Target="slides/slide1248.xml"/><Relationship Id="rId2303" Type="http://schemas.openxmlformats.org/officeDocument/2006/relationships/slide" Target="slides/slide2299.xml"/><Relationship Id="rId2510" Type="http://schemas.openxmlformats.org/officeDocument/2006/relationships/slide" Target="slides/slide2506.xml"/><Relationship Id="rId1112" Type="http://schemas.openxmlformats.org/officeDocument/2006/relationships/slide" Target="slides/slide1108.xml"/><Relationship Id="rId4268" Type="http://schemas.openxmlformats.org/officeDocument/2006/relationships/slide" Target="slides/slide4264.xml"/><Relationship Id="rId3077" Type="http://schemas.openxmlformats.org/officeDocument/2006/relationships/slide" Target="slides/slide3073.xml"/><Relationship Id="rId3284" Type="http://schemas.openxmlformats.org/officeDocument/2006/relationships/slide" Target="slides/slide3280.xml"/><Relationship Id="rId4128" Type="http://schemas.openxmlformats.org/officeDocument/2006/relationships/slide" Target="slides/slide4124.xml"/><Relationship Id="rId1929" Type="http://schemas.openxmlformats.org/officeDocument/2006/relationships/slide" Target="slides/slide1925.xml"/><Relationship Id="rId2093" Type="http://schemas.openxmlformats.org/officeDocument/2006/relationships/slide" Target="slides/slide2089.xml"/><Relationship Id="rId3491" Type="http://schemas.openxmlformats.org/officeDocument/2006/relationships/slide" Target="slides/slide3487.xml"/><Relationship Id="rId4335" Type="http://schemas.openxmlformats.org/officeDocument/2006/relationships/slide" Target="slides/slide4331.xml"/><Relationship Id="rId3144" Type="http://schemas.openxmlformats.org/officeDocument/2006/relationships/slide" Target="slides/slide3140.xml"/><Relationship Id="rId3351" Type="http://schemas.openxmlformats.org/officeDocument/2006/relationships/slide" Target="slides/slide3347.xml"/><Relationship Id="rId272" Type="http://schemas.openxmlformats.org/officeDocument/2006/relationships/slide" Target="slides/slide268.xml"/><Relationship Id="rId2160" Type="http://schemas.openxmlformats.org/officeDocument/2006/relationships/slide" Target="slides/slide2156.xml"/><Relationship Id="rId3004" Type="http://schemas.openxmlformats.org/officeDocument/2006/relationships/slide" Target="slides/slide3000.xml"/><Relationship Id="rId3211" Type="http://schemas.openxmlformats.org/officeDocument/2006/relationships/slide" Target="slides/slide3207.xml"/><Relationship Id="rId132" Type="http://schemas.openxmlformats.org/officeDocument/2006/relationships/slide" Target="slides/slide128.xml"/><Relationship Id="rId2020" Type="http://schemas.openxmlformats.org/officeDocument/2006/relationships/slide" Target="slides/slide2016.xml"/><Relationship Id="rId1579" Type="http://schemas.openxmlformats.org/officeDocument/2006/relationships/slide" Target="slides/slide1575.xml"/><Relationship Id="rId2977" Type="http://schemas.openxmlformats.org/officeDocument/2006/relationships/slide" Target="slides/slide2973.xml"/><Relationship Id="rId4192" Type="http://schemas.openxmlformats.org/officeDocument/2006/relationships/slide" Target="slides/slide4188.xml"/><Relationship Id="rId949" Type="http://schemas.openxmlformats.org/officeDocument/2006/relationships/slide" Target="slides/slide945.xml"/><Relationship Id="rId1786" Type="http://schemas.openxmlformats.org/officeDocument/2006/relationships/slide" Target="slides/slide1782.xml"/><Relationship Id="rId1993" Type="http://schemas.openxmlformats.org/officeDocument/2006/relationships/slide" Target="slides/slide1989.xml"/><Relationship Id="rId2837" Type="http://schemas.openxmlformats.org/officeDocument/2006/relationships/slide" Target="slides/slide2833.xml"/><Relationship Id="rId4052" Type="http://schemas.openxmlformats.org/officeDocument/2006/relationships/slide" Target="slides/slide4048.xml"/><Relationship Id="rId78" Type="http://schemas.openxmlformats.org/officeDocument/2006/relationships/slide" Target="slides/slide74.xml"/><Relationship Id="rId809" Type="http://schemas.openxmlformats.org/officeDocument/2006/relationships/slide" Target="slides/slide805.xml"/><Relationship Id="rId1439" Type="http://schemas.openxmlformats.org/officeDocument/2006/relationships/slide" Target="slides/slide1435.xml"/><Relationship Id="rId1646" Type="http://schemas.openxmlformats.org/officeDocument/2006/relationships/slide" Target="slides/slide1642.xml"/><Relationship Id="rId1853" Type="http://schemas.openxmlformats.org/officeDocument/2006/relationships/slide" Target="slides/slide1849.xml"/><Relationship Id="rId2904" Type="http://schemas.openxmlformats.org/officeDocument/2006/relationships/slide" Target="slides/slide2900.xml"/><Relationship Id="rId1506" Type="http://schemas.openxmlformats.org/officeDocument/2006/relationships/slide" Target="slides/slide1502.xml"/><Relationship Id="rId1713" Type="http://schemas.openxmlformats.org/officeDocument/2006/relationships/slide" Target="slides/slide1709.xml"/><Relationship Id="rId1920" Type="http://schemas.openxmlformats.org/officeDocument/2006/relationships/slide" Target="slides/slide1916.xml"/><Relationship Id="rId3678" Type="http://schemas.openxmlformats.org/officeDocument/2006/relationships/slide" Target="slides/slide3674.xml"/><Relationship Id="rId3885" Type="http://schemas.openxmlformats.org/officeDocument/2006/relationships/slide" Target="slides/slide3881.xml"/><Relationship Id="rId599" Type="http://schemas.openxmlformats.org/officeDocument/2006/relationships/slide" Target="slides/slide595.xml"/><Relationship Id="rId2487" Type="http://schemas.openxmlformats.org/officeDocument/2006/relationships/slide" Target="slides/slide2483.xml"/><Relationship Id="rId2694" Type="http://schemas.openxmlformats.org/officeDocument/2006/relationships/slide" Target="slides/slide2690.xml"/><Relationship Id="rId3538" Type="http://schemas.openxmlformats.org/officeDocument/2006/relationships/slide" Target="slides/slide3534.xml"/><Relationship Id="rId3745" Type="http://schemas.openxmlformats.org/officeDocument/2006/relationships/slide" Target="slides/slide3741.xml"/><Relationship Id="rId459" Type="http://schemas.openxmlformats.org/officeDocument/2006/relationships/slide" Target="slides/slide455.xml"/><Relationship Id="rId666" Type="http://schemas.openxmlformats.org/officeDocument/2006/relationships/slide" Target="slides/slide662.xml"/><Relationship Id="rId873" Type="http://schemas.openxmlformats.org/officeDocument/2006/relationships/slide" Target="slides/slide869.xml"/><Relationship Id="rId1089" Type="http://schemas.openxmlformats.org/officeDocument/2006/relationships/slide" Target="slides/slide1085.xml"/><Relationship Id="rId1296" Type="http://schemas.openxmlformats.org/officeDocument/2006/relationships/slide" Target="slides/slide1292.xml"/><Relationship Id="rId2347" Type="http://schemas.openxmlformats.org/officeDocument/2006/relationships/slide" Target="slides/slide2343.xml"/><Relationship Id="rId2554" Type="http://schemas.openxmlformats.org/officeDocument/2006/relationships/slide" Target="slides/slide2550.xml"/><Relationship Id="rId3952" Type="http://schemas.openxmlformats.org/officeDocument/2006/relationships/slide" Target="slides/slide3948.xml"/><Relationship Id="rId319" Type="http://schemas.openxmlformats.org/officeDocument/2006/relationships/slide" Target="slides/slide315.xml"/><Relationship Id="rId526" Type="http://schemas.openxmlformats.org/officeDocument/2006/relationships/slide" Target="slides/slide522.xml"/><Relationship Id="rId1156" Type="http://schemas.openxmlformats.org/officeDocument/2006/relationships/slide" Target="slides/slide1152.xml"/><Relationship Id="rId1363" Type="http://schemas.openxmlformats.org/officeDocument/2006/relationships/slide" Target="slides/slide1359.xml"/><Relationship Id="rId2207" Type="http://schemas.openxmlformats.org/officeDocument/2006/relationships/slide" Target="slides/slide2203.xml"/><Relationship Id="rId2761" Type="http://schemas.openxmlformats.org/officeDocument/2006/relationships/slide" Target="slides/slide2757.xml"/><Relationship Id="rId3605" Type="http://schemas.openxmlformats.org/officeDocument/2006/relationships/slide" Target="slides/slide3601.xml"/><Relationship Id="rId3812" Type="http://schemas.openxmlformats.org/officeDocument/2006/relationships/slide" Target="slides/slide3808.xml"/><Relationship Id="rId733" Type="http://schemas.openxmlformats.org/officeDocument/2006/relationships/slide" Target="slides/slide729.xml"/><Relationship Id="rId940" Type="http://schemas.openxmlformats.org/officeDocument/2006/relationships/slide" Target="slides/slide936.xml"/><Relationship Id="rId1016" Type="http://schemas.openxmlformats.org/officeDocument/2006/relationships/slide" Target="slides/slide1012.xml"/><Relationship Id="rId1570" Type="http://schemas.openxmlformats.org/officeDocument/2006/relationships/slide" Target="slides/slide1566.xml"/><Relationship Id="rId2414" Type="http://schemas.openxmlformats.org/officeDocument/2006/relationships/slide" Target="slides/slide2410.xml"/><Relationship Id="rId2621" Type="http://schemas.openxmlformats.org/officeDocument/2006/relationships/slide" Target="slides/slide2617.xml"/><Relationship Id="rId800" Type="http://schemas.openxmlformats.org/officeDocument/2006/relationships/slide" Target="slides/slide796.xml"/><Relationship Id="rId1223" Type="http://schemas.openxmlformats.org/officeDocument/2006/relationships/slide" Target="slides/slide1219.xml"/><Relationship Id="rId1430" Type="http://schemas.openxmlformats.org/officeDocument/2006/relationships/slide" Target="slides/slide1426.xml"/><Relationship Id="rId4379" Type="http://schemas.openxmlformats.org/officeDocument/2006/relationships/slide" Target="slides/slide4375.xml"/><Relationship Id="rId3188" Type="http://schemas.openxmlformats.org/officeDocument/2006/relationships/slide" Target="slides/slide3184.xml"/><Relationship Id="rId3395" Type="http://schemas.openxmlformats.org/officeDocument/2006/relationships/slide" Target="slides/slide3391.xml"/><Relationship Id="rId4239" Type="http://schemas.openxmlformats.org/officeDocument/2006/relationships/slide" Target="slides/slide4235.xml"/><Relationship Id="rId3048" Type="http://schemas.openxmlformats.org/officeDocument/2006/relationships/slide" Target="slides/slide3044.xml"/><Relationship Id="rId3255" Type="http://schemas.openxmlformats.org/officeDocument/2006/relationships/slide" Target="slides/slide3251.xml"/><Relationship Id="rId3462" Type="http://schemas.openxmlformats.org/officeDocument/2006/relationships/slide" Target="slides/slide3458.xml"/><Relationship Id="rId4306" Type="http://schemas.openxmlformats.org/officeDocument/2006/relationships/slide" Target="slides/slide4302.xml"/><Relationship Id="rId176" Type="http://schemas.openxmlformats.org/officeDocument/2006/relationships/slide" Target="slides/slide172.xml"/><Relationship Id="rId383" Type="http://schemas.openxmlformats.org/officeDocument/2006/relationships/slide" Target="slides/slide379.xml"/><Relationship Id="rId590" Type="http://schemas.openxmlformats.org/officeDocument/2006/relationships/slide" Target="slides/slide586.xml"/><Relationship Id="rId2064" Type="http://schemas.openxmlformats.org/officeDocument/2006/relationships/slide" Target="slides/slide2060.xml"/><Relationship Id="rId2271" Type="http://schemas.openxmlformats.org/officeDocument/2006/relationships/slide" Target="slides/slide2267.xml"/><Relationship Id="rId3115" Type="http://schemas.openxmlformats.org/officeDocument/2006/relationships/slide" Target="slides/slide3111.xml"/><Relationship Id="rId3322" Type="http://schemas.openxmlformats.org/officeDocument/2006/relationships/slide" Target="slides/slide3318.xml"/><Relationship Id="rId243" Type="http://schemas.openxmlformats.org/officeDocument/2006/relationships/slide" Target="slides/slide239.xml"/><Relationship Id="rId450" Type="http://schemas.openxmlformats.org/officeDocument/2006/relationships/slide" Target="slides/slide446.xml"/><Relationship Id="rId1080" Type="http://schemas.openxmlformats.org/officeDocument/2006/relationships/slide" Target="slides/slide1076.xml"/><Relationship Id="rId2131" Type="http://schemas.openxmlformats.org/officeDocument/2006/relationships/slide" Target="slides/slide2127.xml"/><Relationship Id="rId103" Type="http://schemas.openxmlformats.org/officeDocument/2006/relationships/slide" Target="slides/slide99.xml"/><Relationship Id="rId310" Type="http://schemas.openxmlformats.org/officeDocument/2006/relationships/slide" Target="slides/slide306.xml"/><Relationship Id="rId4096" Type="http://schemas.openxmlformats.org/officeDocument/2006/relationships/slide" Target="slides/slide4092.xml"/><Relationship Id="rId1897" Type="http://schemas.openxmlformats.org/officeDocument/2006/relationships/slide" Target="slides/slide1893.xml"/><Relationship Id="rId2948" Type="http://schemas.openxmlformats.org/officeDocument/2006/relationships/slide" Target="slides/slide2944.xml"/><Relationship Id="rId1757" Type="http://schemas.openxmlformats.org/officeDocument/2006/relationships/slide" Target="slides/slide1753.xml"/><Relationship Id="rId1964" Type="http://schemas.openxmlformats.org/officeDocument/2006/relationships/slide" Target="slides/slide1960.xml"/><Relationship Id="rId2808" Type="http://schemas.openxmlformats.org/officeDocument/2006/relationships/slide" Target="slides/slide2804.xml"/><Relationship Id="rId4163" Type="http://schemas.openxmlformats.org/officeDocument/2006/relationships/slide" Target="slides/slide4159.xml"/><Relationship Id="rId4370" Type="http://schemas.openxmlformats.org/officeDocument/2006/relationships/slide" Target="slides/slide4366.xml"/><Relationship Id="rId49" Type="http://schemas.openxmlformats.org/officeDocument/2006/relationships/slide" Target="slides/slide45.xml"/><Relationship Id="rId1617" Type="http://schemas.openxmlformats.org/officeDocument/2006/relationships/slide" Target="slides/slide1613.xml"/><Relationship Id="rId1824" Type="http://schemas.openxmlformats.org/officeDocument/2006/relationships/slide" Target="slides/slide1820.xml"/><Relationship Id="rId4023" Type="http://schemas.openxmlformats.org/officeDocument/2006/relationships/slide" Target="slides/slide4019.xml"/><Relationship Id="rId4230" Type="http://schemas.openxmlformats.org/officeDocument/2006/relationships/slide" Target="slides/slide4226.xml"/><Relationship Id="rId3789" Type="http://schemas.openxmlformats.org/officeDocument/2006/relationships/slide" Target="slides/slide3785.xml"/><Relationship Id="rId2598" Type="http://schemas.openxmlformats.org/officeDocument/2006/relationships/slide" Target="slides/slide2594.xml"/><Relationship Id="rId3996" Type="http://schemas.openxmlformats.org/officeDocument/2006/relationships/slide" Target="slides/slide3992.xml"/><Relationship Id="rId3649" Type="http://schemas.openxmlformats.org/officeDocument/2006/relationships/slide" Target="slides/slide3645.xml"/><Relationship Id="rId3856" Type="http://schemas.openxmlformats.org/officeDocument/2006/relationships/slide" Target="slides/slide3852.xml"/><Relationship Id="rId777" Type="http://schemas.openxmlformats.org/officeDocument/2006/relationships/slide" Target="slides/slide773.xml"/><Relationship Id="rId984" Type="http://schemas.openxmlformats.org/officeDocument/2006/relationships/slide" Target="slides/slide980.xml"/><Relationship Id="rId2458" Type="http://schemas.openxmlformats.org/officeDocument/2006/relationships/slide" Target="slides/slide2454.xml"/><Relationship Id="rId2665" Type="http://schemas.openxmlformats.org/officeDocument/2006/relationships/slide" Target="slides/slide2661.xml"/><Relationship Id="rId2872" Type="http://schemas.openxmlformats.org/officeDocument/2006/relationships/slide" Target="slides/slide2868.xml"/><Relationship Id="rId3509" Type="http://schemas.openxmlformats.org/officeDocument/2006/relationships/slide" Target="slides/slide3505.xml"/><Relationship Id="rId3716" Type="http://schemas.openxmlformats.org/officeDocument/2006/relationships/slide" Target="slides/slide3712.xml"/><Relationship Id="rId3923" Type="http://schemas.openxmlformats.org/officeDocument/2006/relationships/slide" Target="slides/slide3919.xml"/><Relationship Id="rId637" Type="http://schemas.openxmlformats.org/officeDocument/2006/relationships/slide" Target="slides/slide633.xml"/><Relationship Id="rId844" Type="http://schemas.openxmlformats.org/officeDocument/2006/relationships/slide" Target="slides/slide840.xml"/><Relationship Id="rId1267" Type="http://schemas.openxmlformats.org/officeDocument/2006/relationships/slide" Target="slides/slide1263.xml"/><Relationship Id="rId1474" Type="http://schemas.openxmlformats.org/officeDocument/2006/relationships/slide" Target="slides/slide1470.xml"/><Relationship Id="rId1681" Type="http://schemas.openxmlformats.org/officeDocument/2006/relationships/slide" Target="slides/slide1677.xml"/><Relationship Id="rId2318" Type="http://schemas.openxmlformats.org/officeDocument/2006/relationships/slide" Target="slides/slide2314.xml"/><Relationship Id="rId2525" Type="http://schemas.openxmlformats.org/officeDocument/2006/relationships/slide" Target="slides/slide2521.xml"/><Relationship Id="rId2732" Type="http://schemas.openxmlformats.org/officeDocument/2006/relationships/slide" Target="slides/slide2728.xml"/><Relationship Id="rId704" Type="http://schemas.openxmlformats.org/officeDocument/2006/relationships/slide" Target="slides/slide700.xml"/><Relationship Id="rId911" Type="http://schemas.openxmlformats.org/officeDocument/2006/relationships/slide" Target="slides/slide907.xml"/><Relationship Id="rId1127" Type="http://schemas.openxmlformats.org/officeDocument/2006/relationships/slide" Target="slides/slide1123.xml"/><Relationship Id="rId1334" Type="http://schemas.openxmlformats.org/officeDocument/2006/relationships/slide" Target="slides/slide1330.xml"/><Relationship Id="rId1541" Type="http://schemas.openxmlformats.org/officeDocument/2006/relationships/slide" Target="slides/slide1537.xml"/><Relationship Id="rId40" Type="http://schemas.openxmlformats.org/officeDocument/2006/relationships/slide" Target="slides/slide36.xml"/><Relationship Id="rId1401" Type="http://schemas.openxmlformats.org/officeDocument/2006/relationships/slide" Target="slides/slide1397.xml"/><Relationship Id="rId3299" Type="http://schemas.openxmlformats.org/officeDocument/2006/relationships/slide" Target="slides/slide3295.xml"/><Relationship Id="rId3159" Type="http://schemas.openxmlformats.org/officeDocument/2006/relationships/slide" Target="slides/slide3155.xml"/><Relationship Id="rId3366" Type="http://schemas.openxmlformats.org/officeDocument/2006/relationships/slide" Target="slides/slide3362.xml"/><Relationship Id="rId3573" Type="http://schemas.openxmlformats.org/officeDocument/2006/relationships/slide" Target="slides/slide3569.xml"/><Relationship Id="rId287" Type="http://schemas.openxmlformats.org/officeDocument/2006/relationships/slide" Target="slides/slide283.xml"/><Relationship Id="rId494" Type="http://schemas.openxmlformats.org/officeDocument/2006/relationships/slide" Target="slides/slide490.xml"/><Relationship Id="rId2175" Type="http://schemas.openxmlformats.org/officeDocument/2006/relationships/slide" Target="slides/slide2171.xml"/><Relationship Id="rId2382" Type="http://schemas.openxmlformats.org/officeDocument/2006/relationships/slide" Target="slides/slide2378.xml"/><Relationship Id="rId3019" Type="http://schemas.openxmlformats.org/officeDocument/2006/relationships/slide" Target="slides/slide3015.xml"/><Relationship Id="rId3226" Type="http://schemas.openxmlformats.org/officeDocument/2006/relationships/slide" Target="slides/slide3222.xml"/><Relationship Id="rId3780" Type="http://schemas.openxmlformats.org/officeDocument/2006/relationships/slide" Target="slides/slide3776.xml"/><Relationship Id="rId147" Type="http://schemas.openxmlformats.org/officeDocument/2006/relationships/slide" Target="slides/slide143.xml"/><Relationship Id="rId354" Type="http://schemas.openxmlformats.org/officeDocument/2006/relationships/slide" Target="slides/slide350.xml"/><Relationship Id="rId1191" Type="http://schemas.openxmlformats.org/officeDocument/2006/relationships/slide" Target="slides/slide1187.xml"/><Relationship Id="rId2035" Type="http://schemas.openxmlformats.org/officeDocument/2006/relationships/slide" Target="slides/slide2031.xml"/><Relationship Id="rId3433" Type="http://schemas.openxmlformats.org/officeDocument/2006/relationships/slide" Target="slides/slide3429.xml"/><Relationship Id="rId3640" Type="http://schemas.openxmlformats.org/officeDocument/2006/relationships/slide" Target="slides/slide3636.xml"/><Relationship Id="rId561" Type="http://schemas.openxmlformats.org/officeDocument/2006/relationships/slide" Target="slides/slide557.xml"/><Relationship Id="rId2242" Type="http://schemas.openxmlformats.org/officeDocument/2006/relationships/slide" Target="slides/slide2238.xml"/><Relationship Id="rId3500" Type="http://schemas.openxmlformats.org/officeDocument/2006/relationships/slide" Target="slides/slide3496.xml"/><Relationship Id="rId214" Type="http://schemas.openxmlformats.org/officeDocument/2006/relationships/slide" Target="slides/slide210.xml"/><Relationship Id="rId421" Type="http://schemas.openxmlformats.org/officeDocument/2006/relationships/slide" Target="slides/slide417.xml"/><Relationship Id="rId1051" Type="http://schemas.openxmlformats.org/officeDocument/2006/relationships/slide" Target="slides/slide1047.xml"/><Relationship Id="rId2102" Type="http://schemas.openxmlformats.org/officeDocument/2006/relationships/slide" Target="slides/slide2098.xml"/><Relationship Id="rId1868" Type="http://schemas.openxmlformats.org/officeDocument/2006/relationships/slide" Target="slides/slide1864.xml"/><Relationship Id="rId4067" Type="http://schemas.openxmlformats.org/officeDocument/2006/relationships/slide" Target="slides/slide4063.xml"/><Relationship Id="rId4274" Type="http://schemas.openxmlformats.org/officeDocument/2006/relationships/slide" Target="slides/slide4270.xml"/><Relationship Id="rId2919" Type="http://schemas.openxmlformats.org/officeDocument/2006/relationships/slide" Target="slides/slide2915.xml"/><Relationship Id="rId3083" Type="http://schemas.openxmlformats.org/officeDocument/2006/relationships/slide" Target="slides/slide3079.xml"/><Relationship Id="rId3290" Type="http://schemas.openxmlformats.org/officeDocument/2006/relationships/slide" Target="slides/slide3286.xml"/><Relationship Id="rId4134" Type="http://schemas.openxmlformats.org/officeDocument/2006/relationships/slide" Target="slides/slide4130.xml"/><Relationship Id="rId4341" Type="http://schemas.openxmlformats.org/officeDocument/2006/relationships/slide" Target="slides/slide4337.xml"/><Relationship Id="rId1728" Type="http://schemas.openxmlformats.org/officeDocument/2006/relationships/slide" Target="slides/slide1724.xml"/><Relationship Id="rId1935" Type="http://schemas.openxmlformats.org/officeDocument/2006/relationships/slide" Target="slides/slide1931.xml"/><Relationship Id="rId3150" Type="http://schemas.openxmlformats.org/officeDocument/2006/relationships/slide" Target="slides/slide3146.xml"/><Relationship Id="rId4201" Type="http://schemas.openxmlformats.org/officeDocument/2006/relationships/slide" Target="slides/slide4197.xml"/><Relationship Id="rId3010" Type="http://schemas.openxmlformats.org/officeDocument/2006/relationships/slide" Target="slides/slide3006.xml"/><Relationship Id="rId3967" Type="http://schemas.openxmlformats.org/officeDocument/2006/relationships/slide" Target="slides/slide3963.xml"/><Relationship Id="rId4" Type="http://schemas.openxmlformats.org/officeDocument/2006/relationships/slideMaster" Target="slideMasters/slideMaster1.xml"/><Relationship Id="rId888" Type="http://schemas.openxmlformats.org/officeDocument/2006/relationships/slide" Target="slides/slide884.xml"/><Relationship Id="rId2569" Type="http://schemas.openxmlformats.org/officeDocument/2006/relationships/slide" Target="slides/slide2565.xml"/><Relationship Id="rId2776" Type="http://schemas.openxmlformats.org/officeDocument/2006/relationships/slide" Target="slides/slide2772.xml"/><Relationship Id="rId2983" Type="http://schemas.openxmlformats.org/officeDocument/2006/relationships/slide" Target="slides/slide2979.xml"/><Relationship Id="rId3827" Type="http://schemas.openxmlformats.org/officeDocument/2006/relationships/slide" Target="slides/slide3823.xml"/><Relationship Id="rId748" Type="http://schemas.openxmlformats.org/officeDocument/2006/relationships/slide" Target="slides/slide744.xml"/><Relationship Id="rId955" Type="http://schemas.openxmlformats.org/officeDocument/2006/relationships/slide" Target="slides/slide951.xml"/><Relationship Id="rId1378" Type="http://schemas.openxmlformats.org/officeDocument/2006/relationships/slide" Target="slides/slide1374.xml"/><Relationship Id="rId1585" Type="http://schemas.openxmlformats.org/officeDocument/2006/relationships/slide" Target="slides/slide1581.xml"/><Relationship Id="rId1792" Type="http://schemas.openxmlformats.org/officeDocument/2006/relationships/slide" Target="slides/slide1788.xml"/><Relationship Id="rId2429" Type="http://schemas.openxmlformats.org/officeDocument/2006/relationships/slide" Target="slides/slide2425.xml"/><Relationship Id="rId2636" Type="http://schemas.openxmlformats.org/officeDocument/2006/relationships/slide" Target="slides/slide2632.xml"/><Relationship Id="rId2843" Type="http://schemas.openxmlformats.org/officeDocument/2006/relationships/slide" Target="slides/slide2839.xml"/><Relationship Id="rId84" Type="http://schemas.openxmlformats.org/officeDocument/2006/relationships/slide" Target="slides/slide80.xml"/><Relationship Id="rId608" Type="http://schemas.openxmlformats.org/officeDocument/2006/relationships/slide" Target="slides/slide604.xml"/><Relationship Id="rId815" Type="http://schemas.openxmlformats.org/officeDocument/2006/relationships/slide" Target="slides/slide811.xml"/><Relationship Id="rId1238" Type="http://schemas.openxmlformats.org/officeDocument/2006/relationships/slide" Target="slides/slide1234.xml"/><Relationship Id="rId1445" Type="http://schemas.openxmlformats.org/officeDocument/2006/relationships/slide" Target="slides/slide1441.xml"/><Relationship Id="rId1652" Type="http://schemas.openxmlformats.org/officeDocument/2006/relationships/slide" Target="slides/slide1648.xml"/><Relationship Id="rId1305" Type="http://schemas.openxmlformats.org/officeDocument/2006/relationships/slide" Target="slides/slide1301.xml"/><Relationship Id="rId2703" Type="http://schemas.openxmlformats.org/officeDocument/2006/relationships/slide" Target="slides/slide2699.xml"/><Relationship Id="rId2910" Type="http://schemas.openxmlformats.org/officeDocument/2006/relationships/slide" Target="slides/slide2906.xml"/><Relationship Id="rId1512" Type="http://schemas.openxmlformats.org/officeDocument/2006/relationships/slide" Target="slides/slide1508.xml"/><Relationship Id="rId11" Type="http://schemas.openxmlformats.org/officeDocument/2006/relationships/slide" Target="slides/slide7.xml"/><Relationship Id="rId398" Type="http://schemas.openxmlformats.org/officeDocument/2006/relationships/slide" Target="slides/slide394.xml"/><Relationship Id="rId2079" Type="http://schemas.openxmlformats.org/officeDocument/2006/relationships/slide" Target="slides/slide2075.xml"/><Relationship Id="rId3477" Type="http://schemas.openxmlformats.org/officeDocument/2006/relationships/slide" Target="slides/slide3473.xml"/><Relationship Id="rId3684" Type="http://schemas.openxmlformats.org/officeDocument/2006/relationships/slide" Target="slides/slide3680.xml"/><Relationship Id="rId3891" Type="http://schemas.openxmlformats.org/officeDocument/2006/relationships/slide" Target="slides/slide3887.xml"/><Relationship Id="rId2286" Type="http://schemas.openxmlformats.org/officeDocument/2006/relationships/slide" Target="slides/slide2282.xml"/><Relationship Id="rId2493" Type="http://schemas.openxmlformats.org/officeDocument/2006/relationships/slide" Target="slides/slide2489.xml"/><Relationship Id="rId3337" Type="http://schemas.openxmlformats.org/officeDocument/2006/relationships/slide" Target="slides/slide3333.xml"/><Relationship Id="rId3544" Type="http://schemas.openxmlformats.org/officeDocument/2006/relationships/slide" Target="slides/slide3540.xml"/><Relationship Id="rId3751" Type="http://schemas.openxmlformats.org/officeDocument/2006/relationships/slide" Target="slides/slide3747.xml"/><Relationship Id="rId258" Type="http://schemas.openxmlformats.org/officeDocument/2006/relationships/slide" Target="slides/slide254.xml"/><Relationship Id="rId465" Type="http://schemas.openxmlformats.org/officeDocument/2006/relationships/slide" Target="slides/slide461.xml"/><Relationship Id="rId672" Type="http://schemas.openxmlformats.org/officeDocument/2006/relationships/slide" Target="slides/slide668.xml"/><Relationship Id="rId1095" Type="http://schemas.openxmlformats.org/officeDocument/2006/relationships/slide" Target="slides/slide1091.xml"/><Relationship Id="rId2146" Type="http://schemas.openxmlformats.org/officeDocument/2006/relationships/slide" Target="slides/slide2142.xml"/><Relationship Id="rId2353" Type="http://schemas.openxmlformats.org/officeDocument/2006/relationships/slide" Target="slides/slide2349.xml"/><Relationship Id="rId2560" Type="http://schemas.openxmlformats.org/officeDocument/2006/relationships/slide" Target="slides/slide2556.xml"/><Relationship Id="rId3404" Type="http://schemas.openxmlformats.org/officeDocument/2006/relationships/slide" Target="slides/slide3400.xml"/><Relationship Id="rId3611" Type="http://schemas.openxmlformats.org/officeDocument/2006/relationships/slide" Target="slides/slide3607.xml"/><Relationship Id="rId118" Type="http://schemas.openxmlformats.org/officeDocument/2006/relationships/slide" Target="slides/slide114.xml"/><Relationship Id="rId325" Type="http://schemas.openxmlformats.org/officeDocument/2006/relationships/slide" Target="slides/slide321.xml"/><Relationship Id="rId532" Type="http://schemas.openxmlformats.org/officeDocument/2006/relationships/slide" Target="slides/slide528.xml"/><Relationship Id="rId1162" Type="http://schemas.openxmlformats.org/officeDocument/2006/relationships/slide" Target="slides/slide1158.xml"/><Relationship Id="rId2006" Type="http://schemas.openxmlformats.org/officeDocument/2006/relationships/slide" Target="slides/slide2002.xml"/><Relationship Id="rId2213" Type="http://schemas.openxmlformats.org/officeDocument/2006/relationships/slide" Target="slides/slide2209.xml"/><Relationship Id="rId2420" Type="http://schemas.openxmlformats.org/officeDocument/2006/relationships/slide" Target="slides/slide2416.xml"/><Relationship Id="rId1022" Type="http://schemas.openxmlformats.org/officeDocument/2006/relationships/slide" Target="slides/slide1018.xml"/><Relationship Id="rId4178" Type="http://schemas.openxmlformats.org/officeDocument/2006/relationships/slide" Target="slides/slide4174.xml"/><Relationship Id="rId4385" Type="http://schemas.openxmlformats.org/officeDocument/2006/relationships/theme" Target="theme/theme1.xml"/><Relationship Id="rId1979" Type="http://schemas.openxmlformats.org/officeDocument/2006/relationships/slide" Target="slides/slide1975.xml"/><Relationship Id="rId3194" Type="http://schemas.openxmlformats.org/officeDocument/2006/relationships/slide" Target="slides/slide3190.xml"/><Relationship Id="rId4038" Type="http://schemas.openxmlformats.org/officeDocument/2006/relationships/slide" Target="slides/slide4034.xml"/><Relationship Id="rId4245" Type="http://schemas.openxmlformats.org/officeDocument/2006/relationships/slide" Target="slides/slide4241.xml"/><Relationship Id="rId1839" Type="http://schemas.openxmlformats.org/officeDocument/2006/relationships/slide" Target="slides/slide1835.xml"/><Relationship Id="rId3054" Type="http://schemas.openxmlformats.org/officeDocument/2006/relationships/slide" Target="slides/slide3050.xml"/><Relationship Id="rId182" Type="http://schemas.openxmlformats.org/officeDocument/2006/relationships/slide" Target="slides/slide178.xml"/><Relationship Id="rId1906" Type="http://schemas.openxmlformats.org/officeDocument/2006/relationships/slide" Target="slides/slide1902.xml"/><Relationship Id="rId3261" Type="http://schemas.openxmlformats.org/officeDocument/2006/relationships/slide" Target="slides/slide3257.xml"/><Relationship Id="rId4105" Type="http://schemas.openxmlformats.org/officeDocument/2006/relationships/slide" Target="slides/slide4101.xml"/><Relationship Id="rId4312" Type="http://schemas.openxmlformats.org/officeDocument/2006/relationships/slide" Target="slides/slide4308.xml"/><Relationship Id="rId2070" Type="http://schemas.openxmlformats.org/officeDocument/2006/relationships/slide" Target="slides/slide2066.xml"/><Relationship Id="rId3121" Type="http://schemas.openxmlformats.org/officeDocument/2006/relationships/slide" Target="slides/slide3117.xml"/><Relationship Id="rId999" Type="http://schemas.openxmlformats.org/officeDocument/2006/relationships/slide" Target="slides/slide995.xml"/><Relationship Id="rId2887" Type="http://schemas.openxmlformats.org/officeDocument/2006/relationships/slide" Target="slides/slide2883.xml"/><Relationship Id="rId859" Type="http://schemas.openxmlformats.org/officeDocument/2006/relationships/slide" Target="slides/slide855.xml"/><Relationship Id="rId1489" Type="http://schemas.openxmlformats.org/officeDocument/2006/relationships/slide" Target="slides/slide1485.xml"/><Relationship Id="rId1696" Type="http://schemas.openxmlformats.org/officeDocument/2006/relationships/slide" Target="slides/slide1692.xml"/><Relationship Id="rId3938" Type="http://schemas.openxmlformats.org/officeDocument/2006/relationships/slide" Target="slides/slide3934.xml"/><Relationship Id="rId1349" Type="http://schemas.openxmlformats.org/officeDocument/2006/relationships/slide" Target="slides/slide1345.xml"/><Relationship Id="rId2747" Type="http://schemas.openxmlformats.org/officeDocument/2006/relationships/slide" Target="slides/slide2743.xml"/><Relationship Id="rId2954" Type="http://schemas.openxmlformats.org/officeDocument/2006/relationships/slide" Target="slides/slide2950.xml"/><Relationship Id="rId719" Type="http://schemas.openxmlformats.org/officeDocument/2006/relationships/slide" Target="slides/slide715.xml"/><Relationship Id="rId926" Type="http://schemas.openxmlformats.org/officeDocument/2006/relationships/slide" Target="slides/slide922.xml"/><Relationship Id="rId1556" Type="http://schemas.openxmlformats.org/officeDocument/2006/relationships/slide" Target="slides/slide1552.xml"/><Relationship Id="rId1763" Type="http://schemas.openxmlformats.org/officeDocument/2006/relationships/slide" Target="slides/slide1759.xml"/><Relationship Id="rId1970" Type="http://schemas.openxmlformats.org/officeDocument/2006/relationships/slide" Target="slides/slide1966.xml"/><Relationship Id="rId2607" Type="http://schemas.openxmlformats.org/officeDocument/2006/relationships/slide" Target="slides/slide2603.xml"/><Relationship Id="rId2814" Type="http://schemas.openxmlformats.org/officeDocument/2006/relationships/slide" Target="slides/slide2810.xml"/><Relationship Id="rId55" Type="http://schemas.openxmlformats.org/officeDocument/2006/relationships/slide" Target="slides/slide51.xml"/><Relationship Id="rId1209" Type="http://schemas.openxmlformats.org/officeDocument/2006/relationships/slide" Target="slides/slide1205.xml"/><Relationship Id="rId1416" Type="http://schemas.openxmlformats.org/officeDocument/2006/relationships/slide" Target="slides/slide1412.xml"/><Relationship Id="rId1623" Type="http://schemas.openxmlformats.org/officeDocument/2006/relationships/slide" Target="slides/slide1619.xml"/><Relationship Id="rId1830" Type="http://schemas.openxmlformats.org/officeDocument/2006/relationships/slide" Target="slides/slide1826.xml"/><Relationship Id="rId3588" Type="http://schemas.openxmlformats.org/officeDocument/2006/relationships/slide" Target="slides/slide3584.xml"/><Relationship Id="rId3795" Type="http://schemas.openxmlformats.org/officeDocument/2006/relationships/slide" Target="slides/slide3791.xml"/><Relationship Id="rId2397" Type="http://schemas.openxmlformats.org/officeDocument/2006/relationships/slide" Target="slides/slide2393.xml"/><Relationship Id="rId3448" Type="http://schemas.openxmlformats.org/officeDocument/2006/relationships/slide" Target="slides/slide3444.xml"/><Relationship Id="rId3655" Type="http://schemas.openxmlformats.org/officeDocument/2006/relationships/slide" Target="slides/slide3651.xml"/><Relationship Id="rId3862" Type="http://schemas.openxmlformats.org/officeDocument/2006/relationships/slide" Target="slides/slide3858.xml"/><Relationship Id="rId369" Type="http://schemas.openxmlformats.org/officeDocument/2006/relationships/slide" Target="slides/slide365.xml"/><Relationship Id="rId576" Type="http://schemas.openxmlformats.org/officeDocument/2006/relationships/slide" Target="slides/slide572.xml"/><Relationship Id="rId783" Type="http://schemas.openxmlformats.org/officeDocument/2006/relationships/slide" Target="slides/slide779.xml"/><Relationship Id="rId990" Type="http://schemas.openxmlformats.org/officeDocument/2006/relationships/slide" Target="slides/slide986.xml"/><Relationship Id="rId2257" Type="http://schemas.openxmlformats.org/officeDocument/2006/relationships/slide" Target="slides/slide2253.xml"/><Relationship Id="rId2464" Type="http://schemas.openxmlformats.org/officeDocument/2006/relationships/slide" Target="slides/slide2460.xml"/><Relationship Id="rId2671" Type="http://schemas.openxmlformats.org/officeDocument/2006/relationships/slide" Target="slides/slide2667.xml"/><Relationship Id="rId3308" Type="http://schemas.openxmlformats.org/officeDocument/2006/relationships/slide" Target="slides/slide3304.xml"/><Relationship Id="rId3515" Type="http://schemas.openxmlformats.org/officeDocument/2006/relationships/slide" Target="slides/slide3511.xml"/><Relationship Id="rId229" Type="http://schemas.openxmlformats.org/officeDocument/2006/relationships/slide" Target="slides/slide225.xml"/><Relationship Id="rId436" Type="http://schemas.openxmlformats.org/officeDocument/2006/relationships/slide" Target="slides/slide432.xml"/><Relationship Id="rId643" Type="http://schemas.openxmlformats.org/officeDocument/2006/relationships/slide" Target="slides/slide639.xml"/><Relationship Id="rId1066" Type="http://schemas.openxmlformats.org/officeDocument/2006/relationships/slide" Target="slides/slide1062.xml"/><Relationship Id="rId1273" Type="http://schemas.openxmlformats.org/officeDocument/2006/relationships/slide" Target="slides/slide1269.xml"/><Relationship Id="rId1480" Type="http://schemas.openxmlformats.org/officeDocument/2006/relationships/slide" Target="slides/slide1476.xml"/><Relationship Id="rId2117" Type="http://schemas.openxmlformats.org/officeDocument/2006/relationships/slide" Target="slides/slide2113.xml"/><Relationship Id="rId2324" Type="http://schemas.openxmlformats.org/officeDocument/2006/relationships/slide" Target="slides/slide2320.xml"/><Relationship Id="rId3722" Type="http://schemas.openxmlformats.org/officeDocument/2006/relationships/slide" Target="slides/slide3718.xml"/><Relationship Id="rId850" Type="http://schemas.openxmlformats.org/officeDocument/2006/relationships/slide" Target="slides/slide846.xml"/><Relationship Id="rId1133" Type="http://schemas.openxmlformats.org/officeDocument/2006/relationships/slide" Target="slides/slide1129.xml"/><Relationship Id="rId2531" Type="http://schemas.openxmlformats.org/officeDocument/2006/relationships/slide" Target="slides/slide2527.xml"/><Relationship Id="rId4289" Type="http://schemas.openxmlformats.org/officeDocument/2006/relationships/slide" Target="slides/slide4285.xml"/><Relationship Id="rId503" Type="http://schemas.openxmlformats.org/officeDocument/2006/relationships/slide" Target="slides/slide499.xml"/><Relationship Id="rId710" Type="http://schemas.openxmlformats.org/officeDocument/2006/relationships/slide" Target="slides/slide706.xml"/><Relationship Id="rId1340" Type="http://schemas.openxmlformats.org/officeDocument/2006/relationships/slide" Target="slides/slide1336.xml"/><Relationship Id="rId3098" Type="http://schemas.openxmlformats.org/officeDocument/2006/relationships/slide" Target="slides/slide3094.xml"/><Relationship Id="rId1200" Type="http://schemas.openxmlformats.org/officeDocument/2006/relationships/slide" Target="slides/slide1196.xml"/><Relationship Id="rId4149" Type="http://schemas.openxmlformats.org/officeDocument/2006/relationships/slide" Target="slides/slide4145.xml"/><Relationship Id="rId4356" Type="http://schemas.openxmlformats.org/officeDocument/2006/relationships/slide" Target="slides/slide4352.xml"/><Relationship Id="rId3165" Type="http://schemas.openxmlformats.org/officeDocument/2006/relationships/slide" Target="slides/slide3161.xml"/><Relationship Id="rId3372" Type="http://schemas.openxmlformats.org/officeDocument/2006/relationships/slide" Target="slides/slide3368.xml"/><Relationship Id="rId4009" Type="http://schemas.openxmlformats.org/officeDocument/2006/relationships/slide" Target="slides/slide4005.xml"/><Relationship Id="rId4216" Type="http://schemas.openxmlformats.org/officeDocument/2006/relationships/slide" Target="slides/slide4212.xml"/><Relationship Id="rId293" Type="http://schemas.openxmlformats.org/officeDocument/2006/relationships/slide" Target="slides/slide289.xml"/><Relationship Id="rId2181" Type="http://schemas.openxmlformats.org/officeDocument/2006/relationships/slide" Target="slides/slide2177.xml"/><Relationship Id="rId3025" Type="http://schemas.openxmlformats.org/officeDocument/2006/relationships/slide" Target="slides/slide3021.xml"/><Relationship Id="rId3232" Type="http://schemas.openxmlformats.org/officeDocument/2006/relationships/slide" Target="slides/slide3228.xml"/><Relationship Id="rId153" Type="http://schemas.openxmlformats.org/officeDocument/2006/relationships/slide" Target="slides/slide149.xml"/><Relationship Id="rId360" Type="http://schemas.openxmlformats.org/officeDocument/2006/relationships/slide" Target="slides/slide356.xml"/><Relationship Id="rId2041" Type="http://schemas.openxmlformats.org/officeDocument/2006/relationships/slide" Target="slides/slide2037.xml"/><Relationship Id="rId220" Type="http://schemas.openxmlformats.org/officeDocument/2006/relationships/slide" Target="slides/slide216.xml"/><Relationship Id="rId2998" Type="http://schemas.openxmlformats.org/officeDocument/2006/relationships/slide" Target="slides/slide2994.xml"/><Relationship Id="rId2858" Type="http://schemas.openxmlformats.org/officeDocument/2006/relationships/slide" Target="slides/slide2854.xml"/><Relationship Id="rId3909" Type="http://schemas.openxmlformats.org/officeDocument/2006/relationships/slide" Target="slides/slide3905.xml"/><Relationship Id="rId4073" Type="http://schemas.openxmlformats.org/officeDocument/2006/relationships/slide" Target="slides/slide4069.xml"/><Relationship Id="rId99" Type="http://schemas.openxmlformats.org/officeDocument/2006/relationships/slide" Target="slides/slide95.xml"/><Relationship Id="rId1667" Type="http://schemas.openxmlformats.org/officeDocument/2006/relationships/slide" Target="slides/slide1663.xml"/><Relationship Id="rId1874" Type="http://schemas.openxmlformats.org/officeDocument/2006/relationships/slide" Target="slides/slide1870.xml"/><Relationship Id="rId2718" Type="http://schemas.openxmlformats.org/officeDocument/2006/relationships/slide" Target="slides/slide2714.xml"/><Relationship Id="rId2925" Type="http://schemas.openxmlformats.org/officeDocument/2006/relationships/slide" Target="slides/slide2921.xml"/><Relationship Id="rId4280" Type="http://schemas.openxmlformats.org/officeDocument/2006/relationships/slide" Target="slides/slide4276.xml"/><Relationship Id="rId1527" Type="http://schemas.openxmlformats.org/officeDocument/2006/relationships/slide" Target="slides/slide1523.xml"/><Relationship Id="rId1734" Type="http://schemas.openxmlformats.org/officeDocument/2006/relationships/slide" Target="slides/slide1730.xml"/><Relationship Id="rId1941" Type="http://schemas.openxmlformats.org/officeDocument/2006/relationships/slide" Target="slides/slide1937.xml"/><Relationship Id="rId4140" Type="http://schemas.openxmlformats.org/officeDocument/2006/relationships/slide" Target="slides/slide4136.xml"/><Relationship Id="rId26" Type="http://schemas.openxmlformats.org/officeDocument/2006/relationships/slide" Target="slides/slide22.xml"/><Relationship Id="rId3699" Type="http://schemas.openxmlformats.org/officeDocument/2006/relationships/slide" Target="slides/slide3695.xml"/><Relationship Id="rId4000" Type="http://schemas.openxmlformats.org/officeDocument/2006/relationships/slide" Target="slides/slide3996.xml"/><Relationship Id="rId1801" Type="http://schemas.openxmlformats.org/officeDocument/2006/relationships/slide" Target="slides/slide1797.xml"/><Relationship Id="rId3559" Type="http://schemas.openxmlformats.org/officeDocument/2006/relationships/slide" Target="slides/slide3555.xml"/><Relationship Id="rId687" Type="http://schemas.openxmlformats.org/officeDocument/2006/relationships/slide" Target="slides/slide683.xml"/><Relationship Id="rId2368" Type="http://schemas.openxmlformats.org/officeDocument/2006/relationships/slide" Target="slides/slide2364.xml"/><Relationship Id="rId3766" Type="http://schemas.openxmlformats.org/officeDocument/2006/relationships/slide" Target="slides/slide3762.xml"/><Relationship Id="rId3973" Type="http://schemas.openxmlformats.org/officeDocument/2006/relationships/slide" Target="slides/slide3969.xml"/><Relationship Id="rId894" Type="http://schemas.openxmlformats.org/officeDocument/2006/relationships/slide" Target="slides/slide890.xml"/><Relationship Id="rId1177" Type="http://schemas.openxmlformats.org/officeDocument/2006/relationships/slide" Target="slides/slide1173.xml"/><Relationship Id="rId2575" Type="http://schemas.openxmlformats.org/officeDocument/2006/relationships/slide" Target="slides/slide2571.xml"/><Relationship Id="rId2782" Type="http://schemas.openxmlformats.org/officeDocument/2006/relationships/slide" Target="slides/slide2778.xml"/><Relationship Id="rId3419" Type="http://schemas.openxmlformats.org/officeDocument/2006/relationships/slide" Target="slides/slide3415.xml"/><Relationship Id="rId3626" Type="http://schemas.openxmlformats.org/officeDocument/2006/relationships/slide" Target="slides/slide3622.xml"/><Relationship Id="rId3833" Type="http://schemas.openxmlformats.org/officeDocument/2006/relationships/slide" Target="slides/slide3829.xml"/><Relationship Id="rId547" Type="http://schemas.openxmlformats.org/officeDocument/2006/relationships/slide" Target="slides/slide543.xml"/><Relationship Id="rId754" Type="http://schemas.openxmlformats.org/officeDocument/2006/relationships/slide" Target="slides/slide750.xml"/><Relationship Id="rId961" Type="http://schemas.openxmlformats.org/officeDocument/2006/relationships/slide" Target="slides/slide957.xml"/><Relationship Id="rId1384" Type="http://schemas.openxmlformats.org/officeDocument/2006/relationships/slide" Target="slides/slide1380.xml"/><Relationship Id="rId1591" Type="http://schemas.openxmlformats.org/officeDocument/2006/relationships/slide" Target="slides/slide1587.xml"/><Relationship Id="rId2228" Type="http://schemas.openxmlformats.org/officeDocument/2006/relationships/slide" Target="slides/slide2224.xml"/><Relationship Id="rId2435" Type="http://schemas.openxmlformats.org/officeDocument/2006/relationships/slide" Target="slides/slide2431.xml"/><Relationship Id="rId2642" Type="http://schemas.openxmlformats.org/officeDocument/2006/relationships/slide" Target="slides/slide2638.xml"/><Relationship Id="rId3900" Type="http://schemas.openxmlformats.org/officeDocument/2006/relationships/slide" Target="slides/slide3896.xml"/><Relationship Id="rId90" Type="http://schemas.openxmlformats.org/officeDocument/2006/relationships/slide" Target="slides/slide86.xml"/><Relationship Id="rId407" Type="http://schemas.openxmlformats.org/officeDocument/2006/relationships/slide" Target="slides/slide403.xml"/><Relationship Id="rId614" Type="http://schemas.openxmlformats.org/officeDocument/2006/relationships/slide" Target="slides/slide610.xml"/><Relationship Id="rId821" Type="http://schemas.openxmlformats.org/officeDocument/2006/relationships/slide" Target="slides/slide817.xml"/><Relationship Id="rId1037" Type="http://schemas.openxmlformats.org/officeDocument/2006/relationships/slide" Target="slides/slide1033.xml"/><Relationship Id="rId1244" Type="http://schemas.openxmlformats.org/officeDocument/2006/relationships/slide" Target="slides/slide1240.xml"/><Relationship Id="rId1451" Type="http://schemas.openxmlformats.org/officeDocument/2006/relationships/slide" Target="slides/slide1447.xml"/><Relationship Id="rId2502" Type="http://schemas.openxmlformats.org/officeDocument/2006/relationships/slide" Target="slides/slide2498.xml"/><Relationship Id="rId1104" Type="http://schemas.openxmlformats.org/officeDocument/2006/relationships/slide" Target="slides/slide1100.xml"/><Relationship Id="rId1311" Type="http://schemas.openxmlformats.org/officeDocument/2006/relationships/slide" Target="slides/slide1307.xml"/><Relationship Id="rId3069" Type="http://schemas.openxmlformats.org/officeDocument/2006/relationships/slide" Target="slides/slide3065.xml"/><Relationship Id="rId3276" Type="http://schemas.openxmlformats.org/officeDocument/2006/relationships/slide" Target="slides/slide3272.xml"/><Relationship Id="rId3483" Type="http://schemas.openxmlformats.org/officeDocument/2006/relationships/slide" Target="slides/slide3479.xml"/><Relationship Id="rId3690" Type="http://schemas.openxmlformats.org/officeDocument/2006/relationships/slide" Target="slides/slide3686.xml"/><Relationship Id="rId4327" Type="http://schemas.openxmlformats.org/officeDocument/2006/relationships/slide" Target="slides/slide4323.xml"/><Relationship Id="rId197" Type="http://schemas.openxmlformats.org/officeDocument/2006/relationships/slide" Target="slides/slide193.xml"/><Relationship Id="rId2085" Type="http://schemas.openxmlformats.org/officeDocument/2006/relationships/slide" Target="slides/slide2081.xml"/><Relationship Id="rId2292" Type="http://schemas.openxmlformats.org/officeDocument/2006/relationships/slide" Target="slides/slide2288.xml"/><Relationship Id="rId3136" Type="http://schemas.openxmlformats.org/officeDocument/2006/relationships/slide" Target="slides/slide3132.xml"/><Relationship Id="rId3343" Type="http://schemas.openxmlformats.org/officeDocument/2006/relationships/slide" Target="slides/slide3339.xml"/><Relationship Id="rId264" Type="http://schemas.openxmlformats.org/officeDocument/2006/relationships/slide" Target="slides/slide260.xml"/><Relationship Id="rId471" Type="http://schemas.openxmlformats.org/officeDocument/2006/relationships/slide" Target="slides/slide467.xml"/><Relationship Id="rId2152" Type="http://schemas.openxmlformats.org/officeDocument/2006/relationships/slide" Target="slides/slide2148.xml"/><Relationship Id="rId3550" Type="http://schemas.openxmlformats.org/officeDocument/2006/relationships/slide" Target="slides/slide3546.xml"/><Relationship Id="rId124" Type="http://schemas.openxmlformats.org/officeDocument/2006/relationships/slide" Target="slides/slide120.xml"/><Relationship Id="rId3203" Type="http://schemas.openxmlformats.org/officeDocument/2006/relationships/slide" Target="slides/slide3199.xml"/><Relationship Id="rId3410" Type="http://schemas.openxmlformats.org/officeDocument/2006/relationships/slide" Target="slides/slide3406.xml"/><Relationship Id="rId331" Type="http://schemas.openxmlformats.org/officeDocument/2006/relationships/slide" Target="slides/slide327.xml"/><Relationship Id="rId2012" Type="http://schemas.openxmlformats.org/officeDocument/2006/relationships/slide" Target="slides/slide2008.xml"/><Relationship Id="rId2969" Type="http://schemas.openxmlformats.org/officeDocument/2006/relationships/slide" Target="slides/slide2965.xml"/><Relationship Id="rId1778" Type="http://schemas.openxmlformats.org/officeDocument/2006/relationships/slide" Target="slides/slide1774.xml"/><Relationship Id="rId1985" Type="http://schemas.openxmlformats.org/officeDocument/2006/relationships/slide" Target="slides/slide1981.xml"/><Relationship Id="rId2829" Type="http://schemas.openxmlformats.org/officeDocument/2006/relationships/slide" Target="slides/slide2825.xml"/><Relationship Id="rId4184" Type="http://schemas.openxmlformats.org/officeDocument/2006/relationships/slide" Target="slides/slide4180.xml"/><Relationship Id="rId1638" Type="http://schemas.openxmlformats.org/officeDocument/2006/relationships/slide" Target="slides/slide1634.xml"/><Relationship Id="rId4044" Type="http://schemas.openxmlformats.org/officeDocument/2006/relationships/slide" Target="slides/slide4040.xml"/><Relationship Id="rId4251" Type="http://schemas.openxmlformats.org/officeDocument/2006/relationships/slide" Target="slides/slide4247.xml"/><Relationship Id="rId1845" Type="http://schemas.openxmlformats.org/officeDocument/2006/relationships/slide" Target="slides/slide1841.xml"/><Relationship Id="rId3060" Type="http://schemas.openxmlformats.org/officeDocument/2006/relationships/slide" Target="slides/slide3056.xml"/><Relationship Id="rId4111" Type="http://schemas.openxmlformats.org/officeDocument/2006/relationships/slide" Target="slides/slide4107.xml"/><Relationship Id="rId1705" Type="http://schemas.openxmlformats.org/officeDocument/2006/relationships/slide" Target="slides/slide1701.xml"/><Relationship Id="rId1912" Type="http://schemas.openxmlformats.org/officeDocument/2006/relationships/slide" Target="slides/slide1908.xml"/><Relationship Id="rId3877" Type="http://schemas.openxmlformats.org/officeDocument/2006/relationships/slide" Target="slides/slide3873.xml"/><Relationship Id="rId798" Type="http://schemas.openxmlformats.org/officeDocument/2006/relationships/slide" Target="slides/slide794.xml"/><Relationship Id="rId2479" Type="http://schemas.openxmlformats.org/officeDocument/2006/relationships/slide" Target="slides/slide2475.xml"/><Relationship Id="rId2686" Type="http://schemas.openxmlformats.org/officeDocument/2006/relationships/slide" Target="slides/slide2682.xml"/><Relationship Id="rId2893" Type="http://schemas.openxmlformats.org/officeDocument/2006/relationships/slide" Target="slides/slide2889.xml"/><Relationship Id="rId3737" Type="http://schemas.openxmlformats.org/officeDocument/2006/relationships/slide" Target="slides/slide3733.xml"/><Relationship Id="rId3944" Type="http://schemas.openxmlformats.org/officeDocument/2006/relationships/slide" Target="slides/slide3940.xml"/><Relationship Id="rId658" Type="http://schemas.openxmlformats.org/officeDocument/2006/relationships/slide" Target="slides/slide654.xml"/><Relationship Id="rId865" Type="http://schemas.openxmlformats.org/officeDocument/2006/relationships/slide" Target="slides/slide861.xml"/><Relationship Id="rId1288" Type="http://schemas.openxmlformats.org/officeDocument/2006/relationships/slide" Target="slides/slide1284.xml"/><Relationship Id="rId1495" Type="http://schemas.openxmlformats.org/officeDocument/2006/relationships/slide" Target="slides/slide1491.xml"/><Relationship Id="rId2339" Type="http://schemas.openxmlformats.org/officeDocument/2006/relationships/slide" Target="slides/slide2335.xml"/><Relationship Id="rId2546" Type="http://schemas.openxmlformats.org/officeDocument/2006/relationships/slide" Target="slides/slide2542.xml"/><Relationship Id="rId2753" Type="http://schemas.openxmlformats.org/officeDocument/2006/relationships/slide" Target="slides/slide2749.xml"/><Relationship Id="rId2960" Type="http://schemas.openxmlformats.org/officeDocument/2006/relationships/slide" Target="slides/slide2956.xml"/><Relationship Id="rId3804" Type="http://schemas.openxmlformats.org/officeDocument/2006/relationships/slide" Target="slides/slide3800.xml"/><Relationship Id="rId518" Type="http://schemas.openxmlformats.org/officeDocument/2006/relationships/slide" Target="slides/slide514.xml"/><Relationship Id="rId725" Type="http://schemas.openxmlformats.org/officeDocument/2006/relationships/slide" Target="slides/slide721.xml"/><Relationship Id="rId932" Type="http://schemas.openxmlformats.org/officeDocument/2006/relationships/slide" Target="slides/slide928.xml"/><Relationship Id="rId1148" Type="http://schemas.openxmlformats.org/officeDocument/2006/relationships/slide" Target="slides/slide1144.xml"/><Relationship Id="rId1355" Type="http://schemas.openxmlformats.org/officeDocument/2006/relationships/slide" Target="slides/slide1351.xml"/><Relationship Id="rId1562" Type="http://schemas.openxmlformats.org/officeDocument/2006/relationships/slide" Target="slides/slide1558.xml"/><Relationship Id="rId2406" Type="http://schemas.openxmlformats.org/officeDocument/2006/relationships/slide" Target="slides/slide2402.xml"/><Relationship Id="rId2613" Type="http://schemas.openxmlformats.org/officeDocument/2006/relationships/slide" Target="slides/slide2609.xml"/><Relationship Id="rId1008" Type="http://schemas.openxmlformats.org/officeDocument/2006/relationships/slide" Target="slides/slide1004.xml"/><Relationship Id="rId1215" Type="http://schemas.openxmlformats.org/officeDocument/2006/relationships/slide" Target="slides/slide1211.xml"/><Relationship Id="rId1422" Type="http://schemas.openxmlformats.org/officeDocument/2006/relationships/slide" Target="slides/slide1418.xml"/><Relationship Id="rId2820" Type="http://schemas.openxmlformats.org/officeDocument/2006/relationships/slide" Target="slides/slide2816.xml"/><Relationship Id="rId61" Type="http://schemas.openxmlformats.org/officeDocument/2006/relationships/slide" Target="slides/slide57.xml"/><Relationship Id="rId3387" Type="http://schemas.openxmlformats.org/officeDocument/2006/relationships/slide" Target="slides/slide3383.xml"/><Relationship Id="rId2196" Type="http://schemas.openxmlformats.org/officeDocument/2006/relationships/slide" Target="slides/slide2192.xml"/><Relationship Id="rId3594" Type="http://schemas.openxmlformats.org/officeDocument/2006/relationships/slide" Target="slides/slide3590.xml"/><Relationship Id="rId168" Type="http://schemas.openxmlformats.org/officeDocument/2006/relationships/slide" Target="slides/slide164.xml"/><Relationship Id="rId3247" Type="http://schemas.openxmlformats.org/officeDocument/2006/relationships/slide" Target="slides/slide3243.xml"/><Relationship Id="rId3454" Type="http://schemas.openxmlformats.org/officeDocument/2006/relationships/slide" Target="slides/slide3450.xml"/><Relationship Id="rId3661" Type="http://schemas.openxmlformats.org/officeDocument/2006/relationships/slide" Target="slides/slide3657.xml"/><Relationship Id="rId375" Type="http://schemas.openxmlformats.org/officeDocument/2006/relationships/slide" Target="slides/slide371.xml"/><Relationship Id="rId582" Type="http://schemas.openxmlformats.org/officeDocument/2006/relationships/slide" Target="slides/slide578.xml"/><Relationship Id="rId2056" Type="http://schemas.openxmlformats.org/officeDocument/2006/relationships/slide" Target="slides/slide2052.xml"/><Relationship Id="rId2263" Type="http://schemas.openxmlformats.org/officeDocument/2006/relationships/slide" Target="slides/slide2259.xml"/><Relationship Id="rId2470" Type="http://schemas.openxmlformats.org/officeDocument/2006/relationships/slide" Target="slides/slide2466.xml"/><Relationship Id="rId3107" Type="http://schemas.openxmlformats.org/officeDocument/2006/relationships/slide" Target="slides/slide3103.xml"/><Relationship Id="rId3314" Type="http://schemas.openxmlformats.org/officeDocument/2006/relationships/slide" Target="slides/slide3310.xml"/><Relationship Id="rId3521" Type="http://schemas.openxmlformats.org/officeDocument/2006/relationships/slide" Target="slides/slide3517.xml"/><Relationship Id="rId235" Type="http://schemas.openxmlformats.org/officeDocument/2006/relationships/slide" Target="slides/slide231.xml"/><Relationship Id="rId442" Type="http://schemas.openxmlformats.org/officeDocument/2006/relationships/slide" Target="slides/slide438.xml"/><Relationship Id="rId1072" Type="http://schemas.openxmlformats.org/officeDocument/2006/relationships/slide" Target="slides/slide1068.xml"/><Relationship Id="rId2123" Type="http://schemas.openxmlformats.org/officeDocument/2006/relationships/slide" Target="slides/slide2119.xml"/><Relationship Id="rId2330" Type="http://schemas.openxmlformats.org/officeDocument/2006/relationships/slide" Target="slides/slide2326.xml"/><Relationship Id="rId302" Type="http://schemas.openxmlformats.org/officeDocument/2006/relationships/slide" Target="slides/slide298.xml"/><Relationship Id="rId4088" Type="http://schemas.openxmlformats.org/officeDocument/2006/relationships/slide" Target="slides/slide4084.xml"/><Relationship Id="rId4295" Type="http://schemas.openxmlformats.org/officeDocument/2006/relationships/slide" Target="slides/slide4291.xml"/><Relationship Id="rId1889" Type="http://schemas.openxmlformats.org/officeDocument/2006/relationships/slide" Target="slides/slide1885.xml"/><Relationship Id="rId4155" Type="http://schemas.openxmlformats.org/officeDocument/2006/relationships/slide" Target="slides/slide4151.xml"/><Relationship Id="rId4362" Type="http://schemas.openxmlformats.org/officeDocument/2006/relationships/slide" Target="slides/slide4358.xml"/><Relationship Id="rId1749" Type="http://schemas.openxmlformats.org/officeDocument/2006/relationships/slide" Target="slides/slide1745.xml"/><Relationship Id="rId1956" Type="http://schemas.openxmlformats.org/officeDocument/2006/relationships/slide" Target="slides/slide1952.xml"/><Relationship Id="rId3171" Type="http://schemas.openxmlformats.org/officeDocument/2006/relationships/slide" Target="slides/slide3167.xml"/><Relationship Id="rId4015" Type="http://schemas.openxmlformats.org/officeDocument/2006/relationships/slide" Target="slides/slide4011.xml"/><Relationship Id="rId1609" Type="http://schemas.openxmlformats.org/officeDocument/2006/relationships/slide" Target="slides/slide1605.xml"/><Relationship Id="rId1816" Type="http://schemas.openxmlformats.org/officeDocument/2006/relationships/slide" Target="slides/slide1812.xml"/><Relationship Id="rId4222" Type="http://schemas.openxmlformats.org/officeDocument/2006/relationships/slide" Target="slides/slide4218.xml"/><Relationship Id="rId3031" Type="http://schemas.openxmlformats.org/officeDocument/2006/relationships/slide" Target="slides/slide3027.xml"/><Relationship Id="rId3988" Type="http://schemas.openxmlformats.org/officeDocument/2006/relationships/slide" Target="slides/slide3984.xml"/><Relationship Id="rId2797" Type="http://schemas.openxmlformats.org/officeDocument/2006/relationships/slide" Target="slides/slide2793.xml"/><Relationship Id="rId3848" Type="http://schemas.openxmlformats.org/officeDocument/2006/relationships/slide" Target="slides/slide3844.xml"/><Relationship Id="rId769" Type="http://schemas.openxmlformats.org/officeDocument/2006/relationships/slide" Target="slides/slide765.xml"/><Relationship Id="rId976" Type="http://schemas.openxmlformats.org/officeDocument/2006/relationships/slide" Target="slides/slide972.xml"/><Relationship Id="rId1399" Type="http://schemas.openxmlformats.org/officeDocument/2006/relationships/slide" Target="slides/slide1395.xml"/><Relationship Id="rId2657" Type="http://schemas.openxmlformats.org/officeDocument/2006/relationships/slide" Target="slides/slide2653.xml"/><Relationship Id="rId629" Type="http://schemas.openxmlformats.org/officeDocument/2006/relationships/slide" Target="slides/slide625.xml"/><Relationship Id="rId1259" Type="http://schemas.openxmlformats.org/officeDocument/2006/relationships/slide" Target="slides/slide1255.xml"/><Relationship Id="rId1466" Type="http://schemas.openxmlformats.org/officeDocument/2006/relationships/slide" Target="slides/slide1462.xml"/><Relationship Id="rId2864" Type="http://schemas.openxmlformats.org/officeDocument/2006/relationships/slide" Target="slides/slide2860.xml"/><Relationship Id="rId3708" Type="http://schemas.openxmlformats.org/officeDocument/2006/relationships/slide" Target="slides/slide3704.xml"/><Relationship Id="rId3915" Type="http://schemas.openxmlformats.org/officeDocument/2006/relationships/slide" Target="slides/slide3911.xml"/><Relationship Id="rId836" Type="http://schemas.openxmlformats.org/officeDocument/2006/relationships/slide" Target="slides/slide832.xml"/><Relationship Id="rId1119" Type="http://schemas.openxmlformats.org/officeDocument/2006/relationships/slide" Target="slides/slide1115.xml"/><Relationship Id="rId1673" Type="http://schemas.openxmlformats.org/officeDocument/2006/relationships/slide" Target="slides/slide1669.xml"/><Relationship Id="rId1880" Type="http://schemas.openxmlformats.org/officeDocument/2006/relationships/slide" Target="slides/slide1876.xml"/><Relationship Id="rId2517" Type="http://schemas.openxmlformats.org/officeDocument/2006/relationships/slide" Target="slides/slide2513.xml"/><Relationship Id="rId2724" Type="http://schemas.openxmlformats.org/officeDocument/2006/relationships/slide" Target="slides/slide2720.xml"/><Relationship Id="rId2931" Type="http://schemas.openxmlformats.org/officeDocument/2006/relationships/slide" Target="slides/slide2927.xml"/><Relationship Id="rId903" Type="http://schemas.openxmlformats.org/officeDocument/2006/relationships/slide" Target="slides/slide899.xml"/><Relationship Id="rId1326" Type="http://schemas.openxmlformats.org/officeDocument/2006/relationships/slide" Target="slides/slide1322.xml"/><Relationship Id="rId1533" Type="http://schemas.openxmlformats.org/officeDocument/2006/relationships/slide" Target="slides/slide1529.xml"/><Relationship Id="rId1740" Type="http://schemas.openxmlformats.org/officeDocument/2006/relationships/slide" Target="slides/slide1736.xml"/><Relationship Id="rId32" Type="http://schemas.openxmlformats.org/officeDocument/2006/relationships/slide" Target="slides/slide28.xml"/><Relationship Id="rId1600" Type="http://schemas.openxmlformats.org/officeDocument/2006/relationships/slide" Target="slides/slide1596.xml"/><Relationship Id="rId3498" Type="http://schemas.openxmlformats.org/officeDocument/2006/relationships/slide" Target="slides/slide3494.xml"/><Relationship Id="rId3358" Type="http://schemas.openxmlformats.org/officeDocument/2006/relationships/slide" Target="slides/slide3354.xml"/><Relationship Id="rId3565" Type="http://schemas.openxmlformats.org/officeDocument/2006/relationships/slide" Target="slides/slide3561.xml"/><Relationship Id="rId3772" Type="http://schemas.openxmlformats.org/officeDocument/2006/relationships/slide" Target="slides/slide3768.xml"/><Relationship Id="rId279" Type="http://schemas.openxmlformats.org/officeDocument/2006/relationships/slide" Target="slides/slide275.xml"/><Relationship Id="rId486" Type="http://schemas.openxmlformats.org/officeDocument/2006/relationships/slide" Target="slides/slide482.xml"/><Relationship Id="rId693" Type="http://schemas.openxmlformats.org/officeDocument/2006/relationships/slide" Target="slides/slide689.xml"/><Relationship Id="rId2167" Type="http://schemas.openxmlformats.org/officeDocument/2006/relationships/slide" Target="slides/slide2163.xml"/><Relationship Id="rId2374" Type="http://schemas.openxmlformats.org/officeDocument/2006/relationships/slide" Target="slides/slide2370.xml"/><Relationship Id="rId2581" Type="http://schemas.openxmlformats.org/officeDocument/2006/relationships/slide" Target="slides/slide2577.xml"/><Relationship Id="rId3218" Type="http://schemas.openxmlformats.org/officeDocument/2006/relationships/slide" Target="slides/slide3214.xml"/><Relationship Id="rId3425" Type="http://schemas.openxmlformats.org/officeDocument/2006/relationships/slide" Target="slides/slide3421.xml"/><Relationship Id="rId3632" Type="http://schemas.openxmlformats.org/officeDocument/2006/relationships/slide" Target="slides/slide3628.xml"/><Relationship Id="rId139" Type="http://schemas.openxmlformats.org/officeDocument/2006/relationships/slide" Target="slides/slide135.xml"/><Relationship Id="rId346" Type="http://schemas.openxmlformats.org/officeDocument/2006/relationships/slide" Target="slides/slide342.xml"/><Relationship Id="rId553" Type="http://schemas.openxmlformats.org/officeDocument/2006/relationships/slide" Target="slides/slide549.xml"/><Relationship Id="rId760" Type="http://schemas.openxmlformats.org/officeDocument/2006/relationships/slide" Target="slides/slide756.xml"/><Relationship Id="rId1183" Type="http://schemas.openxmlformats.org/officeDocument/2006/relationships/slide" Target="slides/slide1179.xml"/><Relationship Id="rId1390" Type="http://schemas.openxmlformats.org/officeDocument/2006/relationships/slide" Target="slides/slide1386.xml"/><Relationship Id="rId2027" Type="http://schemas.openxmlformats.org/officeDocument/2006/relationships/slide" Target="slides/slide2023.xml"/><Relationship Id="rId2234" Type="http://schemas.openxmlformats.org/officeDocument/2006/relationships/slide" Target="slides/slide2230.xml"/><Relationship Id="rId2441" Type="http://schemas.openxmlformats.org/officeDocument/2006/relationships/slide" Target="slides/slide2437.xml"/><Relationship Id="rId206" Type="http://schemas.openxmlformats.org/officeDocument/2006/relationships/slide" Target="slides/slide202.xml"/><Relationship Id="rId413" Type="http://schemas.openxmlformats.org/officeDocument/2006/relationships/slide" Target="slides/slide409.xml"/><Relationship Id="rId1043" Type="http://schemas.openxmlformats.org/officeDocument/2006/relationships/slide" Target="slides/slide1039.xml"/><Relationship Id="rId4199" Type="http://schemas.openxmlformats.org/officeDocument/2006/relationships/slide" Target="slides/slide4195.xml"/><Relationship Id="rId620" Type="http://schemas.openxmlformats.org/officeDocument/2006/relationships/slide" Target="slides/slide616.xml"/><Relationship Id="rId1250" Type="http://schemas.openxmlformats.org/officeDocument/2006/relationships/slide" Target="slides/slide1246.xml"/><Relationship Id="rId2301" Type="http://schemas.openxmlformats.org/officeDocument/2006/relationships/slide" Target="slides/slide2297.xml"/><Relationship Id="rId4059" Type="http://schemas.openxmlformats.org/officeDocument/2006/relationships/slide" Target="slides/slide4055.xml"/><Relationship Id="rId1110" Type="http://schemas.openxmlformats.org/officeDocument/2006/relationships/slide" Target="slides/slide1106.xml"/><Relationship Id="rId4266" Type="http://schemas.openxmlformats.org/officeDocument/2006/relationships/slide" Target="slides/slide4262.xml"/><Relationship Id="rId1927" Type="http://schemas.openxmlformats.org/officeDocument/2006/relationships/slide" Target="slides/slide1923.xml"/><Relationship Id="rId3075" Type="http://schemas.openxmlformats.org/officeDocument/2006/relationships/slide" Target="slides/slide3071.xml"/><Relationship Id="rId3282" Type="http://schemas.openxmlformats.org/officeDocument/2006/relationships/slide" Target="slides/slide3278.xml"/><Relationship Id="rId4126" Type="http://schemas.openxmlformats.org/officeDocument/2006/relationships/slide" Target="slides/slide4122.xml"/><Relationship Id="rId4333" Type="http://schemas.openxmlformats.org/officeDocument/2006/relationships/slide" Target="slides/slide4329.xml"/><Relationship Id="rId2091" Type="http://schemas.openxmlformats.org/officeDocument/2006/relationships/slide" Target="slides/slide2087.xml"/><Relationship Id="rId3142" Type="http://schemas.openxmlformats.org/officeDocument/2006/relationships/slide" Target="slides/slide3138.xml"/><Relationship Id="rId270" Type="http://schemas.openxmlformats.org/officeDocument/2006/relationships/slide" Target="slides/slide266.xml"/><Relationship Id="rId3002" Type="http://schemas.openxmlformats.org/officeDocument/2006/relationships/slide" Target="slides/slide2998.xml"/><Relationship Id="rId130" Type="http://schemas.openxmlformats.org/officeDocument/2006/relationships/slide" Target="slides/slide126.xml"/><Relationship Id="rId3959" Type="http://schemas.openxmlformats.org/officeDocument/2006/relationships/slide" Target="slides/slide3955.xml"/><Relationship Id="rId2768" Type="http://schemas.openxmlformats.org/officeDocument/2006/relationships/slide" Target="slides/slide2764.xml"/><Relationship Id="rId2975" Type="http://schemas.openxmlformats.org/officeDocument/2006/relationships/slide" Target="slides/slide2971.xml"/><Relationship Id="rId3819" Type="http://schemas.openxmlformats.org/officeDocument/2006/relationships/slide" Target="slides/slide3815.xml"/><Relationship Id="rId947" Type="http://schemas.openxmlformats.org/officeDocument/2006/relationships/slide" Target="slides/slide943.xml"/><Relationship Id="rId1577" Type="http://schemas.openxmlformats.org/officeDocument/2006/relationships/slide" Target="slides/slide1573.xml"/><Relationship Id="rId1784" Type="http://schemas.openxmlformats.org/officeDocument/2006/relationships/slide" Target="slides/slide1780.xml"/><Relationship Id="rId1991" Type="http://schemas.openxmlformats.org/officeDocument/2006/relationships/slide" Target="slides/slide1987.xml"/><Relationship Id="rId2628" Type="http://schemas.openxmlformats.org/officeDocument/2006/relationships/slide" Target="slides/slide2624.xml"/><Relationship Id="rId2835" Type="http://schemas.openxmlformats.org/officeDocument/2006/relationships/slide" Target="slides/slide2831.xml"/><Relationship Id="rId4190" Type="http://schemas.openxmlformats.org/officeDocument/2006/relationships/slide" Target="slides/slide4186.xml"/><Relationship Id="rId76" Type="http://schemas.openxmlformats.org/officeDocument/2006/relationships/slide" Target="slides/slide72.xml"/><Relationship Id="rId807" Type="http://schemas.openxmlformats.org/officeDocument/2006/relationships/slide" Target="slides/slide803.xml"/><Relationship Id="rId1437" Type="http://schemas.openxmlformats.org/officeDocument/2006/relationships/slide" Target="slides/slide1433.xml"/><Relationship Id="rId1644" Type="http://schemas.openxmlformats.org/officeDocument/2006/relationships/slide" Target="slides/slide1640.xml"/><Relationship Id="rId1851" Type="http://schemas.openxmlformats.org/officeDocument/2006/relationships/slide" Target="slides/slide1847.xml"/><Relationship Id="rId2902" Type="http://schemas.openxmlformats.org/officeDocument/2006/relationships/slide" Target="slides/slide2898.xml"/><Relationship Id="rId4050" Type="http://schemas.openxmlformats.org/officeDocument/2006/relationships/slide" Target="slides/slide4046.xml"/><Relationship Id="rId1504" Type="http://schemas.openxmlformats.org/officeDocument/2006/relationships/slide" Target="slides/slide1500.xml"/><Relationship Id="rId1711" Type="http://schemas.openxmlformats.org/officeDocument/2006/relationships/slide" Target="slides/slide1707.xml"/><Relationship Id="rId3469" Type="http://schemas.openxmlformats.org/officeDocument/2006/relationships/slide" Target="slides/slide3465.xml"/><Relationship Id="rId3676" Type="http://schemas.openxmlformats.org/officeDocument/2006/relationships/slide" Target="slides/slide3672.xml"/><Relationship Id="rId597" Type="http://schemas.openxmlformats.org/officeDocument/2006/relationships/slide" Target="slides/slide593.xml"/><Relationship Id="rId2278" Type="http://schemas.openxmlformats.org/officeDocument/2006/relationships/slide" Target="slides/slide2274.xml"/><Relationship Id="rId2485" Type="http://schemas.openxmlformats.org/officeDocument/2006/relationships/slide" Target="slides/slide2481.xml"/><Relationship Id="rId3329" Type="http://schemas.openxmlformats.org/officeDocument/2006/relationships/slide" Target="slides/slide3325.xml"/><Relationship Id="rId3883" Type="http://schemas.openxmlformats.org/officeDocument/2006/relationships/slide" Target="slides/slide3879.xml"/><Relationship Id="rId457" Type="http://schemas.openxmlformats.org/officeDocument/2006/relationships/slide" Target="slides/slide453.xml"/><Relationship Id="rId1087" Type="http://schemas.openxmlformats.org/officeDocument/2006/relationships/slide" Target="slides/slide1083.xml"/><Relationship Id="rId1294" Type="http://schemas.openxmlformats.org/officeDocument/2006/relationships/slide" Target="slides/slide1290.xml"/><Relationship Id="rId2138" Type="http://schemas.openxmlformats.org/officeDocument/2006/relationships/slide" Target="slides/slide2134.xml"/><Relationship Id="rId2692" Type="http://schemas.openxmlformats.org/officeDocument/2006/relationships/slide" Target="slides/slide2688.xml"/><Relationship Id="rId3536" Type="http://schemas.openxmlformats.org/officeDocument/2006/relationships/slide" Target="slides/slide3532.xml"/><Relationship Id="rId3743" Type="http://schemas.openxmlformats.org/officeDocument/2006/relationships/slide" Target="slides/slide3739.xml"/><Relationship Id="rId3950" Type="http://schemas.openxmlformats.org/officeDocument/2006/relationships/slide" Target="slides/slide3946.xml"/><Relationship Id="rId664" Type="http://schemas.openxmlformats.org/officeDocument/2006/relationships/slide" Target="slides/slide660.xml"/><Relationship Id="rId871" Type="http://schemas.openxmlformats.org/officeDocument/2006/relationships/slide" Target="slides/slide867.xml"/><Relationship Id="rId2345" Type="http://schemas.openxmlformats.org/officeDocument/2006/relationships/slide" Target="slides/slide2341.xml"/><Relationship Id="rId2552" Type="http://schemas.openxmlformats.org/officeDocument/2006/relationships/slide" Target="slides/slide2548.xml"/><Relationship Id="rId3603" Type="http://schemas.openxmlformats.org/officeDocument/2006/relationships/slide" Target="slides/slide3599.xml"/><Relationship Id="rId3810" Type="http://schemas.openxmlformats.org/officeDocument/2006/relationships/slide" Target="slides/slide3806.xml"/><Relationship Id="rId317" Type="http://schemas.openxmlformats.org/officeDocument/2006/relationships/slide" Target="slides/slide313.xml"/><Relationship Id="rId524" Type="http://schemas.openxmlformats.org/officeDocument/2006/relationships/slide" Target="slides/slide520.xml"/><Relationship Id="rId731" Type="http://schemas.openxmlformats.org/officeDocument/2006/relationships/slide" Target="slides/slide727.xml"/><Relationship Id="rId1154" Type="http://schemas.openxmlformats.org/officeDocument/2006/relationships/slide" Target="slides/slide1150.xml"/><Relationship Id="rId1361" Type="http://schemas.openxmlformats.org/officeDocument/2006/relationships/slide" Target="slides/slide1357.xml"/><Relationship Id="rId2205" Type="http://schemas.openxmlformats.org/officeDocument/2006/relationships/slide" Target="slides/slide2201.xml"/><Relationship Id="rId2412" Type="http://schemas.openxmlformats.org/officeDocument/2006/relationships/slide" Target="slides/slide2408.xml"/><Relationship Id="rId1014" Type="http://schemas.openxmlformats.org/officeDocument/2006/relationships/slide" Target="slides/slide1010.xml"/><Relationship Id="rId1221" Type="http://schemas.openxmlformats.org/officeDocument/2006/relationships/slide" Target="slides/slide1217.xml"/><Relationship Id="rId4377" Type="http://schemas.openxmlformats.org/officeDocument/2006/relationships/slide" Target="slides/slide4373.xml"/><Relationship Id="rId3186" Type="http://schemas.openxmlformats.org/officeDocument/2006/relationships/slide" Target="slides/slide3182.xml"/><Relationship Id="rId3393" Type="http://schemas.openxmlformats.org/officeDocument/2006/relationships/slide" Target="slides/slide3389.xml"/><Relationship Id="rId4237" Type="http://schemas.openxmlformats.org/officeDocument/2006/relationships/slide" Target="slides/slide4233.xml"/><Relationship Id="rId3046" Type="http://schemas.openxmlformats.org/officeDocument/2006/relationships/slide" Target="slides/slide3042.xml"/><Relationship Id="rId3253" Type="http://schemas.openxmlformats.org/officeDocument/2006/relationships/slide" Target="slides/slide3249.xml"/><Relationship Id="rId3460" Type="http://schemas.openxmlformats.org/officeDocument/2006/relationships/slide" Target="slides/slide3456.xml"/><Relationship Id="rId4304" Type="http://schemas.openxmlformats.org/officeDocument/2006/relationships/slide" Target="slides/slide4300.xml"/><Relationship Id="rId174" Type="http://schemas.openxmlformats.org/officeDocument/2006/relationships/slide" Target="slides/slide170.xml"/><Relationship Id="rId381" Type="http://schemas.openxmlformats.org/officeDocument/2006/relationships/slide" Target="slides/slide377.xml"/><Relationship Id="rId2062" Type="http://schemas.openxmlformats.org/officeDocument/2006/relationships/slide" Target="slides/slide2058.xml"/><Relationship Id="rId3113" Type="http://schemas.openxmlformats.org/officeDocument/2006/relationships/slide" Target="slides/slide3109.xml"/><Relationship Id="rId241" Type="http://schemas.openxmlformats.org/officeDocument/2006/relationships/slide" Target="slides/slide237.xml"/><Relationship Id="rId3320" Type="http://schemas.openxmlformats.org/officeDocument/2006/relationships/slide" Target="slides/slide3316.xml"/><Relationship Id="rId2879" Type="http://schemas.openxmlformats.org/officeDocument/2006/relationships/slide" Target="slides/slide2875.xml"/><Relationship Id="rId101" Type="http://schemas.openxmlformats.org/officeDocument/2006/relationships/slide" Target="slides/slide97.xml"/><Relationship Id="rId1688" Type="http://schemas.openxmlformats.org/officeDocument/2006/relationships/slide" Target="slides/slide1684.xml"/><Relationship Id="rId1895" Type="http://schemas.openxmlformats.org/officeDocument/2006/relationships/slide" Target="slides/slide1891.xml"/><Relationship Id="rId2739" Type="http://schemas.openxmlformats.org/officeDocument/2006/relationships/slide" Target="slides/slide2735.xml"/><Relationship Id="rId2946" Type="http://schemas.openxmlformats.org/officeDocument/2006/relationships/slide" Target="slides/slide2942.xml"/><Relationship Id="rId4094" Type="http://schemas.openxmlformats.org/officeDocument/2006/relationships/slide" Target="slides/slide4090.xml"/><Relationship Id="rId918" Type="http://schemas.openxmlformats.org/officeDocument/2006/relationships/slide" Target="slides/slide914.xml"/><Relationship Id="rId1548" Type="http://schemas.openxmlformats.org/officeDocument/2006/relationships/slide" Target="slides/slide1544.xml"/><Relationship Id="rId1755" Type="http://schemas.openxmlformats.org/officeDocument/2006/relationships/slide" Target="slides/slide1751.xml"/><Relationship Id="rId4161" Type="http://schemas.openxmlformats.org/officeDocument/2006/relationships/slide" Target="slides/slide4157.xml"/><Relationship Id="rId1408" Type="http://schemas.openxmlformats.org/officeDocument/2006/relationships/slide" Target="slides/slide1404.xml"/><Relationship Id="rId1962" Type="http://schemas.openxmlformats.org/officeDocument/2006/relationships/slide" Target="slides/slide1958.xml"/><Relationship Id="rId2806" Type="http://schemas.openxmlformats.org/officeDocument/2006/relationships/slide" Target="slides/slide2802.xml"/><Relationship Id="rId4021" Type="http://schemas.openxmlformats.org/officeDocument/2006/relationships/slide" Target="slides/slide4017.xml"/><Relationship Id="rId47" Type="http://schemas.openxmlformats.org/officeDocument/2006/relationships/slide" Target="slides/slide43.xml"/><Relationship Id="rId1615" Type="http://schemas.openxmlformats.org/officeDocument/2006/relationships/slide" Target="slides/slide1611.xml"/><Relationship Id="rId1822" Type="http://schemas.openxmlformats.org/officeDocument/2006/relationships/slide" Target="slides/slide1818.xml"/><Relationship Id="rId3787" Type="http://schemas.openxmlformats.org/officeDocument/2006/relationships/slide" Target="slides/slide3783.xml"/><Relationship Id="rId3994" Type="http://schemas.openxmlformats.org/officeDocument/2006/relationships/slide" Target="slides/slide3990.xml"/><Relationship Id="rId2389" Type="http://schemas.openxmlformats.org/officeDocument/2006/relationships/slide" Target="slides/slide2385.xml"/><Relationship Id="rId2596" Type="http://schemas.openxmlformats.org/officeDocument/2006/relationships/slide" Target="slides/slide2592.xml"/><Relationship Id="rId3647" Type="http://schemas.openxmlformats.org/officeDocument/2006/relationships/slide" Target="slides/slide3643.xml"/><Relationship Id="rId3854" Type="http://schemas.openxmlformats.org/officeDocument/2006/relationships/slide" Target="slides/slide3850.xml"/><Relationship Id="rId568" Type="http://schemas.openxmlformats.org/officeDocument/2006/relationships/slide" Target="slides/slide564.xml"/><Relationship Id="rId775" Type="http://schemas.openxmlformats.org/officeDocument/2006/relationships/slide" Target="slides/slide771.xml"/><Relationship Id="rId982" Type="http://schemas.openxmlformats.org/officeDocument/2006/relationships/slide" Target="slides/slide978.xml"/><Relationship Id="rId1198" Type="http://schemas.openxmlformats.org/officeDocument/2006/relationships/slide" Target="slides/slide1194.xml"/><Relationship Id="rId2249" Type="http://schemas.openxmlformats.org/officeDocument/2006/relationships/slide" Target="slides/slide2245.xml"/><Relationship Id="rId2456" Type="http://schemas.openxmlformats.org/officeDocument/2006/relationships/slide" Target="slides/slide2452.xml"/><Relationship Id="rId2663" Type="http://schemas.openxmlformats.org/officeDocument/2006/relationships/slide" Target="slides/slide2659.xml"/><Relationship Id="rId2870" Type="http://schemas.openxmlformats.org/officeDocument/2006/relationships/slide" Target="slides/slide2866.xml"/><Relationship Id="rId3507" Type="http://schemas.openxmlformats.org/officeDocument/2006/relationships/slide" Target="slides/slide3503.xml"/><Relationship Id="rId3714" Type="http://schemas.openxmlformats.org/officeDocument/2006/relationships/slide" Target="slides/slide3710.xml"/><Relationship Id="rId3921" Type="http://schemas.openxmlformats.org/officeDocument/2006/relationships/slide" Target="slides/slide3917.xml"/><Relationship Id="rId428" Type="http://schemas.openxmlformats.org/officeDocument/2006/relationships/slide" Target="slides/slide424.xml"/><Relationship Id="rId635" Type="http://schemas.openxmlformats.org/officeDocument/2006/relationships/slide" Target="slides/slide631.xml"/><Relationship Id="rId842" Type="http://schemas.openxmlformats.org/officeDocument/2006/relationships/slide" Target="slides/slide838.xml"/><Relationship Id="rId1058" Type="http://schemas.openxmlformats.org/officeDocument/2006/relationships/slide" Target="slides/slide1054.xml"/><Relationship Id="rId1265" Type="http://schemas.openxmlformats.org/officeDocument/2006/relationships/slide" Target="slides/slide1261.xml"/><Relationship Id="rId1472" Type="http://schemas.openxmlformats.org/officeDocument/2006/relationships/slide" Target="slides/slide1468.xml"/><Relationship Id="rId2109" Type="http://schemas.openxmlformats.org/officeDocument/2006/relationships/slide" Target="slides/slide2105.xml"/><Relationship Id="rId2316" Type="http://schemas.openxmlformats.org/officeDocument/2006/relationships/slide" Target="slides/slide2312.xml"/><Relationship Id="rId2523" Type="http://schemas.openxmlformats.org/officeDocument/2006/relationships/slide" Target="slides/slide2519.xml"/><Relationship Id="rId2730" Type="http://schemas.openxmlformats.org/officeDocument/2006/relationships/slide" Target="slides/slide2726.xml"/><Relationship Id="rId702" Type="http://schemas.openxmlformats.org/officeDocument/2006/relationships/slide" Target="slides/slide698.xml"/><Relationship Id="rId1125" Type="http://schemas.openxmlformats.org/officeDocument/2006/relationships/slide" Target="slides/slide1121.xml"/><Relationship Id="rId1332" Type="http://schemas.openxmlformats.org/officeDocument/2006/relationships/slide" Target="slides/slide1328.xml"/><Relationship Id="rId3297" Type="http://schemas.openxmlformats.org/officeDocument/2006/relationships/slide" Target="slides/slide3293.xml"/><Relationship Id="rId4348" Type="http://schemas.openxmlformats.org/officeDocument/2006/relationships/slide" Target="slides/slide4344.xml"/><Relationship Id="rId3157" Type="http://schemas.openxmlformats.org/officeDocument/2006/relationships/slide" Target="slides/slide3153.xml"/><Relationship Id="rId285" Type="http://schemas.openxmlformats.org/officeDocument/2006/relationships/slide" Target="slides/slide281.xml"/><Relationship Id="rId3364" Type="http://schemas.openxmlformats.org/officeDocument/2006/relationships/slide" Target="slides/slide3360.xml"/><Relationship Id="rId3571" Type="http://schemas.openxmlformats.org/officeDocument/2006/relationships/slide" Target="slides/slide3567.xml"/><Relationship Id="rId4208" Type="http://schemas.openxmlformats.org/officeDocument/2006/relationships/slide" Target="slides/slide4204.xml"/><Relationship Id="rId492" Type="http://schemas.openxmlformats.org/officeDocument/2006/relationships/slide" Target="slides/slide488.xml"/><Relationship Id="rId2173" Type="http://schemas.openxmlformats.org/officeDocument/2006/relationships/slide" Target="slides/slide2169.xml"/><Relationship Id="rId2380" Type="http://schemas.openxmlformats.org/officeDocument/2006/relationships/slide" Target="slides/slide2376.xml"/><Relationship Id="rId3017" Type="http://schemas.openxmlformats.org/officeDocument/2006/relationships/slide" Target="slides/slide3013.xml"/><Relationship Id="rId3224" Type="http://schemas.openxmlformats.org/officeDocument/2006/relationships/slide" Target="slides/slide3220.xml"/><Relationship Id="rId3431" Type="http://schemas.openxmlformats.org/officeDocument/2006/relationships/slide" Target="slides/slide3427.xml"/><Relationship Id="rId145" Type="http://schemas.openxmlformats.org/officeDocument/2006/relationships/slide" Target="slides/slide141.xml"/><Relationship Id="rId352" Type="http://schemas.openxmlformats.org/officeDocument/2006/relationships/slide" Target="slides/slide348.xml"/><Relationship Id="rId2033" Type="http://schemas.openxmlformats.org/officeDocument/2006/relationships/slide" Target="slides/slide2029.xml"/><Relationship Id="rId2240" Type="http://schemas.openxmlformats.org/officeDocument/2006/relationships/slide" Target="slides/slide2236.xml"/><Relationship Id="rId212" Type="http://schemas.openxmlformats.org/officeDocument/2006/relationships/slide" Target="slides/slide208.xml"/><Relationship Id="rId1799" Type="http://schemas.openxmlformats.org/officeDocument/2006/relationships/slide" Target="slides/slide1795.xml"/><Relationship Id="rId2100" Type="http://schemas.openxmlformats.org/officeDocument/2006/relationships/slide" Target="slides/slide2096.xml"/><Relationship Id="rId4065" Type="http://schemas.openxmlformats.org/officeDocument/2006/relationships/slide" Target="slides/slide4061.xml"/><Relationship Id="rId4272" Type="http://schemas.openxmlformats.org/officeDocument/2006/relationships/slide" Target="slides/slide4268.xml"/><Relationship Id="rId1659" Type="http://schemas.openxmlformats.org/officeDocument/2006/relationships/slide" Target="slides/slide1655.xml"/><Relationship Id="rId1866" Type="http://schemas.openxmlformats.org/officeDocument/2006/relationships/slide" Target="slides/slide1862.xml"/><Relationship Id="rId2917" Type="http://schemas.openxmlformats.org/officeDocument/2006/relationships/slide" Target="slides/slide2913.xml"/><Relationship Id="rId3081" Type="http://schemas.openxmlformats.org/officeDocument/2006/relationships/slide" Target="slides/slide3077.xml"/><Relationship Id="rId4132" Type="http://schemas.openxmlformats.org/officeDocument/2006/relationships/slide" Target="slides/slide4128.xml"/><Relationship Id="rId1519" Type="http://schemas.openxmlformats.org/officeDocument/2006/relationships/slide" Target="slides/slide1515.xml"/><Relationship Id="rId1726" Type="http://schemas.openxmlformats.org/officeDocument/2006/relationships/slide" Target="slides/slide1722.xml"/><Relationship Id="rId1933" Type="http://schemas.openxmlformats.org/officeDocument/2006/relationships/slide" Target="slides/slide1929.xml"/><Relationship Id="rId18" Type="http://schemas.openxmlformats.org/officeDocument/2006/relationships/slide" Target="slides/slide14.xml"/><Relationship Id="rId3898" Type="http://schemas.openxmlformats.org/officeDocument/2006/relationships/slide" Target="slides/slide3894.xml"/><Relationship Id="rId3758" Type="http://schemas.openxmlformats.org/officeDocument/2006/relationships/slide" Target="slides/slide3754.xml"/><Relationship Id="rId3965" Type="http://schemas.openxmlformats.org/officeDocument/2006/relationships/slide" Target="slides/slide3961.xml"/><Relationship Id="rId679" Type="http://schemas.openxmlformats.org/officeDocument/2006/relationships/slide" Target="slides/slide675.xml"/><Relationship Id="rId886" Type="http://schemas.openxmlformats.org/officeDocument/2006/relationships/slide" Target="slides/slide882.xml"/><Relationship Id="rId2567" Type="http://schemas.openxmlformats.org/officeDocument/2006/relationships/slide" Target="slides/slide2563.xml"/><Relationship Id="rId2774" Type="http://schemas.openxmlformats.org/officeDocument/2006/relationships/slide" Target="slides/slide2770.xml"/><Relationship Id="rId3618" Type="http://schemas.openxmlformats.org/officeDocument/2006/relationships/slide" Target="slides/slide3614.xml"/><Relationship Id="rId2" Type="http://schemas.openxmlformats.org/officeDocument/2006/relationships/customXml" Target="../customXml/item2.xml"/><Relationship Id="rId539" Type="http://schemas.openxmlformats.org/officeDocument/2006/relationships/slide" Target="slides/slide535.xml"/><Relationship Id="rId746" Type="http://schemas.openxmlformats.org/officeDocument/2006/relationships/slide" Target="slides/slide742.xml"/><Relationship Id="rId1169" Type="http://schemas.openxmlformats.org/officeDocument/2006/relationships/slide" Target="slides/slide1165.xml"/><Relationship Id="rId1376" Type="http://schemas.openxmlformats.org/officeDocument/2006/relationships/slide" Target="slides/slide1372.xml"/><Relationship Id="rId1583" Type="http://schemas.openxmlformats.org/officeDocument/2006/relationships/slide" Target="slides/slide1579.xml"/><Relationship Id="rId2427" Type="http://schemas.openxmlformats.org/officeDocument/2006/relationships/slide" Target="slides/slide2423.xml"/><Relationship Id="rId2981" Type="http://schemas.openxmlformats.org/officeDocument/2006/relationships/slide" Target="slides/slide2977.xml"/><Relationship Id="rId3825" Type="http://schemas.openxmlformats.org/officeDocument/2006/relationships/slide" Target="slides/slide3821.xml"/><Relationship Id="rId953" Type="http://schemas.openxmlformats.org/officeDocument/2006/relationships/slide" Target="slides/slide949.xml"/><Relationship Id="rId1029" Type="http://schemas.openxmlformats.org/officeDocument/2006/relationships/slide" Target="slides/slide1025.xml"/><Relationship Id="rId1236" Type="http://schemas.openxmlformats.org/officeDocument/2006/relationships/slide" Target="slides/slide1232.xml"/><Relationship Id="rId1790" Type="http://schemas.openxmlformats.org/officeDocument/2006/relationships/slide" Target="slides/slide1786.xml"/><Relationship Id="rId2634" Type="http://schemas.openxmlformats.org/officeDocument/2006/relationships/slide" Target="slides/slide2630.xml"/><Relationship Id="rId2841" Type="http://schemas.openxmlformats.org/officeDocument/2006/relationships/slide" Target="slides/slide2837.xml"/><Relationship Id="rId82" Type="http://schemas.openxmlformats.org/officeDocument/2006/relationships/slide" Target="slides/slide78.xml"/><Relationship Id="rId606" Type="http://schemas.openxmlformats.org/officeDocument/2006/relationships/slide" Target="slides/slide602.xml"/><Relationship Id="rId813" Type="http://schemas.openxmlformats.org/officeDocument/2006/relationships/slide" Target="slides/slide809.xml"/><Relationship Id="rId1443" Type="http://schemas.openxmlformats.org/officeDocument/2006/relationships/slide" Target="slides/slide1439.xml"/><Relationship Id="rId1650" Type="http://schemas.openxmlformats.org/officeDocument/2006/relationships/slide" Target="slides/slide1646.xml"/><Relationship Id="rId2701" Type="http://schemas.openxmlformats.org/officeDocument/2006/relationships/slide" Target="slides/slide2697.xml"/><Relationship Id="rId1303" Type="http://schemas.openxmlformats.org/officeDocument/2006/relationships/slide" Target="slides/slide1299.xml"/><Relationship Id="rId1510" Type="http://schemas.openxmlformats.org/officeDocument/2006/relationships/slide" Target="slides/slide1506.xml"/><Relationship Id="rId3268" Type="http://schemas.openxmlformats.org/officeDocument/2006/relationships/slide" Target="slides/slide3264.xml"/><Relationship Id="rId3475" Type="http://schemas.openxmlformats.org/officeDocument/2006/relationships/slide" Target="slides/slide3471.xml"/><Relationship Id="rId3682" Type="http://schemas.openxmlformats.org/officeDocument/2006/relationships/slide" Target="slides/slide3678.xml"/><Relationship Id="rId4319" Type="http://schemas.openxmlformats.org/officeDocument/2006/relationships/slide" Target="slides/slide4315.xml"/><Relationship Id="rId189" Type="http://schemas.openxmlformats.org/officeDocument/2006/relationships/slide" Target="slides/slide185.xml"/><Relationship Id="rId396" Type="http://schemas.openxmlformats.org/officeDocument/2006/relationships/slide" Target="slides/slide392.xml"/><Relationship Id="rId2077" Type="http://schemas.openxmlformats.org/officeDocument/2006/relationships/slide" Target="slides/slide2073.xml"/><Relationship Id="rId2284" Type="http://schemas.openxmlformats.org/officeDocument/2006/relationships/slide" Target="slides/slide2280.xml"/><Relationship Id="rId2491" Type="http://schemas.openxmlformats.org/officeDocument/2006/relationships/slide" Target="slides/slide2487.xml"/><Relationship Id="rId3128" Type="http://schemas.openxmlformats.org/officeDocument/2006/relationships/slide" Target="slides/slide3124.xml"/><Relationship Id="rId3335" Type="http://schemas.openxmlformats.org/officeDocument/2006/relationships/slide" Target="slides/slide3331.xml"/><Relationship Id="rId3542" Type="http://schemas.openxmlformats.org/officeDocument/2006/relationships/slide" Target="slides/slide3538.xml"/><Relationship Id="rId256" Type="http://schemas.openxmlformats.org/officeDocument/2006/relationships/slide" Target="slides/slide252.xml"/><Relationship Id="rId463" Type="http://schemas.openxmlformats.org/officeDocument/2006/relationships/slide" Target="slides/slide459.xml"/><Relationship Id="rId670" Type="http://schemas.openxmlformats.org/officeDocument/2006/relationships/slide" Target="slides/slide666.xml"/><Relationship Id="rId1093" Type="http://schemas.openxmlformats.org/officeDocument/2006/relationships/slide" Target="slides/slide1089.xml"/><Relationship Id="rId2144" Type="http://schemas.openxmlformats.org/officeDocument/2006/relationships/slide" Target="slides/slide2140.xml"/><Relationship Id="rId2351" Type="http://schemas.openxmlformats.org/officeDocument/2006/relationships/slide" Target="slides/slide2347.xml"/><Relationship Id="rId3402" Type="http://schemas.openxmlformats.org/officeDocument/2006/relationships/slide" Target="slides/slide3398.xml"/><Relationship Id="rId116" Type="http://schemas.openxmlformats.org/officeDocument/2006/relationships/slide" Target="slides/slide112.xml"/><Relationship Id="rId323" Type="http://schemas.openxmlformats.org/officeDocument/2006/relationships/slide" Target="slides/slide319.xml"/><Relationship Id="rId530" Type="http://schemas.openxmlformats.org/officeDocument/2006/relationships/slide" Target="slides/slide526.xml"/><Relationship Id="rId1160" Type="http://schemas.openxmlformats.org/officeDocument/2006/relationships/slide" Target="slides/slide1156.xml"/><Relationship Id="rId2004" Type="http://schemas.openxmlformats.org/officeDocument/2006/relationships/slide" Target="slides/slide2000.xml"/><Relationship Id="rId2211" Type="http://schemas.openxmlformats.org/officeDocument/2006/relationships/slide" Target="slides/slide2207.xml"/><Relationship Id="rId4176" Type="http://schemas.openxmlformats.org/officeDocument/2006/relationships/slide" Target="slides/slide4172.xml"/><Relationship Id="rId1020" Type="http://schemas.openxmlformats.org/officeDocument/2006/relationships/slide" Target="slides/slide1016.xml"/><Relationship Id="rId1977" Type="http://schemas.openxmlformats.org/officeDocument/2006/relationships/slide" Target="slides/slide1973.xml"/><Relationship Id="rId4383" Type="http://schemas.openxmlformats.org/officeDocument/2006/relationships/presProps" Target="presProps.xml"/><Relationship Id="rId1837" Type="http://schemas.openxmlformats.org/officeDocument/2006/relationships/slide" Target="slides/slide1833.xml"/><Relationship Id="rId3192" Type="http://schemas.openxmlformats.org/officeDocument/2006/relationships/slide" Target="slides/slide3188.xml"/><Relationship Id="rId4036" Type="http://schemas.openxmlformats.org/officeDocument/2006/relationships/slide" Target="slides/slide4032.xml"/><Relationship Id="rId4243" Type="http://schemas.openxmlformats.org/officeDocument/2006/relationships/slide" Target="slides/slide4239.xml"/><Relationship Id="rId3052" Type="http://schemas.openxmlformats.org/officeDocument/2006/relationships/slide" Target="slides/slide3048.xml"/><Relationship Id="rId4103" Type="http://schemas.openxmlformats.org/officeDocument/2006/relationships/slide" Target="slides/slide4099.xml"/><Relationship Id="rId4310" Type="http://schemas.openxmlformats.org/officeDocument/2006/relationships/slide" Target="slides/slide4306.xml"/><Relationship Id="rId180" Type="http://schemas.openxmlformats.org/officeDocument/2006/relationships/slide" Target="slides/slide176.xml"/><Relationship Id="rId1904" Type="http://schemas.openxmlformats.org/officeDocument/2006/relationships/slide" Target="slides/slide1900.xml"/><Relationship Id="rId3869" Type="http://schemas.openxmlformats.org/officeDocument/2006/relationships/slide" Target="slides/slide3865.xml"/><Relationship Id="rId997" Type="http://schemas.openxmlformats.org/officeDocument/2006/relationships/slide" Target="slides/slide993.xml"/><Relationship Id="rId2678" Type="http://schemas.openxmlformats.org/officeDocument/2006/relationships/slide" Target="slides/slide2674.xml"/><Relationship Id="rId2885" Type="http://schemas.openxmlformats.org/officeDocument/2006/relationships/slide" Target="slides/slide2881.xml"/><Relationship Id="rId3729" Type="http://schemas.openxmlformats.org/officeDocument/2006/relationships/slide" Target="slides/slide3725.xml"/><Relationship Id="rId3936" Type="http://schemas.openxmlformats.org/officeDocument/2006/relationships/slide" Target="slides/slide3932.xml"/><Relationship Id="rId857" Type="http://schemas.openxmlformats.org/officeDocument/2006/relationships/slide" Target="slides/slide853.xml"/><Relationship Id="rId1487" Type="http://schemas.openxmlformats.org/officeDocument/2006/relationships/slide" Target="slides/slide1483.xml"/><Relationship Id="rId1694" Type="http://schemas.openxmlformats.org/officeDocument/2006/relationships/slide" Target="slides/slide1690.xml"/><Relationship Id="rId2538" Type="http://schemas.openxmlformats.org/officeDocument/2006/relationships/slide" Target="slides/slide2534.xml"/><Relationship Id="rId2745" Type="http://schemas.openxmlformats.org/officeDocument/2006/relationships/slide" Target="slides/slide2741.xml"/><Relationship Id="rId2952" Type="http://schemas.openxmlformats.org/officeDocument/2006/relationships/slide" Target="slides/slide2948.xml"/><Relationship Id="rId717" Type="http://schemas.openxmlformats.org/officeDocument/2006/relationships/slide" Target="slides/slide713.xml"/><Relationship Id="rId924" Type="http://schemas.openxmlformats.org/officeDocument/2006/relationships/slide" Target="slides/slide920.xml"/><Relationship Id="rId1347" Type="http://schemas.openxmlformats.org/officeDocument/2006/relationships/slide" Target="slides/slide1343.xml"/><Relationship Id="rId1554" Type="http://schemas.openxmlformats.org/officeDocument/2006/relationships/slide" Target="slides/slide1550.xml"/><Relationship Id="rId1761" Type="http://schemas.openxmlformats.org/officeDocument/2006/relationships/slide" Target="slides/slide1757.xml"/><Relationship Id="rId2605" Type="http://schemas.openxmlformats.org/officeDocument/2006/relationships/slide" Target="slides/slide2601.xml"/><Relationship Id="rId2812" Type="http://schemas.openxmlformats.org/officeDocument/2006/relationships/slide" Target="slides/slide2808.xml"/><Relationship Id="rId53" Type="http://schemas.openxmlformats.org/officeDocument/2006/relationships/slide" Target="slides/slide49.xml"/><Relationship Id="rId1207" Type="http://schemas.openxmlformats.org/officeDocument/2006/relationships/slide" Target="slides/slide1203.xml"/><Relationship Id="rId1414" Type="http://schemas.openxmlformats.org/officeDocument/2006/relationships/slide" Target="slides/slide1410.xml"/><Relationship Id="rId1621" Type="http://schemas.openxmlformats.org/officeDocument/2006/relationships/slide" Target="slides/slide1617.xml"/><Relationship Id="rId3379" Type="http://schemas.openxmlformats.org/officeDocument/2006/relationships/slide" Target="slides/slide3375.xml"/><Relationship Id="rId3586" Type="http://schemas.openxmlformats.org/officeDocument/2006/relationships/slide" Target="slides/slide3582.xml"/><Relationship Id="rId3793" Type="http://schemas.openxmlformats.org/officeDocument/2006/relationships/slide" Target="slides/slide3789.xml"/><Relationship Id="rId2188" Type="http://schemas.openxmlformats.org/officeDocument/2006/relationships/slide" Target="slides/slide2184.xml"/><Relationship Id="rId2395" Type="http://schemas.openxmlformats.org/officeDocument/2006/relationships/slide" Target="slides/slide2391.xml"/><Relationship Id="rId3239" Type="http://schemas.openxmlformats.org/officeDocument/2006/relationships/slide" Target="slides/slide3235.xml"/><Relationship Id="rId3446" Type="http://schemas.openxmlformats.org/officeDocument/2006/relationships/slide" Target="slides/slide3442.xml"/><Relationship Id="rId367" Type="http://schemas.openxmlformats.org/officeDocument/2006/relationships/slide" Target="slides/slide363.xml"/><Relationship Id="rId574" Type="http://schemas.openxmlformats.org/officeDocument/2006/relationships/slide" Target="slides/slide570.xml"/><Relationship Id="rId2048" Type="http://schemas.openxmlformats.org/officeDocument/2006/relationships/slide" Target="slides/slide2044.xml"/><Relationship Id="rId2255" Type="http://schemas.openxmlformats.org/officeDocument/2006/relationships/slide" Target="slides/slide2251.xml"/><Relationship Id="rId3653" Type="http://schemas.openxmlformats.org/officeDocument/2006/relationships/slide" Target="slides/slide3649.xml"/><Relationship Id="rId3860" Type="http://schemas.openxmlformats.org/officeDocument/2006/relationships/slide" Target="slides/slide3856.xml"/><Relationship Id="rId227" Type="http://schemas.openxmlformats.org/officeDocument/2006/relationships/slide" Target="slides/slide223.xml"/><Relationship Id="rId781" Type="http://schemas.openxmlformats.org/officeDocument/2006/relationships/slide" Target="slides/slide777.xml"/><Relationship Id="rId2462" Type="http://schemas.openxmlformats.org/officeDocument/2006/relationships/slide" Target="slides/slide2458.xml"/><Relationship Id="rId3306" Type="http://schemas.openxmlformats.org/officeDocument/2006/relationships/slide" Target="slides/slide3302.xml"/><Relationship Id="rId3513" Type="http://schemas.openxmlformats.org/officeDocument/2006/relationships/slide" Target="slides/slide3509.xml"/><Relationship Id="rId3720" Type="http://schemas.openxmlformats.org/officeDocument/2006/relationships/slide" Target="slides/slide3716.xml"/><Relationship Id="rId434" Type="http://schemas.openxmlformats.org/officeDocument/2006/relationships/slide" Target="slides/slide430.xml"/><Relationship Id="rId641" Type="http://schemas.openxmlformats.org/officeDocument/2006/relationships/slide" Target="slides/slide637.xml"/><Relationship Id="rId1064" Type="http://schemas.openxmlformats.org/officeDocument/2006/relationships/slide" Target="slides/slide1060.xml"/><Relationship Id="rId1271" Type="http://schemas.openxmlformats.org/officeDocument/2006/relationships/slide" Target="slides/slide1267.xml"/><Relationship Id="rId2115" Type="http://schemas.openxmlformats.org/officeDocument/2006/relationships/slide" Target="slides/slide2111.xml"/><Relationship Id="rId2322" Type="http://schemas.openxmlformats.org/officeDocument/2006/relationships/slide" Target="slides/slide2318.xml"/><Relationship Id="rId501" Type="http://schemas.openxmlformats.org/officeDocument/2006/relationships/slide" Target="slides/slide497.xml"/><Relationship Id="rId1131" Type="http://schemas.openxmlformats.org/officeDocument/2006/relationships/slide" Target="slides/slide1127.xml"/><Relationship Id="rId4287" Type="http://schemas.openxmlformats.org/officeDocument/2006/relationships/slide" Target="slides/slide4283.xml"/><Relationship Id="rId3096" Type="http://schemas.openxmlformats.org/officeDocument/2006/relationships/slide" Target="slides/slide3092.xml"/><Relationship Id="rId4147" Type="http://schemas.openxmlformats.org/officeDocument/2006/relationships/slide" Target="slides/slide4143.xml"/><Relationship Id="rId4354" Type="http://schemas.openxmlformats.org/officeDocument/2006/relationships/slide" Target="slides/slide4350.xml"/><Relationship Id="rId1948" Type="http://schemas.openxmlformats.org/officeDocument/2006/relationships/slide" Target="slides/slide1944.xml"/><Relationship Id="rId3163" Type="http://schemas.openxmlformats.org/officeDocument/2006/relationships/slide" Target="slides/slide3159.xml"/><Relationship Id="rId3370" Type="http://schemas.openxmlformats.org/officeDocument/2006/relationships/slide" Target="slides/slide3366.xml"/><Relationship Id="rId4007" Type="http://schemas.openxmlformats.org/officeDocument/2006/relationships/slide" Target="slides/slide4003.xml"/><Relationship Id="rId4214" Type="http://schemas.openxmlformats.org/officeDocument/2006/relationships/slide" Target="slides/slide4210.xml"/><Relationship Id="rId291" Type="http://schemas.openxmlformats.org/officeDocument/2006/relationships/slide" Target="slides/slide287.xml"/><Relationship Id="rId1808" Type="http://schemas.openxmlformats.org/officeDocument/2006/relationships/slide" Target="slides/slide1804.xml"/><Relationship Id="rId3023" Type="http://schemas.openxmlformats.org/officeDocument/2006/relationships/slide" Target="slides/slide3019.xml"/><Relationship Id="rId151" Type="http://schemas.openxmlformats.org/officeDocument/2006/relationships/slide" Target="slides/slide147.xml"/><Relationship Id="rId3230" Type="http://schemas.openxmlformats.org/officeDocument/2006/relationships/slide" Target="slides/slide3226.xml"/><Relationship Id="rId2789" Type="http://schemas.openxmlformats.org/officeDocument/2006/relationships/slide" Target="slides/slide2785.xml"/><Relationship Id="rId2996" Type="http://schemas.openxmlformats.org/officeDocument/2006/relationships/slide" Target="slides/slide2992.xml"/><Relationship Id="rId968" Type="http://schemas.openxmlformats.org/officeDocument/2006/relationships/slide" Target="slides/slide964.xml"/><Relationship Id="rId1598" Type="http://schemas.openxmlformats.org/officeDocument/2006/relationships/slide" Target="slides/slide1594.xml"/><Relationship Id="rId2649" Type="http://schemas.openxmlformats.org/officeDocument/2006/relationships/slide" Target="slides/slide2645.xml"/><Relationship Id="rId2856" Type="http://schemas.openxmlformats.org/officeDocument/2006/relationships/slide" Target="slides/slide2852.xml"/><Relationship Id="rId3907" Type="http://schemas.openxmlformats.org/officeDocument/2006/relationships/slide" Target="slides/slide3903.xml"/><Relationship Id="rId97" Type="http://schemas.openxmlformats.org/officeDocument/2006/relationships/slide" Target="slides/slide93.xml"/><Relationship Id="rId828" Type="http://schemas.openxmlformats.org/officeDocument/2006/relationships/slide" Target="slides/slide824.xml"/><Relationship Id="rId1458" Type="http://schemas.openxmlformats.org/officeDocument/2006/relationships/slide" Target="slides/slide1454.xml"/><Relationship Id="rId1665" Type="http://schemas.openxmlformats.org/officeDocument/2006/relationships/slide" Target="slides/slide1661.xml"/><Relationship Id="rId1872" Type="http://schemas.openxmlformats.org/officeDocument/2006/relationships/slide" Target="slides/slide1868.xml"/><Relationship Id="rId2509" Type="http://schemas.openxmlformats.org/officeDocument/2006/relationships/slide" Target="slides/slide2505.xml"/><Relationship Id="rId2716" Type="http://schemas.openxmlformats.org/officeDocument/2006/relationships/slide" Target="slides/slide2712.xml"/><Relationship Id="rId4071" Type="http://schemas.openxmlformats.org/officeDocument/2006/relationships/slide" Target="slides/slide4067.xml"/><Relationship Id="rId1318" Type="http://schemas.openxmlformats.org/officeDocument/2006/relationships/slide" Target="slides/slide1314.xml"/><Relationship Id="rId1525" Type="http://schemas.openxmlformats.org/officeDocument/2006/relationships/slide" Target="slides/slide1521.xml"/><Relationship Id="rId2923" Type="http://schemas.openxmlformats.org/officeDocument/2006/relationships/slide" Target="slides/slide2919.xml"/><Relationship Id="rId1732" Type="http://schemas.openxmlformats.org/officeDocument/2006/relationships/slide" Target="slides/slide1728.xml"/><Relationship Id="rId24" Type="http://schemas.openxmlformats.org/officeDocument/2006/relationships/slide" Target="slides/slide20.xml"/><Relationship Id="rId2299" Type="http://schemas.openxmlformats.org/officeDocument/2006/relationships/slide" Target="slides/slide2295.xml"/><Relationship Id="rId3697" Type="http://schemas.openxmlformats.org/officeDocument/2006/relationships/slide" Target="slides/slide3693.xml"/><Relationship Id="rId3557" Type="http://schemas.openxmlformats.org/officeDocument/2006/relationships/slide" Target="slides/slide3553.xml"/><Relationship Id="rId3764" Type="http://schemas.openxmlformats.org/officeDocument/2006/relationships/slide" Target="slides/slide3760.xml"/><Relationship Id="rId3971" Type="http://schemas.openxmlformats.org/officeDocument/2006/relationships/slide" Target="slides/slide3967.xml"/><Relationship Id="rId478" Type="http://schemas.openxmlformats.org/officeDocument/2006/relationships/slide" Target="slides/slide474.xml"/><Relationship Id="rId685" Type="http://schemas.openxmlformats.org/officeDocument/2006/relationships/slide" Target="slides/slide681.xml"/><Relationship Id="rId892" Type="http://schemas.openxmlformats.org/officeDocument/2006/relationships/slide" Target="slides/slide888.xml"/><Relationship Id="rId2159" Type="http://schemas.openxmlformats.org/officeDocument/2006/relationships/slide" Target="slides/slide2155.xml"/><Relationship Id="rId2366" Type="http://schemas.openxmlformats.org/officeDocument/2006/relationships/slide" Target="slides/slide2362.xml"/><Relationship Id="rId2573" Type="http://schemas.openxmlformats.org/officeDocument/2006/relationships/slide" Target="slides/slide2569.xml"/><Relationship Id="rId2780" Type="http://schemas.openxmlformats.org/officeDocument/2006/relationships/slide" Target="slides/slide2776.xml"/><Relationship Id="rId3417" Type="http://schemas.openxmlformats.org/officeDocument/2006/relationships/slide" Target="slides/slide3413.xml"/><Relationship Id="rId3624" Type="http://schemas.openxmlformats.org/officeDocument/2006/relationships/slide" Target="slides/slide3620.xml"/><Relationship Id="rId3831" Type="http://schemas.openxmlformats.org/officeDocument/2006/relationships/slide" Target="slides/slide3827.xml"/><Relationship Id="rId338" Type="http://schemas.openxmlformats.org/officeDocument/2006/relationships/slide" Target="slides/slide334.xml"/><Relationship Id="rId545" Type="http://schemas.openxmlformats.org/officeDocument/2006/relationships/slide" Target="slides/slide541.xml"/><Relationship Id="rId752" Type="http://schemas.openxmlformats.org/officeDocument/2006/relationships/slide" Target="slides/slide748.xml"/><Relationship Id="rId1175" Type="http://schemas.openxmlformats.org/officeDocument/2006/relationships/slide" Target="slides/slide1171.xml"/><Relationship Id="rId1382" Type="http://schemas.openxmlformats.org/officeDocument/2006/relationships/slide" Target="slides/slide1378.xml"/><Relationship Id="rId2019" Type="http://schemas.openxmlformats.org/officeDocument/2006/relationships/slide" Target="slides/slide2015.xml"/><Relationship Id="rId2226" Type="http://schemas.openxmlformats.org/officeDocument/2006/relationships/slide" Target="slides/slide2222.xml"/><Relationship Id="rId2433" Type="http://schemas.openxmlformats.org/officeDocument/2006/relationships/slide" Target="slides/slide2429.xml"/><Relationship Id="rId2640" Type="http://schemas.openxmlformats.org/officeDocument/2006/relationships/slide" Target="slides/slide2636.xml"/><Relationship Id="rId405" Type="http://schemas.openxmlformats.org/officeDocument/2006/relationships/slide" Target="slides/slide401.xml"/><Relationship Id="rId612" Type="http://schemas.openxmlformats.org/officeDocument/2006/relationships/slide" Target="slides/slide608.xml"/><Relationship Id="rId1035" Type="http://schemas.openxmlformats.org/officeDocument/2006/relationships/slide" Target="slides/slide1031.xml"/><Relationship Id="rId1242" Type="http://schemas.openxmlformats.org/officeDocument/2006/relationships/slide" Target="slides/slide1238.xml"/><Relationship Id="rId2500" Type="http://schemas.openxmlformats.org/officeDocument/2006/relationships/slide" Target="slides/slide2496.xml"/><Relationship Id="rId1102" Type="http://schemas.openxmlformats.org/officeDocument/2006/relationships/slide" Target="slides/slide1098.xml"/><Relationship Id="rId4258" Type="http://schemas.openxmlformats.org/officeDocument/2006/relationships/slide" Target="slides/slide4254.xml"/><Relationship Id="rId3067" Type="http://schemas.openxmlformats.org/officeDocument/2006/relationships/slide" Target="slides/slide3063.xml"/><Relationship Id="rId3274" Type="http://schemas.openxmlformats.org/officeDocument/2006/relationships/slide" Target="slides/slide3270.xml"/><Relationship Id="rId4118" Type="http://schemas.openxmlformats.org/officeDocument/2006/relationships/slide" Target="slides/slide4114.xml"/><Relationship Id="rId195" Type="http://schemas.openxmlformats.org/officeDocument/2006/relationships/slide" Target="slides/slide191.xml"/><Relationship Id="rId1919" Type="http://schemas.openxmlformats.org/officeDocument/2006/relationships/slide" Target="slides/slide1915.xml"/><Relationship Id="rId3481" Type="http://schemas.openxmlformats.org/officeDocument/2006/relationships/slide" Target="slides/slide3477.xml"/><Relationship Id="rId4325" Type="http://schemas.openxmlformats.org/officeDocument/2006/relationships/slide" Target="slides/slide4321.xml"/><Relationship Id="rId2083" Type="http://schemas.openxmlformats.org/officeDocument/2006/relationships/slide" Target="slides/slide2079.xml"/><Relationship Id="rId2290" Type="http://schemas.openxmlformats.org/officeDocument/2006/relationships/slide" Target="slides/slide2286.xml"/><Relationship Id="rId3134" Type="http://schemas.openxmlformats.org/officeDocument/2006/relationships/slide" Target="slides/slide3130.xml"/><Relationship Id="rId3341" Type="http://schemas.openxmlformats.org/officeDocument/2006/relationships/slide" Target="slides/slide3337.xml"/><Relationship Id="rId262" Type="http://schemas.openxmlformats.org/officeDocument/2006/relationships/slide" Target="slides/slide258.xml"/><Relationship Id="rId2150" Type="http://schemas.openxmlformats.org/officeDocument/2006/relationships/slide" Target="slides/slide2146.xml"/><Relationship Id="rId3201" Type="http://schemas.openxmlformats.org/officeDocument/2006/relationships/slide" Target="slides/slide3197.xml"/><Relationship Id="rId122" Type="http://schemas.openxmlformats.org/officeDocument/2006/relationships/slide" Target="slides/slide118.xml"/><Relationship Id="rId2010" Type="http://schemas.openxmlformats.org/officeDocument/2006/relationships/slide" Target="slides/slide2006.xml"/><Relationship Id="rId1569" Type="http://schemas.openxmlformats.org/officeDocument/2006/relationships/slide" Target="slides/slide1565.xml"/><Relationship Id="rId2967" Type="http://schemas.openxmlformats.org/officeDocument/2006/relationships/slide" Target="slides/slide2963.xml"/><Relationship Id="rId4182" Type="http://schemas.openxmlformats.org/officeDocument/2006/relationships/slide" Target="slides/slide4178.xml"/><Relationship Id="rId939" Type="http://schemas.openxmlformats.org/officeDocument/2006/relationships/slide" Target="slides/slide935.xml"/><Relationship Id="rId1776" Type="http://schemas.openxmlformats.org/officeDocument/2006/relationships/slide" Target="slides/slide1772.xml"/><Relationship Id="rId1983" Type="http://schemas.openxmlformats.org/officeDocument/2006/relationships/slide" Target="slides/slide1979.xml"/><Relationship Id="rId2827" Type="http://schemas.openxmlformats.org/officeDocument/2006/relationships/slide" Target="slides/slide2823.xml"/><Relationship Id="rId4042" Type="http://schemas.openxmlformats.org/officeDocument/2006/relationships/slide" Target="slides/slide4038.xml"/><Relationship Id="rId68" Type="http://schemas.openxmlformats.org/officeDocument/2006/relationships/slide" Target="slides/slide64.xml"/><Relationship Id="rId1429" Type="http://schemas.openxmlformats.org/officeDocument/2006/relationships/slide" Target="slides/slide1425.xml"/><Relationship Id="rId1636" Type="http://schemas.openxmlformats.org/officeDocument/2006/relationships/slide" Target="slides/slide1632.xml"/><Relationship Id="rId1843" Type="http://schemas.openxmlformats.org/officeDocument/2006/relationships/slide" Target="slides/slide1839.xml"/><Relationship Id="rId1703" Type="http://schemas.openxmlformats.org/officeDocument/2006/relationships/slide" Target="slides/slide1699.xml"/><Relationship Id="rId1910" Type="http://schemas.openxmlformats.org/officeDocument/2006/relationships/slide" Target="slides/slide1906.xml"/><Relationship Id="rId3668" Type="http://schemas.openxmlformats.org/officeDocument/2006/relationships/slide" Target="slides/slide3664.xml"/><Relationship Id="rId3875" Type="http://schemas.openxmlformats.org/officeDocument/2006/relationships/slide" Target="slides/slide3871.xml"/><Relationship Id="rId589" Type="http://schemas.openxmlformats.org/officeDocument/2006/relationships/slide" Target="slides/slide585.xml"/><Relationship Id="rId796" Type="http://schemas.openxmlformats.org/officeDocument/2006/relationships/slide" Target="slides/slide792.xml"/><Relationship Id="rId2477" Type="http://schemas.openxmlformats.org/officeDocument/2006/relationships/slide" Target="slides/slide2473.xml"/><Relationship Id="rId2684" Type="http://schemas.openxmlformats.org/officeDocument/2006/relationships/slide" Target="slides/slide2680.xml"/><Relationship Id="rId3528" Type="http://schemas.openxmlformats.org/officeDocument/2006/relationships/slide" Target="slides/slide3524.xml"/><Relationship Id="rId3735" Type="http://schemas.openxmlformats.org/officeDocument/2006/relationships/slide" Target="slides/slide3731.xml"/><Relationship Id="rId449" Type="http://schemas.openxmlformats.org/officeDocument/2006/relationships/slide" Target="slides/slide445.xml"/><Relationship Id="rId656" Type="http://schemas.openxmlformats.org/officeDocument/2006/relationships/slide" Target="slides/slide652.xml"/><Relationship Id="rId863" Type="http://schemas.openxmlformats.org/officeDocument/2006/relationships/slide" Target="slides/slide859.xml"/><Relationship Id="rId1079" Type="http://schemas.openxmlformats.org/officeDocument/2006/relationships/slide" Target="slides/slide1075.xml"/><Relationship Id="rId1286" Type="http://schemas.openxmlformats.org/officeDocument/2006/relationships/slide" Target="slides/slide1282.xml"/><Relationship Id="rId1493" Type="http://schemas.openxmlformats.org/officeDocument/2006/relationships/slide" Target="slides/slide1489.xml"/><Relationship Id="rId2337" Type="http://schemas.openxmlformats.org/officeDocument/2006/relationships/slide" Target="slides/slide2333.xml"/><Relationship Id="rId2544" Type="http://schemas.openxmlformats.org/officeDocument/2006/relationships/slide" Target="slides/slide2540.xml"/><Relationship Id="rId2891" Type="http://schemas.openxmlformats.org/officeDocument/2006/relationships/slide" Target="slides/slide2887.xml"/><Relationship Id="rId3942" Type="http://schemas.openxmlformats.org/officeDocument/2006/relationships/slide" Target="slides/slide3938.xml"/><Relationship Id="rId309" Type="http://schemas.openxmlformats.org/officeDocument/2006/relationships/slide" Target="slides/slide305.xml"/><Relationship Id="rId516" Type="http://schemas.openxmlformats.org/officeDocument/2006/relationships/slide" Target="slides/slide512.xml"/><Relationship Id="rId1146" Type="http://schemas.openxmlformats.org/officeDocument/2006/relationships/slide" Target="slides/slide1142.xml"/><Relationship Id="rId2751" Type="http://schemas.openxmlformats.org/officeDocument/2006/relationships/slide" Target="slides/slide2747.xml"/><Relationship Id="rId3802" Type="http://schemas.openxmlformats.org/officeDocument/2006/relationships/slide" Target="slides/slide3798.xml"/><Relationship Id="rId723" Type="http://schemas.openxmlformats.org/officeDocument/2006/relationships/slide" Target="slides/slide719.xml"/><Relationship Id="rId930" Type="http://schemas.openxmlformats.org/officeDocument/2006/relationships/slide" Target="slides/slide926.xml"/><Relationship Id="rId1006" Type="http://schemas.openxmlformats.org/officeDocument/2006/relationships/slide" Target="slides/slide1002.xml"/><Relationship Id="rId1353" Type="http://schemas.openxmlformats.org/officeDocument/2006/relationships/slide" Target="slides/slide1349.xml"/><Relationship Id="rId1560" Type="http://schemas.openxmlformats.org/officeDocument/2006/relationships/slide" Target="slides/slide1556.xml"/><Relationship Id="rId2404" Type="http://schemas.openxmlformats.org/officeDocument/2006/relationships/slide" Target="slides/slide2400.xml"/><Relationship Id="rId2611" Type="http://schemas.openxmlformats.org/officeDocument/2006/relationships/slide" Target="slides/slide2607.xml"/><Relationship Id="rId1213" Type="http://schemas.openxmlformats.org/officeDocument/2006/relationships/slide" Target="slides/slide1209.xml"/><Relationship Id="rId1420" Type="http://schemas.openxmlformats.org/officeDocument/2006/relationships/slide" Target="slides/slide1416.xml"/><Relationship Id="rId4369" Type="http://schemas.openxmlformats.org/officeDocument/2006/relationships/slide" Target="slides/slide4365.xml"/><Relationship Id="rId3178" Type="http://schemas.openxmlformats.org/officeDocument/2006/relationships/slide" Target="slides/slide3174.xml"/><Relationship Id="rId3385" Type="http://schemas.openxmlformats.org/officeDocument/2006/relationships/slide" Target="slides/slide3381.xml"/><Relationship Id="rId3592" Type="http://schemas.openxmlformats.org/officeDocument/2006/relationships/slide" Target="slides/slide3588.xml"/><Relationship Id="rId4229" Type="http://schemas.openxmlformats.org/officeDocument/2006/relationships/slide" Target="slides/slide4225.xml"/><Relationship Id="rId2194" Type="http://schemas.openxmlformats.org/officeDocument/2006/relationships/slide" Target="slides/slide2190.xml"/><Relationship Id="rId3038" Type="http://schemas.openxmlformats.org/officeDocument/2006/relationships/slide" Target="slides/slide3034.xml"/><Relationship Id="rId3245" Type="http://schemas.openxmlformats.org/officeDocument/2006/relationships/slide" Target="slides/slide3241.xml"/><Relationship Id="rId3452" Type="http://schemas.openxmlformats.org/officeDocument/2006/relationships/slide" Target="slides/slide3448.xml"/><Relationship Id="rId166" Type="http://schemas.openxmlformats.org/officeDocument/2006/relationships/slide" Target="slides/slide162.xml"/><Relationship Id="rId373" Type="http://schemas.openxmlformats.org/officeDocument/2006/relationships/slide" Target="slides/slide369.xml"/><Relationship Id="rId580" Type="http://schemas.openxmlformats.org/officeDocument/2006/relationships/slide" Target="slides/slide576.xml"/><Relationship Id="rId2054" Type="http://schemas.openxmlformats.org/officeDocument/2006/relationships/slide" Target="slides/slide2050.xml"/><Relationship Id="rId2261" Type="http://schemas.openxmlformats.org/officeDocument/2006/relationships/slide" Target="slides/slide2257.xml"/><Relationship Id="rId3105" Type="http://schemas.openxmlformats.org/officeDocument/2006/relationships/slide" Target="slides/slide3101.xml"/><Relationship Id="rId3312" Type="http://schemas.openxmlformats.org/officeDocument/2006/relationships/slide" Target="slides/slide3308.xml"/><Relationship Id="rId233" Type="http://schemas.openxmlformats.org/officeDocument/2006/relationships/slide" Target="slides/slide229.xml"/><Relationship Id="rId440" Type="http://schemas.openxmlformats.org/officeDocument/2006/relationships/slide" Target="slides/slide436.xml"/><Relationship Id="rId1070" Type="http://schemas.openxmlformats.org/officeDocument/2006/relationships/slide" Target="slides/slide1066.xml"/><Relationship Id="rId2121" Type="http://schemas.openxmlformats.org/officeDocument/2006/relationships/slide" Target="slides/slide2117.xml"/><Relationship Id="rId300" Type="http://schemas.openxmlformats.org/officeDocument/2006/relationships/slide" Target="slides/slide296.xml"/><Relationship Id="rId4086" Type="http://schemas.openxmlformats.org/officeDocument/2006/relationships/slide" Target="slides/slide4082.xml"/><Relationship Id="rId1887" Type="http://schemas.openxmlformats.org/officeDocument/2006/relationships/slide" Target="slides/slide1883.xml"/><Relationship Id="rId2938" Type="http://schemas.openxmlformats.org/officeDocument/2006/relationships/slide" Target="slides/slide2934.xml"/><Relationship Id="rId4293" Type="http://schemas.openxmlformats.org/officeDocument/2006/relationships/slide" Target="slides/slide4289.xml"/><Relationship Id="rId1747" Type="http://schemas.openxmlformats.org/officeDocument/2006/relationships/slide" Target="slides/slide1743.xml"/><Relationship Id="rId1954" Type="http://schemas.openxmlformats.org/officeDocument/2006/relationships/slide" Target="slides/slide1950.xml"/><Relationship Id="rId4153" Type="http://schemas.openxmlformats.org/officeDocument/2006/relationships/slide" Target="slides/slide4149.xml"/><Relationship Id="rId4360" Type="http://schemas.openxmlformats.org/officeDocument/2006/relationships/slide" Target="slides/slide4356.xml"/><Relationship Id="rId39" Type="http://schemas.openxmlformats.org/officeDocument/2006/relationships/slide" Target="slides/slide35.xml"/><Relationship Id="rId1607" Type="http://schemas.openxmlformats.org/officeDocument/2006/relationships/slide" Target="slides/slide1603.xml"/><Relationship Id="rId1814" Type="http://schemas.openxmlformats.org/officeDocument/2006/relationships/slide" Target="slides/slide1810.xml"/><Relationship Id="rId4013" Type="http://schemas.openxmlformats.org/officeDocument/2006/relationships/slide" Target="slides/slide4009.xml"/><Relationship Id="rId4220" Type="http://schemas.openxmlformats.org/officeDocument/2006/relationships/slide" Target="slides/slide4216.xml"/><Relationship Id="rId3779" Type="http://schemas.openxmlformats.org/officeDocument/2006/relationships/slide" Target="slides/slide3775.xml"/><Relationship Id="rId2588" Type="http://schemas.openxmlformats.org/officeDocument/2006/relationships/slide" Target="slides/slide2584.xml"/><Relationship Id="rId3986" Type="http://schemas.openxmlformats.org/officeDocument/2006/relationships/slide" Target="slides/slide3982.xml"/><Relationship Id="rId1397" Type="http://schemas.openxmlformats.org/officeDocument/2006/relationships/slide" Target="slides/slide1393.xml"/><Relationship Id="rId2795" Type="http://schemas.openxmlformats.org/officeDocument/2006/relationships/slide" Target="slides/slide2791.xml"/><Relationship Id="rId3639" Type="http://schemas.openxmlformats.org/officeDocument/2006/relationships/slide" Target="slides/slide3635.xml"/><Relationship Id="rId3846" Type="http://schemas.openxmlformats.org/officeDocument/2006/relationships/slide" Target="slides/slide3842.xml"/><Relationship Id="rId767" Type="http://schemas.openxmlformats.org/officeDocument/2006/relationships/slide" Target="slides/slide763.xml"/><Relationship Id="rId974" Type="http://schemas.openxmlformats.org/officeDocument/2006/relationships/slide" Target="slides/slide970.xml"/><Relationship Id="rId2448" Type="http://schemas.openxmlformats.org/officeDocument/2006/relationships/slide" Target="slides/slide2444.xml"/><Relationship Id="rId2655" Type="http://schemas.openxmlformats.org/officeDocument/2006/relationships/slide" Target="slides/slide2651.xml"/><Relationship Id="rId2862" Type="http://schemas.openxmlformats.org/officeDocument/2006/relationships/slide" Target="slides/slide2858.xml"/><Relationship Id="rId3706" Type="http://schemas.openxmlformats.org/officeDocument/2006/relationships/slide" Target="slides/slide3702.xml"/><Relationship Id="rId3913" Type="http://schemas.openxmlformats.org/officeDocument/2006/relationships/slide" Target="slides/slide3909.xml"/><Relationship Id="rId627" Type="http://schemas.openxmlformats.org/officeDocument/2006/relationships/slide" Target="slides/slide623.xml"/><Relationship Id="rId834" Type="http://schemas.openxmlformats.org/officeDocument/2006/relationships/slide" Target="slides/slide830.xml"/><Relationship Id="rId1257" Type="http://schemas.openxmlformats.org/officeDocument/2006/relationships/slide" Target="slides/slide1253.xml"/><Relationship Id="rId1464" Type="http://schemas.openxmlformats.org/officeDocument/2006/relationships/slide" Target="slides/slide1460.xml"/><Relationship Id="rId1671" Type="http://schemas.openxmlformats.org/officeDocument/2006/relationships/slide" Target="slides/slide1667.xml"/><Relationship Id="rId2308" Type="http://schemas.openxmlformats.org/officeDocument/2006/relationships/slide" Target="slides/slide2304.xml"/><Relationship Id="rId2515" Type="http://schemas.openxmlformats.org/officeDocument/2006/relationships/slide" Target="slides/slide2511.xml"/><Relationship Id="rId2722" Type="http://schemas.openxmlformats.org/officeDocument/2006/relationships/slide" Target="slides/slide2718.xml"/><Relationship Id="rId901" Type="http://schemas.openxmlformats.org/officeDocument/2006/relationships/slide" Target="slides/slide897.xml"/><Relationship Id="rId1117" Type="http://schemas.openxmlformats.org/officeDocument/2006/relationships/slide" Target="slides/slide1113.xml"/><Relationship Id="rId1324" Type="http://schemas.openxmlformats.org/officeDocument/2006/relationships/slide" Target="slides/slide1320.xml"/><Relationship Id="rId1531" Type="http://schemas.openxmlformats.org/officeDocument/2006/relationships/slide" Target="slides/slide1527.xml"/><Relationship Id="rId30" Type="http://schemas.openxmlformats.org/officeDocument/2006/relationships/slide" Target="slides/slide26.xml"/><Relationship Id="rId3289" Type="http://schemas.openxmlformats.org/officeDocument/2006/relationships/slide" Target="slides/slide3285.xml"/><Relationship Id="rId3496" Type="http://schemas.openxmlformats.org/officeDocument/2006/relationships/slide" Target="slides/slide3492.xml"/><Relationship Id="rId2098" Type="http://schemas.openxmlformats.org/officeDocument/2006/relationships/slide" Target="slides/slide2094.xml"/><Relationship Id="rId3149" Type="http://schemas.openxmlformats.org/officeDocument/2006/relationships/slide" Target="slides/slide3145.xml"/><Relationship Id="rId3356" Type="http://schemas.openxmlformats.org/officeDocument/2006/relationships/slide" Target="slides/slide3352.xml"/><Relationship Id="rId3563" Type="http://schemas.openxmlformats.org/officeDocument/2006/relationships/slide" Target="slides/slide3559.xml"/><Relationship Id="rId277" Type="http://schemas.openxmlformats.org/officeDocument/2006/relationships/slide" Target="slides/slide273.xml"/><Relationship Id="rId484" Type="http://schemas.openxmlformats.org/officeDocument/2006/relationships/slide" Target="slides/slide480.xml"/><Relationship Id="rId2165" Type="http://schemas.openxmlformats.org/officeDocument/2006/relationships/slide" Target="slides/slide2161.xml"/><Relationship Id="rId3009" Type="http://schemas.openxmlformats.org/officeDocument/2006/relationships/slide" Target="slides/slide3005.xml"/><Relationship Id="rId3216" Type="http://schemas.openxmlformats.org/officeDocument/2006/relationships/slide" Target="slides/slide3212.xml"/><Relationship Id="rId3770" Type="http://schemas.openxmlformats.org/officeDocument/2006/relationships/slide" Target="slides/slide3766.xml"/><Relationship Id="rId137" Type="http://schemas.openxmlformats.org/officeDocument/2006/relationships/slide" Target="slides/slide133.xml"/><Relationship Id="rId344" Type="http://schemas.openxmlformats.org/officeDocument/2006/relationships/slide" Target="slides/slide340.xml"/><Relationship Id="rId691" Type="http://schemas.openxmlformats.org/officeDocument/2006/relationships/slide" Target="slides/slide687.xml"/><Relationship Id="rId2025" Type="http://schemas.openxmlformats.org/officeDocument/2006/relationships/slide" Target="slides/slide2021.xml"/><Relationship Id="rId2372" Type="http://schemas.openxmlformats.org/officeDocument/2006/relationships/slide" Target="slides/slide2368.xml"/><Relationship Id="rId3423" Type="http://schemas.openxmlformats.org/officeDocument/2006/relationships/slide" Target="slides/slide3419.xml"/><Relationship Id="rId3630" Type="http://schemas.openxmlformats.org/officeDocument/2006/relationships/slide" Target="slides/slide3626.xml"/><Relationship Id="rId551" Type="http://schemas.openxmlformats.org/officeDocument/2006/relationships/slide" Target="slides/slide547.xml"/><Relationship Id="rId1181" Type="http://schemas.openxmlformats.org/officeDocument/2006/relationships/slide" Target="slides/slide1177.xml"/><Relationship Id="rId2232" Type="http://schemas.openxmlformats.org/officeDocument/2006/relationships/slide" Target="slides/slide2228.xml"/><Relationship Id="rId204" Type="http://schemas.openxmlformats.org/officeDocument/2006/relationships/slide" Target="slides/slide200.xml"/><Relationship Id="rId411" Type="http://schemas.openxmlformats.org/officeDocument/2006/relationships/slide" Target="slides/slide407.xml"/><Relationship Id="rId1041" Type="http://schemas.openxmlformats.org/officeDocument/2006/relationships/slide" Target="slides/slide1037.xml"/><Relationship Id="rId1998" Type="http://schemas.openxmlformats.org/officeDocument/2006/relationships/slide" Target="slides/slide1994.xml"/><Relationship Id="rId4197" Type="http://schemas.openxmlformats.org/officeDocument/2006/relationships/slide" Target="slides/slide4193.xml"/><Relationship Id="rId1858" Type="http://schemas.openxmlformats.org/officeDocument/2006/relationships/slide" Target="slides/slide1854.xml"/><Relationship Id="rId4057" Type="http://schemas.openxmlformats.org/officeDocument/2006/relationships/slide" Target="slides/slide4053.xml"/><Relationship Id="rId4264" Type="http://schemas.openxmlformats.org/officeDocument/2006/relationships/slide" Target="slides/slide4260.xml"/><Relationship Id="rId2909" Type="http://schemas.openxmlformats.org/officeDocument/2006/relationships/slide" Target="slides/slide2905.xml"/><Relationship Id="rId3073" Type="http://schemas.openxmlformats.org/officeDocument/2006/relationships/slide" Target="slides/slide3069.xml"/><Relationship Id="rId3280" Type="http://schemas.openxmlformats.org/officeDocument/2006/relationships/slide" Target="slides/slide3276.xml"/><Relationship Id="rId4124" Type="http://schemas.openxmlformats.org/officeDocument/2006/relationships/slide" Target="slides/slide4120.xml"/><Relationship Id="rId4331" Type="http://schemas.openxmlformats.org/officeDocument/2006/relationships/slide" Target="slides/slide4327.xml"/><Relationship Id="rId1718" Type="http://schemas.openxmlformats.org/officeDocument/2006/relationships/slide" Target="slides/slide1714.xml"/><Relationship Id="rId1925" Type="http://schemas.openxmlformats.org/officeDocument/2006/relationships/slide" Target="slides/slide1921.xml"/><Relationship Id="rId3140" Type="http://schemas.openxmlformats.org/officeDocument/2006/relationships/slide" Target="slides/slide3136.xml"/><Relationship Id="rId2699" Type="http://schemas.openxmlformats.org/officeDocument/2006/relationships/slide" Target="slides/slide2695.xml"/><Relationship Id="rId3000" Type="http://schemas.openxmlformats.org/officeDocument/2006/relationships/slide" Target="slides/slide2996.xml"/><Relationship Id="rId3957" Type="http://schemas.openxmlformats.org/officeDocument/2006/relationships/slide" Target="slides/slide3953.xml"/><Relationship Id="rId878" Type="http://schemas.openxmlformats.org/officeDocument/2006/relationships/slide" Target="slides/slide874.xml"/><Relationship Id="rId2559" Type="http://schemas.openxmlformats.org/officeDocument/2006/relationships/slide" Target="slides/slide2555.xml"/><Relationship Id="rId2766" Type="http://schemas.openxmlformats.org/officeDocument/2006/relationships/slide" Target="slides/slide2762.xml"/><Relationship Id="rId2973" Type="http://schemas.openxmlformats.org/officeDocument/2006/relationships/slide" Target="slides/slide2969.xml"/><Relationship Id="rId3817" Type="http://schemas.openxmlformats.org/officeDocument/2006/relationships/slide" Target="slides/slide3813.xml"/><Relationship Id="rId738" Type="http://schemas.openxmlformats.org/officeDocument/2006/relationships/slide" Target="slides/slide734.xml"/><Relationship Id="rId945" Type="http://schemas.openxmlformats.org/officeDocument/2006/relationships/slide" Target="slides/slide941.xml"/><Relationship Id="rId1368" Type="http://schemas.openxmlformats.org/officeDocument/2006/relationships/slide" Target="slides/slide1364.xml"/><Relationship Id="rId1575" Type="http://schemas.openxmlformats.org/officeDocument/2006/relationships/slide" Target="slides/slide1571.xml"/><Relationship Id="rId1782" Type="http://schemas.openxmlformats.org/officeDocument/2006/relationships/slide" Target="slides/slide1778.xml"/><Relationship Id="rId2419" Type="http://schemas.openxmlformats.org/officeDocument/2006/relationships/slide" Target="slides/slide2415.xml"/><Relationship Id="rId2626" Type="http://schemas.openxmlformats.org/officeDocument/2006/relationships/slide" Target="slides/slide2622.xml"/><Relationship Id="rId2833" Type="http://schemas.openxmlformats.org/officeDocument/2006/relationships/slide" Target="slides/slide2829.xml"/><Relationship Id="rId74" Type="http://schemas.openxmlformats.org/officeDocument/2006/relationships/slide" Target="slides/slide70.xml"/><Relationship Id="rId805" Type="http://schemas.openxmlformats.org/officeDocument/2006/relationships/slide" Target="slides/slide801.xml"/><Relationship Id="rId1228" Type="http://schemas.openxmlformats.org/officeDocument/2006/relationships/slide" Target="slides/slide1224.xml"/><Relationship Id="rId1435" Type="http://schemas.openxmlformats.org/officeDocument/2006/relationships/slide" Target="slides/slide1431.xml"/><Relationship Id="rId1642" Type="http://schemas.openxmlformats.org/officeDocument/2006/relationships/slide" Target="slides/slide1638.xml"/><Relationship Id="rId2900" Type="http://schemas.openxmlformats.org/officeDocument/2006/relationships/slide" Target="slides/slide2896.xml"/><Relationship Id="rId1502" Type="http://schemas.openxmlformats.org/officeDocument/2006/relationships/slide" Target="slides/slide1498.xml"/><Relationship Id="rId388" Type="http://schemas.openxmlformats.org/officeDocument/2006/relationships/slide" Target="slides/slide384.xml"/><Relationship Id="rId2069" Type="http://schemas.openxmlformats.org/officeDocument/2006/relationships/slide" Target="slides/slide2065.xml"/><Relationship Id="rId3467" Type="http://schemas.openxmlformats.org/officeDocument/2006/relationships/slide" Target="slides/slide3463.xml"/><Relationship Id="rId3674" Type="http://schemas.openxmlformats.org/officeDocument/2006/relationships/slide" Target="slides/slide3670.xml"/><Relationship Id="rId3881" Type="http://schemas.openxmlformats.org/officeDocument/2006/relationships/slide" Target="slides/slide3877.xml"/><Relationship Id="rId595" Type="http://schemas.openxmlformats.org/officeDocument/2006/relationships/slide" Target="slides/slide591.xml"/><Relationship Id="rId2276" Type="http://schemas.openxmlformats.org/officeDocument/2006/relationships/slide" Target="slides/slide2272.xml"/><Relationship Id="rId2483" Type="http://schemas.openxmlformats.org/officeDocument/2006/relationships/slide" Target="slides/slide2479.xml"/><Relationship Id="rId2690" Type="http://schemas.openxmlformats.org/officeDocument/2006/relationships/slide" Target="slides/slide2686.xml"/><Relationship Id="rId3327" Type="http://schemas.openxmlformats.org/officeDocument/2006/relationships/slide" Target="slides/slide3323.xml"/><Relationship Id="rId3534" Type="http://schemas.openxmlformats.org/officeDocument/2006/relationships/slide" Target="slides/slide3530.xml"/><Relationship Id="rId3741" Type="http://schemas.openxmlformats.org/officeDocument/2006/relationships/slide" Target="slides/slide3737.xml"/><Relationship Id="rId248" Type="http://schemas.openxmlformats.org/officeDocument/2006/relationships/slide" Target="slides/slide244.xml"/><Relationship Id="rId455" Type="http://schemas.openxmlformats.org/officeDocument/2006/relationships/slide" Target="slides/slide451.xml"/><Relationship Id="rId662" Type="http://schemas.openxmlformats.org/officeDocument/2006/relationships/slide" Target="slides/slide658.xml"/><Relationship Id="rId1085" Type="http://schemas.openxmlformats.org/officeDocument/2006/relationships/slide" Target="slides/slide1081.xml"/><Relationship Id="rId1292" Type="http://schemas.openxmlformats.org/officeDocument/2006/relationships/slide" Target="slides/slide1288.xml"/><Relationship Id="rId2136" Type="http://schemas.openxmlformats.org/officeDocument/2006/relationships/slide" Target="slides/slide2132.xml"/><Relationship Id="rId2343" Type="http://schemas.openxmlformats.org/officeDocument/2006/relationships/slide" Target="slides/slide2339.xml"/><Relationship Id="rId2550" Type="http://schemas.openxmlformats.org/officeDocument/2006/relationships/slide" Target="slides/slide2546.xml"/><Relationship Id="rId3601" Type="http://schemas.openxmlformats.org/officeDocument/2006/relationships/slide" Target="slides/slide3597.xml"/><Relationship Id="rId108" Type="http://schemas.openxmlformats.org/officeDocument/2006/relationships/slide" Target="slides/slide104.xml"/><Relationship Id="rId315" Type="http://schemas.openxmlformats.org/officeDocument/2006/relationships/slide" Target="slides/slide311.xml"/><Relationship Id="rId522" Type="http://schemas.openxmlformats.org/officeDocument/2006/relationships/slide" Target="slides/slide518.xml"/><Relationship Id="rId1152" Type="http://schemas.openxmlformats.org/officeDocument/2006/relationships/slide" Target="slides/slide1148.xml"/><Relationship Id="rId2203" Type="http://schemas.openxmlformats.org/officeDocument/2006/relationships/slide" Target="slides/slide2199.xml"/><Relationship Id="rId2410" Type="http://schemas.openxmlformats.org/officeDocument/2006/relationships/slide" Target="slides/slide2406.xml"/><Relationship Id="rId1012" Type="http://schemas.openxmlformats.org/officeDocument/2006/relationships/slide" Target="slides/slide1008.xml"/><Relationship Id="rId4168" Type="http://schemas.openxmlformats.org/officeDocument/2006/relationships/slide" Target="slides/slide4164.xml"/><Relationship Id="rId4375" Type="http://schemas.openxmlformats.org/officeDocument/2006/relationships/slide" Target="slides/slide4371.xml"/><Relationship Id="rId1969" Type="http://schemas.openxmlformats.org/officeDocument/2006/relationships/slide" Target="slides/slide1965.xml"/><Relationship Id="rId3184" Type="http://schemas.openxmlformats.org/officeDocument/2006/relationships/slide" Target="slides/slide3180.xml"/><Relationship Id="rId4028" Type="http://schemas.openxmlformats.org/officeDocument/2006/relationships/slide" Target="slides/slide4024.xml"/><Relationship Id="rId4235" Type="http://schemas.openxmlformats.org/officeDocument/2006/relationships/slide" Target="slides/slide4231.xml"/><Relationship Id="rId1829" Type="http://schemas.openxmlformats.org/officeDocument/2006/relationships/slide" Target="slides/slide1825.xml"/><Relationship Id="rId3391" Type="http://schemas.openxmlformats.org/officeDocument/2006/relationships/slide" Target="slides/slide3387.xml"/><Relationship Id="rId3044" Type="http://schemas.openxmlformats.org/officeDocument/2006/relationships/slide" Target="slides/slide3040.xml"/><Relationship Id="rId3251" Type="http://schemas.openxmlformats.org/officeDocument/2006/relationships/slide" Target="slides/slide3247.xml"/><Relationship Id="rId4302" Type="http://schemas.openxmlformats.org/officeDocument/2006/relationships/slide" Target="slides/slide4298.xml"/><Relationship Id="rId172" Type="http://schemas.openxmlformats.org/officeDocument/2006/relationships/slide" Target="slides/slide168.xml"/><Relationship Id="rId2060" Type="http://schemas.openxmlformats.org/officeDocument/2006/relationships/slide" Target="slides/slide2056.xml"/><Relationship Id="rId3111" Type="http://schemas.openxmlformats.org/officeDocument/2006/relationships/slide" Target="slides/slide3107.xml"/><Relationship Id="rId989" Type="http://schemas.openxmlformats.org/officeDocument/2006/relationships/slide" Target="slides/slide985.xml"/><Relationship Id="rId2877" Type="http://schemas.openxmlformats.org/officeDocument/2006/relationships/slide" Target="slides/slide2873.xml"/><Relationship Id="rId849" Type="http://schemas.openxmlformats.org/officeDocument/2006/relationships/slide" Target="slides/slide845.xml"/><Relationship Id="rId1479" Type="http://schemas.openxmlformats.org/officeDocument/2006/relationships/slide" Target="slides/slide1475.xml"/><Relationship Id="rId1686" Type="http://schemas.openxmlformats.org/officeDocument/2006/relationships/slide" Target="slides/slide1682.xml"/><Relationship Id="rId3928" Type="http://schemas.openxmlformats.org/officeDocument/2006/relationships/slide" Target="slides/slide3924.xml"/><Relationship Id="rId4092" Type="http://schemas.openxmlformats.org/officeDocument/2006/relationships/slide" Target="slides/slide4088.xml"/><Relationship Id="rId1339" Type="http://schemas.openxmlformats.org/officeDocument/2006/relationships/slide" Target="slides/slide1335.xml"/><Relationship Id="rId1893" Type="http://schemas.openxmlformats.org/officeDocument/2006/relationships/slide" Target="slides/slide1889.xml"/><Relationship Id="rId2737" Type="http://schemas.openxmlformats.org/officeDocument/2006/relationships/slide" Target="slides/slide2733.xml"/><Relationship Id="rId2944" Type="http://schemas.openxmlformats.org/officeDocument/2006/relationships/slide" Target="slides/slide2940.xml"/><Relationship Id="rId709" Type="http://schemas.openxmlformats.org/officeDocument/2006/relationships/slide" Target="slides/slide705.xml"/><Relationship Id="rId916" Type="http://schemas.openxmlformats.org/officeDocument/2006/relationships/slide" Target="slides/slide912.xml"/><Relationship Id="rId1546" Type="http://schemas.openxmlformats.org/officeDocument/2006/relationships/slide" Target="slides/slide1542.xml"/><Relationship Id="rId1753" Type="http://schemas.openxmlformats.org/officeDocument/2006/relationships/slide" Target="slides/slide1749.xml"/><Relationship Id="rId1960" Type="http://schemas.openxmlformats.org/officeDocument/2006/relationships/slide" Target="slides/slide1956.xml"/><Relationship Id="rId2804" Type="http://schemas.openxmlformats.org/officeDocument/2006/relationships/slide" Target="slides/slide2800.xml"/><Relationship Id="rId45" Type="http://schemas.openxmlformats.org/officeDocument/2006/relationships/slide" Target="slides/slide41.xml"/><Relationship Id="rId1406" Type="http://schemas.openxmlformats.org/officeDocument/2006/relationships/slide" Target="slides/slide1402.xml"/><Relationship Id="rId1613" Type="http://schemas.openxmlformats.org/officeDocument/2006/relationships/slide" Target="slides/slide1609.xml"/><Relationship Id="rId1820" Type="http://schemas.openxmlformats.org/officeDocument/2006/relationships/slide" Target="slides/slide1816.xml"/><Relationship Id="rId3578" Type="http://schemas.openxmlformats.org/officeDocument/2006/relationships/slide" Target="slides/slide3574.xml"/><Relationship Id="rId3785" Type="http://schemas.openxmlformats.org/officeDocument/2006/relationships/slide" Target="slides/slide3781.xml"/><Relationship Id="rId3992" Type="http://schemas.openxmlformats.org/officeDocument/2006/relationships/slide" Target="slides/slide3988.xml"/><Relationship Id="rId499" Type="http://schemas.openxmlformats.org/officeDocument/2006/relationships/slide" Target="slides/slide495.xml"/><Relationship Id="rId2387" Type="http://schemas.openxmlformats.org/officeDocument/2006/relationships/slide" Target="slides/slide2383.xml"/><Relationship Id="rId2594" Type="http://schemas.openxmlformats.org/officeDocument/2006/relationships/slide" Target="slides/slide2590.xml"/><Relationship Id="rId3438" Type="http://schemas.openxmlformats.org/officeDocument/2006/relationships/slide" Target="slides/slide3434.xml"/><Relationship Id="rId3645" Type="http://schemas.openxmlformats.org/officeDocument/2006/relationships/slide" Target="slides/slide3641.xml"/><Relationship Id="rId3852" Type="http://schemas.openxmlformats.org/officeDocument/2006/relationships/slide" Target="slides/slide3848.xml"/><Relationship Id="rId359" Type="http://schemas.openxmlformats.org/officeDocument/2006/relationships/slide" Target="slides/slide355.xml"/><Relationship Id="rId566" Type="http://schemas.openxmlformats.org/officeDocument/2006/relationships/slide" Target="slides/slide562.xml"/><Relationship Id="rId773" Type="http://schemas.openxmlformats.org/officeDocument/2006/relationships/slide" Target="slides/slide769.xml"/><Relationship Id="rId1196" Type="http://schemas.openxmlformats.org/officeDocument/2006/relationships/slide" Target="slides/slide1192.xml"/><Relationship Id="rId2247" Type="http://schemas.openxmlformats.org/officeDocument/2006/relationships/slide" Target="slides/slide2243.xml"/><Relationship Id="rId2454" Type="http://schemas.openxmlformats.org/officeDocument/2006/relationships/slide" Target="slides/slide2450.xml"/><Relationship Id="rId3505" Type="http://schemas.openxmlformats.org/officeDocument/2006/relationships/slide" Target="slides/slide3501.xml"/><Relationship Id="rId219" Type="http://schemas.openxmlformats.org/officeDocument/2006/relationships/slide" Target="slides/slide215.xml"/><Relationship Id="rId426" Type="http://schemas.openxmlformats.org/officeDocument/2006/relationships/slide" Target="slides/slide422.xml"/><Relationship Id="rId633" Type="http://schemas.openxmlformats.org/officeDocument/2006/relationships/slide" Target="slides/slide629.xml"/><Relationship Id="rId980" Type="http://schemas.openxmlformats.org/officeDocument/2006/relationships/slide" Target="slides/slide976.xml"/><Relationship Id="rId1056" Type="http://schemas.openxmlformats.org/officeDocument/2006/relationships/slide" Target="slides/slide1052.xml"/><Relationship Id="rId1263" Type="http://schemas.openxmlformats.org/officeDocument/2006/relationships/slide" Target="slides/slide1259.xml"/><Relationship Id="rId2107" Type="http://schemas.openxmlformats.org/officeDocument/2006/relationships/slide" Target="slides/slide2103.xml"/><Relationship Id="rId2314" Type="http://schemas.openxmlformats.org/officeDocument/2006/relationships/slide" Target="slides/slide2310.xml"/><Relationship Id="rId2661" Type="http://schemas.openxmlformats.org/officeDocument/2006/relationships/slide" Target="slides/slide2657.xml"/><Relationship Id="rId3712" Type="http://schemas.openxmlformats.org/officeDocument/2006/relationships/slide" Target="slides/slide3708.xml"/><Relationship Id="rId840" Type="http://schemas.openxmlformats.org/officeDocument/2006/relationships/slide" Target="slides/slide836.xml"/><Relationship Id="rId1470" Type="http://schemas.openxmlformats.org/officeDocument/2006/relationships/slide" Target="slides/slide1466.xml"/><Relationship Id="rId2521" Type="http://schemas.openxmlformats.org/officeDocument/2006/relationships/slide" Target="slides/slide2517.xml"/><Relationship Id="rId4279" Type="http://schemas.openxmlformats.org/officeDocument/2006/relationships/slide" Target="slides/slide4275.xml"/><Relationship Id="rId700" Type="http://schemas.openxmlformats.org/officeDocument/2006/relationships/slide" Target="slides/slide696.xml"/><Relationship Id="rId1123" Type="http://schemas.openxmlformats.org/officeDocument/2006/relationships/slide" Target="slides/slide1119.xml"/><Relationship Id="rId1330" Type="http://schemas.openxmlformats.org/officeDocument/2006/relationships/slide" Target="slides/slide1326.xml"/><Relationship Id="rId3088" Type="http://schemas.openxmlformats.org/officeDocument/2006/relationships/slide" Target="slides/slide3084.xml"/><Relationship Id="rId3295" Type="http://schemas.openxmlformats.org/officeDocument/2006/relationships/slide" Target="slides/slide3291.xml"/><Relationship Id="rId4139" Type="http://schemas.openxmlformats.org/officeDocument/2006/relationships/slide" Target="slides/slide4135.xml"/><Relationship Id="rId4346" Type="http://schemas.openxmlformats.org/officeDocument/2006/relationships/slide" Target="slides/slide4342.xml"/><Relationship Id="rId3155" Type="http://schemas.openxmlformats.org/officeDocument/2006/relationships/slide" Target="slides/slide3151.xml"/><Relationship Id="rId3362" Type="http://schemas.openxmlformats.org/officeDocument/2006/relationships/slide" Target="slides/slide3358.xml"/><Relationship Id="rId4206" Type="http://schemas.openxmlformats.org/officeDocument/2006/relationships/slide" Target="slides/slide4202.xml"/><Relationship Id="rId283" Type="http://schemas.openxmlformats.org/officeDocument/2006/relationships/slide" Target="slides/slide279.xml"/><Relationship Id="rId490" Type="http://schemas.openxmlformats.org/officeDocument/2006/relationships/slide" Target="slides/slide486.xml"/><Relationship Id="rId2171" Type="http://schemas.openxmlformats.org/officeDocument/2006/relationships/slide" Target="slides/slide2167.xml"/><Relationship Id="rId3015" Type="http://schemas.openxmlformats.org/officeDocument/2006/relationships/slide" Target="slides/slide3011.xml"/><Relationship Id="rId3222" Type="http://schemas.openxmlformats.org/officeDocument/2006/relationships/slide" Target="slides/slide3218.xml"/><Relationship Id="rId143" Type="http://schemas.openxmlformats.org/officeDocument/2006/relationships/slide" Target="slides/slide139.xml"/><Relationship Id="rId350" Type="http://schemas.openxmlformats.org/officeDocument/2006/relationships/slide" Target="slides/slide346.xml"/><Relationship Id="rId2031" Type="http://schemas.openxmlformats.org/officeDocument/2006/relationships/slide" Target="slides/slide2027.xml"/><Relationship Id="rId9" Type="http://schemas.openxmlformats.org/officeDocument/2006/relationships/slide" Target="slides/slide5.xml"/><Relationship Id="rId210" Type="http://schemas.openxmlformats.org/officeDocument/2006/relationships/slide" Target="slides/slide206.xml"/><Relationship Id="rId2988" Type="http://schemas.openxmlformats.org/officeDocument/2006/relationships/slide" Target="slides/slide2984.xml"/><Relationship Id="rId1797" Type="http://schemas.openxmlformats.org/officeDocument/2006/relationships/slide" Target="slides/slide1793.xml"/><Relationship Id="rId2848" Type="http://schemas.openxmlformats.org/officeDocument/2006/relationships/slide" Target="slides/slide2844.xml"/><Relationship Id="rId89" Type="http://schemas.openxmlformats.org/officeDocument/2006/relationships/slide" Target="slides/slide85.xml"/><Relationship Id="rId1657" Type="http://schemas.openxmlformats.org/officeDocument/2006/relationships/slide" Target="slides/slide1653.xml"/><Relationship Id="rId1864" Type="http://schemas.openxmlformats.org/officeDocument/2006/relationships/slide" Target="slides/slide1860.xml"/><Relationship Id="rId2708" Type="http://schemas.openxmlformats.org/officeDocument/2006/relationships/slide" Target="slides/slide2704.xml"/><Relationship Id="rId2915" Type="http://schemas.openxmlformats.org/officeDocument/2006/relationships/slide" Target="slides/slide2911.xml"/><Relationship Id="rId4063" Type="http://schemas.openxmlformats.org/officeDocument/2006/relationships/slide" Target="slides/slide4059.xml"/><Relationship Id="rId4270" Type="http://schemas.openxmlformats.org/officeDocument/2006/relationships/slide" Target="slides/slide4266.xml"/><Relationship Id="rId1517" Type="http://schemas.openxmlformats.org/officeDocument/2006/relationships/slide" Target="slides/slide1513.xml"/><Relationship Id="rId1724" Type="http://schemas.openxmlformats.org/officeDocument/2006/relationships/slide" Target="slides/slide1720.xml"/><Relationship Id="rId4130" Type="http://schemas.openxmlformats.org/officeDocument/2006/relationships/slide" Target="slides/slide4126.xml"/><Relationship Id="rId16" Type="http://schemas.openxmlformats.org/officeDocument/2006/relationships/slide" Target="slides/slide12.xml"/><Relationship Id="rId1931" Type="http://schemas.openxmlformats.org/officeDocument/2006/relationships/slide" Target="slides/slide1927.xml"/><Relationship Id="rId3689" Type="http://schemas.openxmlformats.org/officeDocument/2006/relationships/slide" Target="slides/slide3685.xml"/><Relationship Id="rId3896" Type="http://schemas.openxmlformats.org/officeDocument/2006/relationships/slide" Target="slides/slide3892.xml"/><Relationship Id="rId2498" Type="http://schemas.openxmlformats.org/officeDocument/2006/relationships/slide" Target="slides/slide2494.xml"/><Relationship Id="rId3549" Type="http://schemas.openxmlformats.org/officeDocument/2006/relationships/slide" Target="slides/slide3545.xml"/><Relationship Id="rId677" Type="http://schemas.openxmlformats.org/officeDocument/2006/relationships/slide" Target="slides/slide673.xml"/><Relationship Id="rId2358" Type="http://schemas.openxmlformats.org/officeDocument/2006/relationships/slide" Target="slides/slide2354.xml"/><Relationship Id="rId3756" Type="http://schemas.openxmlformats.org/officeDocument/2006/relationships/slide" Target="slides/slide3752.xml"/><Relationship Id="rId3963" Type="http://schemas.openxmlformats.org/officeDocument/2006/relationships/slide" Target="slides/slide3959.xml"/><Relationship Id="rId884" Type="http://schemas.openxmlformats.org/officeDocument/2006/relationships/slide" Target="slides/slide880.xml"/><Relationship Id="rId2565" Type="http://schemas.openxmlformats.org/officeDocument/2006/relationships/slide" Target="slides/slide2561.xml"/><Relationship Id="rId2772" Type="http://schemas.openxmlformats.org/officeDocument/2006/relationships/slide" Target="slides/slide2768.xml"/><Relationship Id="rId3409" Type="http://schemas.openxmlformats.org/officeDocument/2006/relationships/slide" Target="slides/slide3405.xml"/><Relationship Id="rId3616" Type="http://schemas.openxmlformats.org/officeDocument/2006/relationships/slide" Target="slides/slide3612.xml"/><Relationship Id="rId3823" Type="http://schemas.openxmlformats.org/officeDocument/2006/relationships/slide" Target="slides/slide3819.xml"/><Relationship Id="rId537" Type="http://schemas.openxmlformats.org/officeDocument/2006/relationships/slide" Target="slides/slide533.xml"/><Relationship Id="rId744" Type="http://schemas.openxmlformats.org/officeDocument/2006/relationships/slide" Target="slides/slide740.xml"/><Relationship Id="rId951" Type="http://schemas.openxmlformats.org/officeDocument/2006/relationships/slide" Target="slides/slide947.xml"/><Relationship Id="rId1167" Type="http://schemas.openxmlformats.org/officeDocument/2006/relationships/slide" Target="slides/slide1163.xml"/><Relationship Id="rId1374" Type="http://schemas.openxmlformats.org/officeDocument/2006/relationships/slide" Target="slides/slide1370.xml"/><Relationship Id="rId1581" Type="http://schemas.openxmlformats.org/officeDocument/2006/relationships/slide" Target="slides/slide1577.xml"/><Relationship Id="rId2218" Type="http://schemas.openxmlformats.org/officeDocument/2006/relationships/slide" Target="slides/slide2214.xml"/><Relationship Id="rId2425" Type="http://schemas.openxmlformats.org/officeDocument/2006/relationships/slide" Target="slides/slide2421.xml"/><Relationship Id="rId2632" Type="http://schemas.openxmlformats.org/officeDocument/2006/relationships/slide" Target="slides/slide2628.xml"/><Relationship Id="rId80" Type="http://schemas.openxmlformats.org/officeDocument/2006/relationships/slide" Target="slides/slide76.xml"/><Relationship Id="rId604" Type="http://schemas.openxmlformats.org/officeDocument/2006/relationships/slide" Target="slides/slide600.xml"/><Relationship Id="rId811" Type="http://schemas.openxmlformats.org/officeDocument/2006/relationships/slide" Target="slides/slide807.xml"/><Relationship Id="rId1027" Type="http://schemas.openxmlformats.org/officeDocument/2006/relationships/slide" Target="slides/slide1023.xml"/><Relationship Id="rId1234" Type="http://schemas.openxmlformats.org/officeDocument/2006/relationships/slide" Target="slides/slide1230.xml"/><Relationship Id="rId1441" Type="http://schemas.openxmlformats.org/officeDocument/2006/relationships/slide" Target="slides/slide1437.xml"/><Relationship Id="rId1301" Type="http://schemas.openxmlformats.org/officeDocument/2006/relationships/slide" Target="slides/slide1297.xml"/><Relationship Id="rId3199" Type="http://schemas.openxmlformats.org/officeDocument/2006/relationships/slide" Target="slides/slide3195.xml"/><Relationship Id="rId3059" Type="http://schemas.openxmlformats.org/officeDocument/2006/relationships/slide" Target="slides/slide3055.xml"/><Relationship Id="rId3266" Type="http://schemas.openxmlformats.org/officeDocument/2006/relationships/slide" Target="slides/slide3262.xml"/><Relationship Id="rId3473" Type="http://schemas.openxmlformats.org/officeDocument/2006/relationships/slide" Target="slides/slide3469.xml"/><Relationship Id="rId4317" Type="http://schemas.openxmlformats.org/officeDocument/2006/relationships/slide" Target="slides/slide4313.xml"/><Relationship Id="rId187" Type="http://schemas.openxmlformats.org/officeDocument/2006/relationships/slide" Target="slides/slide183.xml"/><Relationship Id="rId394" Type="http://schemas.openxmlformats.org/officeDocument/2006/relationships/slide" Target="slides/slide390.xml"/><Relationship Id="rId2075" Type="http://schemas.openxmlformats.org/officeDocument/2006/relationships/slide" Target="slides/slide2071.xml"/><Relationship Id="rId2282" Type="http://schemas.openxmlformats.org/officeDocument/2006/relationships/slide" Target="slides/slide2278.xml"/><Relationship Id="rId3126" Type="http://schemas.openxmlformats.org/officeDocument/2006/relationships/slide" Target="slides/slide3122.xml"/><Relationship Id="rId3680" Type="http://schemas.openxmlformats.org/officeDocument/2006/relationships/slide" Target="slides/slide3676.xml"/><Relationship Id="rId254" Type="http://schemas.openxmlformats.org/officeDocument/2006/relationships/slide" Target="slides/slide250.xml"/><Relationship Id="rId1091" Type="http://schemas.openxmlformats.org/officeDocument/2006/relationships/slide" Target="slides/slide1087.xml"/><Relationship Id="rId3333" Type="http://schemas.openxmlformats.org/officeDocument/2006/relationships/slide" Target="slides/slide3329.xml"/><Relationship Id="rId3540" Type="http://schemas.openxmlformats.org/officeDocument/2006/relationships/slide" Target="slides/slide3536.xml"/><Relationship Id="rId114" Type="http://schemas.openxmlformats.org/officeDocument/2006/relationships/slide" Target="slides/slide110.xml"/><Relationship Id="rId461" Type="http://schemas.openxmlformats.org/officeDocument/2006/relationships/slide" Target="slides/slide457.xml"/><Relationship Id="rId2142" Type="http://schemas.openxmlformats.org/officeDocument/2006/relationships/slide" Target="slides/slide2138.xml"/><Relationship Id="rId3400" Type="http://schemas.openxmlformats.org/officeDocument/2006/relationships/slide" Target="slides/slide3396.xml"/><Relationship Id="rId321" Type="http://schemas.openxmlformats.org/officeDocument/2006/relationships/slide" Target="slides/slide317.xml"/><Relationship Id="rId2002" Type="http://schemas.openxmlformats.org/officeDocument/2006/relationships/slide" Target="slides/slide1998.xml"/><Relationship Id="rId2959" Type="http://schemas.openxmlformats.org/officeDocument/2006/relationships/slide" Target="slides/slide2955.xml"/><Relationship Id="rId1768" Type="http://schemas.openxmlformats.org/officeDocument/2006/relationships/slide" Target="slides/slide1764.xml"/><Relationship Id="rId2819" Type="http://schemas.openxmlformats.org/officeDocument/2006/relationships/slide" Target="slides/slide2815.xml"/><Relationship Id="rId4174" Type="http://schemas.openxmlformats.org/officeDocument/2006/relationships/slide" Target="slides/slide4170.xml"/><Relationship Id="rId4381" Type="http://schemas.openxmlformats.org/officeDocument/2006/relationships/notesMaster" Target="notesMasters/notesMaster1.xml"/><Relationship Id="rId1628" Type="http://schemas.openxmlformats.org/officeDocument/2006/relationships/slide" Target="slides/slide1624.xml"/><Relationship Id="rId1975" Type="http://schemas.openxmlformats.org/officeDocument/2006/relationships/slide" Target="slides/slide1971.xml"/><Relationship Id="rId3190" Type="http://schemas.openxmlformats.org/officeDocument/2006/relationships/slide" Target="slides/slide3186.xml"/><Relationship Id="rId4034" Type="http://schemas.openxmlformats.org/officeDocument/2006/relationships/slide" Target="slides/slide4030.xml"/><Relationship Id="rId4241" Type="http://schemas.openxmlformats.org/officeDocument/2006/relationships/slide" Target="slides/slide4237.xml"/><Relationship Id="rId1835" Type="http://schemas.openxmlformats.org/officeDocument/2006/relationships/slide" Target="slides/slide1831.xml"/><Relationship Id="rId3050" Type="http://schemas.openxmlformats.org/officeDocument/2006/relationships/slide" Target="slides/slide3046.xml"/><Relationship Id="rId4101" Type="http://schemas.openxmlformats.org/officeDocument/2006/relationships/slide" Target="slides/slide4097.xml"/><Relationship Id="rId1902" Type="http://schemas.openxmlformats.org/officeDocument/2006/relationships/slide" Target="slides/slide1898.xml"/><Relationship Id="rId3867" Type="http://schemas.openxmlformats.org/officeDocument/2006/relationships/slide" Target="slides/slide3863.xml"/><Relationship Id="rId788" Type="http://schemas.openxmlformats.org/officeDocument/2006/relationships/slide" Target="slides/slide784.xml"/><Relationship Id="rId995" Type="http://schemas.openxmlformats.org/officeDocument/2006/relationships/slide" Target="slides/slide991.xml"/><Relationship Id="rId2469" Type="http://schemas.openxmlformats.org/officeDocument/2006/relationships/slide" Target="slides/slide2465.xml"/><Relationship Id="rId2676" Type="http://schemas.openxmlformats.org/officeDocument/2006/relationships/slide" Target="slides/slide2672.xml"/><Relationship Id="rId2883" Type="http://schemas.openxmlformats.org/officeDocument/2006/relationships/slide" Target="slides/slide2879.xml"/><Relationship Id="rId3727" Type="http://schemas.openxmlformats.org/officeDocument/2006/relationships/slide" Target="slides/slide3723.xml"/><Relationship Id="rId3934" Type="http://schemas.openxmlformats.org/officeDocument/2006/relationships/slide" Target="slides/slide3930.xml"/><Relationship Id="rId648" Type="http://schemas.openxmlformats.org/officeDocument/2006/relationships/slide" Target="slides/slide644.xml"/><Relationship Id="rId855" Type="http://schemas.openxmlformats.org/officeDocument/2006/relationships/slide" Target="slides/slide851.xml"/><Relationship Id="rId1278" Type="http://schemas.openxmlformats.org/officeDocument/2006/relationships/slide" Target="slides/slide1274.xml"/><Relationship Id="rId1485" Type="http://schemas.openxmlformats.org/officeDocument/2006/relationships/slide" Target="slides/slide1481.xml"/><Relationship Id="rId1692" Type="http://schemas.openxmlformats.org/officeDocument/2006/relationships/slide" Target="slides/slide1688.xml"/><Relationship Id="rId2329" Type="http://schemas.openxmlformats.org/officeDocument/2006/relationships/slide" Target="slides/slide2325.xml"/><Relationship Id="rId2536" Type="http://schemas.openxmlformats.org/officeDocument/2006/relationships/slide" Target="slides/slide2532.xml"/><Relationship Id="rId2743" Type="http://schemas.openxmlformats.org/officeDocument/2006/relationships/slide" Target="slides/slide2739.xml"/><Relationship Id="rId508" Type="http://schemas.openxmlformats.org/officeDocument/2006/relationships/slide" Target="slides/slide504.xml"/><Relationship Id="rId715" Type="http://schemas.openxmlformats.org/officeDocument/2006/relationships/slide" Target="slides/slide711.xml"/><Relationship Id="rId922" Type="http://schemas.openxmlformats.org/officeDocument/2006/relationships/slide" Target="slides/slide918.xml"/><Relationship Id="rId1138" Type="http://schemas.openxmlformats.org/officeDocument/2006/relationships/slide" Target="slides/slide1134.xml"/><Relationship Id="rId1345" Type="http://schemas.openxmlformats.org/officeDocument/2006/relationships/slide" Target="slides/slide1341.xml"/><Relationship Id="rId1552" Type="http://schemas.openxmlformats.org/officeDocument/2006/relationships/slide" Target="slides/slide1548.xml"/><Relationship Id="rId2603" Type="http://schemas.openxmlformats.org/officeDocument/2006/relationships/slide" Target="slides/slide2599.xml"/><Relationship Id="rId2950" Type="http://schemas.openxmlformats.org/officeDocument/2006/relationships/slide" Target="slides/slide2946.xml"/><Relationship Id="rId1205" Type="http://schemas.openxmlformats.org/officeDocument/2006/relationships/slide" Target="slides/slide1201.xml"/><Relationship Id="rId2810" Type="http://schemas.openxmlformats.org/officeDocument/2006/relationships/slide" Target="slides/slide2806.xml"/><Relationship Id="rId51" Type="http://schemas.openxmlformats.org/officeDocument/2006/relationships/slide" Target="slides/slide47.xml"/><Relationship Id="rId1412" Type="http://schemas.openxmlformats.org/officeDocument/2006/relationships/slide" Target="slides/slide1408.xml"/><Relationship Id="rId3377" Type="http://schemas.openxmlformats.org/officeDocument/2006/relationships/slide" Target="slides/slide3373.xml"/><Relationship Id="rId298" Type="http://schemas.openxmlformats.org/officeDocument/2006/relationships/slide" Target="slides/slide294.xml"/><Relationship Id="rId3584" Type="http://schemas.openxmlformats.org/officeDocument/2006/relationships/slide" Target="slides/slide3580.xml"/><Relationship Id="rId3791" Type="http://schemas.openxmlformats.org/officeDocument/2006/relationships/slide" Target="slides/slide3787.xml"/><Relationship Id="rId158" Type="http://schemas.openxmlformats.org/officeDocument/2006/relationships/slide" Target="slides/slide154.xml"/><Relationship Id="rId2186" Type="http://schemas.openxmlformats.org/officeDocument/2006/relationships/slide" Target="slides/slide2182.xml"/><Relationship Id="rId2393" Type="http://schemas.openxmlformats.org/officeDocument/2006/relationships/slide" Target="slides/slide2389.xml"/><Relationship Id="rId3237" Type="http://schemas.openxmlformats.org/officeDocument/2006/relationships/slide" Target="slides/slide3233.xml"/><Relationship Id="rId3444" Type="http://schemas.openxmlformats.org/officeDocument/2006/relationships/slide" Target="slides/slide3440.xml"/><Relationship Id="rId3651" Type="http://schemas.openxmlformats.org/officeDocument/2006/relationships/slide" Target="slides/slide3647.xml"/><Relationship Id="rId365" Type="http://schemas.openxmlformats.org/officeDocument/2006/relationships/slide" Target="slides/slide361.xml"/><Relationship Id="rId572" Type="http://schemas.openxmlformats.org/officeDocument/2006/relationships/slide" Target="slides/slide568.xml"/><Relationship Id="rId2046" Type="http://schemas.openxmlformats.org/officeDocument/2006/relationships/slide" Target="slides/slide2042.xml"/><Relationship Id="rId2253" Type="http://schemas.openxmlformats.org/officeDocument/2006/relationships/slide" Target="slides/slide2249.xml"/><Relationship Id="rId2460" Type="http://schemas.openxmlformats.org/officeDocument/2006/relationships/slide" Target="slides/slide2456.xml"/><Relationship Id="rId3304" Type="http://schemas.openxmlformats.org/officeDocument/2006/relationships/slide" Target="slides/slide3300.xml"/><Relationship Id="rId3511" Type="http://schemas.openxmlformats.org/officeDocument/2006/relationships/slide" Target="slides/slide3507.xml"/><Relationship Id="rId225" Type="http://schemas.openxmlformats.org/officeDocument/2006/relationships/slide" Target="slides/slide221.xml"/><Relationship Id="rId432" Type="http://schemas.openxmlformats.org/officeDocument/2006/relationships/slide" Target="slides/slide428.xml"/><Relationship Id="rId1062" Type="http://schemas.openxmlformats.org/officeDocument/2006/relationships/slide" Target="slides/slide1058.xml"/><Relationship Id="rId2113" Type="http://schemas.openxmlformats.org/officeDocument/2006/relationships/slide" Target="slides/slide2109.xml"/><Relationship Id="rId2320" Type="http://schemas.openxmlformats.org/officeDocument/2006/relationships/slide" Target="slides/slide2316.xml"/><Relationship Id="rId4078" Type="http://schemas.openxmlformats.org/officeDocument/2006/relationships/slide" Target="slides/slide4074.xml"/><Relationship Id="rId4285" Type="http://schemas.openxmlformats.org/officeDocument/2006/relationships/slide" Target="slides/slide4281.xml"/><Relationship Id="rId1879" Type="http://schemas.openxmlformats.org/officeDocument/2006/relationships/slide" Target="slides/slide1875.xml"/><Relationship Id="rId3094" Type="http://schemas.openxmlformats.org/officeDocument/2006/relationships/slide" Target="slides/slide3090.xml"/><Relationship Id="rId4145" Type="http://schemas.openxmlformats.org/officeDocument/2006/relationships/slide" Target="slides/slide4141.xml"/><Relationship Id="rId1739" Type="http://schemas.openxmlformats.org/officeDocument/2006/relationships/slide" Target="slides/slide1735.xml"/><Relationship Id="rId1946" Type="http://schemas.openxmlformats.org/officeDocument/2006/relationships/slide" Target="slides/slide1942.xml"/><Relationship Id="rId4005" Type="http://schemas.openxmlformats.org/officeDocument/2006/relationships/slide" Target="slides/slide4001.xml"/><Relationship Id="rId4352" Type="http://schemas.openxmlformats.org/officeDocument/2006/relationships/slide" Target="slides/slide4348.xml"/><Relationship Id="rId1806" Type="http://schemas.openxmlformats.org/officeDocument/2006/relationships/slide" Target="slides/slide1802.xml"/><Relationship Id="rId3161" Type="http://schemas.openxmlformats.org/officeDocument/2006/relationships/slide" Target="slides/slide3157.xml"/><Relationship Id="rId4212" Type="http://schemas.openxmlformats.org/officeDocument/2006/relationships/slide" Target="slides/slide4208.xml"/><Relationship Id="rId3021" Type="http://schemas.openxmlformats.org/officeDocument/2006/relationships/slide" Target="slides/slide3017.xml"/><Relationship Id="rId3978" Type="http://schemas.openxmlformats.org/officeDocument/2006/relationships/slide" Target="slides/slide3974.xml"/><Relationship Id="rId899" Type="http://schemas.openxmlformats.org/officeDocument/2006/relationships/slide" Target="slides/slide895.xml"/><Relationship Id="rId2787" Type="http://schemas.openxmlformats.org/officeDocument/2006/relationships/slide" Target="slides/slide2783.xml"/><Relationship Id="rId3838" Type="http://schemas.openxmlformats.org/officeDocument/2006/relationships/slide" Target="slides/slide3834.xml"/><Relationship Id="rId759" Type="http://schemas.openxmlformats.org/officeDocument/2006/relationships/slide" Target="slides/slide755.xml"/><Relationship Id="rId966" Type="http://schemas.openxmlformats.org/officeDocument/2006/relationships/slide" Target="slides/slide962.xml"/><Relationship Id="rId1389" Type="http://schemas.openxmlformats.org/officeDocument/2006/relationships/slide" Target="slides/slide1385.xml"/><Relationship Id="rId1596" Type="http://schemas.openxmlformats.org/officeDocument/2006/relationships/slide" Target="slides/slide1592.xml"/><Relationship Id="rId2647" Type="http://schemas.openxmlformats.org/officeDocument/2006/relationships/slide" Target="slides/slide2643.xml"/><Relationship Id="rId2994" Type="http://schemas.openxmlformats.org/officeDocument/2006/relationships/slide" Target="slides/slide2990.xml"/><Relationship Id="rId619" Type="http://schemas.openxmlformats.org/officeDocument/2006/relationships/slide" Target="slides/slide615.xml"/><Relationship Id="rId1249" Type="http://schemas.openxmlformats.org/officeDocument/2006/relationships/slide" Target="slides/slide1245.xml"/><Relationship Id="rId2854" Type="http://schemas.openxmlformats.org/officeDocument/2006/relationships/slide" Target="slides/slide2850.xml"/><Relationship Id="rId3905" Type="http://schemas.openxmlformats.org/officeDocument/2006/relationships/slide" Target="slides/slide3901.xml"/><Relationship Id="rId95" Type="http://schemas.openxmlformats.org/officeDocument/2006/relationships/slide" Target="slides/slide91.xml"/><Relationship Id="rId826" Type="http://schemas.openxmlformats.org/officeDocument/2006/relationships/slide" Target="slides/slide822.xml"/><Relationship Id="rId1109" Type="http://schemas.openxmlformats.org/officeDocument/2006/relationships/slide" Target="slides/slide1105.xml"/><Relationship Id="rId1456" Type="http://schemas.openxmlformats.org/officeDocument/2006/relationships/slide" Target="slides/slide1452.xml"/><Relationship Id="rId1663" Type="http://schemas.openxmlformats.org/officeDocument/2006/relationships/slide" Target="slides/slide1659.xml"/><Relationship Id="rId1870" Type="http://schemas.openxmlformats.org/officeDocument/2006/relationships/slide" Target="slides/slide1866.xml"/><Relationship Id="rId2507" Type="http://schemas.openxmlformats.org/officeDocument/2006/relationships/slide" Target="slides/slide2503.xml"/><Relationship Id="rId2714" Type="http://schemas.openxmlformats.org/officeDocument/2006/relationships/slide" Target="slides/slide2710.xml"/><Relationship Id="rId2921" Type="http://schemas.openxmlformats.org/officeDocument/2006/relationships/slide" Target="slides/slide2917.xml"/><Relationship Id="rId1316" Type="http://schemas.openxmlformats.org/officeDocument/2006/relationships/slide" Target="slides/slide1312.xml"/><Relationship Id="rId1523" Type="http://schemas.openxmlformats.org/officeDocument/2006/relationships/slide" Target="slides/slide1519.xml"/><Relationship Id="rId1730" Type="http://schemas.openxmlformats.org/officeDocument/2006/relationships/slide" Target="slides/slide1726.xml"/><Relationship Id="rId22" Type="http://schemas.openxmlformats.org/officeDocument/2006/relationships/slide" Target="slides/slide18.xml"/><Relationship Id="rId3488" Type="http://schemas.openxmlformats.org/officeDocument/2006/relationships/slide" Target="slides/slide3484.xml"/><Relationship Id="rId3695" Type="http://schemas.openxmlformats.org/officeDocument/2006/relationships/slide" Target="slides/slide3691.xml"/><Relationship Id="rId2297" Type="http://schemas.openxmlformats.org/officeDocument/2006/relationships/slide" Target="slides/slide2293.xml"/><Relationship Id="rId3348" Type="http://schemas.openxmlformats.org/officeDocument/2006/relationships/slide" Target="slides/slide3344.xml"/><Relationship Id="rId3555" Type="http://schemas.openxmlformats.org/officeDocument/2006/relationships/slide" Target="slides/slide3551.xml"/><Relationship Id="rId3762" Type="http://schemas.openxmlformats.org/officeDocument/2006/relationships/slide" Target="slides/slide3758.xml"/><Relationship Id="rId269" Type="http://schemas.openxmlformats.org/officeDocument/2006/relationships/slide" Target="slides/slide265.xml"/><Relationship Id="rId476" Type="http://schemas.openxmlformats.org/officeDocument/2006/relationships/slide" Target="slides/slide472.xml"/><Relationship Id="rId683" Type="http://schemas.openxmlformats.org/officeDocument/2006/relationships/slide" Target="slides/slide679.xml"/><Relationship Id="rId890" Type="http://schemas.openxmlformats.org/officeDocument/2006/relationships/slide" Target="slides/slide886.xml"/><Relationship Id="rId2157" Type="http://schemas.openxmlformats.org/officeDocument/2006/relationships/slide" Target="slides/slide2153.xml"/><Relationship Id="rId2364" Type="http://schemas.openxmlformats.org/officeDocument/2006/relationships/slide" Target="slides/slide2360.xml"/><Relationship Id="rId2571" Type="http://schemas.openxmlformats.org/officeDocument/2006/relationships/slide" Target="slides/slide2567.xml"/><Relationship Id="rId3208" Type="http://schemas.openxmlformats.org/officeDocument/2006/relationships/slide" Target="slides/slide3204.xml"/><Relationship Id="rId3415" Type="http://schemas.openxmlformats.org/officeDocument/2006/relationships/slide" Target="slides/slide3411.xml"/><Relationship Id="rId129" Type="http://schemas.openxmlformats.org/officeDocument/2006/relationships/slide" Target="slides/slide125.xml"/><Relationship Id="rId336" Type="http://schemas.openxmlformats.org/officeDocument/2006/relationships/slide" Target="slides/slide332.xml"/><Relationship Id="rId543" Type="http://schemas.openxmlformats.org/officeDocument/2006/relationships/slide" Target="slides/slide539.xml"/><Relationship Id="rId1173" Type="http://schemas.openxmlformats.org/officeDocument/2006/relationships/slide" Target="slides/slide1169.xml"/><Relationship Id="rId1380" Type="http://schemas.openxmlformats.org/officeDocument/2006/relationships/slide" Target="slides/slide1376.xml"/><Relationship Id="rId2017" Type="http://schemas.openxmlformats.org/officeDocument/2006/relationships/slide" Target="slides/slide2013.xml"/><Relationship Id="rId2224" Type="http://schemas.openxmlformats.org/officeDocument/2006/relationships/slide" Target="slides/slide2220.xml"/><Relationship Id="rId3622" Type="http://schemas.openxmlformats.org/officeDocument/2006/relationships/slide" Target="slides/slide3618.xml"/><Relationship Id="rId403" Type="http://schemas.openxmlformats.org/officeDocument/2006/relationships/slide" Target="slides/slide399.xml"/><Relationship Id="rId750" Type="http://schemas.openxmlformats.org/officeDocument/2006/relationships/slide" Target="slides/slide746.xml"/><Relationship Id="rId1033" Type="http://schemas.openxmlformats.org/officeDocument/2006/relationships/slide" Target="slides/slide1029.xml"/><Relationship Id="rId2431" Type="http://schemas.openxmlformats.org/officeDocument/2006/relationships/slide" Target="slides/slide2427.xml"/><Relationship Id="rId4189" Type="http://schemas.openxmlformats.org/officeDocument/2006/relationships/slide" Target="slides/slide4185.xml"/><Relationship Id="rId610" Type="http://schemas.openxmlformats.org/officeDocument/2006/relationships/slide" Target="slides/slide606.xml"/><Relationship Id="rId1240" Type="http://schemas.openxmlformats.org/officeDocument/2006/relationships/slide" Target="slides/slide1236.xml"/><Relationship Id="rId4049" Type="http://schemas.openxmlformats.org/officeDocument/2006/relationships/slide" Target="slides/slide4045.xml"/><Relationship Id="rId1100" Type="http://schemas.openxmlformats.org/officeDocument/2006/relationships/slide" Target="slides/slide1096.xml"/><Relationship Id="rId4256" Type="http://schemas.openxmlformats.org/officeDocument/2006/relationships/slide" Target="slides/slide4252.xml"/><Relationship Id="rId1917" Type="http://schemas.openxmlformats.org/officeDocument/2006/relationships/slide" Target="slides/slide1913.xml"/><Relationship Id="rId3065" Type="http://schemas.openxmlformats.org/officeDocument/2006/relationships/slide" Target="slides/slide3061.xml"/><Relationship Id="rId3272" Type="http://schemas.openxmlformats.org/officeDocument/2006/relationships/slide" Target="slides/slide3268.xml"/><Relationship Id="rId4116" Type="http://schemas.openxmlformats.org/officeDocument/2006/relationships/slide" Target="slides/slide4112.xml"/><Relationship Id="rId4323" Type="http://schemas.openxmlformats.org/officeDocument/2006/relationships/slide" Target="slides/slide4319.xml"/><Relationship Id="rId193" Type="http://schemas.openxmlformats.org/officeDocument/2006/relationships/slide" Target="slides/slide189.xml"/><Relationship Id="rId2081" Type="http://schemas.openxmlformats.org/officeDocument/2006/relationships/slide" Target="slides/slide2077.xml"/><Relationship Id="rId3132" Type="http://schemas.openxmlformats.org/officeDocument/2006/relationships/slide" Target="slides/slide3128.xml"/><Relationship Id="rId260" Type="http://schemas.openxmlformats.org/officeDocument/2006/relationships/slide" Target="slides/slide256.xml"/><Relationship Id="rId120" Type="http://schemas.openxmlformats.org/officeDocument/2006/relationships/slide" Target="slides/slide116.xml"/><Relationship Id="rId2898" Type="http://schemas.openxmlformats.org/officeDocument/2006/relationships/slide" Target="slides/slide2894.xml"/><Relationship Id="rId3949" Type="http://schemas.openxmlformats.org/officeDocument/2006/relationships/slide" Target="slides/slide3945.xml"/><Relationship Id="rId2758" Type="http://schemas.openxmlformats.org/officeDocument/2006/relationships/slide" Target="slides/slide2754.xml"/><Relationship Id="rId2965" Type="http://schemas.openxmlformats.org/officeDocument/2006/relationships/slide" Target="slides/slide2961.xml"/><Relationship Id="rId3809" Type="http://schemas.openxmlformats.org/officeDocument/2006/relationships/slide" Target="slides/slide3805.xml"/><Relationship Id="rId937" Type="http://schemas.openxmlformats.org/officeDocument/2006/relationships/slide" Target="slides/slide933.xml"/><Relationship Id="rId1567" Type="http://schemas.openxmlformats.org/officeDocument/2006/relationships/slide" Target="slides/slide1563.xml"/><Relationship Id="rId1774" Type="http://schemas.openxmlformats.org/officeDocument/2006/relationships/slide" Target="slides/slide1770.xml"/><Relationship Id="rId1981" Type="http://schemas.openxmlformats.org/officeDocument/2006/relationships/slide" Target="slides/slide1977.xml"/><Relationship Id="rId2618" Type="http://schemas.openxmlformats.org/officeDocument/2006/relationships/slide" Target="slides/slide2614.xml"/><Relationship Id="rId2825" Type="http://schemas.openxmlformats.org/officeDocument/2006/relationships/slide" Target="slides/slide2821.xml"/><Relationship Id="rId4180" Type="http://schemas.openxmlformats.org/officeDocument/2006/relationships/slide" Target="slides/slide4176.xml"/><Relationship Id="rId66" Type="http://schemas.openxmlformats.org/officeDocument/2006/relationships/slide" Target="slides/slide62.xml"/><Relationship Id="rId1427" Type="http://schemas.openxmlformats.org/officeDocument/2006/relationships/slide" Target="slides/slide1423.xml"/><Relationship Id="rId1634" Type="http://schemas.openxmlformats.org/officeDocument/2006/relationships/slide" Target="slides/slide1630.xml"/><Relationship Id="rId1841" Type="http://schemas.openxmlformats.org/officeDocument/2006/relationships/slide" Target="slides/slide1837.xml"/><Relationship Id="rId4040" Type="http://schemas.openxmlformats.org/officeDocument/2006/relationships/slide" Target="slides/slide4036.xml"/><Relationship Id="rId3599" Type="http://schemas.openxmlformats.org/officeDocument/2006/relationships/slide" Target="slides/slide3595.xml"/><Relationship Id="rId1701" Type="http://schemas.openxmlformats.org/officeDocument/2006/relationships/slide" Target="slides/slide1697.xml"/><Relationship Id="rId3459" Type="http://schemas.openxmlformats.org/officeDocument/2006/relationships/slide" Target="slides/slide3455.xml"/><Relationship Id="rId3666" Type="http://schemas.openxmlformats.org/officeDocument/2006/relationships/slide" Target="slides/slide3662.xml"/><Relationship Id="rId587" Type="http://schemas.openxmlformats.org/officeDocument/2006/relationships/slide" Target="slides/slide583.xml"/><Relationship Id="rId2268" Type="http://schemas.openxmlformats.org/officeDocument/2006/relationships/slide" Target="slides/slide2264.xml"/><Relationship Id="rId3319" Type="http://schemas.openxmlformats.org/officeDocument/2006/relationships/slide" Target="slides/slide3315.xml"/><Relationship Id="rId3873" Type="http://schemas.openxmlformats.org/officeDocument/2006/relationships/slide" Target="slides/slide3869.xml"/><Relationship Id="rId447" Type="http://schemas.openxmlformats.org/officeDocument/2006/relationships/slide" Target="slides/slide443.xml"/><Relationship Id="rId794" Type="http://schemas.openxmlformats.org/officeDocument/2006/relationships/slide" Target="slides/slide790.xml"/><Relationship Id="rId1077" Type="http://schemas.openxmlformats.org/officeDocument/2006/relationships/slide" Target="slides/slide1073.xml"/><Relationship Id="rId2128" Type="http://schemas.openxmlformats.org/officeDocument/2006/relationships/slide" Target="slides/slide2124.xml"/><Relationship Id="rId2475" Type="http://schemas.openxmlformats.org/officeDocument/2006/relationships/slide" Target="slides/slide2471.xml"/><Relationship Id="rId2682" Type="http://schemas.openxmlformats.org/officeDocument/2006/relationships/slide" Target="slides/slide2678.xml"/><Relationship Id="rId3526" Type="http://schemas.openxmlformats.org/officeDocument/2006/relationships/slide" Target="slides/slide3522.xml"/><Relationship Id="rId3733" Type="http://schemas.openxmlformats.org/officeDocument/2006/relationships/slide" Target="slides/slide3729.xml"/><Relationship Id="rId3940" Type="http://schemas.openxmlformats.org/officeDocument/2006/relationships/slide" Target="slides/slide3936.xml"/><Relationship Id="rId654" Type="http://schemas.openxmlformats.org/officeDocument/2006/relationships/slide" Target="slides/slide650.xml"/><Relationship Id="rId861" Type="http://schemas.openxmlformats.org/officeDocument/2006/relationships/slide" Target="slides/slide857.xml"/><Relationship Id="rId1284" Type="http://schemas.openxmlformats.org/officeDocument/2006/relationships/slide" Target="slides/slide1280.xml"/><Relationship Id="rId1491" Type="http://schemas.openxmlformats.org/officeDocument/2006/relationships/slide" Target="slides/slide1487.xml"/><Relationship Id="rId2335" Type="http://schemas.openxmlformats.org/officeDocument/2006/relationships/slide" Target="slides/slide2331.xml"/><Relationship Id="rId2542" Type="http://schemas.openxmlformats.org/officeDocument/2006/relationships/slide" Target="slides/slide2538.xml"/><Relationship Id="rId3800" Type="http://schemas.openxmlformats.org/officeDocument/2006/relationships/slide" Target="slides/slide3796.xml"/><Relationship Id="rId307" Type="http://schemas.openxmlformats.org/officeDocument/2006/relationships/slide" Target="slides/slide303.xml"/><Relationship Id="rId514" Type="http://schemas.openxmlformats.org/officeDocument/2006/relationships/slide" Target="slides/slide510.xml"/><Relationship Id="rId721" Type="http://schemas.openxmlformats.org/officeDocument/2006/relationships/slide" Target="slides/slide717.xml"/><Relationship Id="rId1144" Type="http://schemas.openxmlformats.org/officeDocument/2006/relationships/slide" Target="slides/slide1140.xml"/><Relationship Id="rId1351" Type="http://schemas.openxmlformats.org/officeDocument/2006/relationships/slide" Target="slides/slide1347.xml"/><Relationship Id="rId2402" Type="http://schemas.openxmlformats.org/officeDocument/2006/relationships/slide" Target="slides/slide2398.xml"/><Relationship Id="rId1004" Type="http://schemas.openxmlformats.org/officeDocument/2006/relationships/slide" Target="slides/slide1000.xml"/><Relationship Id="rId1211" Type="http://schemas.openxmlformats.org/officeDocument/2006/relationships/slide" Target="slides/slide1207.xml"/><Relationship Id="rId4367" Type="http://schemas.openxmlformats.org/officeDocument/2006/relationships/slide" Target="slides/slide4363.xml"/><Relationship Id="rId3176" Type="http://schemas.openxmlformats.org/officeDocument/2006/relationships/slide" Target="slides/slide3172.xml"/><Relationship Id="rId3383" Type="http://schemas.openxmlformats.org/officeDocument/2006/relationships/slide" Target="slides/slide3379.xml"/><Relationship Id="rId3590" Type="http://schemas.openxmlformats.org/officeDocument/2006/relationships/slide" Target="slides/slide3586.xml"/><Relationship Id="rId4227" Type="http://schemas.openxmlformats.org/officeDocument/2006/relationships/slide" Target="slides/slide4223.xml"/><Relationship Id="rId2192" Type="http://schemas.openxmlformats.org/officeDocument/2006/relationships/slide" Target="slides/slide2188.xml"/><Relationship Id="rId3036" Type="http://schemas.openxmlformats.org/officeDocument/2006/relationships/slide" Target="slides/slide3032.xml"/><Relationship Id="rId3243" Type="http://schemas.openxmlformats.org/officeDocument/2006/relationships/slide" Target="slides/slide3239.xml"/><Relationship Id="rId164" Type="http://schemas.openxmlformats.org/officeDocument/2006/relationships/slide" Target="slides/slide160.xml"/><Relationship Id="rId371" Type="http://schemas.openxmlformats.org/officeDocument/2006/relationships/slide" Target="slides/slide367.xml"/><Relationship Id="rId2052" Type="http://schemas.openxmlformats.org/officeDocument/2006/relationships/slide" Target="slides/slide2048.xml"/><Relationship Id="rId3450" Type="http://schemas.openxmlformats.org/officeDocument/2006/relationships/slide" Target="slides/slide3446.xml"/><Relationship Id="rId3103" Type="http://schemas.openxmlformats.org/officeDocument/2006/relationships/slide" Target="slides/slide3099.xml"/><Relationship Id="rId3310" Type="http://schemas.openxmlformats.org/officeDocument/2006/relationships/slide" Target="slides/slide3306.xml"/><Relationship Id="rId231" Type="http://schemas.openxmlformats.org/officeDocument/2006/relationships/slide" Target="slides/slide227.xml"/><Relationship Id="rId2869" Type="http://schemas.openxmlformats.org/officeDocument/2006/relationships/slide" Target="slides/slide2865.xml"/><Relationship Id="rId1678" Type="http://schemas.openxmlformats.org/officeDocument/2006/relationships/slide" Target="slides/slide1674.xml"/><Relationship Id="rId1885" Type="http://schemas.openxmlformats.org/officeDocument/2006/relationships/slide" Target="slides/slide1881.xml"/><Relationship Id="rId2729" Type="http://schemas.openxmlformats.org/officeDocument/2006/relationships/slide" Target="slides/slide2725.xml"/><Relationship Id="rId2936" Type="http://schemas.openxmlformats.org/officeDocument/2006/relationships/slide" Target="slides/slide2932.xml"/><Relationship Id="rId4084" Type="http://schemas.openxmlformats.org/officeDocument/2006/relationships/slide" Target="slides/slide4080.xml"/><Relationship Id="rId4291" Type="http://schemas.openxmlformats.org/officeDocument/2006/relationships/slide" Target="slides/slide4287.xml"/><Relationship Id="rId908" Type="http://schemas.openxmlformats.org/officeDocument/2006/relationships/slide" Target="slides/slide904.xml"/><Relationship Id="rId1538" Type="http://schemas.openxmlformats.org/officeDocument/2006/relationships/slide" Target="slides/slide1534.xml"/><Relationship Id="rId4151" Type="http://schemas.openxmlformats.org/officeDocument/2006/relationships/slide" Target="slides/slide4147.xml"/><Relationship Id="rId1745" Type="http://schemas.openxmlformats.org/officeDocument/2006/relationships/slide" Target="slides/slide1741.xml"/><Relationship Id="rId1952" Type="http://schemas.openxmlformats.org/officeDocument/2006/relationships/slide" Target="slides/slide1948.xml"/><Relationship Id="rId4011" Type="http://schemas.openxmlformats.org/officeDocument/2006/relationships/slide" Target="slides/slide4007.xml"/><Relationship Id="rId37" Type="http://schemas.openxmlformats.org/officeDocument/2006/relationships/slide" Target="slides/slide33.xml"/><Relationship Id="rId1605" Type="http://schemas.openxmlformats.org/officeDocument/2006/relationships/slide" Target="slides/slide1601.xml"/><Relationship Id="rId1812" Type="http://schemas.openxmlformats.org/officeDocument/2006/relationships/slide" Target="slides/slide1808.xml"/><Relationship Id="rId3777" Type="http://schemas.openxmlformats.org/officeDocument/2006/relationships/slide" Target="slides/slide3773.xml"/><Relationship Id="rId3984" Type="http://schemas.openxmlformats.org/officeDocument/2006/relationships/slide" Target="slides/slide3980.xml"/><Relationship Id="rId698" Type="http://schemas.openxmlformats.org/officeDocument/2006/relationships/slide" Target="slides/slide694.xml"/><Relationship Id="rId2379" Type="http://schemas.openxmlformats.org/officeDocument/2006/relationships/slide" Target="slides/slide2375.xml"/><Relationship Id="rId2586" Type="http://schemas.openxmlformats.org/officeDocument/2006/relationships/slide" Target="slides/slide2582.xml"/><Relationship Id="rId2793" Type="http://schemas.openxmlformats.org/officeDocument/2006/relationships/slide" Target="slides/slide2789.xml"/><Relationship Id="rId3637" Type="http://schemas.openxmlformats.org/officeDocument/2006/relationships/slide" Target="slides/slide3633.xml"/><Relationship Id="rId3844" Type="http://schemas.openxmlformats.org/officeDocument/2006/relationships/slide" Target="slides/slide3840.xml"/><Relationship Id="rId558" Type="http://schemas.openxmlformats.org/officeDocument/2006/relationships/slide" Target="slides/slide554.xml"/><Relationship Id="rId765" Type="http://schemas.openxmlformats.org/officeDocument/2006/relationships/slide" Target="slides/slide761.xml"/><Relationship Id="rId972" Type="http://schemas.openxmlformats.org/officeDocument/2006/relationships/slide" Target="slides/slide968.xml"/><Relationship Id="rId1188" Type="http://schemas.openxmlformats.org/officeDocument/2006/relationships/slide" Target="slides/slide1184.xml"/><Relationship Id="rId1395" Type="http://schemas.openxmlformats.org/officeDocument/2006/relationships/slide" Target="slides/slide1391.xml"/><Relationship Id="rId2239" Type="http://schemas.openxmlformats.org/officeDocument/2006/relationships/slide" Target="slides/slide2235.xml"/><Relationship Id="rId2446" Type="http://schemas.openxmlformats.org/officeDocument/2006/relationships/slide" Target="slides/slide2442.xml"/><Relationship Id="rId2653" Type="http://schemas.openxmlformats.org/officeDocument/2006/relationships/slide" Target="slides/slide2649.xml"/><Relationship Id="rId2860" Type="http://schemas.openxmlformats.org/officeDocument/2006/relationships/slide" Target="slides/slide2856.xml"/><Relationship Id="rId3704" Type="http://schemas.openxmlformats.org/officeDocument/2006/relationships/slide" Target="slides/slide3700.xml"/><Relationship Id="rId418" Type="http://schemas.openxmlformats.org/officeDocument/2006/relationships/slide" Target="slides/slide414.xml"/><Relationship Id="rId625" Type="http://schemas.openxmlformats.org/officeDocument/2006/relationships/slide" Target="slides/slide621.xml"/><Relationship Id="rId832" Type="http://schemas.openxmlformats.org/officeDocument/2006/relationships/slide" Target="slides/slide828.xml"/><Relationship Id="rId1048" Type="http://schemas.openxmlformats.org/officeDocument/2006/relationships/slide" Target="slides/slide1044.xml"/><Relationship Id="rId1255" Type="http://schemas.openxmlformats.org/officeDocument/2006/relationships/slide" Target="slides/slide1251.xml"/><Relationship Id="rId1462" Type="http://schemas.openxmlformats.org/officeDocument/2006/relationships/slide" Target="slides/slide1458.xml"/><Relationship Id="rId2306" Type="http://schemas.openxmlformats.org/officeDocument/2006/relationships/slide" Target="slides/slide2302.xml"/><Relationship Id="rId2513" Type="http://schemas.openxmlformats.org/officeDocument/2006/relationships/slide" Target="slides/slide2509.xml"/><Relationship Id="rId3911" Type="http://schemas.openxmlformats.org/officeDocument/2006/relationships/slide" Target="slides/slide3907.xml"/><Relationship Id="rId1115" Type="http://schemas.openxmlformats.org/officeDocument/2006/relationships/slide" Target="slides/slide1111.xml"/><Relationship Id="rId1322" Type="http://schemas.openxmlformats.org/officeDocument/2006/relationships/slide" Target="slides/slide1318.xml"/><Relationship Id="rId2720" Type="http://schemas.openxmlformats.org/officeDocument/2006/relationships/slide" Target="slides/slide2716.xml"/><Relationship Id="rId3287" Type="http://schemas.openxmlformats.org/officeDocument/2006/relationships/slide" Target="slides/slide3283.xml"/><Relationship Id="rId4338" Type="http://schemas.openxmlformats.org/officeDocument/2006/relationships/slide" Target="slides/slide4334.xml"/><Relationship Id="rId2096" Type="http://schemas.openxmlformats.org/officeDocument/2006/relationships/slide" Target="slides/slide2092.xml"/><Relationship Id="rId3494" Type="http://schemas.openxmlformats.org/officeDocument/2006/relationships/slide" Target="slides/slide3490.xml"/><Relationship Id="rId3147" Type="http://schemas.openxmlformats.org/officeDocument/2006/relationships/slide" Target="slides/slide3143.xml"/><Relationship Id="rId3354" Type="http://schemas.openxmlformats.org/officeDocument/2006/relationships/slide" Target="slides/slide3350.xml"/><Relationship Id="rId3561" Type="http://schemas.openxmlformats.org/officeDocument/2006/relationships/slide" Target="slides/slide3557.xml"/><Relationship Id="rId275" Type="http://schemas.openxmlformats.org/officeDocument/2006/relationships/slide" Target="slides/slide271.xml"/><Relationship Id="rId482" Type="http://schemas.openxmlformats.org/officeDocument/2006/relationships/slide" Target="slides/slide478.xml"/><Relationship Id="rId2163" Type="http://schemas.openxmlformats.org/officeDocument/2006/relationships/slide" Target="slides/slide2159.xml"/><Relationship Id="rId2370" Type="http://schemas.openxmlformats.org/officeDocument/2006/relationships/slide" Target="slides/slide2366.xml"/><Relationship Id="rId3007" Type="http://schemas.openxmlformats.org/officeDocument/2006/relationships/slide" Target="slides/slide3003.xml"/><Relationship Id="rId3214" Type="http://schemas.openxmlformats.org/officeDocument/2006/relationships/slide" Target="slides/slide3210.xml"/><Relationship Id="rId3421" Type="http://schemas.openxmlformats.org/officeDocument/2006/relationships/slide" Target="slides/slide3417.xml"/><Relationship Id="rId135" Type="http://schemas.openxmlformats.org/officeDocument/2006/relationships/slide" Target="slides/slide131.xml"/><Relationship Id="rId342" Type="http://schemas.openxmlformats.org/officeDocument/2006/relationships/slide" Target="slides/slide338.xml"/><Relationship Id="rId2023" Type="http://schemas.openxmlformats.org/officeDocument/2006/relationships/slide" Target="slides/slide2019.xml"/><Relationship Id="rId2230" Type="http://schemas.openxmlformats.org/officeDocument/2006/relationships/slide" Target="slides/slide2226.xml"/><Relationship Id="rId202" Type="http://schemas.openxmlformats.org/officeDocument/2006/relationships/slide" Target="slides/slide198.xml"/><Relationship Id="rId4195" Type="http://schemas.openxmlformats.org/officeDocument/2006/relationships/slide" Target="slides/slide4191.xml"/><Relationship Id="rId1789" Type="http://schemas.openxmlformats.org/officeDocument/2006/relationships/slide" Target="slides/slide1785.xml"/><Relationship Id="rId1996" Type="http://schemas.openxmlformats.org/officeDocument/2006/relationships/slide" Target="slides/slide1992.xml"/><Relationship Id="rId4055" Type="http://schemas.openxmlformats.org/officeDocument/2006/relationships/slide" Target="slides/slide4051.xml"/><Relationship Id="rId4262" Type="http://schemas.openxmlformats.org/officeDocument/2006/relationships/slide" Target="slides/slide4258.xml"/><Relationship Id="rId1649" Type="http://schemas.openxmlformats.org/officeDocument/2006/relationships/slide" Target="slides/slide1645.xml"/><Relationship Id="rId1856" Type="http://schemas.openxmlformats.org/officeDocument/2006/relationships/slide" Target="slides/slide1852.xml"/><Relationship Id="rId2907" Type="http://schemas.openxmlformats.org/officeDocument/2006/relationships/slide" Target="slides/slide2903.xml"/><Relationship Id="rId3071" Type="http://schemas.openxmlformats.org/officeDocument/2006/relationships/slide" Target="slides/slide3067.xml"/><Relationship Id="rId1509" Type="http://schemas.openxmlformats.org/officeDocument/2006/relationships/slide" Target="slides/slide1505.xml"/><Relationship Id="rId1716" Type="http://schemas.openxmlformats.org/officeDocument/2006/relationships/slide" Target="slides/slide1712.xml"/><Relationship Id="rId1923" Type="http://schemas.openxmlformats.org/officeDocument/2006/relationships/slide" Target="slides/slide1919.xml"/><Relationship Id="rId4122" Type="http://schemas.openxmlformats.org/officeDocument/2006/relationships/slide" Target="slides/slide4118.xml"/><Relationship Id="rId3888" Type="http://schemas.openxmlformats.org/officeDocument/2006/relationships/slide" Target="slides/slide3884.xml"/><Relationship Id="rId2697" Type="http://schemas.openxmlformats.org/officeDocument/2006/relationships/slide" Target="slides/slide2693.xml"/><Relationship Id="rId3748" Type="http://schemas.openxmlformats.org/officeDocument/2006/relationships/slide" Target="slides/slide3744.xml"/><Relationship Id="rId669" Type="http://schemas.openxmlformats.org/officeDocument/2006/relationships/slide" Target="slides/slide665.xml"/><Relationship Id="rId876" Type="http://schemas.openxmlformats.org/officeDocument/2006/relationships/slide" Target="slides/slide872.xml"/><Relationship Id="rId1299" Type="http://schemas.openxmlformats.org/officeDocument/2006/relationships/slide" Target="slides/slide1295.xml"/><Relationship Id="rId2557" Type="http://schemas.openxmlformats.org/officeDocument/2006/relationships/slide" Target="slides/slide2553.xml"/><Relationship Id="rId3608" Type="http://schemas.openxmlformats.org/officeDocument/2006/relationships/slide" Target="slides/slide3604.xml"/><Relationship Id="rId3955" Type="http://schemas.openxmlformats.org/officeDocument/2006/relationships/slide" Target="slides/slide3951.xml"/><Relationship Id="rId529" Type="http://schemas.openxmlformats.org/officeDocument/2006/relationships/slide" Target="slides/slide525.xml"/><Relationship Id="rId736" Type="http://schemas.openxmlformats.org/officeDocument/2006/relationships/slide" Target="slides/slide732.xml"/><Relationship Id="rId1159" Type="http://schemas.openxmlformats.org/officeDocument/2006/relationships/slide" Target="slides/slide1155.xml"/><Relationship Id="rId1366" Type="http://schemas.openxmlformats.org/officeDocument/2006/relationships/slide" Target="slides/slide1362.xml"/><Relationship Id="rId2417" Type="http://schemas.openxmlformats.org/officeDocument/2006/relationships/slide" Target="slides/slide2413.xml"/><Relationship Id="rId2764" Type="http://schemas.openxmlformats.org/officeDocument/2006/relationships/slide" Target="slides/slide2760.xml"/><Relationship Id="rId2971" Type="http://schemas.openxmlformats.org/officeDocument/2006/relationships/slide" Target="slides/slide2967.xml"/><Relationship Id="rId3815" Type="http://schemas.openxmlformats.org/officeDocument/2006/relationships/slide" Target="slides/slide3811.xml"/><Relationship Id="rId943" Type="http://schemas.openxmlformats.org/officeDocument/2006/relationships/slide" Target="slides/slide939.xml"/><Relationship Id="rId1019" Type="http://schemas.openxmlformats.org/officeDocument/2006/relationships/slide" Target="slides/slide1015.xml"/><Relationship Id="rId1573" Type="http://schemas.openxmlformats.org/officeDocument/2006/relationships/slide" Target="slides/slide1569.xml"/><Relationship Id="rId1780" Type="http://schemas.openxmlformats.org/officeDocument/2006/relationships/slide" Target="slides/slide1776.xml"/><Relationship Id="rId2624" Type="http://schemas.openxmlformats.org/officeDocument/2006/relationships/slide" Target="slides/slide2620.xml"/><Relationship Id="rId2831" Type="http://schemas.openxmlformats.org/officeDocument/2006/relationships/slide" Target="slides/slide2827.xml"/><Relationship Id="rId72" Type="http://schemas.openxmlformats.org/officeDocument/2006/relationships/slide" Target="slides/slide68.xml"/><Relationship Id="rId803" Type="http://schemas.openxmlformats.org/officeDocument/2006/relationships/slide" Target="slides/slide799.xml"/><Relationship Id="rId1226" Type="http://schemas.openxmlformats.org/officeDocument/2006/relationships/slide" Target="slides/slide1222.xml"/><Relationship Id="rId1433" Type="http://schemas.openxmlformats.org/officeDocument/2006/relationships/slide" Target="slides/slide1429.xml"/><Relationship Id="rId1640" Type="http://schemas.openxmlformats.org/officeDocument/2006/relationships/slide" Target="slides/slide1636.xml"/><Relationship Id="rId1500" Type="http://schemas.openxmlformats.org/officeDocument/2006/relationships/slide" Target="slides/slide1496.xml"/><Relationship Id="rId3398" Type="http://schemas.openxmlformats.org/officeDocument/2006/relationships/slide" Target="slides/slide3394.xml"/><Relationship Id="rId3258" Type="http://schemas.openxmlformats.org/officeDocument/2006/relationships/slide" Target="slides/slide3254.xml"/><Relationship Id="rId3465" Type="http://schemas.openxmlformats.org/officeDocument/2006/relationships/slide" Target="slides/slide3461.xml"/><Relationship Id="rId3672" Type="http://schemas.openxmlformats.org/officeDocument/2006/relationships/slide" Target="slides/slide3668.xml"/><Relationship Id="rId4309" Type="http://schemas.openxmlformats.org/officeDocument/2006/relationships/slide" Target="slides/slide4305.xml"/><Relationship Id="rId179" Type="http://schemas.openxmlformats.org/officeDocument/2006/relationships/slide" Target="slides/slide175.xml"/><Relationship Id="rId386" Type="http://schemas.openxmlformats.org/officeDocument/2006/relationships/slide" Target="slides/slide382.xml"/><Relationship Id="rId593" Type="http://schemas.openxmlformats.org/officeDocument/2006/relationships/slide" Target="slides/slide589.xml"/><Relationship Id="rId2067" Type="http://schemas.openxmlformats.org/officeDocument/2006/relationships/slide" Target="slides/slide2063.xml"/><Relationship Id="rId2274" Type="http://schemas.openxmlformats.org/officeDocument/2006/relationships/slide" Target="slides/slide2270.xml"/><Relationship Id="rId2481" Type="http://schemas.openxmlformats.org/officeDocument/2006/relationships/slide" Target="slides/slide2477.xml"/><Relationship Id="rId3118" Type="http://schemas.openxmlformats.org/officeDocument/2006/relationships/slide" Target="slides/slide3114.xml"/><Relationship Id="rId3325" Type="http://schemas.openxmlformats.org/officeDocument/2006/relationships/slide" Target="slides/slide3321.xml"/><Relationship Id="rId3532" Type="http://schemas.openxmlformats.org/officeDocument/2006/relationships/slide" Target="slides/slide3528.xml"/><Relationship Id="rId246" Type="http://schemas.openxmlformats.org/officeDocument/2006/relationships/slide" Target="slides/slide242.xml"/><Relationship Id="rId453" Type="http://schemas.openxmlformats.org/officeDocument/2006/relationships/slide" Target="slides/slide449.xml"/><Relationship Id="rId660" Type="http://schemas.openxmlformats.org/officeDocument/2006/relationships/slide" Target="slides/slide656.xml"/><Relationship Id="rId1083" Type="http://schemas.openxmlformats.org/officeDocument/2006/relationships/slide" Target="slides/slide1079.xml"/><Relationship Id="rId1290" Type="http://schemas.openxmlformats.org/officeDocument/2006/relationships/slide" Target="slides/slide1286.xml"/><Relationship Id="rId2134" Type="http://schemas.openxmlformats.org/officeDocument/2006/relationships/slide" Target="slides/slide2130.xml"/><Relationship Id="rId2341" Type="http://schemas.openxmlformats.org/officeDocument/2006/relationships/slide" Target="slides/slide2337.xml"/><Relationship Id="rId106" Type="http://schemas.openxmlformats.org/officeDocument/2006/relationships/slide" Target="slides/slide102.xml"/><Relationship Id="rId313" Type="http://schemas.openxmlformats.org/officeDocument/2006/relationships/slide" Target="slides/slide309.xml"/><Relationship Id="rId1150" Type="http://schemas.openxmlformats.org/officeDocument/2006/relationships/slide" Target="slides/slide1146.xml"/><Relationship Id="rId4099" Type="http://schemas.openxmlformats.org/officeDocument/2006/relationships/slide" Target="slides/slide4095.xml"/><Relationship Id="rId520" Type="http://schemas.openxmlformats.org/officeDocument/2006/relationships/slide" Target="slides/slide516.xml"/><Relationship Id="rId2201" Type="http://schemas.openxmlformats.org/officeDocument/2006/relationships/slide" Target="slides/slide2197.xml"/><Relationship Id="rId1010" Type="http://schemas.openxmlformats.org/officeDocument/2006/relationships/slide" Target="slides/slide1006.xml"/><Relationship Id="rId1967" Type="http://schemas.openxmlformats.org/officeDocument/2006/relationships/slide" Target="slides/slide1963.xml"/><Relationship Id="rId4166" Type="http://schemas.openxmlformats.org/officeDocument/2006/relationships/slide" Target="slides/slide4162.xml"/><Relationship Id="rId4373" Type="http://schemas.openxmlformats.org/officeDocument/2006/relationships/slide" Target="slides/slide4369.xml"/><Relationship Id="rId4026" Type="http://schemas.openxmlformats.org/officeDocument/2006/relationships/slide" Target="slides/slide4022.xml"/><Relationship Id="rId3042" Type="http://schemas.openxmlformats.org/officeDocument/2006/relationships/slide" Target="slides/slide3038.xml"/><Relationship Id="rId3859" Type="http://schemas.openxmlformats.org/officeDocument/2006/relationships/slide" Target="slides/slide3855.xml"/><Relationship Id="rId2875" Type="http://schemas.openxmlformats.org/officeDocument/2006/relationships/slide" Target="slides/slide2871.xml"/><Relationship Id="rId3926" Type="http://schemas.openxmlformats.org/officeDocument/2006/relationships/slide" Target="slides/slide3922.xml"/><Relationship Id="rId847" Type="http://schemas.openxmlformats.org/officeDocument/2006/relationships/slide" Target="slides/slide843.xml"/><Relationship Id="rId1477" Type="http://schemas.openxmlformats.org/officeDocument/2006/relationships/slide" Target="slides/slide1473.xml"/><Relationship Id="rId1891" Type="http://schemas.openxmlformats.org/officeDocument/2006/relationships/slide" Target="slides/slide1887.xml"/><Relationship Id="rId2528" Type="http://schemas.openxmlformats.org/officeDocument/2006/relationships/slide" Target="slides/slide2524.xml"/><Relationship Id="rId2942" Type="http://schemas.openxmlformats.org/officeDocument/2006/relationships/slide" Target="slides/slide2938.xml"/><Relationship Id="rId914" Type="http://schemas.openxmlformats.org/officeDocument/2006/relationships/slide" Target="slides/slide910.xml"/><Relationship Id="rId1544" Type="http://schemas.openxmlformats.org/officeDocument/2006/relationships/slide" Target="slides/slide1540.xml"/><Relationship Id="rId1611" Type="http://schemas.openxmlformats.org/officeDocument/2006/relationships/slide" Target="slides/slide1607.xml"/><Relationship Id="rId3369" Type="http://schemas.openxmlformats.org/officeDocument/2006/relationships/slide" Target="slides/slide3365.xml"/><Relationship Id="rId2385" Type="http://schemas.openxmlformats.org/officeDocument/2006/relationships/slide" Target="slides/slide2381.xml"/><Relationship Id="rId3783" Type="http://schemas.openxmlformats.org/officeDocument/2006/relationships/slide" Target="slides/slide3779.xml"/><Relationship Id="rId357" Type="http://schemas.openxmlformats.org/officeDocument/2006/relationships/slide" Target="slides/slide353.xml"/><Relationship Id="rId2038" Type="http://schemas.openxmlformats.org/officeDocument/2006/relationships/slide" Target="slides/slide2034.xml"/><Relationship Id="rId3436" Type="http://schemas.openxmlformats.org/officeDocument/2006/relationships/slide" Target="slides/slide3432.xml"/><Relationship Id="rId3850" Type="http://schemas.openxmlformats.org/officeDocument/2006/relationships/slide" Target="slides/slide3846.xml"/><Relationship Id="rId771" Type="http://schemas.openxmlformats.org/officeDocument/2006/relationships/slide" Target="slides/slide767.xml"/><Relationship Id="rId2452" Type="http://schemas.openxmlformats.org/officeDocument/2006/relationships/slide" Target="slides/slide2448.xml"/><Relationship Id="rId3503" Type="http://schemas.openxmlformats.org/officeDocument/2006/relationships/slide" Target="slides/slide3499.xml"/><Relationship Id="rId424" Type="http://schemas.openxmlformats.org/officeDocument/2006/relationships/slide" Target="slides/slide420.xml"/><Relationship Id="rId1054" Type="http://schemas.openxmlformats.org/officeDocument/2006/relationships/slide" Target="slides/slide1050.xml"/><Relationship Id="rId2105" Type="http://schemas.openxmlformats.org/officeDocument/2006/relationships/slide" Target="slides/slide2101.xml"/><Relationship Id="rId1121" Type="http://schemas.openxmlformats.org/officeDocument/2006/relationships/slide" Target="slides/slide1117.xml"/><Relationship Id="rId4277" Type="http://schemas.openxmlformats.org/officeDocument/2006/relationships/slide" Target="slides/slide4273.xml"/><Relationship Id="rId3293" Type="http://schemas.openxmlformats.org/officeDocument/2006/relationships/slide" Target="slides/slide3289.xml"/><Relationship Id="rId4344" Type="http://schemas.openxmlformats.org/officeDocument/2006/relationships/slide" Target="slides/slide4340.xml"/><Relationship Id="rId1938" Type="http://schemas.openxmlformats.org/officeDocument/2006/relationships/slide" Target="slides/slide1934.xml"/><Relationship Id="rId3360" Type="http://schemas.openxmlformats.org/officeDocument/2006/relationships/slide" Target="slides/slide3356.xml"/><Relationship Id="rId281" Type="http://schemas.openxmlformats.org/officeDocument/2006/relationships/slide" Target="slides/slide277.xml"/><Relationship Id="rId3013" Type="http://schemas.openxmlformats.org/officeDocument/2006/relationships/slide" Target="slides/slide3009.xml"/><Relationship Id="rId2779" Type="http://schemas.openxmlformats.org/officeDocument/2006/relationships/slide" Target="slides/slide2775.xml"/><Relationship Id="rId1795" Type="http://schemas.openxmlformats.org/officeDocument/2006/relationships/slide" Target="slides/slide1791.xml"/><Relationship Id="rId2846" Type="http://schemas.openxmlformats.org/officeDocument/2006/relationships/slide" Target="slides/slide2842.xml"/><Relationship Id="rId87" Type="http://schemas.openxmlformats.org/officeDocument/2006/relationships/slide" Target="slides/slide83.xml"/><Relationship Id="rId818" Type="http://schemas.openxmlformats.org/officeDocument/2006/relationships/slide" Target="slides/slide814.xml"/><Relationship Id="rId1448" Type="http://schemas.openxmlformats.org/officeDocument/2006/relationships/slide" Target="slides/slide1444.xml"/><Relationship Id="rId1862" Type="http://schemas.openxmlformats.org/officeDocument/2006/relationships/slide" Target="slides/slide1858.xml"/><Relationship Id="rId2913" Type="http://schemas.openxmlformats.org/officeDocument/2006/relationships/slide" Target="slides/slide2909.xml"/><Relationship Id="rId1515" Type="http://schemas.openxmlformats.org/officeDocument/2006/relationships/slide" Target="slides/slide1511.xml"/><Relationship Id="rId3687" Type="http://schemas.openxmlformats.org/officeDocument/2006/relationships/slide" Target="slides/slide3683.xml"/><Relationship Id="rId2289" Type="http://schemas.openxmlformats.org/officeDocument/2006/relationships/slide" Target="slides/slide2285.xml"/><Relationship Id="rId3754" Type="http://schemas.openxmlformats.org/officeDocument/2006/relationships/slide" Target="slides/slide3750.xml"/><Relationship Id="rId675" Type="http://schemas.openxmlformats.org/officeDocument/2006/relationships/slide" Target="slides/slide671.xml"/><Relationship Id="rId2356" Type="http://schemas.openxmlformats.org/officeDocument/2006/relationships/slide" Target="slides/slide2352.xml"/><Relationship Id="rId2770" Type="http://schemas.openxmlformats.org/officeDocument/2006/relationships/slide" Target="slides/slide2766.xml"/><Relationship Id="rId3407" Type="http://schemas.openxmlformats.org/officeDocument/2006/relationships/slide" Target="slides/slide3403.xml"/><Relationship Id="rId3821" Type="http://schemas.openxmlformats.org/officeDocument/2006/relationships/slide" Target="slides/slide3817.xml"/><Relationship Id="rId328" Type="http://schemas.openxmlformats.org/officeDocument/2006/relationships/slide" Target="slides/slide324.xml"/><Relationship Id="rId742" Type="http://schemas.openxmlformats.org/officeDocument/2006/relationships/slide" Target="slides/slide738.xml"/><Relationship Id="rId1372" Type="http://schemas.openxmlformats.org/officeDocument/2006/relationships/slide" Target="slides/slide1368.xml"/><Relationship Id="rId2009" Type="http://schemas.openxmlformats.org/officeDocument/2006/relationships/slide" Target="slides/slide2005.xml"/><Relationship Id="rId2423" Type="http://schemas.openxmlformats.org/officeDocument/2006/relationships/slide" Target="slides/slide2419.xml"/><Relationship Id="rId1025" Type="http://schemas.openxmlformats.org/officeDocument/2006/relationships/slide" Target="slides/slide1021.xml"/><Relationship Id="rId3197" Type="http://schemas.openxmlformats.org/officeDocument/2006/relationships/slide" Target="slides/slide3193.xml"/><Relationship Id="rId4248" Type="http://schemas.openxmlformats.org/officeDocument/2006/relationships/slide" Target="slides/slide4244.xml"/><Relationship Id="rId185" Type="http://schemas.openxmlformats.org/officeDocument/2006/relationships/slide" Target="slides/slide181.xml"/><Relationship Id="rId1909" Type="http://schemas.openxmlformats.org/officeDocument/2006/relationships/slide" Target="slides/slide1905.xml"/><Relationship Id="rId3264" Type="http://schemas.openxmlformats.org/officeDocument/2006/relationships/slide" Target="slides/slide3260.xml"/><Relationship Id="rId4315" Type="http://schemas.openxmlformats.org/officeDocument/2006/relationships/slide" Target="slides/slide4311.xml"/><Relationship Id="rId2280" Type="http://schemas.openxmlformats.org/officeDocument/2006/relationships/slide" Target="slides/slide2276.xml"/><Relationship Id="rId3331" Type="http://schemas.openxmlformats.org/officeDocument/2006/relationships/slide" Target="slides/slide3327.xml"/><Relationship Id="rId252" Type="http://schemas.openxmlformats.org/officeDocument/2006/relationships/slide" Target="slides/slide248.xml"/><Relationship Id="rId1699" Type="http://schemas.openxmlformats.org/officeDocument/2006/relationships/slide" Target="slides/slide1695.xml"/><Relationship Id="rId2000" Type="http://schemas.openxmlformats.org/officeDocument/2006/relationships/slide" Target="slides/slide1996.xml"/><Relationship Id="rId4172" Type="http://schemas.openxmlformats.org/officeDocument/2006/relationships/slide" Target="slides/slide4168.xml"/><Relationship Id="rId1766" Type="http://schemas.openxmlformats.org/officeDocument/2006/relationships/slide" Target="slides/slide1762.xml"/><Relationship Id="rId2817" Type="http://schemas.openxmlformats.org/officeDocument/2006/relationships/slide" Target="slides/slide2813.xml"/><Relationship Id="rId58" Type="http://schemas.openxmlformats.org/officeDocument/2006/relationships/slide" Target="slides/slide54.xml"/><Relationship Id="rId1419" Type="http://schemas.openxmlformats.org/officeDocument/2006/relationships/slide" Target="slides/slide1415.xml"/><Relationship Id="rId1833" Type="http://schemas.openxmlformats.org/officeDocument/2006/relationships/slide" Target="slides/slide1829.xml"/><Relationship Id="rId1900" Type="http://schemas.openxmlformats.org/officeDocument/2006/relationships/slide" Target="slides/slide1896.xml"/><Relationship Id="rId3658" Type="http://schemas.openxmlformats.org/officeDocument/2006/relationships/slide" Target="slides/slide3654.xml"/><Relationship Id="rId579" Type="http://schemas.openxmlformats.org/officeDocument/2006/relationships/slide" Target="slides/slide575.xml"/><Relationship Id="rId993" Type="http://schemas.openxmlformats.org/officeDocument/2006/relationships/slide" Target="slides/slide989.xml"/><Relationship Id="rId2674" Type="http://schemas.openxmlformats.org/officeDocument/2006/relationships/slide" Target="slides/slide2670.xml"/><Relationship Id="rId646" Type="http://schemas.openxmlformats.org/officeDocument/2006/relationships/slide" Target="slides/slide642.xml"/><Relationship Id="rId1276" Type="http://schemas.openxmlformats.org/officeDocument/2006/relationships/slide" Target="slides/slide1272.xml"/><Relationship Id="rId2327" Type="http://schemas.openxmlformats.org/officeDocument/2006/relationships/slide" Target="slides/slide2323.xml"/><Relationship Id="rId3725" Type="http://schemas.openxmlformats.org/officeDocument/2006/relationships/slide" Target="slides/slide3721.xml"/><Relationship Id="rId1690" Type="http://schemas.openxmlformats.org/officeDocument/2006/relationships/slide" Target="slides/slide1686.xml"/><Relationship Id="rId2741" Type="http://schemas.openxmlformats.org/officeDocument/2006/relationships/slide" Target="slides/slide2737.xml"/><Relationship Id="rId713" Type="http://schemas.openxmlformats.org/officeDocument/2006/relationships/slide" Target="slides/slide709.xml"/><Relationship Id="rId1343" Type="http://schemas.openxmlformats.org/officeDocument/2006/relationships/slide" Target="slides/slide1339.xml"/><Relationship Id="rId1410" Type="http://schemas.openxmlformats.org/officeDocument/2006/relationships/slide" Target="slides/slide1406.xml"/><Relationship Id="rId3168" Type="http://schemas.openxmlformats.org/officeDocument/2006/relationships/slide" Target="slides/slide3164.xml"/><Relationship Id="rId3582" Type="http://schemas.openxmlformats.org/officeDocument/2006/relationships/slide" Target="slides/slide3578.xml"/><Relationship Id="rId4219" Type="http://schemas.openxmlformats.org/officeDocument/2006/relationships/slide" Target="slides/slide4215.xml"/><Relationship Id="rId2184" Type="http://schemas.openxmlformats.org/officeDocument/2006/relationships/slide" Target="slides/slide2180.xml"/><Relationship Id="rId3235" Type="http://schemas.openxmlformats.org/officeDocument/2006/relationships/slide" Target="slides/slide3231.xml"/><Relationship Id="rId156" Type="http://schemas.openxmlformats.org/officeDocument/2006/relationships/slide" Target="slides/slide152.xml"/><Relationship Id="rId570" Type="http://schemas.openxmlformats.org/officeDocument/2006/relationships/slide" Target="slides/slide566.xml"/><Relationship Id="rId2251" Type="http://schemas.openxmlformats.org/officeDocument/2006/relationships/slide" Target="slides/slide2247.xml"/><Relationship Id="rId3302" Type="http://schemas.openxmlformats.org/officeDocument/2006/relationships/slide" Target="slides/slide3298.xml"/><Relationship Id="rId223" Type="http://schemas.openxmlformats.org/officeDocument/2006/relationships/slide" Target="slides/slide219.xml"/><Relationship Id="rId4076" Type="http://schemas.openxmlformats.org/officeDocument/2006/relationships/slide" Target="slides/slide4072.xml"/><Relationship Id="rId1737" Type="http://schemas.openxmlformats.org/officeDocument/2006/relationships/slide" Target="slides/slide1733.xml"/><Relationship Id="rId3092" Type="http://schemas.openxmlformats.org/officeDocument/2006/relationships/slide" Target="slides/slide3088.xml"/><Relationship Id="rId4143" Type="http://schemas.openxmlformats.org/officeDocument/2006/relationships/slide" Target="slides/slide4139.xml"/><Relationship Id="rId29" Type="http://schemas.openxmlformats.org/officeDocument/2006/relationships/slide" Target="slides/slide25.xml"/><Relationship Id="rId4210" Type="http://schemas.openxmlformats.org/officeDocument/2006/relationships/slide" Target="slides/slide4206.xml"/><Relationship Id="rId1804" Type="http://schemas.openxmlformats.org/officeDocument/2006/relationships/slide" Target="slides/slide1800.xml"/><Relationship Id="rId3976" Type="http://schemas.openxmlformats.org/officeDocument/2006/relationships/slide" Target="slides/slide3972.xml"/><Relationship Id="rId897" Type="http://schemas.openxmlformats.org/officeDocument/2006/relationships/slide" Target="slides/slide893.xml"/><Relationship Id="rId2578" Type="http://schemas.openxmlformats.org/officeDocument/2006/relationships/slide" Target="slides/slide2574.xml"/><Relationship Id="rId2992" Type="http://schemas.openxmlformats.org/officeDocument/2006/relationships/slide" Target="slides/slide2988.xml"/><Relationship Id="rId3629" Type="http://schemas.openxmlformats.org/officeDocument/2006/relationships/slide" Target="slides/slide3625.xml"/><Relationship Id="rId964" Type="http://schemas.openxmlformats.org/officeDocument/2006/relationships/slide" Target="slides/slide960.xml"/><Relationship Id="rId1594" Type="http://schemas.openxmlformats.org/officeDocument/2006/relationships/slide" Target="slides/slide1590.xml"/><Relationship Id="rId2645" Type="http://schemas.openxmlformats.org/officeDocument/2006/relationships/slide" Target="slides/slide2641.xml"/><Relationship Id="rId617" Type="http://schemas.openxmlformats.org/officeDocument/2006/relationships/slide" Target="slides/slide613.xml"/><Relationship Id="rId1247" Type="http://schemas.openxmlformats.org/officeDocument/2006/relationships/slide" Target="slides/slide1243.xml"/><Relationship Id="rId1661" Type="http://schemas.openxmlformats.org/officeDocument/2006/relationships/slide" Target="slides/slide1657.xml"/><Relationship Id="rId2712" Type="http://schemas.openxmlformats.org/officeDocument/2006/relationships/slide" Target="slides/slide2708.xml"/><Relationship Id="rId1314" Type="http://schemas.openxmlformats.org/officeDocument/2006/relationships/slide" Target="slides/slide1310.xml"/><Relationship Id="rId3486" Type="http://schemas.openxmlformats.org/officeDocument/2006/relationships/slide" Target="slides/slide3482.xml"/><Relationship Id="rId20" Type="http://schemas.openxmlformats.org/officeDocument/2006/relationships/slide" Target="slides/slide16.xml"/><Relationship Id="rId2088" Type="http://schemas.openxmlformats.org/officeDocument/2006/relationships/slide" Target="slides/slide2084.xml"/><Relationship Id="rId3139" Type="http://schemas.openxmlformats.org/officeDocument/2006/relationships/slide" Target="slides/slide3135.xml"/><Relationship Id="rId474" Type="http://schemas.openxmlformats.org/officeDocument/2006/relationships/slide" Target="slides/slide470.xml"/><Relationship Id="rId2155" Type="http://schemas.openxmlformats.org/officeDocument/2006/relationships/slide" Target="slides/slide2151.xml"/><Relationship Id="rId3553" Type="http://schemas.openxmlformats.org/officeDocument/2006/relationships/slide" Target="slides/slide3549.xml"/><Relationship Id="rId127" Type="http://schemas.openxmlformats.org/officeDocument/2006/relationships/slide" Target="slides/slide123.xml"/><Relationship Id="rId3206" Type="http://schemas.openxmlformats.org/officeDocument/2006/relationships/slide" Target="slides/slide3202.xml"/><Relationship Id="rId3620" Type="http://schemas.openxmlformats.org/officeDocument/2006/relationships/slide" Target="slides/slide3616.xml"/><Relationship Id="rId541" Type="http://schemas.openxmlformats.org/officeDocument/2006/relationships/slide" Target="slides/slide537.xml"/><Relationship Id="rId1171" Type="http://schemas.openxmlformats.org/officeDocument/2006/relationships/slide" Target="slides/slide1167.xml"/><Relationship Id="rId2222" Type="http://schemas.openxmlformats.org/officeDocument/2006/relationships/slide" Target="slides/slide2218.xml"/><Relationship Id="rId1988" Type="http://schemas.openxmlformats.org/officeDocument/2006/relationships/slide" Target="slides/slide1984.xml"/><Relationship Id="rId4047" Type="http://schemas.openxmlformats.org/officeDocument/2006/relationships/slide" Target="slides/slide4043.xml"/><Relationship Id="rId3063" Type="http://schemas.openxmlformats.org/officeDocument/2006/relationships/slide" Target="slides/slide3059.xml"/><Relationship Id="rId4114" Type="http://schemas.openxmlformats.org/officeDocument/2006/relationships/slide" Target="slides/slide4110.xml"/><Relationship Id="rId1708" Type="http://schemas.openxmlformats.org/officeDocument/2006/relationships/slide" Target="slides/slide1704.xml"/><Relationship Id="rId3130" Type="http://schemas.openxmlformats.org/officeDocument/2006/relationships/slide" Target="slides/slide3126.xml"/><Relationship Id="rId2896" Type="http://schemas.openxmlformats.org/officeDocument/2006/relationships/slide" Target="slides/slide2892.xml"/><Relationship Id="rId3947" Type="http://schemas.openxmlformats.org/officeDocument/2006/relationships/slide" Target="slides/slide3943.xml"/><Relationship Id="rId868" Type="http://schemas.openxmlformats.org/officeDocument/2006/relationships/slide" Target="slides/slide864.xml"/><Relationship Id="rId1498" Type="http://schemas.openxmlformats.org/officeDocument/2006/relationships/slide" Target="slides/slide1494.xml"/><Relationship Id="rId2549" Type="http://schemas.openxmlformats.org/officeDocument/2006/relationships/slide" Target="slides/slide2545.xml"/><Relationship Id="rId2963" Type="http://schemas.openxmlformats.org/officeDocument/2006/relationships/slide" Target="slides/slide2959.xml"/><Relationship Id="rId935" Type="http://schemas.openxmlformats.org/officeDocument/2006/relationships/slide" Target="slides/slide931.xml"/><Relationship Id="rId1565" Type="http://schemas.openxmlformats.org/officeDocument/2006/relationships/slide" Target="slides/slide1561.xml"/><Relationship Id="rId2616" Type="http://schemas.openxmlformats.org/officeDocument/2006/relationships/slide" Target="slides/slide2612.xml"/><Relationship Id="rId1218" Type="http://schemas.openxmlformats.org/officeDocument/2006/relationships/slide" Target="slides/slide1214.xml"/><Relationship Id="rId1632" Type="http://schemas.openxmlformats.org/officeDocument/2006/relationships/slide" Target="slides/slide1628.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6.xml"/><Relationship Id="rId1" Type="http://schemas.microsoft.com/office/2011/relationships/chartStyle" Target="style6.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3-0CB1-4CA9-8AA2-87D26485ABBE}"/>
              </c:ext>
            </c:extLst>
          </c:dPt>
          <c:dPt>
            <c:idx val="3"/>
            <c:invertIfNegative val="0"/>
            <c:bubble3D val="0"/>
            <c:spPr>
              <a:solidFill>
                <a:schemeClr val="tx1"/>
              </a:solidFill>
              <a:ln>
                <a:noFill/>
              </a:ln>
              <a:effectLst/>
            </c:spPr>
            <c:extLst>
              <c:ext xmlns:c16="http://schemas.microsoft.com/office/drawing/2014/chart" uri="{C3380CC4-5D6E-409C-BE32-E72D297353CC}">
                <c16:uniqueId val="{00000004-0CB1-4CA9-8AA2-87D26485ABBE}"/>
              </c:ext>
            </c:extLst>
          </c:dPt>
          <c:cat>
            <c:strRef>
              <c:f>Sheet1!$A$2:$A$5</c:f>
              <c:strCache>
                <c:ptCount val="4"/>
                <c:pt idx="0">
                  <c:v>1st Quarter</c:v>
                </c:pt>
                <c:pt idx="1">
                  <c:v>2nd Quarter</c:v>
                </c:pt>
                <c:pt idx="2">
                  <c:v>3rd Quarter</c:v>
                </c:pt>
                <c:pt idx="3">
                  <c:v>4th Quarter</c:v>
                </c:pt>
              </c:strCache>
            </c:strRef>
          </c:cat>
          <c:val>
            <c:numRef>
              <c:f>Sheet1!$B$2:$B$5</c:f>
              <c:numCache>
                <c:formatCode>General</c:formatCode>
                <c:ptCount val="4"/>
                <c:pt idx="0">
                  <c:v>10</c:v>
                </c:pt>
                <c:pt idx="1">
                  <c:v>11</c:v>
                </c:pt>
                <c:pt idx="2">
                  <c:v>9</c:v>
                </c:pt>
                <c:pt idx="3">
                  <c:v>4</c:v>
                </c:pt>
              </c:numCache>
            </c:numRef>
          </c:val>
          <c:extLst>
            <c:ext xmlns:c16="http://schemas.microsoft.com/office/drawing/2014/chart" uri="{C3380CC4-5D6E-409C-BE32-E72D297353CC}">
              <c16:uniqueId val="{00000000-0CB1-4CA9-8AA2-87D26485ABBE}"/>
            </c:ext>
          </c:extLst>
        </c:ser>
        <c:dLbls>
          <c:showLegendKey val="0"/>
          <c:showVal val="0"/>
          <c:showCatName val="0"/>
          <c:showSerName val="0"/>
          <c:showPercent val="0"/>
          <c:showBubbleSize val="0"/>
        </c:dLbls>
        <c:gapWidth val="36"/>
        <c:axId val="423580624"/>
        <c:axId val="423582864"/>
      </c:barChart>
      <c:catAx>
        <c:axId val="423580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2864"/>
        <c:crosses val="autoZero"/>
        <c:auto val="1"/>
        <c:lblAlgn val="ctr"/>
        <c:lblOffset val="100"/>
        <c:noMultiLvlLbl val="0"/>
      </c:catAx>
      <c:valAx>
        <c:axId val="4235828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23580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1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1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ata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1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1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_rels/drawing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svg"/><Relationship Id="rId1" Type="http://schemas.openxmlformats.org/officeDocument/2006/relationships/image" Target="../media/image12.png"/><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5.svg"/></Relationships>
</file>

<file path=ppt/diagrams/colors1.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18/5/colors/Iconchunking_neutralbg_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a:alpha val="0"/>
      </a:schemeClr>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64158403-377B-42A2-BC66-C06BB730AA08}" type="presOf" srcId="{56B34FDE-09BC-411D-9A88-D4F20D15BC3A}" destId="{AE0CA5C2-E1BA-400D-846B-6A588F4124E4}" srcOrd="0" destOrd="0" presId="urn:microsoft.com/office/officeart/2018/2/layout/IconVerticalSolidList"/>
    <dgm:cxn modelId="{7F76110A-85C7-4894-87AC-207F77D6B190}" type="presOf" srcId="{81BF10C3-150A-42D8-80BC-C489D0B8C2D7}" destId="{051227ED-0D98-4CBE-AB26-92C55BA7F89E}"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BEE24316-A8F0-4482-80C1-19222303ADC1}" type="presOf" srcId="{DD872976-691C-4E1F-A27E-8EAEA7E87727}" destId="{7E788052-4381-45EA-BE03-955E54081DFE}" srcOrd="0" destOrd="0" presId="urn:microsoft.com/office/officeart/2018/2/layout/IconVerticalSolidList"/>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CC961E49-9D66-43D0-9AA9-D2CF626C8143}" type="presOf" srcId="{C2724B2E-36A4-4B52-9F6A-5AF5CAB82ACC}" destId="{C7B3AA97-6485-4D92-B69D-F8A0F5D4E32D}" srcOrd="0" destOrd="0" presId="urn:microsoft.com/office/officeart/2018/2/layout/IconVerticalSolidList"/>
    <dgm:cxn modelId="{25117F69-FB0D-4930-A961-D29FD4CCCA26}" type="presOf" srcId="{C72728BB-0074-48B5-9D97-761D6455CB1F}" destId="{E376F7DD-6B08-4579-8BFA-D617471A3B1A}"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4ED94972-2F65-49B9-AEF1-DB686DD6E720}" type="presOf" srcId="{DDC71BBA-37DB-4A07-91C0-2EBBCE04C9C8}" destId="{CEAA7CA9-0CBC-426C-9CD2-93C02AE312CC}"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7A3AC590-88B7-4FD8-B3E1-5187E21762DB}" type="presOf" srcId="{05EDBA74-FDBD-4C25-B5E0-FF029B4A7CC8}" destId="{BDD1837F-7B67-482F-B1B1-28E70FF5EAA4}"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F26084B2-5140-4C71-A77E-6542DBF3B4E5}" srcId="{677BF717-DC47-4C41-ACCC-1E786F59BF75}" destId="{C72728BB-0074-48B5-9D97-761D6455CB1F}" srcOrd="1" destOrd="0" parTransId="{667E267A-8FAA-4796-8FAA-D210BD7E161C}" sibTransId="{135225CE-12F4-448D-82C3-08D4AEB8FFFD}"/>
    <dgm:cxn modelId="{FC5344B4-34D6-4A03-A92A-7A1F6262B009}" type="presOf" srcId="{47DABEA2-F99E-440E-93B3-F1DC968D58A7}" destId="{BCC2CEE1-E1A5-4B42-BD89-7713A6DBBD9E}" srcOrd="0" destOrd="0" presId="urn:microsoft.com/office/officeart/2018/2/layout/IconVerticalSolidList"/>
    <dgm:cxn modelId="{4E0AF8C6-A06A-4C54-937A-FB4CABE7EAE7}" srcId="{677BF717-DC47-4C41-ACCC-1E786F59BF75}" destId="{81BF10C3-150A-42D8-80BC-C489D0B8C2D7}" srcOrd="3" destOrd="0" parTransId="{2DDE1BF9-3A6A-4A77-8656-3DF1079FA5EF}" sibTransId="{4213E4B0-CC14-40E6-9824-EA35CCFD9A63}"/>
    <dgm:cxn modelId="{5DDC3AD3-E777-478E-BF5A-5E6BDD0A288F}" srcId="{677BF717-DC47-4C41-ACCC-1E786F59BF75}" destId="{05EDBA74-FDBD-4C25-B5E0-FF029B4A7CC8}" srcOrd="7" destOrd="0" parTransId="{6D064982-7C02-48FE-A007-6AE71A8E6026}" sibTransId="{D4440BB4-6B55-43A4-88A9-4E64FFE313A2}"/>
    <dgm:cxn modelId="{EFB3920C-C86B-4104-984A-B46D669AC202}" type="presParOf" srcId="{3D28171C-E74A-4181-B30A-7321A1A185BF}" destId="{AFB580D5-B287-4EE1-97EF-70447ECE2EDD}" srcOrd="0" destOrd="0" presId="urn:microsoft.com/office/officeart/2018/2/layout/IconVerticalSolidList"/>
    <dgm:cxn modelId="{00631CCA-F081-4F67-A75E-F64D6FD22E93}" type="presParOf" srcId="{AFB580D5-B287-4EE1-97EF-70447ECE2EDD}" destId="{82B0AD04-7350-4C69-97C0-61C22183222B}" srcOrd="0" destOrd="0" presId="urn:microsoft.com/office/officeart/2018/2/layout/IconVerticalSolidList"/>
    <dgm:cxn modelId="{D56B8EB1-D0FC-4CC4-AE95-09002E1B4F75}" type="presParOf" srcId="{AFB580D5-B287-4EE1-97EF-70447ECE2EDD}" destId="{2A1EAE58-6852-4D06-9738-EE50EDF8D437}" srcOrd="1" destOrd="0" presId="urn:microsoft.com/office/officeart/2018/2/layout/IconVerticalSolidList"/>
    <dgm:cxn modelId="{9EAD78C1-ABFA-477D-81AE-8C596C37F084}" type="presParOf" srcId="{AFB580D5-B287-4EE1-97EF-70447ECE2EDD}" destId="{4173FAF3-5640-4A4C-B5B2-20F62A1A2575}" srcOrd="2" destOrd="0" presId="urn:microsoft.com/office/officeart/2018/2/layout/IconVerticalSolidList"/>
    <dgm:cxn modelId="{C07B35A1-B436-4FD2-8759-10E0F856C6DE}"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917DA71C-52C9-4569-9033-E8FD95450DAB}" type="presParOf" srcId="{03094DAA-3089-4E82-B242-589B65070F6F}" destId="{F633DB1A-A300-4B19-BA61-64319C34DCA6}" srcOrd="0" destOrd="0" presId="urn:microsoft.com/office/officeart/2018/2/layout/IconVerticalSolidList"/>
    <dgm:cxn modelId="{74147065-3B87-4717-ACEF-23D03F1528F5}" type="presParOf" srcId="{03094DAA-3089-4E82-B242-589B65070F6F}" destId="{C6DF12EC-B2D8-45C9-AF29-C405B98AA6CA}" srcOrd="1" destOrd="0" presId="urn:microsoft.com/office/officeart/2018/2/layout/IconVerticalSolidList"/>
    <dgm:cxn modelId="{FCA2B7FE-CE09-48E6-B4E5-1AA1D2C0CA8B}" type="presParOf" srcId="{03094DAA-3089-4E82-B242-589B65070F6F}" destId="{E6E766A1-D8C4-4F5E-902F-832E214113B3}" srcOrd="2" destOrd="0" presId="urn:microsoft.com/office/officeart/2018/2/layout/IconVerticalSolidList"/>
    <dgm:cxn modelId="{2AAF0D39-D7F6-48C2-A175-474541F889E3}"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3688EED7-CA78-43AE-ADAA-7AB0323D5162}" type="presParOf" srcId="{55C62729-3678-4683-82C4-D3C4C9E9CE0E}" destId="{176D7265-968B-4129-980D-C83A27E67B22}" srcOrd="0" destOrd="0" presId="urn:microsoft.com/office/officeart/2018/2/layout/IconVerticalSolidList"/>
    <dgm:cxn modelId="{85015EAD-669D-41EC-899B-F6AC62F5D49A}" type="presParOf" srcId="{55C62729-3678-4683-82C4-D3C4C9E9CE0E}" destId="{08EEBF99-2B06-46CF-9577-55ECB3EB499D}" srcOrd="1" destOrd="0" presId="urn:microsoft.com/office/officeart/2018/2/layout/IconVerticalSolidList"/>
    <dgm:cxn modelId="{D1F52869-B01A-4FE3-8B50-E79B36A3962D}" type="presParOf" srcId="{55C62729-3678-4683-82C4-D3C4C9E9CE0E}" destId="{27C5FCC6-6177-4CEC-8E65-18C623A76CE3}" srcOrd="2" destOrd="0" presId="urn:microsoft.com/office/officeart/2018/2/layout/IconVerticalSolidList"/>
    <dgm:cxn modelId="{DF285C68-602E-4C63-9615-4FC61974B72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1FD10369-0984-4B6B-8F72-F48E49C9CD47}" type="presParOf" srcId="{15A19703-9A09-4B20-A6BE-CB08D06EB350}" destId="{D54B4B2A-846C-4B85-925F-472334132463}" srcOrd="0" destOrd="0" presId="urn:microsoft.com/office/officeart/2018/2/layout/IconVerticalSolidList"/>
    <dgm:cxn modelId="{7BEE30F6-FBE7-434D-86BF-D9EBF27ED045}" type="presParOf" srcId="{15A19703-9A09-4B20-A6BE-CB08D06EB350}" destId="{DF711447-8ACD-44D1-AD90-200BF9AD5F08}" srcOrd="1" destOrd="0" presId="urn:microsoft.com/office/officeart/2018/2/layout/IconVerticalSolidList"/>
    <dgm:cxn modelId="{3B640877-89E6-452D-9B1E-FCBC6E3BBD6C}" type="presParOf" srcId="{15A19703-9A09-4B20-A6BE-CB08D06EB350}" destId="{8A09D812-5565-44F3-BC32-01D513F109CE}" srcOrd="2" destOrd="0" presId="urn:microsoft.com/office/officeart/2018/2/layout/IconVerticalSolidList"/>
    <dgm:cxn modelId="{0B156FB4-ADF2-4D75-8136-A5963CF7390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302FD7BF-74C2-4D15-8779-FD67C2BB22D4}" type="presParOf" srcId="{BA8B9BF5-DE93-471F-8406-49BB84F0FA7E}" destId="{BE8782A6-8A94-4ED4-8985-23B5402EE25D}" srcOrd="0" destOrd="0" presId="urn:microsoft.com/office/officeart/2018/2/layout/IconVerticalSolidList"/>
    <dgm:cxn modelId="{6212307B-0DBD-486D-B93D-87607FA706CE}" type="presParOf" srcId="{BA8B9BF5-DE93-471F-8406-49BB84F0FA7E}" destId="{6FDC1EF2-4E2D-48D6-8397-64B632A19163}" srcOrd="1" destOrd="0" presId="urn:microsoft.com/office/officeart/2018/2/layout/IconVerticalSolidList"/>
    <dgm:cxn modelId="{F7DF889F-BF74-42D9-B537-91F39FA4A19A}" type="presParOf" srcId="{BA8B9BF5-DE93-471F-8406-49BB84F0FA7E}" destId="{B4F5D499-C109-4444-82BB-55C268C9E491}" srcOrd="2" destOrd="0" presId="urn:microsoft.com/office/officeart/2018/2/layout/IconVerticalSolidList"/>
    <dgm:cxn modelId="{CE21A113-ADED-4D65-800C-CF40C4A985B7}"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A7503B62-2BC1-49D3-B16E-E189882FF95E}" type="presParOf" srcId="{0CADBB31-BB4A-4DCA-B803-61781E89B4DA}" destId="{179C9BB9-66EF-45FD-A1EA-A3E81C9D30E8}" srcOrd="0" destOrd="0" presId="urn:microsoft.com/office/officeart/2018/2/layout/IconVerticalSolidList"/>
    <dgm:cxn modelId="{628FFCE7-8CB9-40E3-861B-14ACF82332A6}" type="presParOf" srcId="{0CADBB31-BB4A-4DCA-B803-61781E89B4DA}" destId="{0CD2C0F4-8BFB-4C66-981D-2BFFBB1B1748}" srcOrd="1" destOrd="0" presId="urn:microsoft.com/office/officeart/2018/2/layout/IconVerticalSolidList"/>
    <dgm:cxn modelId="{C608F84D-F7B7-40F8-AC7E-B121F48092C4}" type="presParOf" srcId="{0CADBB31-BB4A-4DCA-B803-61781E89B4DA}" destId="{802A3FDC-FFB5-45C7-91CF-9F461343FE62}" srcOrd="2" destOrd="0" presId="urn:microsoft.com/office/officeart/2018/2/layout/IconVerticalSolidList"/>
    <dgm:cxn modelId="{89B96BF1-E8FB-4696-AE3C-A5C3D7D0CB50}"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8EFB861A-1799-44D0-8AC2-D9450CDF1CD1}" type="presParOf" srcId="{6931DE8F-D6AE-4F48-B92E-CBDE5218DD32}" destId="{749A1023-FCF2-4D5E-BFA4-27553C75B90B}" srcOrd="0" destOrd="0" presId="urn:microsoft.com/office/officeart/2018/2/layout/IconVerticalSolidList"/>
    <dgm:cxn modelId="{73134230-2A11-470B-AEA4-1273DF2F44B5}" type="presParOf" srcId="{6931DE8F-D6AE-4F48-B92E-CBDE5218DD32}" destId="{6BE0A6C3-817E-494E-BC5F-A1B215015074}" srcOrd="1" destOrd="0" presId="urn:microsoft.com/office/officeart/2018/2/layout/IconVerticalSolidList"/>
    <dgm:cxn modelId="{F5976DB6-097D-4998-AFA6-423C5EB83768}" type="presParOf" srcId="{6931DE8F-D6AE-4F48-B92E-CBDE5218DD32}" destId="{431CF2C6-39DA-489E-B826-5580A87DEFA8}" srcOrd="2" destOrd="0" presId="urn:microsoft.com/office/officeart/2018/2/layout/IconVerticalSolidList"/>
    <dgm:cxn modelId="{A16A7F8E-CB10-4D37-9437-6FC43EBAB397}"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736DCD08-DA0B-48D8-AEEF-0E38255ED294}" type="presParOf" srcId="{B7C3873F-0FB3-475A-97E5-2A6DD8F07180}" destId="{057DD981-BBE2-4A71-A024-E8CD55FB1828}" srcOrd="0" destOrd="0" presId="urn:microsoft.com/office/officeart/2018/2/layout/IconVerticalSolidList"/>
    <dgm:cxn modelId="{CE6B1FF1-D8FB-4174-861A-97F051EC4095}" type="presParOf" srcId="{B7C3873F-0FB3-475A-97E5-2A6DD8F07180}" destId="{69180C44-B641-4A2D-A149-1354BB086CBD}" srcOrd="1" destOrd="0" presId="urn:microsoft.com/office/officeart/2018/2/layout/IconVerticalSolidList"/>
    <dgm:cxn modelId="{9D87A2DA-F343-47C5-BC61-FF6C0414A2B9}" type="presParOf" srcId="{B7C3873F-0FB3-475A-97E5-2A6DD8F07180}" destId="{A6F4230D-9B8C-4143-BD86-4B7218C1BEFC}" srcOrd="2" destOrd="0" presId="urn:microsoft.com/office/officeart/2018/2/layout/IconVerticalSolidList"/>
    <dgm:cxn modelId="{F4C44054-10F2-4C8F-81C2-8794A40D7B52}"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64158403-377B-42A2-BC66-C06BB730AA08}" type="presOf" srcId="{56B34FDE-09BC-411D-9A88-D4F20D15BC3A}" destId="{AE0CA5C2-E1BA-400D-846B-6A588F4124E4}" srcOrd="0" destOrd="0" presId="urn:microsoft.com/office/officeart/2018/2/layout/IconVerticalSolidList"/>
    <dgm:cxn modelId="{7F76110A-85C7-4894-87AC-207F77D6B190}" type="presOf" srcId="{81BF10C3-150A-42D8-80BC-C489D0B8C2D7}" destId="{051227ED-0D98-4CBE-AB26-92C55BA7F89E}"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BEE24316-A8F0-4482-80C1-19222303ADC1}" type="presOf" srcId="{DD872976-691C-4E1F-A27E-8EAEA7E87727}" destId="{7E788052-4381-45EA-BE03-955E54081DFE}" srcOrd="0" destOrd="0" presId="urn:microsoft.com/office/officeart/2018/2/layout/IconVerticalSolidList"/>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CC961E49-9D66-43D0-9AA9-D2CF626C8143}" type="presOf" srcId="{C2724B2E-36A4-4B52-9F6A-5AF5CAB82ACC}" destId="{C7B3AA97-6485-4D92-B69D-F8A0F5D4E32D}" srcOrd="0" destOrd="0" presId="urn:microsoft.com/office/officeart/2018/2/layout/IconVerticalSolidList"/>
    <dgm:cxn modelId="{25117F69-FB0D-4930-A961-D29FD4CCCA26}" type="presOf" srcId="{C72728BB-0074-48B5-9D97-761D6455CB1F}" destId="{E376F7DD-6B08-4579-8BFA-D617471A3B1A}"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4ED94972-2F65-49B9-AEF1-DB686DD6E720}" type="presOf" srcId="{DDC71BBA-37DB-4A07-91C0-2EBBCE04C9C8}" destId="{CEAA7CA9-0CBC-426C-9CD2-93C02AE312CC}"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7A3AC590-88B7-4FD8-B3E1-5187E21762DB}" type="presOf" srcId="{05EDBA74-FDBD-4C25-B5E0-FF029B4A7CC8}" destId="{BDD1837F-7B67-482F-B1B1-28E70FF5EAA4}"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F26084B2-5140-4C71-A77E-6542DBF3B4E5}" srcId="{677BF717-DC47-4C41-ACCC-1E786F59BF75}" destId="{C72728BB-0074-48B5-9D97-761D6455CB1F}" srcOrd="1" destOrd="0" parTransId="{667E267A-8FAA-4796-8FAA-D210BD7E161C}" sibTransId="{135225CE-12F4-448D-82C3-08D4AEB8FFFD}"/>
    <dgm:cxn modelId="{FC5344B4-34D6-4A03-A92A-7A1F6262B009}" type="presOf" srcId="{47DABEA2-F99E-440E-93B3-F1DC968D58A7}" destId="{BCC2CEE1-E1A5-4B42-BD89-7713A6DBBD9E}" srcOrd="0" destOrd="0" presId="urn:microsoft.com/office/officeart/2018/2/layout/IconVerticalSolidList"/>
    <dgm:cxn modelId="{4E0AF8C6-A06A-4C54-937A-FB4CABE7EAE7}" srcId="{677BF717-DC47-4C41-ACCC-1E786F59BF75}" destId="{81BF10C3-150A-42D8-80BC-C489D0B8C2D7}" srcOrd="3" destOrd="0" parTransId="{2DDE1BF9-3A6A-4A77-8656-3DF1079FA5EF}" sibTransId="{4213E4B0-CC14-40E6-9824-EA35CCFD9A63}"/>
    <dgm:cxn modelId="{5DDC3AD3-E777-478E-BF5A-5E6BDD0A288F}" srcId="{677BF717-DC47-4C41-ACCC-1E786F59BF75}" destId="{05EDBA74-FDBD-4C25-B5E0-FF029B4A7CC8}" srcOrd="7" destOrd="0" parTransId="{6D064982-7C02-48FE-A007-6AE71A8E6026}" sibTransId="{D4440BB4-6B55-43A4-88A9-4E64FFE313A2}"/>
    <dgm:cxn modelId="{EFB3920C-C86B-4104-984A-B46D669AC202}" type="presParOf" srcId="{3D28171C-E74A-4181-B30A-7321A1A185BF}" destId="{AFB580D5-B287-4EE1-97EF-70447ECE2EDD}" srcOrd="0" destOrd="0" presId="urn:microsoft.com/office/officeart/2018/2/layout/IconVerticalSolidList"/>
    <dgm:cxn modelId="{00631CCA-F081-4F67-A75E-F64D6FD22E93}" type="presParOf" srcId="{AFB580D5-B287-4EE1-97EF-70447ECE2EDD}" destId="{82B0AD04-7350-4C69-97C0-61C22183222B}" srcOrd="0" destOrd="0" presId="urn:microsoft.com/office/officeart/2018/2/layout/IconVerticalSolidList"/>
    <dgm:cxn modelId="{D56B8EB1-D0FC-4CC4-AE95-09002E1B4F75}" type="presParOf" srcId="{AFB580D5-B287-4EE1-97EF-70447ECE2EDD}" destId="{2A1EAE58-6852-4D06-9738-EE50EDF8D437}" srcOrd="1" destOrd="0" presId="urn:microsoft.com/office/officeart/2018/2/layout/IconVerticalSolidList"/>
    <dgm:cxn modelId="{9EAD78C1-ABFA-477D-81AE-8C596C37F084}" type="presParOf" srcId="{AFB580D5-B287-4EE1-97EF-70447ECE2EDD}" destId="{4173FAF3-5640-4A4C-B5B2-20F62A1A2575}" srcOrd="2" destOrd="0" presId="urn:microsoft.com/office/officeart/2018/2/layout/IconVerticalSolidList"/>
    <dgm:cxn modelId="{C07B35A1-B436-4FD2-8759-10E0F856C6DE}"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917DA71C-52C9-4569-9033-E8FD95450DAB}" type="presParOf" srcId="{03094DAA-3089-4E82-B242-589B65070F6F}" destId="{F633DB1A-A300-4B19-BA61-64319C34DCA6}" srcOrd="0" destOrd="0" presId="urn:microsoft.com/office/officeart/2018/2/layout/IconVerticalSolidList"/>
    <dgm:cxn modelId="{74147065-3B87-4717-ACEF-23D03F1528F5}" type="presParOf" srcId="{03094DAA-3089-4E82-B242-589B65070F6F}" destId="{C6DF12EC-B2D8-45C9-AF29-C405B98AA6CA}" srcOrd="1" destOrd="0" presId="urn:microsoft.com/office/officeart/2018/2/layout/IconVerticalSolidList"/>
    <dgm:cxn modelId="{FCA2B7FE-CE09-48E6-B4E5-1AA1D2C0CA8B}" type="presParOf" srcId="{03094DAA-3089-4E82-B242-589B65070F6F}" destId="{E6E766A1-D8C4-4F5E-902F-832E214113B3}" srcOrd="2" destOrd="0" presId="urn:microsoft.com/office/officeart/2018/2/layout/IconVerticalSolidList"/>
    <dgm:cxn modelId="{2AAF0D39-D7F6-48C2-A175-474541F889E3}"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3688EED7-CA78-43AE-ADAA-7AB0323D5162}" type="presParOf" srcId="{55C62729-3678-4683-82C4-D3C4C9E9CE0E}" destId="{176D7265-968B-4129-980D-C83A27E67B22}" srcOrd="0" destOrd="0" presId="urn:microsoft.com/office/officeart/2018/2/layout/IconVerticalSolidList"/>
    <dgm:cxn modelId="{85015EAD-669D-41EC-899B-F6AC62F5D49A}" type="presParOf" srcId="{55C62729-3678-4683-82C4-D3C4C9E9CE0E}" destId="{08EEBF99-2B06-46CF-9577-55ECB3EB499D}" srcOrd="1" destOrd="0" presId="urn:microsoft.com/office/officeart/2018/2/layout/IconVerticalSolidList"/>
    <dgm:cxn modelId="{D1F52869-B01A-4FE3-8B50-E79B36A3962D}" type="presParOf" srcId="{55C62729-3678-4683-82C4-D3C4C9E9CE0E}" destId="{27C5FCC6-6177-4CEC-8E65-18C623A76CE3}" srcOrd="2" destOrd="0" presId="urn:microsoft.com/office/officeart/2018/2/layout/IconVerticalSolidList"/>
    <dgm:cxn modelId="{DF285C68-602E-4C63-9615-4FC61974B72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1FD10369-0984-4B6B-8F72-F48E49C9CD47}" type="presParOf" srcId="{15A19703-9A09-4B20-A6BE-CB08D06EB350}" destId="{D54B4B2A-846C-4B85-925F-472334132463}" srcOrd="0" destOrd="0" presId="urn:microsoft.com/office/officeart/2018/2/layout/IconVerticalSolidList"/>
    <dgm:cxn modelId="{7BEE30F6-FBE7-434D-86BF-D9EBF27ED045}" type="presParOf" srcId="{15A19703-9A09-4B20-A6BE-CB08D06EB350}" destId="{DF711447-8ACD-44D1-AD90-200BF9AD5F08}" srcOrd="1" destOrd="0" presId="urn:microsoft.com/office/officeart/2018/2/layout/IconVerticalSolidList"/>
    <dgm:cxn modelId="{3B640877-89E6-452D-9B1E-FCBC6E3BBD6C}" type="presParOf" srcId="{15A19703-9A09-4B20-A6BE-CB08D06EB350}" destId="{8A09D812-5565-44F3-BC32-01D513F109CE}" srcOrd="2" destOrd="0" presId="urn:microsoft.com/office/officeart/2018/2/layout/IconVerticalSolidList"/>
    <dgm:cxn modelId="{0B156FB4-ADF2-4D75-8136-A5963CF7390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302FD7BF-74C2-4D15-8779-FD67C2BB22D4}" type="presParOf" srcId="{BA8B9BF5-DE93-471F-8406-49BB84F0FA7E}" destId="{BE8782A6-8A94-4ED4-8985-23B5402EE25D}" srcOrd="0" destOrd="0" presId="urn:microsoft.com/office/officeart/2018/2/layout/IconVerticalSolidList"/>
    <dgm:cxn modelId="{6212307B-0DBD-486D-B93D-87607FA706CE}" type="presParOf" srcId="{BA8B9BF5-DE93-471F-8406-49BB84F0FA7E}" destId="{6FDC1EF2-4E2D-48D6-8397-64B632A19163}" srcOrd="1" destOrd="0" presId="urn:microsoft.com/office/officeart/2018/2/layout/IconVerticalSolidList"/>
    <dgm:cxn modelId="{F7DF889F-BF74-42D9-B537-91F39FA4A19A}" type="presParOf" srcId="{BA8B9BF5-DE93-471F-8406-49BB84F0FA7E}" destId="{B4F5D499-C109-4444-82BB-55C268C9E491}" srcOrd="2" destOrd="0" presId="urn:microsoft.com/office/officeart/2018/2/layout/IconVerticalSolidList"/>
    <dgm:cxn modelId="{CE21A113-ADED-4D65-800C-CF40C4A985B7}"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A7503B62-2BC1-49D3-B16E-E189882FF95E}" type="presParOf" srcId="{0CADBB31-BB4A-4DCA-B803-61781E89B4DA}" destId="{179C9BB9-66EF-45FD-A1EA-A3E81C9D30E8}" srcOrd="0" destOrd="0" presId="urn:microsoft.com/office/officeart/2018/2/layout/IconVerticalSolidList"/>
    <dgm:cxn modelId="{628FFCE7-8CB9-40E3-861B-14ACF82332A6}" type="presParOf" srcId="{0CADBB31-BB4A-4DCA-B803-61781E89B4DA}" destId="{0CD2C0F4-8BFB-4C66-981D-2BFFBB1B1748}" srcOrd="1" destOrd="0" presId="urn:microsoft.com/office/officeart/2018/2/layout/IconVerticalSolidList"/>
    <dgm:cxn modelId="{C608F84D-F7B7-40F8-AC7E-B121F48092C4}" type="presParOf" srcId="{0CADBB31-BB4A-4DCA-B803-61781E89B4DA}" destId="{802A3FDC-FFB5-45C7-91CF-9F461343FE62}" srcOrd="2" destOrd="0" presId="urn:microsoft.com/office/officeart/2018/2/layout/IconVerticalSolidList"/>
    <dgm:cxn modelId="{89B96BF1-E8FB-4696-AE3C-A5C3D7D0CB50}"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8EFB861A-1799-44D0-8AC2-D9450CDF1CD1}" type="presParOf" srcId="{6931DE8F-D6AE-4F48-B92E-CBDE5218DD32}" destId="{749A1023-FCF2-4D5E-BFA4-27553C75B90B}" srcOrd="0" destOrd="0" presId="urn:microsoft.com/office/officeart/2018/2/layout/IconVerticalSolidList"/>
    <dgm:cxn modelId="{73134230-2A11-470B-AEA4-1273DF2F44B5}" type="presParOf" srcId="{6931DE8F-D6AE-4F48-B92E-CBDE5218DD32}" destId="{6BE0A6C3-817E-494E-BC5F-A1B215015074}" srcOrd="1" destOrd="0" presId="urn:microsoft.com/office/officeart/2018/2/layout/IconVerticalSolidList"/>
    <dgm:cxn modelId="{F5976DB6-097D-4998-AFA6-423C5EB83768}" type="presParOf" srcId="{6931DE8F-D6AE-4F48-B92E-CBDE5218DD32}" destId="{431CF2C6-39DA-489E-B826-5580A87DEFA8}" srcOrd="2" destOrd="0" presId="urn:microsoft.com/office/officeart/2018/2/layout/IconVerticalSolidList"/>
    <dgm:cxn modelId="{A16A7F8E-CB10-4D37-9437-6FC43EBAB397}"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736DCD08-DA0B-48D8-AEEF-0E38255ED294}" type="presParOf" srcId="{B7C3873F-0FB3-475A-97E5-2A6DD8F07180}" destId="{057DD981-BBE2-4A71-A024-E8CD55FB1828}" srcOrd="0" destOrd="0" presId="urn:microsoft.com/office/officeart/2018/2/layout/IconVerticalSolidList"/>
    <dgm:cxn modelId="{CE6B1FF1-D8FB-4174-861A-97F051EC4095}" type="presParOf" srcId="{B7C3873F-0FB3-475A-97E5-2A6DD8F07180}" destId="{69180C44-B641-4A2D-A149-1354BB086CBD}" srcOrd="1" destOrd="0" presId="urn:microsoft.com/office/officeart/2018/2/layout/IconVerticalSolidList"/>
    <dgm:cxn modelId="{9D87A2DA-F343-47C5-BC61-FF6C0414A2B9}" type="presParOf" srcId="{B7C3873F-0FB3-475A-97E5-2A6DD8F07180}" destId="{A6F4230D-9B8C-4143-BD86-4B7218C1BEFC}" srcOrd="2" destOrd="0" presId="urn:microsoft.com/office/officeart/2018/2/layout/IconVerticalSolidList"/>
    <dgm:cxn modelId="{F4C44054-10F2-4C8F-81C2-8794A40D7B52}"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677BF717-DC47-4C41-ACCC-1E786F59BF75}" type="doc">
      <dgm:prSet loTypeId="urn:microsoft.com/office/officeart/2018/2/layout/IconVerticalSolidList" loCatId="icon" qsTypeId="urn:microsoft.com/office/officeart/2005/8/quickstyle/simple1" qsCatId="simple" csTypeId="urn:microsoft.com/office/officeart/2018/5/colors/Iconchunking_neutralbg_colorful2" csCatId="colorful" phldr="1"/>
      <dgm:spPr/>
    </dgm:pt>
    <dgm:pt modelId="{56B34FDE-09BC-411D-9A88-D4F20D15BC3A}">
      <dgm:prSet phldrT="[Text]"/>
      <dgm:spPr/>
      <dgm:t>
        <a:bodyPr/>
        <a:lstStyle/>
        <a:p>
          <a:pPr>
            <a:lnSpc>
              <a:spcPct val="100000"/>
            </a:lnSpc>
          </a:pPr>
          <a:r>
            <a:rPr lang="en-US" dirty="0"/>
            <a:t>Audio</a:t>
          </a:r>
        </a:p>
      </dgm:t>
    </dgm:pt>
    <dgm:pt modelId="{9D8F078A-80E7-42B8-827D-CC4CA6858387}" type="parTrans" cxnId="{8E68B29A-29F5-4392-97B9-2B4A5539C81B}">
      <dgm:prSet/>
      <dgm:spPr/>
      <dgm:t>
        <a:bodyPr/>
        <a:lstStyle/>
        <a:p>
          <a:endParaRPr lang="en-US"/>
        </a:p>
      </dgm:t>
    </dgm:pt>
    <dgm:pt modelId="{74BDBC26-345F-48D1-B9AF-D1AF476B99B3}" type="sibTrans" cxnId="{8E68B29A-29F5-4392-97B9-2B4A5539C81B}">
      <dgm:prSet/>
      <dgm:spPr/>
      <dgm:t>
        <a:bodyPr/>
        <a:lstStyle/>
        <a:p>
          <a:endParaRPr lang="en-US"/>
        </a:p>
      </dgm:t>
    </dgm:pt>
    <dgm:pt modelId="{C72728BB-0074-48B5-9D97-761D6455CB1F}">
      <dgm:prSet phldrT="[Text]"/>
      <dgm:spPr/>
      <dgm:t>
        <a:bodyPr/>
        <a:lstStyle/>
        <a:p>
          <a:pPr>
            <a:lnSpc>
              <a:spcPct val="100000"/>
            </a:lnSpc>
          </a:pPr>
          <a:r>
            <a:rPr lang="en-US" dirty="0"/>
            <a:t>Visual</a:t>
          </a:r>
        </a:p>
      </dgm:t>
    </dgm:pt>
    <dgm:pt modelId="{667E267A-8FAA-4796-8FAA-D210BD7E161C}" type="parTrans" cxnId="{F26084B2-5140-4C71-A77E-6542DBF3B4E5}">
      <dgm:prSet/>
      <dgm:spPr/>
      <dgm:t>
        <a:bodyPr/>
        <a:lstStyle/>
        <a:p>
          <a:endParaRPr lang="en-US"/>
        </a:p>
      </dgm:t>
    </dgm:pt>
    <dgm:pt modelId="{135225CE-12F4-448D-82C3-08D4AEB8FFFD}" type="sibTrans" cxnId="{F26084B2-5140-4C71-A77E-6542DBF3B4E5}">
      <dgm:prSet/>
      <dgm:spPr/>
      <dgm:t>
        <a:bodyPr/>
        <a:lstStyle/>
        <a:p>
          <a:endParaRPr lang="en-US"/>
        </a:p>
      </dgm:t>
    </dgm:pt>
    <dgm:pt modelId="{C2724B2E-36A4-4B52-9F6A-5AF5CAB82ACC}">
      <dgm:prSet phldrT="[Text]"/>
      <dgm:spPr/>
      <dgm:t>
        <a:bodyPr/>
        <a:lstStyle/>
        <a:p>
          <a:pPr>
            <a:lnSpc>
              <a:spcPct val="100000"/>
            </a:lnSpc>
          </a:pPr>
          <a:r>
            <a:rPr lang="en-US" dirty="0"/>
            <a:t>Print</a:t>
          </a:r>
        </a:p>
      </dgm:t>
    </dgm:pt>
    <dgm:pt modelId="{873026B6-9ECB-41FB-8988-859B66B7130C}" type="parTrans" cxnId="{BF4FB74C-CFCC-4CE9-91F9-3F442206029A}">
      <dgm:prSet/>
      <dgm:spPr/>
      <dgm:t>
        <a:bodyPr/>
        <a:lstStyle/>
        <a:p>
          <a:endParaRPr lang="en-US"/>
        </a:p>
      </dgm:t>
    </dgm:pt>
    <dgm:pt modelId="{8604F527-5CB0-440D-9989-FF5D43008AB1}" type="sibTrans" cxnId="{BF4FB74C-CFCC-4CE9-91F9-3F442206029A}">
      <dgm:prSet/>
      <dgm:spPr/>
      <dgm:t>
        <a:bodyPr/>
        <a:lstStyle/>
        <a:p>
          <a:endParaRPr lang="en-US"/>
        </a:p>
      </dgm:t>
    </dgm:pt>
    <dgm:pt modelId="{81BF10C3-150A-42D8-80BC-C489D0B8C2D7}">
      <dgm:prSet phldr="0"/>
      <dgm:spPr/>
      <dgm:t>
        <a:bodyPr/>
        <a:lstStyle/>
        <a:p>
          <a:pPr>
            <a:lnSpc>
              <a:spcPct val="100000"/>
            </a:lnSpc>
          </a:pPr>
          <a:endParaRPr lang="en-US" dirty="0">
            <a:latin typeface="Trebuchet MS" panose="020B0603020202020204"/>
          </a:endParaRPr>
        </a:p>
      </dgm:t>
    </dgm:pt>
    <dgm:pt modelId="{2DDE1BF9-3A6A-4A77-8656-3DF1079FA5EF}" type="parTrans" cxnId="{4E0AF8C6-A06A-4C54-937A-FB4CABE7EAE7}">
      <dgm:prSet/>
      <dgm:spPr/>
    </dgm:pt>
    <dgm:pt modelId="{4213E4B0-CC14-40E6-9824-EA35CCFD9A63}" type="sibTrans" cxnId="{4E0AF8C6-A06A-4C54-937A-FB4CABE7EAE7}">
      <dgm:prSet/>
      <dgm:spPr/>
    </dgm:pt>
    <dgm:pt modelId="{05EDBA74-FDBD-4C25-B5E0-FF029B4A7CC8}">
      <dgm:prSet phldr="0"/>
      <dgm:spPr/>
      <dgm:t>
        <a:bodyPr/>
        <a:lstStyle/>
        <a:p>
          <a:pPr>
            <a:lnSpc>
              <a:spcPct val="100000"/>
            </a:lnSpc>
          </a:pPr>
          <a:r>
            <a:rPr lang="en-US" dirty="0"/>
            <a:t>4024007153999524701</a:t>
          </a:r>
        </a:p>
      </dgm:t>
    </dgm:pt>
    <dgm:pt modelId="{6D064982-7C02-48FE-A007-6AE71A8E6026}" type="parTrans" cxnId="{5DDC3AD3-E777-478E-BF5A-5E6BDD0A288F}">
      <dgm:prSet/>
      <dgm:spPr/>
    </dgm:pt>
    <dgm:pt modelId="{D4440BB4-6B55-43A4-88A9-4E64FFE313A2}" type="sibTrans" cxnId="{5DDC3AD3-E777-478E-BF5A-5E6BDD0A288F}">
      <dgm:prSet/>
      <dgm:spPr/>
    </dgm:pt>
    <dgm:pt modelId="{47DABEA2-F99E-440E-93B3-F1DC968D58A7}">
      <dgm:prSet phldr="0"/>
      <dgm:spPr/>
      <dgm:t>
        <a:bodyPr/>
        <a:lstStyle/>
        <a:p>
          <a:pPr algn="l" rtl="0">
            <a:lnSpc>
              <a:spcPct val="100000"/>
            </a:lnSpc>
          </a:pPr>
          <a:r>
            <a:rPr lang="en-US" dirty="0"/>
            <a:t>VISA:</a:t>
          </a:r>
          <a:endParaRPr lang="en-US" dirty="0">
            <a:latin typeface="Trebuchet MS" panose="020B0603020202020204"/>
          </a:endParaRPr>
        </a:p>
      </dgm:t>
    </dgm:pt>
    <dgm:pt modelId="{866CD5F7-D6AB-4E63-BEB4-FE74774CAFC8}" type="parTrans" cxnId="{50E1477E-DC2D-425C-9507-D4FEB0AA19B2}">
      <dgm:prSet/>
      <dgm:spPr/>
    </dgm:pt>
    <dgm:pt modelId="{879AC137-B9D5-40B1-ACC1-1BA26537E353}" type="sibTrans" cxnId="{50E1477E-DC2D-425C-9507-D4FEB0AA19B2}">
      <dgm:prSet/>
      <dgm:spPr/>
    </dgm:pt>
    <dgm:pt modelId="{DD872976-691C-4E1F-A27E-8EAEA7E87727}">
      <dgm:prSet phldr="0"/>
      <dgm:spPr/>
      <dgm:t>
        <a:bodyPr/>
        <a:lstStyle/>
        <a:p>
          <a:pPr algn="l">
            <a:lnSpc>
              <a:spcPct val="100000"/>
            </a:lnSpc>
          </a:pPr>
          <a:r>
            <a:rPr lang="en-US" dirty="0"/>
            <a:t>4916051835416049</a:t>
          </a:r>
        </a:p>
      </dgm:t>
    </dgm:pt>
    <dgm:pt modelId="{BF22A761-775B-403D-9C4B-13C4B34ADC5F}" type="parTrans" cxnId="{0B372E21-7DF5-4BC2-9152-B57DFF7BE9A5}">
      <dgm:prSet/>
      <dgm:spPr/>
    </dgm:pt>
    <dgm:pt modelId="{7D71F619-9C20-4901-B061-44F136A5F77F}" type="sibTrans" cxnId="{0B372E21-7DF5-4BC2-9152-B57DFF7BE9A5}">
      <dgm:prSet/>
      <dgm:spPr/>
    </dgm:pt>
    <dgm:pt modelId="{DDC71BBA-37DB-4A07-91C0-2EBBCE04C9C8}">
      <dgm:prSet phldr="0"/>
      <dgm:spPr/>
      <dgm:t>
        <a:bodyPr/>
        <a:lstStyle/>
        <a:p>
          <a:pPr algn="l">
            <a:lnSpc>
              <a:spcPct val="100000"/>
            </a:lnSpc>
          </a:pPr>
          <a:r>
            <a:rPr lang="en-US" dirty="0"/>
            <a:t>4664397414603927</a:t>
          </a:r>
        </a:p>
      </dgm:t>
    </dgm:pt>
    <dgm:pt modelId="{675066EF-B92A-4329-8A48-DE09710B1B43}" type="parTrans" cxnId="{D0CC9415-81A0-47D1-88D4-D381DA676DBB}">
      <dgm:prSet/>
      <dgm:spPr/>
    </dgm:pt>
    <dgm:pt modelId="{B13DEEAB-B558-4B00-BA23-D2D6239A2CD3}" type="sibTrans" cxnId="{D0CC9415-81A0-47D1-88D4-D381DA676DBB}">
      <dgm:prSet/>
      <dgm:spPr/>
    </dgm:pt>
    <dgm:pt modelId="{3D28171C-E74A-4181-B30A-7321A1A185BF}" type="pres">
      <dgm:prSet presAssocID="{677BF717-DC47-4C41-ACCC-1E786F59BF75}" presName="root" presStyleCnt="0">
        <dgm:presLayoutVars>
          <dgm:dir/>
          <dgm:resizeHandles val="exact"/>
        </dgm:presLayoutVars>
      </dgm:prSet>
      <dgm:spPr/>
    </dgm:pt>
    <dgm:pt modelId="{AFB580D5-B287-4EE1-97EF-70447ECE2EDD}" type="pres">
      <dgm:prSet presAssocID="{56B34FDE-09BC-411D-9A88-D4F20D15BC3A}" presName="compNode" presStyleCnt="0"/>
      <dgm:spPr/>
    </dgm:pt>
    <dgm:pt modelId="{82B0AD04-7350-4C69-97C0-61C22183222B}" type="pres">
      <dgm:prSet presAssocID="{56B34FDE-09BC-411D-9A88-D4F20D15BC3A}" presName="bgRect" presStyleLbl="bgShp" presStyleIdx="0" presStyleCnt="8"/>
      <dgm:spPr/>
    </dgm:pt>
    <dgm:pt modelId="{2A1EAE58-6852-4D06-9738-EE50EDF8D437}" type="pres">
      <dgm:prSet presAssocID="{56B34FDE-09BC-411D-9A88-D4F20D15BC3A}" presName="iconRect" presStyleLbl="node1" presStyleIdx="0" presStyleCnt="8"/>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eadphones"/>
        </a:ext>
      </dgm:extLst>
    </dgm:pt>
    <dgm:pt modelId="{4173FAF3-5640-4A4C-B5B2-20F62A1A2575}" type="pres">
      <dgm:prSet presAssocID="{56B34FDE-09BC-411D-9A88-D4F20D15BC3A}" presName="spaceRect" presStyleCnt="0"/>
      <dgm:spPr/>
    </dgm:pt>
    <dgm:pt modelId="{AE0CA5C2-E1BA-400D-846B-6A588F4124E4}" type="pres">
      <dgm:prSet presAssocID="{56B34FDE-09BC-411D-9A88-D4F20D15BC3A}" presName="parTx" presStyleLbl="revTx" presStyleIdx="0" presStyleCnt="8">
        <dgm:presLayoutVars>
          <dgm:chMax val="0"/>
          <dgm:chPref val="0"/>
        </dgm:presLayoutVars>
      </dgm:prSet>
      <dgm:spPr/>
    </dgm:pt>
    <dgm:pt modelId="{87D72D37-3826-41BF-94C2-A69D43C8A998}" type="pres">
      <dgm:prSet presAssocID="{74BDBC26-345F-48D1-B9AF-D1AF476B99B3}" presName="sibTrans" presStyleCnt="0"/>
      <dgm:spPr/>
    </dgm:pt>
    <dgm:pt modelId="{03094DAA-3089-4E82-B242-589B65070F6F}" type="pres">
      <dgm:prSet presAssocID="{C72728BB-0074-48B5-9D97-761D6455CB1F}" presName="compNode" presStyleCnt="0"/>
      <dgm:spPr/>
    </dgm:pt>
    <dgm:pt modelId="{F633DB1A-A300-4B19-BA61-64319C34DCA6}" type="pres">
      <dgm:prSet presAssocID="{C72728BB-0074-48B5-9D97-761D6455CB1F}" presName="bgRect" presStyleLbl="bgShp" presStyleIdx="1" presStyleCnt="8"/>
      <dgm:spPr/>
    </dgm:pt>
    <dgm:pt modelId="{C6DF12EC-B2D8-45C9-AF29-C405B98AA6CA}" type="pres">
      <dgm:prSet presAssocID="{C72728BB-0074-48B5-9D97-761D6455CB1F}" presName="iconRect" presStyleLbl="node1" presStyleIdx="1" presStyleCnt="8"/>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Eye"/>
        </a:ext>
      </dgm:extLst>
    </dgm:pt>
    <dgm:pt modelId="{E6E766A1-D8C4-4F5E-902F-832E214113B3}" type="pres">
      <dgm:prSet presAssocID="{C72728BB-0074-48B5-9D97-761D6455CB1F}" presName="spaceRect" presStyleCnt="0"/>
      <dgm:spPr/>
    </dgm:pt>
    <dgm:pt modelId="{E376F7DD-6B08-4579-8BFA-D617471A3B1A}" type="pres">
      <dgm:prSet presAssocID="{C72728BB-0074-48B5-9D97-761D6455CB1F}" presName="parTx" presStyleLbl="revTx" presStyleIdx="1" presStyleCnt="8">
        <dgm:presLayoutVars>
          <dgm:chMax val="0"/>
          <dgm:chPref val="0"/>
        </dgm:presLayoutVars>
      </dgm:prSet>
      <dgm:spPr/>
    </dgm:pt>
    <dgm:pt modelId="{B6A118CB-4627-4D8C-9A68-8A631C0F6141}" type="pres">
      <dgm:prSet presAssocID="{135225CE-12F4-448D-82C3-08D4AEB8FFFD}" presName="sibTrans" presStyleCnt="0"/>
      <dgm:spPr/>
    </dgm:pt>
    <dgm:pt modelId="{55C62729-3678-4683-82C4-D3C4C9E9CE0E}" type="pres">
      <dgm:prSet presAssocID="{C2724B2E-36A4-4B52-9F6A-5AF5CAB82ACC}" presName="compNode" presStyleCnt="0"/>
      <dgm:spPr/>
    </dgm:pt>
    <dgm:pt modelId="{176D7265-968B-4129-980D-C83A27E67B22}" type="pres">
      <dgm:prSet presAssocID="{C2724B2E-36A4-4B52-9F6A-5AF5CAB82ACC}" presName="bgRect" presStyleLbl="bgShp" presStyleIdx="2" presStyleCnt="8"/>
      <dgm:spPr/>
    </dgm:pt>
    <dgm:pt modelId="{08EEBF99-2B06-46CF-9577-55ECB3EB499D}" type="pres">
      <dgm:prSet presAssocID="{C2724B2E-36A4-4B52-9F6A-5AF5CAB82ACC}" presName="iconRect" presStyleLbl="node1" presStyleIdx="2" presStyleCnt="8"/>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Printer"/>
        </a:ext>
      </dgm:extLst>
    </dgm:pt>
    <dgm:pt modelId="{27C5FCC6-6177-4CEC-8E65-18C623A76CE3}" type="pres">
      <dgm:prSet presAssocID="{C2724B2E-36A4-4B52-9F6A-5AF5CAB82ACC}" presName="spaceRect" presStyleCnt="0"/>
      <dgm:spPr/>
    </dgm:pt>
    <dgm:pt modelId="{C7B3AA97-6485-4D92-B69D-F8A0F5D4E32D}" type="pres">
      <dgm:prSet presAssocID="{C2724B2E-36A4-4B52-9F6A-5AF5CAB82ACC}" presName="parTx" presStyleLbl="revTx" presStyleIdx="2" presStyleCnt="8">
        <dgm:presLayoutVars>
          <dgm:chMax val="0"/>
          <dgm:chPref val="0"/>
        </dgm:presLayoutVars>
      </dgm:prSet>
      <dgm:spPr/>
    </dgm:pt>
    <dgm:pt modelId="{0A838FF3-59AD-42F0-9D62-35CB6D0C515E}" type="pres">
      <dgm:prSet presAssocID="{8604F527-5CB0-440D-9989-FF5D43008AB1}" presName="sibTrans" presStyleCnt="0"/>
      <dgm:spPr/>
    </dgm:pt>
    <dgm:pt modelId="{15A19703-9A09-4B20-A6BE-CB08D06EB350}" type="pres">
      <dgm:prSet presAssocID="{81BF10C3-150A-42D8-80BC-C489D0B8C2D7}" presName="compNode" presStyleCnt="0"/>
      <dgm:spPr/>
    </dgm:pt>
    <dgm:pt modelId="{D54B4B2A-846C-4B85-925F-472334132463}" type="pres">
      <dgm:prSet presAssocID="{81BF10C3-150A-42D8-80BC-C489D0B8C2D7}" presName="bgRect" presStyleLbl="bgShp" presStyleIdx="3" presStyleCnt="8"/>
      <dgm:spPr/>
    </dgm:pt>
    <dgm:pt modelId="{DF711447-8ACD-44D1-AD90-200BF9AD5F08}" type="pres">
      <dgm:prSet presAssocID="{81BF10C3-150A-42D8-80BC-C489D0B8C2D7}" presName="iconRect" presStyleLbl="node1" presStyleIdx="3" presStyleCnt="8"/>
      <dgm:spPr/>
    </dgm:pt>
    <dgm:pt modelId="{8A09D812-5565-44F3-BC32-01D513F109CE}" type="pres">
      <dgm:prSet presAssocID="{81BF10C3-150A-42D8-80BC-C489D0B8C2D7}" presName="spaceRect" presStyleCnt="0"/>
      <dgm:spPr/>
    </dgm:pt>
    <dgm:pt modelId="{051227ED-0D98-4CBE-AB26-92C55BA7F89E}" type="pres">
      <dgm:prSet presAssocID="{81BF10C3-150A-42D8-80BC-C489D0B8C2D7}" presName="parTx" presStyleLbl="revTx" presStyleIdx="3" presStyleCnt="8">
        <dgm:presLayoutVars>
          <dgm:chMax val="0"/>
          <dgm:chPref val="0"/>
        </dgm:presLayoutVars>
      </dgm:prSet>
      <dgm:spPr/>
    </dgm:pt>
    <dgm:pt modelId="{8E6AF97F-45A3-42B4-B5FF-CEBD34DE209E}" type="pres">
      <dgm:prSet presAssocID="{4213E4B0-CC14-40E6-9824-EA35CCFD9A63}" presName="sibTrans" presStyleCnt="0"/>
      <dgm:spPr/>
    </dgm:pt>
    <dgm:pt modelId="{BA8B9BF5-DE93-471F-8406-49BB84F0FA7E}" type="pres">
      <dgm:prSet presAssocID="{47DABEA2-F99E-440E-93B3-F1DC968D58A7}" presName="compNode" presStyleCnt="0"/>
      <dgm:spPr/>
    </dgm:pt>
    <dgm:pt modelId="{BE8782A6-8A94-4ED4-8985-23B5402EE25D}" type="pres">
      <dgm:prSet presAssocID="{47DABEA2-F99E-440E-93B3-F1DC968D58A7}" presName="bgRect" presStyleLbl="bgShp" presStyleIdx="4" presStyleCnt="8"/>
      <dgm:spPr/>
    </dgm:pt>
    <dgm:pt modelId="{6FDC1EF2-4E2D-48D6-8397-64B632A19163}" type="pres">
      <dgm:prSet presAssocID="{47DABEA2-F99E-440E-93B3-F1DC968D58A7}" presName="iconRect" presStyleLbl="node1" presStyleIdx="4" presStyleCnt="8"/>
      <dgm:spPr/>
    </dgm:pt>
    <dgm:pt modelId="{B4F5D499-C109-4444-82BB-55C268C9E491}" type="pres">
      <dgm:prSet presAssocID="{47DABEA2-F99E-440E-93B3-F1DC968D58A7}" presName="spaceRect" presStyleCnt="0"/>
      <dgm:spPr/>
    </dgm:pt>
    <dgm:pt modelId="{BCC2CEE1-E1A5-4B42-BD89-7713A6DBBD9E}" type="pres">
      <dgm:prSet presAssocID="{47DABEA2-F99E-440E-93B3-F1DC968D58A7}" presName="parTx" presStyleLbl="revTx" presStyleIdx="4" presStyleCnt="8">
        <dgm:presLayoutVars>
          <dgm:chMax val="0"/>
          <dgm:chPref val="0"/>
        </dgm:presLayoutVars>
      </dgm:prSet>
      <dgm:spPr/>
    </dgm:pt>
    <dgm:pt modelId="{5EFEFEA6-1890-4028-9CEE-5AEEE1547DF0}" type="pres">
      <dgm:prSet presAssocID="{879AC137-B9D5-40B1-ACC1-1BA26537E353}" presName="sibTrans" presStyleCnt="0"/>
      <dgm:spPr/>
    </dgm:pt>
    <dgm:pt modelId="{0CADBB31-BB4A-4DCA-B803-61781E89B4DA}" type="pres">
      <dgm:prSet presAssocID="{DD872976-691C-4E1F-A27E-8EAEA7E87727}" presName="compNode" presStyleCnt="0"/>
      <dgm:spPr/>
    </dgm:pt>
    <dgm:pt modelId="{179C9BB9-66EF-45FD-A1EA-A3E81C9D30E8}" type="pres">
      <dgm:prSet presAssocID="{DD872976-691C-4E1F-A27E-8EAEA7E87727}" presName="bgRect" presStyleLbl="bgShp" presStyleIdx="5" presStyleCnt="8"/>
      <dgm:spPr/>
    </dgm:pt>
    <dgm:pt modelId="{0CD2C0F4-8BFB-4C66-981D-2BFFBB1B1748}" type="pres">
      <dgm:prSet presAssocID="{DD872976-691C-4E1F-A27E-8EAEA7E87727}" presName="iconRect" presStyleLbl="node1" presStyleIdx="5" presStyleCnt="8"/>
      <dgm:spPr/>
    </dgm:pt>
    <dgm:pt modelId="{802A3FDC-FFB5-45C7-91CF-9F461343FE62}" type="pres">
      <dgm:prSet presAssocID="{DD872976-691C-4E1F-A27E-8EAEA7E87727}" presName="spaceRect" presStyleCnt="0"/>
      <dgm:spPr/>
    </dgm:pt>
    <dgm:pt modelId="{7E788052-4381-45EA-BE03-955E54081DFE}" type="pres">
      <dgm:prSet presAssocID="{DD872976-691C-4E1F-A27E-8EAEA7E87727}" presName="parTx" presStyleLbl="revTx" presStyleIdx="5" presStyleCnt="8">
        <dgm:presLayoutVars>
          <dgm:chMax val="0"/>
          <dgm:chPref val="0"/>
        </dgm:presLayoutVars>
      </dgm:prSet>
      <dgm:spPr/>
    </dgm:pt>
    <dgm:pt modelId="{89C8C5B5-37C9-40BF-B90F-14112A3B4D61}" type="pres">
      <dgm:prSet presAssocID="{7D71F619-9C20-4901-B061-44F136A5F77F}" presName="sibTrans" presStyleCnt="0"/>
      <dgm:spPr/>
    </dgm:pt>
    <dgm:pt modelId="{6931DE8F-D6AE-4F48-B92E-CBDE5218DD32}" type="pres">
      <dgm:prSet presAssocID="{DDC71BBA-37DB-4A07-91C0-2EBBCE04C9C8}" presName="compNode" presStyleCnt="0"/>
      <dgm:spPr/>
    </dgm:pt>
    <dgm:pt modelId="{749A1023-FCF2-4D5E-BFA4-27553C75B90B}" type="pres">
      <dgm:prSet presAssocID="{DDC71BBA-37DB-4A07-91C0-2EBBCE04C9C8}" presName="bgRect" presStyleLbl="bgShp" presStyleIdx="6" presStyleCnt="8"/>
      <dgm:spPr/>
    </dgm:pt>
    <dgm:pt modelId="{6BE0A6C3-817E-494E-BC5F-A1B215015074}" type="pres">
      <dgm:prSet presAssocID="{DDC71BBA-37DB-4A07-91C0-2EBBCE04C9C8}" presName="iconRect" presStyleLbl="node1" presStyleIdx="6" presStyleCnt="8"/>
      <dgm:spPr/>
    </dgm:pt>
    <dgm:pt modelId="{431CF2C6-39DA-489E-B826-5580A87DEFA8}" type="pres">
      <dgm:prSet presAssocID="{DDC71BBA-37DB-4A07-91C0-2EBBCE04C9C8}" presName="spaceRect" presStyleCnt="0"/>
      <dgm:spPr/>
    </dgm:pt>
    <dgm:pt modelId="{CEAA7CA9-0CBC-426C-9CD2-93C02AE312CC}" type="pres">
      <dgm:prSet presAssocID="{DDC71BBA-37DB-4A07-91C0-2EBBCE04C9C8}" presName="parTx" presStyleLbl="revTx" presStyleIdx="6" presStyleCnt="8">
        <dgm:presLayoutVars>
          <dgm:chMax val="0"/>
          <dgm:chPref val="0"/>
        </dgm:presLayoutVars>
      </dgm:prSet>
      <dgm:spPr/>
    </dgm:pt>
    <dgm:pt modelId="{F0F8AA06-01D8-4CD3-A623-A46EFA747CE5}" type="pres">
      <dgm:prSet presAssocID="{B13DEEAB-B558-4B00-BA23-D2D6239A2CD3}" presName="sibTrans" presStyleCnt="0"/>
      <dgm:spPr/>
    </dgm:pt>
    <dgm:pt modelId="{B7C3873F-0FB3-475A-97E5-2A6DD8F07180}" type="pres">
      <dgm:prSet presAssocID="{05EDBA74-FDBD-4C25-B5E0-FF029B4A7CC8}" presName="compNode" presStyleCnt="0"/>
      <dgm:spPr/>
    </dgm:pt>
    <dgm:pt modelId="{057DD981-BBE2-4A71-A024-E8CD55FB1828}" type="pres">
      <dgm:prSet presAssocID="{05EDBA74-FDBD-4C25-B5E0-FF029B4A7CC8}" presName="bgRect" presStyleLbl="bgShp" presStyleIdx="7" presStyleCnt="8"/>
      <dgm:spPr/>
    </dgm:pt>
    <dgm:pt modelId="{69180C44-B641-4A2D-A149-1354BB086CBD}" type="pres">
      <dgm:prSet presAssocID="{05EDBA74-FDBD-4C25-B5E0-FF029B4A7CC8}" presName="iconRect" presStyleLbl="node1" presStyleIdx="7" presStyleCnt="8"/>
      <dgm:spPr/>
    </dgm:pt>
    <dgm:pt modelId="{A6F4230D-9B8C-4143-BD86-4B7218C1BEFC}" type="pres">
      <dgm:prSet presAssocID="{05EDBA74-FDBD-4C25-B5E0-FF029B4A7CC8}" presName="spaceRect" presStyleCnt="0"/>
      <dgm:spPr/>
    </dgm:pt>
    <dgm:pt modelId="{BDD1837F-7B67-482F-B1B1-28E70FF5EAA4}" type="pres">
      <dgm:prSet presAssocID="{05EDBA74-FDBD-4C25-B5E0-FF029B4A7CC8}" presName="parTx" presStyleLbl="revTx" presStyleIdx="7" presStyleCnt="8">
        <dgm:presLayoutVars>
          <dgm:chMax val="0"/>
          <dgm:chPref val="0"/>
        </dgm:presLayoutVars>
      </dgm:prSet>
      <dgm:spPr/>
    </dgm:pt>
  </dgm:ptLst>
  <dgm:cxnLst>
    <dgm:cxn modelId="{11D74900-5B8E-4883-B3CE-AE19B689AB5B}" type="presOf" srcId="{DDC71BBA-37DB-4A07-91C0-2EBBCE04C9C8}" destId="{CEAA7CA9-0CBC-426C-9CD2-93C02AE312CC}" srcOrd="0" destOrd="0" presId="urn:microsoft.com/office/officeart/2018/2/layout/IconVerticalSolidList"/>
    <dgm:cxn modelId="{D0CC9415-81A0-47D1-88D4-D381DA676DBB}" srcId="{677BF717-DC47-4C41-ACCC-1E786F59BF75}" destId="{DDC71BBA-37DB-4A07-91C0-2EBBCE04C9C8}" srcOrd="6" destOrd="0" parTransId="{675066EF-B92A-4329-8A48-DE09710B1B43}" sibTransId="{B13DEEAB-B558-4B00-BA23-D2D6239A2CD3}"/>
    <dgm:cxn modelId="{0B372E21-7DF5-4BC2-9152-B57DFF7BE9A5}" srcId="{677BF717-DC47-4C41-ACCC-1E786F59BF75}" destId="{DD872976-691C-4E1F-A27E-8EAEA7E87727}" srcOrd="5" destOrd="0" parTransId="{BF22A761-775B-403D-9C4B-13C4B34ADC5F}" sibTransId="{7D71F619-9C20-4901-B061-44F136A5F77F}"/>
    <dgm:cxn modelId="{B2CD5627-BF50-4F79-BA44-67C2065F4724}" type="presOf" srcId="{677BF717-DC47-4C41-ACCC-1E786F59BF75}" destId="{3D28171C-E74A-4181-B30A-7321A1A185BF}" srcOrd="0" destOrd="0" presId="urn:microsoft.com/office/officeart/2018/2/layout/IconVerticalSolidList"/>
    <dgm:cxn modelId="{565A4A35-42DC-485B-9773-9F5FAD40C5E3}" type="presOf" srcId="{DD872976-691C-4E1F-A27E-8EAEA7E87727}" destId="{7E788052-4381-45EA-BE03-955E54081DFE}" srcOrd="0" destOrd="0" presId="urn:microsoft.com/office/officeart/2018/2/layout/IconVerticalSolidList"/>
    <dgm:cxn modelId="{BF4FB74C-CFCC-4CE9-91F9-3F442206029A}" srcId="{677BF717-DC47-4C41-ACCC-1E786F59BF75}" destId="{C2724B2E-36A4-4B52-9F6A-5AF5CAB82ACC}" srcOrd="2" destOrd="0" parTransId="{873026B6-9ECB-41FB-8988-859B66B7130C}" sibTransId="{8604F527-5CB0-440D-9989-FF5D43008AB1}"/>
    <dgm:cxn modelId="{05139A78-3158-4CD7-99DB-8BA77DA1FACC}" type="presOf" srcId="{47DABEA2-F99E-440E-93B3-F1DC968D58A7}" destId="{BCC2CEE1-E1A5-4B42-BD89-7713A6DBBD9E}" srcOrd="0" destOrd="0" presId="urn:microsoft.com/office/officeart/2018/2/layout/IconVerticalSolidList"/>
    <dgm:cxn modelId="{50E1477E-DC2D-425C-9507-D4FEB0AA19B2}" srcId="{677BF717-DC47-4C41-ACCC-1E786F59BF75}" destId="{47DABEA2-F99E-440E-93B3-F1DC968D58A7}" srcOrd="4" destOrd="0" parTransId="{866CD5F7-D6AB-4E63-BEB4-FE74774CAFC8}" sibTransId="{879AC137-B9D5-40B1-ACC1-1BA26537E353}"/>
    <dgm:cxn modelId="{FC4F8681-BDFA-42FD-A032-999741CD0286}" type="presOf" srcId="{81BF10C3-150A-42D8-80BC-C489D0B8C2D7}" destId="{051227ED-0D98-4CBE-AB26-92C55BA7F89E}" srcOrd="0" destOrd="0" presId="urn:microsoft.com/office/officeart/2018/2/layout/IconVerticalSolidList"/>
    <dgm:cxn modelId="{8E68B29A-29F5-4392-97B9-2B4A5539C81B}" srcId="{677BF717-DC47-4C41-ACCC-1E786F59BF75}" destId="{56B34FDE-09BC-411D-9A88-D4F20D15BC3A}" srcOrd="0" destOrd="0" parTransId="{9D8F078A-80E7-42B8-827D-CC4CA6858387}" sibTransId="{74BDBC26-345F-48D1-B9AF-D1AF476B99B3}"/>
    <dgm:cxn modelId="{7BB770AB-9AB2-42F8-9E47-BCE547D3EC75}" type="presOf" srcId="{C72728BB-0074-48B5-9D97-761D6455CB1F}" destId="{E376F7DD-6B08-4579-8BFA-D617471A3B1A}" srcOrd="0" destOrd="0" presId="urn:microsoft.com/office/officeart/2018/2/layout/IconVerticalSolidList"/>
    <dgm:cxn modelId="{F26084B2-5140-4C71-A77E-6542DBF3B4E5}" srcId="{677BF717-DC47-4C41-ACCC-1E786F59BF75}" destId="{C72728BB-0074-48B5-9D97-761D6455CB1F}" srcOrd="1" destOrd="0" parTransId="{667E267A-8FAA-4796-8FAA-D210BD7E161C}" sibTransId="{135225CE-12F4-448D-82C3-08D4AEB8FFFD}"/>
    <dgm:cxn modelId="{4E0AF8C6-A06A-4C54-937A-FB4CABE7EAE7}" srcId="{677BF717-DC47-4C41-ACCC-1E786F59BF75}" destId="{81BF10C3-150A-42D8-80BC-C489D0B8C2D7}" srcOrd="3" destOrd="0" parTransId="{2DDE1BF9-3A6A-4A77-8656-3DF1079FA5EF}" sibTransId="{4213E4B0-CC14-40E6-9824-EA35CCFD9A63}"/>
    <dgm:cxn modelId="{5EFE0BCF-6A77-4CDC-AD2F-B90DFE7945CF}" type="presOf" srcId="{C2724B2E-36A4-4B52-9F6A-5AF5CAB82ACC}" destId="{C7B3AA97-6485-4D92-B69D-F8A0F5D4E32D}" srcOrd="0" destOrd="0" presId="urn:microsoft.com/office/officeart/2018/2/layout/IconVerticalSolidList"/>
    <dgm:cxn modelId="{5DDC3AD3-E777-478E-BF5A-5E6BDD0A288F}" srcId="{677BF717-DC47-4C41-ACCC-1E786F59BF75}" destId="{05EDBA74-FDBD-4C25-B5E0-FF029B4A7CC8}" srcOrd="7" destOrd="0" parTransId="{6D064982-7C02-48FE-A007-6AE71A8E6026}" sibTransId="{D4440BB4-6B55-43A4-88A9-4E64FFE313A2}"/>
    <dgm:cxn modelId="{1F7DA5F7-48DC-409F-A509-3004E0FEE033}" type="presOf" srcId="{05EDBA74-FDBD-4C25-B5E0-FF029B4A7CC8}" destId="{BDD1837F-7B67-482F-B1B1-28E70FF5EAA4}" srcOrd="0" destOrd="0" presId="urn:microsoft.com/office/officeart/2018/2/layout/IconVerticalSolidList"/>
    <dgm:cxn modelId="{75A08EF9-C7FB-4631-A34B-5A909C7273D8}" type="presOf" srcId="{56B34FDE-09BC-411D-9A88-D4F20D15BC3A}" destId="{AE0CA5C2-E1BA-400D-846B-6A588F4124E4}" srcOrd="0" destOrd="0" presId="urn:microsoft.com/office/officeart/2018/2/layout/IconVerticalSolidList"/>
    <dgm:cxn modelId="{EFB3920C-C86B-4104-984A-B46D669AC202}" type="presParOf" srcId="{3D28171C-E74A-4181-B30A-7321A1A185BF}" destId="{AFB580D5-B287-4EE1-97EF-70447ECE2EDD}" srcOrd="0" destOrd="0" presId="urn:microsoft.com/office/officeart/2018/2/layout/IconVerticalSolidList"/>
    <dgm:cxn modelId="{F27B7D91-F6E8-4CD7-89F8-A1C693D1B43B}" type="presParOf" srcId="{AFB580D5-B287-4EE1-97EF-70447ECE2EDD}" destId="{82B0AD04-7350-4C69-97C0-61C22183222B}" srcOrd="0" destOrd="0" presId="urn:microsoft.com/office/officeart/2018/2/layout/IconVerticalSolidList"/>
    <dgm:cxn modelId="{E3D92352-225B-46F1-A2BE-4743DCF0EF94}" type="presParOf" srcId="{AFB580D5-B287-4EE1-97EF-70447ECE2EDD}" destId="{2A1EAE58-6852-4D06-9738-EE50EDF8D437}" srcOrd="1" destOrd="0" presId="urn:microsoft.com/office/officeart/2018/2/layout/IconVerticalSolidList"/>
    <dgm:cxn modelId="{908BA7CB-088F-416E-8079-BAA7E80567E3}" type="presParOf" srcId="{AFB580D5-B287-4EE1-97EF-70447ECE2EDD}" destId="{4173FAF3-5640-4A4C-B5B2-20F62A1A2575}" srcOrd="2" destOrd="0" presId="urn:microsoft.com/office/officeart/2018/2/layout/IconVerticalSolidList"/>
    <dgm:cxn modelId="{F68274AD-6D0F-4E70-8F77-B3746FBC3173}" type="presParOf" srcId="{AFB580D5-B287-4EE1-97EF-70447ECE2EDD}" destId="{AE0CA5C2-E1BA-400D-846B-6A588F4124E4}" srcOrd="3" destOrd="0" presId="urn:microsoft.com/office/officeart/2018/2/layout/IconVerticalSolidList"/>
    <dgm:cxn modelId="{BA8097ED-B4FC-4270-9EAD-0A0B3C0900EC}" type="presParOf" srcId="{3D28171C-E74A-4181-B30A-7321A1A185BF}" destId="{87D72D37-3826-41BF-94C2-A69D43C8A998}" srcOrd="1" destOrd="0" presId="urn:microsoft.com/office/officeart/2018/2/layout/IconVerticalSolidList"/>
    <dgm:cxn modelId="{147F9915-A24C-4CD7-BF50-2A736FA2C36F}" type="presParOf" srcId="{3D28171C-E74A-4181-B30A-7321A1A185BF}" destId="{03094DAA-3089-4E82-B242-589B65070F6F}" srcOrd="2" destOrd="0" presId="urn:microsoft.com/office/officeart/2018/2/layout/IconVerticalSolidList"/>
    <dgm:cxn modelId="{A5771B49-A3BE-42A5-84A3-0EA3848BF69A}" type="presParOf" srcId="{03094DAA-3089-4E82-B242-589B65070F6F}" destId="{F633DB1A-A300-4B19-BA61-64319C34DCA6}" srcOrd="0" destOrd="0" presId="urn:microsoft.com/office/officeart/2018/2/layout/IconVerticalSolidList"/>
    <dgm:cxn modelId="{A0C57C92-47EE-452D-BDD7-3AE53F27FCA2}" type="presParOf" srcId="{03094DAA-3089-4E82-B242-589B65070F6F}" destId="{C6DF12EC-B2D8-45C9-AF29-C405B98AA6CA}" srcOrd="1" destOrd="0" presId="urn:microsoft.com/office/officeart/2018/2/layout/IconVerticalSolidList"/>
    <dgm:cxn modelId="{AD421FE5-CB22-4F20-A0AA-5C9AD515B15A}" type="presParOf" srcId="{03094DAA-3089-4E82-B242-589B65070F6F}" destId="{E6E766A1-D8C4-4F5E-902F-832E214113B3}" srcOrd="2" destOrd="0" presId="urn:microsoft.com/office/officeart/2018/2/layout/IconVerticalSolidList"/>
    <dgm:cxn modelId="{16583F5D-8C01-4A37-8EE2-DC4410DB07B4}" type="presParOf" srcId="{03094DAA-3089-4E82-B242-589B65070F6F}" destId="{E376F7DD-6B08-4579-8BFA-D617471A3B1A}" srcOrd="3" destOrd="0" presId="urn:microsoft.com/office/officeart/2018/2/layout/IconVerticalSolidList"/>
    <dgm:cxn modelId="{330CCB13-81BC-43DF-86FE-6577ED092D24}" type="presParOf" srcId="{3D28171C-E74A-4181-B30A-7321A1A185BF}" destId="{B6A118CB-4627-4D8C-9A68-8A631C0F6141}" srcOrd="3" destOrd="0" presId="urn:microsoft.com/office/officeart/2018/2/layout/IconVerticalSolidList"/>
    <dgm:cxn modelId="{8298BAAA-A52A-4B01-800C-72981A84CCBC}" type="presParOf" srcId="{3D28171C-E74A-4181-B30A-7321A1A185BF}" destId="{55C62729-3678-4683-82C4-D3C4C9E9CE0E}" srcOrd="4" destOrd="0" presId="urn:microsoft.com/office/officeart/2018/2/layout/IconVerticalSolidList"/>
    <dgm:cxn modelId="{B443F2D3-ADA6-4324-AB3F-7D188B8CC065}" type="presParOf" srcId="{55C62729-3678-4683-82C4-D3C4C9E9CE0E}" destId="{176D7265-968B-4129-980D-C83A27E67B22}" srcOrd="0" destOrd="0" presId="urn:microsoft.com/office/officeart/2018/2/layout/IconVerticalSolidList"/>
    <dgm:cxn modelId="{184A17B0-12D3-4B16-88A5-6C7D17A96C1F}" type="presParOf" srcId="{55C62729-3678-4683-82C4-D3C4C9E9CE0E}" destId="{08EEBF99-2B06-46CF-9577-55ECB3EB499D}" srcOrd="1" destOrd="0" presId="urn:microsoft.com/office/officeart/2018/2/layout/IconVerticalSolidList"/>
    <dgm:cxn modelId="{D7027CB0-6939-4AB1-9581-282C890E62B4}" type="presParOf" srcId="{55C62729-3678-4683-82C4-D3C4C9E9CE0E}" destId="{27C5FCC6-6177-4CEC-8E65-18C623A76CE3}" srcOrd="2" destOrd="0" presId="urn:microsoft.com/office/officeart/2018/2/layout/IconVerticalSolidList"/>
    <dgm:cxn modelId="{B396E348-8F3B-40FF-AA4D-7D6C7C83A817}" type="presParOf" srcId="{55C62729-3678-4683-82C4-D3C4C9E9CE0E}" destId="{C7B3AA97-6485-4D92-B69D-F8A0F5D4E32D}" srcOrd="3" destOrd="0" presId="urn:microsoft.com/office/officeart/2018/2/layout/IconVerticalSolidList"/>
    <dgm:cxn modelId="{16CAA075-F2F4-42A8-8641-CC7E60F105D0}" type="presParOf" srcId="{3D28171C-E74A-4181-B30A-7321A1A185BF}" destId="{0A838FF3-59AD-42F0-9D62-35CB6D0C515E}" srcOrd="5" destOrd="0" presId="urn:microsoft.com/office/officeart/2018/2/layout/IconVerticalSolidList"/>
    <dgm:cxn modelId="{20465613-6FC0-4A5D-95F0-3F9B476DC3FB}" type="presParOf" srcId="{3D28171C-E74A-4181-B30A-7321A1A185BF}" destId="{15A19703-9A09-4B20-A6BE-CB08D06EB350}" srcOrd="6" destOrd="0" presId="urn:microsoft.com/office/officeart/2018/2/layout/IconVerticalSolidList"/>
    <dgm:cxn modelId="{DE737845-757D-40B8-A828-5BF71B79108C}" type="presParOf" srcId="{15A19703-9A09-4B20-A6BE-CB08D06EB350}" destId="{D54B4B2A-846C-4B85-925F-472334132463}" srcOrd="0" destOrd="0" presId="urn:microsoft.com/office/officeart/2018/2/layout/IconVerticalSolidList"/>
    <dgm:cxn modelId="{7C4E3F32-5BC9-4DCF-AA87-3E263410AB76}" type="presParOf" srcId="{15A19703-9A09-4B20-A6BE-CB08D06EB350}" destId="{DF711447-8ACD-44D1-AD90-200BF9AD5F08}" srcOrd="1" destOrd="0" presId="urn:microsoft.com/office/officeart/2018/2/layout/IconVerticalSolidList"/>
    <dgm:cxn modelId="{46615FA0-A925-47AA-87A6-D63331AF0EE4}" type="presParOf" srcId="{15A19703-9A09-4B20-A6BE-CB08D06EB350}" destId="{8A09D812-5565-44F3-BC32-01D513F109CE}" srcOrd="2" destOrd="0" presId="urn:microsoft.com/office/officeart/2018/2/layout/IconVerticalSolidList"/>
    <dgm:cxn modelId="{57194611-8D56-422B-9D1F-22D50040CE24}" type="presParOf" srcId="{15A19703-9A09-4B20-A6BE-CB08D06EB350}" destId="{051227ED-0D98-4CBE-AB26-92C55BA7F89E}" srcOrd="3" destOrd="0" presId="urn:microsoft.com/office/officeart/2018/2/layout/IconVerticalSolidList"/>
    <dgm:cxn modelId="{6D6A4363-A837-4212-ACAC-AC8C5C08F6A4}" type="presParOf" srcId="{3D28171C-E74A-4181-B30A-7321A1A185BF}" destId="{8E6AF97F-45A3-42B4-B5FF-CEBD34DE209E}" srcOrd="7" destOrd="0" presId="urn:microsoft.com/office/officeart/2018/2/layout/IconVerticalSolidList"/>
    <dgm:cxn modelId="{4825F2E5-AAAC-4E42-A79A-ECCB9C8BCADD}" type="presParOf" srcId="{3D28171C-E74A-4181-B30A-7321A1A185BF}" destId="{BA8B9BF5-DE93-471F-8406-49BB84F0FA7E}" srcOrd="8" destOrd="0" presId="urn:microsoft.com/office/officeart/2018/2/layout/IconVerticalSolidList"/>
    <dgm:cxn modelId="{239B3339-ED49-4F25-9CA2-3E8AAC9A93F9}" type="presParOf" srcId="{BA8B9BF5-DE93-471F-8406-49BB84F0FA7E}" destId="{BE8782A6-8A94-4ED4-8985-23B5402EE25D}" srcOrd="0" destOrd="0" presId="urn:microsoft.com/office/officeart/2018/2/layout/IconVerticalSolidList"/>
    <dgm:cxn modelId="{50AE21C4-3558-4EAD-B232-1543141DD273}" type="presParOf" srcId="{BA8B9BF5-DE93-471F-8406-49BB84F0FA7E}" destId="{6FDC1EF2-4E2D-48D6-8397-64B632A19163}" srcOrd="1" destOrd="0" presId="urn:microsoft.com/office/officeart/2018/2/layout/IconVerticalSolidList"/>
    <dgm:cxn modelId="{D523D649-77C0-41C3-939E-7DFF632279B9}" type="presParOf" srcId="{BA8B9BF5-DE93-471F-8406-49BB84F0FA7E}" destId="{B4F5D499-C109-4444-82BB-55C268C9E491}" srcOrd="2" destOrd="0" presId="urn:microsoft.com/office/officeart/2018/2/layout/IconVerticalSolidList"/>
    <dgm:cxn modelId="{6863DCE2-4CEF-4F2C-A055-7D7002065A84}" type="presParOf" srcId="{BA8B9BF5-DE93-471F-8406-49BB84F0FA7E}" destId="{BCC2CEE1-E1A5-4B42-BD89-7713A6DBBD9E}" srcOrd="3" destOrd="0" presId="urn:microsoft.com/office/officeart/2018/2/layout/IconVerticalSolidList"/>
    <dgm:cxn modelId="{730BBAD9-5570-49E8-A19A-3E7152560C24}" type="presParOf" srcId="{3D28171C-E74A-4181-B30A-7321A1A185BF}" destId="{5EFEFEA6-1890-4028-9CEE-5AEEE1547DF0}" srcOrd="9" destOrd="0" presId="urn:microsoft.com/office/officeart/2018/2/layout/IconVerticalSolidList"/>
    <dgm:cxn modelId="{2118AB42-A597-4F30-BA53-E44AF41E3849}" type="presParOf" srcId="{3D28171C-E74A-4181-B30A-7321A1A185BF}" destId="{0CADBB31-BB4A-4DCA-B803-61781E89B4DA}" srcOrd="10" destOrd="0" presId="urn:microsoft.com/office/officeart/2018/2/layout/IconVerticalSolidList"/>
    <dgm:cxn modelId="{BC8297E7-231D-4755-A573-78D2D7976E3A}" type="presParOf" srcId="{0CADBB31-BB4A-4DCA-B803-61781E89B4DA}" destId="{179C9BB9-66EF-45FD-A1EA-A3E81C9D30E8}" srcOrd="0" destOrd="0" presId="urn:microsoft.com/office/officeart/2018/2/layout/IconVerticalSolidList"/>
    <dgm:cxn modelId="{2F1202D3-5C7C-484C-A0CB-11E2C384C209}" type="presParOf" srcId="{0CADBB31-BB4A-4DCA-B803-61781E89B4DA}" destId="{0CD2C0F4-8BFB-4C66-981D-2BFFBB1B1748}" srcOrd="1" destOrd="0" presId="urn:microsoft.com/office/officeart/2018/2/layout/IconVerticalSolidList"/>
    <dgm:cxn modelId="{902D6D89-EE32-4A5E-ADF0-743BD9233E8E}" type="presParOf" srcId="{0CADBB31-BB4A-4DCA-B803-61781E89B4DA}" destId="{802A3FDC-FFB5-45C7-91CF-9F461343FE62}" srcOrd="2" destOrd="0" presId="urn:microsoft.com/office/officeart/2018/2/layout/IconVerticalSolidList"/>
    <dgm:cxn modelId="{370BA97A-9435-449F-9D7C-9B5E70B18438}" type="presParOf" srcId="{0CADBB31-BB4A-4DCA-B803-61781E89B4DA}" destId="{7E788052-4381-45EA-BE03-955E54081DFE}" srcOrd="3" destOrd="0" presId="urn:microsoft.com/office/officeart/2018/2/layout/IconVerticalSolidList"/>
    <dgm:cxn modelId="{6B49876C-0A53-4142-A2B6-21F39FF1B3A4}" type="presParOf" srcId="{3D28171C-E74A-4181-B30A-7321A1A185BF}" destId="{89C8C5B5-37C9-40BF-B90F-14112A3B4D61}" srcOrd="11" destOrd="0" presId="urn:microsoft.com/office/officeart/2018/2/layout/IconVerticalSolidList"/>
    <dgm:cxn modelId="{8437BE5B-C849-4084-9069-3394715D0A8A}" type="presParOf" srcId="{3D28171C-E74A-4181-B30A-7321A1A185BF}" destId="{6931DE8F-D6AE-4F48-B92E-CBDE5218DD32}" srcOrd="12" destOrd="0" presId="urn:microsoft.com/office/officeart/2018/2/layout/IconVerticalSolidList"/>
    <dgm:cxn modelId="{3CAA48E3-75D8-4D67-B011-A1AD833578B5}" type="presParOf" srcId="{6931DE8F-D6AE-4F48-B92E-CBDE5218DD32}" destId="{749A1023-FCF2-4D5E-BFA4-27553C75B90B}" srcOrd="0" destOrd="0" presId="urn:microsoft.com/office/officeart/2018/2/layout/IconVerticalSolidList"/>
    <dgm:cxn modelId="{1D6BA794-0C9B-438B-BE08-CC84F76882FF}" type="presParOf" srcId="{6931DE8F-D6AE-4F48-B92E-CBDE5218DD32}" destId="{6BE0A6C3-817E-494E-BC5F-A1B215015074}" srcOrd="1" destOrd="0" presId="urn:microsoft.com/office/officeart/2018/2/layout/IconVerticalSolidList"/>
    <dgm:cxn modelId="{D9A25753-6E1D-430B-9372-1DF94C9BD764}" type="presParOf" srcId="{6931DE8F-D6AE-4F48-B92E-CBDE5218DD32}" destId="{431CF2C6-39DA-489E-B826-5580A87DEFA8}" srcOrd="2" destOrd="0" presId="urn:microsoft.com/office/officeart/2018/2/layout/IconVerticalSolidList"/>
    <dgm:cxn modelId="{46F21A2D-A190-433C-8C62-3F7DDC8212B9}" type="presParOf" srcId="{6931DE8F-D6AE-4F48-B92E-CBDE5218DD32}" destId="{CEAA7CA9-0CBC-426C-9CD2-93C02AE312CC}" srcOrd="3" destOrd="0" presId="urn:microsoft.com/office/officeart/2018/2/layout/IconVerticalSolidList"/>
    <dgm:cxn modelId="{741489D8-A1ED-481A-93AC-8A003CC727EF}" type="presParOf" srcId="{3D28171C-E74A-4181-B30A-7321A1A185BF}" destId="{F0F8AA06-01D8-4CD3-A623-A46EFA747CE5}" srcOrd="13" destOrd="0" presId="urn:microsoft.com/office/officeart/2018/2/layout/IconVerticalSolidList"/>
    <dgm:cxn modelId="{EA11B6B5-E4DC-4BCA-987D-52B59AC7F5F1}" type="presParOf" srcId="{3D28171C-E74A-4181-B30A-7321A1A185BF}" destId="{B7C3873F-0FB3-475A-97E5-2A6DD8F07180}" srcOrd="14" destOrd="0" presId="urn:microsoft.com/office/officeart/2018/2/layout/IconVerticalSolidList"/>
    <dgm:cxn modelId="{AFDB51EB-DD9F-414B-A68C-28300D5EA6D0}" type="presParOf" srcId="{B7C3873F-0FB3-475A-97E5-2A6DD8F07180}" destId="{057DD981-BBE2-4A71-A024-E8CD55FB1828}" srcOrd="0" destOrd="0" presId="urn:microsoft.com/office/officeart/2018/2/layout/IconVerticalSolidList"/>
    <dgm:cxn modelId="{8009D8A5-B673-4F3D-A5AA-A607D7B729CF}" type="presParOf" srcId="{B7C3873F-0FB3-475A-97E5-2A6DD8F07180}" destId="{69180C44-B641-4A2D-A149-1354BB086CBD}" srcOrd="1" destOrd="0" presId="urn:microsoft.com/office/officeart/2018/2/layout/IconVerticalSolidList"/>
    <dgm:cxn modelId="{ED90B1D6-2B74-4EA9-BB71-9C403EC6EA44}" type="presParOf" srcId="{B7C3873F-0FB3-475A-97E5-2A6DD8F07180}" destId="{A6F4230D-9B8C-4143-BD86-4B7218C1BEFC}" srcOrd="2" destOrd="0" presId="urn:microsoft.com/office/officeart/2018/2/layout/IconVerticalSolidList"/>
    <dgm:cxn modelId="{34A842DD-621E-45F3-AADD-6CACB42E145A}" type="presParOf" srcId="{B7C3873F-0FB3-475A-97E5-2A6DD8F07180}" destId="{BDD1837F-7B67-482F-B1B1-28E70FF5EAA4}" srcOrd="3" destOrd="0" presId="urn:microsoft.com/office/officeart/2018/2/layout/IconVerticalSolid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DD74854D-9AD4-46C9-B382-1CA361ECF03B}" type="doc">
      <dgm:prSet loTypeId="urn:microsoft.com/office/officeart/2018/layout/CircleProcess" loCatId="officeonline" qsTypeId="urn:microsoft.com/office/officeart/2005/8/quickstyle/simple1" qsCatId="simple" csTypeId="urn:microsoft.com/office/officeart/2005/8/colors/accent1_2" csCatId="accent1" phldr="1"/>
      <dgm:spPr/>
      <dgm:t>
        <a:bodyPr/>
        <a:lstStyle/>
        <a:p>
          <a:endParaRPr lang="ru-RU"/>
        </a:p>
      </dgm:t>
    </dgm:pt>
    <dgm:pt modelId="{77BE1F4E-118D-4304-9D24-1453E318C6A4}">
      <dgm:prSet phldrT="[Text]" custT="1"/>
      <dgm:spPr/>
      <dgm:t>
        <a:bodyPr/>
        <a:lstStyle/>
        <a:p>
          <a:r>
            <a:rPr lang="en-US" sz="2800" dirty="0"/>
            <a:t>Step 1</a:t>
          </a:r>
          <a:endParaRPr lang="ru-RU" sz="2800" dirty="0"/>
        </a:p>
      </dgm:t>
    </dgm:pt>
    <dgm:pt modelId="{C603C84C-616C-4EE6-B5A5-08B6A7AD0230}" type="parTrans" cxnId="{411375EA-CA21-4857-A0F7-F3B9D675AE3D}">
      <dgm:prSet/>
      <dgm:spPr/>
      <dgm:t>
        <a:bodyPr/>
        <a:lstStyle/>
        <a:p>
          <a:endParaRPr lang="ru-RU"/>
        </a:p>
      </dgm:t>
    </dgm:pt>
    <dgm:pt modelId="{19C5824F-42F8-4292-9143-AB06C37B1DC6}" type="sibTrans" cxnId="{411375EA-CA21-4857-A0F7-F3B9D675AE3D}">
      <dgm:prSet/>
      <dgm:spPr/>
      <dgm:t>
        <a:bodyPr/>
        <a:lstStyle/>
        <a:p>
          <a:endParaRPr lang="ru-RU"/>
        </a:p>
      </dgm:t>
    </dgm:pt>
    <dgm:pt modelId="{D5EE77C5-9CDD-4F68-A126-AD345E7A8042}">
      <dgm:prSet phldrT="[Text]" custT="1"/>
      <dgm:spPr>
        <a:solidFill>
          <a:schemeClr val="bg1"/>
        </a:solidFill>
        <a:ln>
          <a:noFill/>
        </a:ln>
      </dgm:spPr>
      <dgm:t>
        <a:bodyPr/>
        <a:lstStyle/>
        <a:p>
          <a:r>
            <a:rPr lang="en-US" sz="2800" dirty="0">
              <a:solidFill>
                <a:schemeClr val="accent1"/>
              </a:solidFill>
            </a:rPr>
            <a:t>Step 2</a:t>
          </a:r>
          <a:endParaRPr lang="ru-RU" sz="2800" dirty="0">
            <a:solidFill>
              <a:schemeClr val="accent1"/>
            </a:solidFill>
          </a:endParaRPr>
        </a:p>
      </dgm:t>
    </dgm:pt>
    <dgm:pt modelId="{D60D2118-7C86-4CCA-96B8-D7948643FF4F}" type="parTrans" cxnId="{654E655A-7BEE-4010-8F1B-1E6EAC0EB464}">
      <dgm:prSet/>
      <dgm:spPr/>
      <dgm:t>
        <a:bodyPr/>
        <a:lstStyle/>
        <a:p>
          <a:endParaRPr lang="ru-RU"/>
        </a:p>
      </dgm:t>
    </dgm:pt>
    <dgm:pt modelId="{EA9EF87C-A61F-4517-8D7D-A43FC75D6920}" type="sibTrans" cxnId="{654E655A-7BEE-4010-8F1B-1E6EAC0EB464}">
      <dgm:prSet/>
      <dgm:spPr/>
      <dgm:t>
        <a:bodyPr/>
        <a:lstStyle/>
        <a:p>
          <a:endParaRPr lang="ru-RU"/>
        </a:p>
      </dgm:t>
    </dgm:pt>
    <dgm:pt modelId="{1C211810-EC35-4323-AB8E-165A73483C3E}">
      <dgm:prSet phldrT="[Text]" custT="1"/>
      <dgm:spPr>
        <a:ln>
          <a:noFill/>
        </a:ln>
      </dgm:spPr>
      <dgm:t>
        <a:bodyPr/>
        <a:lstStyle/>
        <a:p>
          <a:r>
            <a:rPr lang="en-US" sz="2800" dirty="0"/>
            <a:t>Step 3</a:t>
          </a:r>
          <a:endParaRPr lang="ru-RU" sz="2800" dirty="0"/>
        </a:p>
      </dgm:t>
    </dgm:pt>
    <dgm:pt modelId="{970EDB94-05D8-41A1-9D63-B2858FF90223}" type="parTrans" cxnId="{C1D6266E-7CBE-41CE-8C60-5BCB26F81765}">
      <dgm:prSet/>
      <dgm:spPr/>
      <dgm:t>
        <a:bodyPr/>
        <a:lstStyle/>
        <a:p>
          <a:endParaRPr lang="ru-RU"/>
        </a:p>
      </dgm:t>
    </dgm:pt>
    <dgm:pt modelId="{EFDFF833-2389-49F2-A8D2-EE54261B86F2}" type="sibTrans" cxnId="{C1D6266E-7CBE-41CE-8C60-5BCB26F81765}">
      <dgm:prSet/>
      <dgm:spPr/>
      <dgm:t>
        <a:bodyPr/>
        <a:lstStyle/>
        <a:p>
          <a:endParaRPr lang="ru-RU"/>
        </a:p>
      </dgm:t>
    </dgm:pt>
    <dgm:pt modelId="{58985FCD-1DF8-48A5-AAAD-8E6AADA6A3C2}" type="pres">
      <dgm:prSet presAssocID="{DD74854D-9AD4-46C9-B382-1CA361ECF03B}" presName="Name0" presStyleCnt="0">
        <dgm:presLayoutVars>
          <dgm:chMax val="11"/>
          <dgm:chPref val="11"/>
          <dgm:dir/>
          <dgm:resizeHandles/>
        </dgm:presLayoutVars>
      </dgm:prSet>
      <dgm:spPr/>
    </dgm:pt>
    <dgm:pt modelId="{F4D580C2-594A-4C69-ADCF-37EC029FDCC9}" type="pres">
      <dgm:prSet presAssocID="{1C211810-EC35-4323-AB8E-165A73483C3E}" presName="Accent3" presStyleCnt="0"/>
      <dgm:spPr/>
    </dgm:pt>
    <dgm:pt modelId="{F55F095A-EF2D-4E7B-B3A2-D01921607CB3}" type="pres">
      <dgm:prSet presAssocID="{1C211810-EC35-4323-AB8E-165A73483C3E}" presName="Accent" presStyleLbl="node1" presStyleIdx="0" presStyleCnt="6"/>
      <dgm:spPr>
        <a:solidFill>
          <a:schemeClr val="tx1"/>
        </a:solidFill>
        <a:ln>
          <a:noFill/>
        </a:ln>
      </dgm:spPr>
    </dgm:pt>
    <dgm:pt modelId="{E661F07F-B585-4293-BA80-0F0A4E6C9AFC}" type="pres">
      <dgm:prSet presAssocID="{1C211810-EC35-4323-AB8E-165A73483C3E}" presName="ParentBackground3" presStyleCnt="0"/>
      <dgm:spPr/>
    </dgm:pt>
    <dgm:pt modelId="{2E9D8639-635A-47CA-82F5-C8FE2CDE2FEF}" type="pres">
      <dgm:prSet presAssocID="{1C211810-EC35-4323-AB8E-165A73483C3E}" presName="ParentBackground" presStyleLbl="node1" presStyleIdx="1" presStyleCnt="6"/>
      <dgm:spPr/>
    </dgm:pt>
    <dgm:pt modelId="{3DF83759-5939-4F66-9356-FA4097F79CF0}" type="pres">
      <dgm:prSet presAssocID="{1C211810-EC35-4323-AB8E-165A73483C3E}" presName="Parent3" presStyleLbl="fgAcc0" presStyleIdx="0" presStyleCnt="0">
        <dgm:presLayoutVars>
          <dgm:chMax val="1"/>
          <dgm:chPref val="1"/>
          <dgm:bulletEnabled val="1"/>
        </dgm:presLayoutVars>
      </dgm:prSet>
      <dgm:spPr/>
    </dgm:pt>
    <dgm:pt modelId="{38842F02-F8E5-4E8F-9E89-123E1DC99B7B}" type="pres">
      <dgm:prSet presAssocID="{D5EE77C5-9CDD-4F68-A126-AD345E7A8042}" presName="Accent2" presStyleCnt="0"/>
      <dgm:spPr/>
    </dgm:pt>
    <dgm:pt modelId="{3C45A882-C932-4A7A-AACC-873CAABAC936}" type="pres">
      <dgm:prSet presAssocID="{D5EE77C5-9CDD-4F68-A126-AD345E7A8042}" presName="Accent" presStyleLbl="node1" presStyleIdx="2" presStyleCnt="6"/>
      <dgm:spPr>
        <a:solidFill>
          <a:schemeClr val="tx1"/>
        </a:solidFill>
        <a:ln>
          <a:noFill/>
        </a:ln>
      </dgm:spPr>
    </dgm:pt>
    <dgm:pt modelId="{6FED367A-050C-479A-A75D-F57E94E1DB89}" type="pres">
      <dgm:prSet presAssocID="{D5EE77C5-9CDD-4F68-A126-AD345E7A8042}" presName="ParentBackground2" presStyleCnt="0"/>
      <dgm:spPr/>
    </dgm:pt>
    <dgm:pt modelId="{64B1D1D9-992F-46DA-8F20-3B9BE2D5030F}" type="pres">
      <dgm:prSet presAssocID="{D5EE77C5-9CDD-4F68-A126-AD345E7A8042}" presName="ParentBackground" presStyleLbl="node1" presStyleIdx="3" presStyleCnt="6"/>
      <dgm:spPr/>
    </dgm:pt>
    <dgm:pt modelId="{84204330-F53F-4FBD-8F96-3E7103937BAE}" type="pres">
      <dgm:prSet presAssocID="{D5EE77C5-9CDD-4F68-A126-AD345E7A8042}" presName="Parent2" presStyleLbl="fgAcc0" presStyleIdx="0" presStyleCnt="0">
        <dgm:presLayoutVars>
          <dgm:chMax val="1"/>
          <dgm:chPref val="1"/>
          <dgm:bulletEnabled val="1"/>
        </dgm:presLayoutVars>
      </dgm:prSet>
      <dgm:spPr/>
    </dgm:pt>
    <dgm:pt modelId="{425F2E4C-EB30-4A71-9D7A-FD9E04A5D135}" type="pres">
      <dgm:prSet presAssocID="{77BE1F4E-118D-4304-9D24-1453E318C6A4}" presName="Accent1" presStyleCnt="0"/>
      <dgm:spPr/>
    </dgm:pt>
    <dgm:pt modelId="{E2923B5A-B89A-4865-B34E-436A3447BFF4}" type="pres">
      <dgm:prSet presAssocID="{77BE1F4E-118D-4304-9D24-1453E318C6A4}" presName="Accent" presStyleLbl="node1" presStyleIdx="4" presStyleCnt="6"/>
      <dgm:spPr>
        <a:solidFill>
          <a:schemeClr val="tx1"/>
        </a:solidFill>
        <a:ln>
          <a:noFill/>
        </a:ln>
      </dgm:spPr>
    </dgm:pt>
    <dgm:pt modelId="{4CC8EBCD-96D4-48A7-A082-E4843D088663}" type="pres">
      <dgm:prSet presAssocID="{77BE1F4E-118D-4304-9D24-1453E318C6A4}" presName="ParentBackground1" presStyleCnt="0"/>
      <dgm:spPr/>
    </dgm:pt>
    <dgm:pt modelId="{C70E5E5A-85ED-4124-9D65-ACB6ECD0D091}" type="pres">
      <dgm:prSet presAssocID="{77BE1F4E-118D-4304-9D24-1453E318C6A4}" presName="ParentBackground" presStyleLbl="node1" presStyleIdx="5" presStyleCnt="6"/>
      <dgm:spPr/>
    </dgm:pt>
    <dgm:pt modelId="{DBEC0F9E-D053-416E-86A6-D3E669A6BF39}" type="pres">
      <dgm:prSet presAssocID="{77BE1F4E-118D-4304-9D24-1453E318C6A4}" presName="Parent1" presStyleLbl="fgAcc0" presStyleIdx="0" presStyleCnt="0">
        <dgm:presLayoutVars>
          <dgm:chMax val="1"/>
          <dgm:chPref val="1"/>
          <dgm:bulletEnabled val="1"/>
        </dgm:presLayoutVars>
      </dgm:prSet>
      <dgm:spPr/>
    </dgm:pt>
  </dgm:ptLst>
  <dgm:cxnLst>
    <dgm:cxn modelId="{51BD491B-EE14-4B6E-BFBA-D1F44668A872}" type="presOf" srcId="{77BE1F4E-118D-4304-9D24-1453E318C6A4}" destId="{C70E5E5A-85ED-4124-9D65-ACB6ECD0D091}" srcOrd="0" destOrd="0" presId="urn:microsoft.com/office/officeart/2018/layout/CircleProcess"/>
    <dgm:cxn modelId="{003B5321-F5D7-43B1-B966-03B47AC74BD9}" type="presOf" srcId="{77BE1F4E-118D-4304-9D24-1453E318C6A4}" destId="{DBEC0F9E-D053-416E-86A6-D3E669A6BF39}" srcOrd="1" destOrd="0" presId="urn:microsoft.com/office/officeart/2018/layout/CircleProcess"/>
    <dgm:cxn modelId="{C1D6266E-7CBE-41CE-8C60-5BCB26F81765}" srcId="{DD74854D-9AD4-46C9-B382-1CA361ECF03B}" destId="{1C211810-EC35-4323-AB8E-165A73483C3E}" srcOrd="2" destOrd="0" parTransId="{970EDB94-05D8-41A1-9D63-B2858FF90223}" sibTransId="{EFDFF833-2389-49F2-A8D2-EE54261B86F2}"/>
    <dgm:cxn modelId="{EEA78C54-267E-4935-B823-A36B13051562}" type="presOf" srcId="{D5EE77C5-9CDD-4F68-A126-AD345E7A8042}" destId="{84204330-F53F-4FBD-8F96-3E7103937BAE}" srcOrd="1" destOrd="0" presId="urn:microsoft.com/office/officeart/2018/layout/CircleProcess"/>
    <dgm:cxn modelId="{654E655A-7BEE-4010-8F1B-1E6EAC0EB464}" srcId="{DD74854D-9AD4-46C9-B382-1CA361ECF03B}" destId="{D5EE77C5-9CDD-4F68-A126-AD345E7A8042}" srcOrd="1" destOrd="0" parTransId="{D60D2118-7C86-4CCA-96B8-D7948643FF4F}" sibTransId="{EA9EF87C-A61F-4517-8D7D-A43FC75D6920}"/>
    <dgm:cxn modelId="{369B7F82-15F3-4437-8D1E-66B7139E80FF}" type="presOf" srcId="{1C211810-EC35-4323-AB8E-165A73483C3E}" destId="{3DF83759-5939-4F66-9356-FA4097F79CF0}" srcOrd="1" destOrd="0" presId="urn:microsoft.com/office/officeart/2018/layout/CircleProcess"/>
    <dgm:cxn modelId="{ACA92987-C120-4C8D-AFF6-367A54EEA74F}" type="presOf" srcId="{D5EE77C5-9CDD-4F68-A126-AD345E7A8042}" destId="{64B1D1D9-992F-46DA-8F20-3B9BE2D5030F}" srcOrd="0" destOrd="0" presId="urn:microsoft.com/office/officeart/2018/layout/CircleProcess"/>
    <dgm:cxn modelId="{C38C2F95-D01A-48D3-B066-1E5E944992B2}" type="presOf" srcId="{1C211810-EC35-4323-AB8E-165A73483C3E}" destId="{2E9D8639-635A-47CA-82F5-C8FE2CDE2FEF}" srcOrd="0" destOrd="0" presId="urn:microsoft.com/office/officeart/2018/layout/CircleProcess"/>
    <dgm:cxn modelId="{183660AD-05F2-4AA9-9EAD-26056BF51A7C}" type="presOf" srcId="{DD74854D-9AD4-46C9-B382-1CA361ECF03B}" destId="{58985FCD-1DF8-48A5-AAAD-8E6AADA6A3C2}" srcOrd="0" destOrd="0" presId="urn:microsoft.com/office/officeart/2018/layout/CircleProcess"/>
    <dgm:cxn modelId="{411375EA-CA21-4857-A0F7-F3B9D675AE3D}" srcId="{DD74854D-9AD4-46C9-B382-1CA361ECF03B}" destId="{77BE1F4E-118D-4304-9D24-1453E318C6A4}" srcOrd="0" destOrd="0" parTransId="{C603C84C-616C-4EE6-B5A5-08B6A7AD0230}" sibTransId="{19C5824F-42F8-4292-9143-AB06C37B1DC6}"/>
    <dgm:cxn modelId="{346A9DB0-2CCD-4954-A866-1D5D1A816DCF}" type="presParOf" srcId="{58985FCD-1DF8-48A5-AAAD-8E6AADA6A3C2}" destId="{F4D580C2-594A-4C69-ADCF-37EC029FDCC9}" srcOrd="0" destOrd="0" presId="urn:microsoft.com/office/officeart/2018/layout/CircleProcess"/>
    <dgm:cxn modelId="{93C63595-FDF5-4B5C-94C3-20496A06D378}" type="presParOf" srcId="{F4D580C2-594A-4C69-ADCF-37EC029FDCC9}" destId="{F55F095A-EF2D-4E7B-B3A2-D01921607CB3}" srcOrd="0" destOrd="0" presId="urn:microsoft.com/office/officeart/2018/layout/CircleProcess"/>
    <dgm:cxn modelId="{9C0D6FDD-2DB0-4C6A-8867-E52DD207C5A6}" type="presParOf" srcId="{58985FCD-1DF8-48A5-AAAD-8E6AADA6A3C2}" destId="{E661F07F-B585-4293-BA80-0F0A4E6C9AFC}" srcOrd="1" destOrd="0" presId="urn:microsoft.com/office/officeart/2018/layout/CircleProcess"/>
    <dgm:cxn modelId="{DAE806C5-5B92-478A-BA62-CFEA4479CFB6}" type="presParOf" srcId="{E661F07F-B585-4293-BA80-0F0A4E6C9AFC}" destId="{2E9D8639-635A-47CA-82F5-C8FE2CDE2FEF}" srcOrd="0" destOrd="0" presId="urn:microsoft.com/office/officeart/2018/layout/CircleProcess"/>
    <dgm:cxn modelId="{B1EB7FA7-69C6-4B6A-9B55-D75BCE3C38B1}" type="presParOf" srcId="{58985FCD-1DF8-48A5-AAAD-8E6AADA6A3C2}" destId="{3DF83759-5939-4F66-9356-FA4097F79CF0}" srcOrd="2" destOrd="0" presId="urn:microsoft.com/office/officeart/2018/layout/CircleProcess"/>
    <dgm:cxn modelId="{73CA2A76-C05C-4BDB-9205-68135FD0D9A7}" type="presParOf" srcId="{58985FCD-1DF8-48A5-AAAD-8E6AADA6A3C2}" destId="{38842F02-F8E5-4E8F-9E89-123E1DC99B7B}" srcOrd="3" destOrd="0" presId="urn:microsoft.com/office/officeart/2018/layout/CircleProcess"/>
    <dgm:cxn modelId="{566684F1-5801-48BB-9750-B1C4C5CEE8B5}" type="presParOf" srcId="{38842F02-F8E5-4E8F-9E89-123E1DC99B7B}" destId="{3C45A882-C932-4A7A-AACC-873CAABAC936}" srcOrd="0" destOrd="0" presId="urn:microsoft.com/office/officeart/2018/layout/CircleProcess"/>
    <dgm:cxn modelId="{1919B8BB-5DC8-4B09-AA3B-F0A65197CA26}" type="presParOf" srcId="{58985FCD-1DF8-48A5-AAAD-8E6AADA6A3C2}" destId="{6FED367A-050C-479A-A75D-F57E94E1DB89}" srcOrd="4" destOrd="0" presId="urn:microsoft.com/office/officeart/2018/layout/CircleProcess"/>
    <dgm:cxn modelId="{A907123B-7D76-4EB2-9BCB-75E2BDC41167}" type="presParOf" srcId="{6FED367A-050C-479A-A75D-F57E94E1DB89}" destId="{64B1D1D9-992F-46DA-8F20-3B9BE2D5030F}" srcOrd="0" destOrd="0" presId="urn:microsoft.com/office/officeart/2018/layout/CircleProcess"/>
    <dgm:cxn modelId="{1E646502-D240-4E6C-9BBF-ADA79C99FB00}" type="presParOf" srcId="{58985FCD-1DF8-48A5-AAAD-8E6AADA6A3C2}" destId="{84204330-F53F-4FBD-8F96-3E7103937BAE}" srcOrd="5" destOrd="0" presId="urn:microsoft.com/office/officeart/2018/layout/CircleProcess"/>
    <dgm:cxn modelId="{F357A8DB-F5A2-4F04-8BF4-F7ECC217DF83}" type="presParOf" srcId="{58985FCD-1DF8-48A5-AAAD-8E6AADA6A3C2}" destId="{425F2E4C-EB30-4A71-9D7A-FD9E04A5D135}" srcOrd="6" destOrd="0" presId="urn:microsoft.com/office/officeart/2018/layout/CircleProcess"/>
    <dgm:cxn modelId="{09EC25FD-C1B9-4323-831C-BCC041199758}" type="presParOf" srcId="{425F2E4C-EB30-4A71-9D7A-FD9E04A5D135}" destId="{E2923B5A-B89A-4865-B34E-436A3447BFF4}" srcOrd="0" destOrd="0" presId="urn:microsoft.com/office/officeart/2018/layout/CircleProcess"/>
    <dgm:cxn modelId="{C461D29A-625D-4378-B283-0F2E63656919}" type="presParOf" srcId="{58985FCD-1DF8-48A5-AAAD-8E6AADA6A3C2}" destId="{4CC8EBCD-96D4-48A7-A082-E4843D088663}" srcOrd="7" destOrd="0" presId="urn:microsoft.com/office/officeart/2018/layout/CircleProcess"/>
    <dgm:cxn modelId="{D91D103E-51CF-408F-9E88-D759AEB4A701}" type="presParOf" srcId="{4CC8EBCD-96D4-48A7-A082-E4843D088663}" destId="{C70E5E5A-85ED-4124-9D65-ACB6ECD0D091}" srcOrd="0" destOrd="0" presId="urn:microsoft.com/office/officeart/2018/layout/CircleProcess"/>
    <dgm:cxn modelId="{E622ECCF-01B2-4D9B-8B4A-CDAC9EAC5FC8}" type="presParOf" srcId="{58985FCD-1DF8-48A5-AAAD-8E6AADA6A3C2}" destId="{DBEC0F9E-D053-416E-86A6-D3E669A6BF39}" srcOrd="8"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0AD04-7350-4C69-97C0-61C22183222B}">
      <dsp:nvSpPr>
        <dsp:cNvPr id="0" name=""/>
        <dsp:cNvSpPr/>
      </dsp:nvSpPr>
      <dsp:spPr>
        <a:xfrm>
          <a:off x="0" y="43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A1EAE58-6852-4D06-9738-EE50EDF8D437}">
      <dsp:nvSpPr>
        <dsp:cNvPr id="0" name=""/>
        <dsp:cNvSpPr/>
      </dsp:nvSpPr>
      <dsp:spPr>
        <a:xfrm>
          <a:off x="111643" y="83480"/>
          <a:ext cx="202988" cy="20298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E0CA5C2-E1BA-400D-846B-6A588F4124E4}">
      <dsp:nvSpPr>
        <dsp:cNvPr id="0" name=""/>
        <dsp:cNvSpPr/>
      </dsp:nvSpPr>
      <dsp:spPr>
        <a:xfrm>
          <a:off x="426276" y="43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Audio</a:t>
          </a:r>
        </a:p>
      </dsp:txBody>
      <dsp:txXfrm>
        <a:off x="426276" y="439"/>
        <a:ext cx="5680702" cy="369070"/>
      </dsp:txXfrm>
    </dsp:sp>
    <dsp:sp modelId="{F633DB1A-A300-4B19-BA61-64319C34DCA6}">
      <dsp:nvSpPr>
        <dsp:cNvPr id="0" name=""/>
        <dsp:cNvSpPr/>
      </dsp:nvSpPr>
      <dsp:spPr>
        <a:xfrm>
          <a:off x="0" y="461777"/>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6DF12EC-B2D8-45C9-AF29-C405B98AA6CA}">
      <dsp:nvSpPr>
        <dsp:cNvPr id="0" name=""/>
        <dsp:cNvSpPr/>
      </dsp:nvSpPr>
      <dsp:spPr>
        <a:xfrm>
          <a:off x="111643" y="544818"/>
          <a:ext cx="202988" cy="20298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376F7DD-6B08-4579-8BFA-D617471A3B1A}">
      <dsp:nvSpPr>
        <dsp:cNvPr id="0" name=""/>
        <dsp:cNvSpPr/>
      </dsp:nvSpPr>
      <dsp:spPr>
        <a:xfrm>
          <a:off x="426276" y="461777"/>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Visual</a:t>
          </a:r>
        </a:p>
      </dsp:txBody>
      <dsp:txXfrm>
        <a:off x="426276" y="461777"/>
        <a:ext cx="5680702" cy="369070"/>
      </dsp:txXfrm>
    </dsp:sp>
    <dsp:sp modelId="{176D7265-968B-4129-980D-C83A27E67B22}">
      <dsp:nvSpPr>
        <dsp:cNvPr id="0" name=""/>
        <dsp:cNvSpPr/>
      </dsp:nvSpPr>
      <dsp:spPr>
        <a:xfrm>
          <a:off x="0" y="923115"/>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EEBF99-2B06-46CF-9577-55ECB3EB499D}">
      <dsp:nvSpPr>
        <dsp:cNvPr id="0" name=""/>
        <dsp:cNvSpPr/>
      </dsp:nvSpPr>
      <dsp:spPr>
        <a:xfrm>
          <a:off x="111643" y="1006156"/>
          <a:ext cx="202988" cy="20298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B3AA97-6485-4D92-B69D-F8A0F5D4E32D}">
      <dsp:nvSpPr>
        <dsp:cNvPr id="0" name=""/>
        <dsp:cNvSpPr/>
      </dsp:nvSpPr>
      <dsp:spPr>
        <a:xfrm>
          <a:off x="426276" y="923115"/>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Print</a:t>
          </a:r>
        </a:p>
      </dsp:txBody>
      <dsp:txXfrm>
        <a:off x="426276" y="923115"/>
        <a:ext cx="5680702" cy="369070"/>
      </dsp:txXfrm>
    </dsp:sp>
    <dsp:sp modelId="{D54B4B2A-846C-4B85-925F-472334132463}">
      <dsp:nvSpPr>
        <dsp:cNvPr id="0" name=""/>
        <dsp:cNvSpPr/>
      </dsp:nvSpPr>
      <dsp:spPr>
        <a:xfrm>
          <a:off x="0" y="1384453"/>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F711447-8ACD-44D1-AD90-200BF9AD5F08}">
      <dsp:nvSpPr>
        <dsp:cNvPr id="0" name=""/>
        <dsp:cNvSpPr/>
      </dsp:nvSpPr>
      <dsp:spPr>
        <a:xfrm>
          <a:off x="111643" y="1467494"/>
          <a:ext cx="202988" cy="202988"/>
        </a:xfrm>
        <a:prstGeom prst="rect">
          <a:avLst/>
        </a:prstGeom>
        <a:solidFill>
          <a:schemeClr val="accent2">
            <a:hueOff val="2375279"/>
            <a:satOff val="-408"/>
            <a:lumOff val="-42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51227ED-0D98-4CBE-AB26-92C55BA7F89E}">
      <dsp:nvSpPr>
        <dsp:cNvPr id="0" name=""/>
        <dsp:cNvSpPr/>
      </dsp:nvSpPr>
      <dsp:spPr>
        <a:xfrm>
          <a:off x="426276" y="1384453"/>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endParaRPr lang="en-US" sz="1600" kern="1200" dirty="0">
            <a:latin typeface="Trebuchet MS" panose="020B0603020202020204"/>
          </a:endParaRPr>
        </a:p>
      </dsp:txBody>
      <dsp:txXfrm>
        <a:off x="426276" y="1384453"/>
        <a:ext cx="5680702" cy="369070"/>
      </dsp:txXfrm>
    </dsp:sp>
    <dsp:sp modelId="{BE8782A6-8A94-4ED4-8985-23B5402EE25D}">
      <dsp:nvSpPr>
        <dsp:cNvPr id="0" name=""/>
        <dsp:cNvSpPr/>
      </dsp:nvSpPr>
      <dsp:spPr>
        <a:xfrm>
          <a:off x="0" y="1845791"/>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FDC1EF2-4E2D-48D6-8397-64B632A19163}">
      <dsp:nvSpPr>
        <dsp:cNvPr id="0" name=""/>
        <dsp:cNvSpPr/>
      </dsp:nvSpPr>
      <dsp:spPr>
        <a:xfrm>
          <a:off x="111643" y="1928832"/>
          <a:ext cx="202988" cy="202988"/>
        </a:xfrm>
        <a:prstGeom prst="rect">
          <a:avLst/>
        </a:prstGeom>
        <a:solidFill>
          <a:schemeClr val="accent2">
            <a:hueOff val="3167039"/>
            <a:satOff val="-545"/>
            <a:lumOff val="-5602"/>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CC2CEE1-E1A5-4B42-BD89-7713A6DBBD9E}">
      <dsp:nvSpPr>
        <dsp:cNvPr id="0" name=""/>
        <dsp:cNvSpPr/>
      </dsp:nvSpPr>
      <dsp:spPr>
        <a:xfrm>
          <a:off x="426276" y="1845791"/>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rtl="0">
            <a:lnSpc>
              <a:spcPct val="100000"/>
            </a:lnSpc>
            <a:spcBef>
              <a:spcPct val="0"/>
            </a:spcBef>
            <a:spcAft>
              <a:spcPct val="35000"/>
            </a:spcAft>
            <a:buNone/>
          </a:pPr>
          <a:r>
            <a:rPr lang="en-US" sz="1600" kern="1200" dirty="0"/>
            <a:t>VISA:</a:t>
          </a:r>
          <a:endParaRPr lang="en-US" sz="1600" kern="1200" dirty="0">
            <a:latin typeface="Trebuchet MS" panose="020B0603020202020204"/>
          </a:endParaRPr>
        </a:p>
      </dsp:txBody>
      <dsp:txXfrm>
        <a:off x="426276" y="1845791"/>
        <a:ext cx="5680702" cy="369070"/>
      </dsp:txXfrm>
    </dsp:sp>
    <dsp:sp modelId="{179C9BB9-66EF-45FD-A1EA-A3E81C9D30E8}">
      <dsp:nvSpPr>
        <dsp:cNvPr id="0" name=""/>
        <dsp:cNvSpPr/>
      </dsp:nvSpPr>
      <dsp:spPr>
        <a:xfrm>
          <a:off x="0" y="2307129"/>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CD2C0F4-8BFB-4C66-981D-2BFFBB1B1748}">
      <dsp:nvSpPr>
        <dsp:cNvPr id="0" name=""/>
        <dsp:cNvSpPr/>
      </dsp:nvSpPr>
      <dsp:spPr>
        <a:xfrm>
          <a:off x="111643" y="2390170"/>
          <a:ext cx="202988" cy="202988"/>
        </a:xfrm>
        <a:prstGeom prst="rect">
          <a:avLst/>
        </a:prstGeom>
        <a:solidFill>
          <a:schemeClr val="accent2">
            <a:hueOff val="3958799"/>
            <a:satOff val="-681"/>
            <a:lumOff val="-70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E788052-4381-45EA-BE03-955E54081DFE}">
      <dsp:nvSpPr>
        <dsp:cNvPr id="0" name=""/>
        <dsp:cNvSpPr/>
      </dsp:nvSpPr>
      <dsp:spPr>
        <a:xfrm>
          <a:off x="426276" y="2307129"/>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4916051835416049</a:t>
          </a:r>
        </a:p>
      </dsp:txBody>
      <dsp:txXfrm>
        <a:off x="426276" y="2307129"/>
        <a:ext cx="5680702" cy="369070"/>
      </dsp:txXfrm>
    </dsp:sp>
    <dsp:sp modelId="{749A1023-FCF2-4D5E-BFA4-27553C75B90B}">
      <dsp:nvSpPr>
        <dsp:cNvPr id="0" name=""/>
        <dsp:cNvSpPr/>
      </dsp:nvSpPr>
      <dsp:spPr>
        <a:xfrm>
          <a:off x="0" y="2768468"/>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BE0A6C3-817E-494E-BC5F-A1B215015074}">
      <dsp:nvSpPr>
        <dsp:cNvPr id="0" name=""/>
        <dsp:cNvSpPr/>
      </dsp:nvSpPr>
      <dsp:spPr>
        <a:xfrm>
          <a:off x="111643" y="2851508"/>
          <a:ext cx="202988" cy="202988"/>
        </a:xfrm>
        <a:prstGeom prst="rect">
          <a:avLst/>
        </a:prstGeom>
        <a:solidFill>
          <a:schemeClr val="accent2">
            <a:hueOff val="4750559"/>
            <a:satOff val="-817"/>
            <a:lumOff val="-8403"/>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AA7CA9-0CBC-426C-9CD2-93C02AE312CC}">
      <dsp:nvSpPr>
        <dsp:cNvPr id="0" name=""/>
        <dsp:cNvSpPr/>
      </dsp:nvSpPr>
      <dsp:spPr>
        <a:xfrm>
          <a:off x="426276" y="2768468"/>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4664397414603927</a:t>
          </a:r>
        </a:p>
      </dsp:txBody>
      <dsp:txXfrm>
        <a:off x="426276" y="2768468"/>
        <a:ext cx="5680702" cy="369070"/>
      </dsp:txXfrm>
    </dsp:sp>
    <dsp:sp modelId="{057DD981-BBE2-4A71-A024-E8CD55FB1828}">
      <dsp:nvSpPr>
        <dsp:cNvPr id="0" name=""/>
        <dsp:cNvSpPr/>
      </dsp:nvSpPr>
      <dsp:spPr>
        <a:xfrm>
          <a:off x="0" y="3229806"/>
          <a:ext cx="6106979" cy="369070"/>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9180C44-B641-4A2D-A149-1354BB086CBD}">
      <dsp:nvSpPr>
        <dsp:cNvPr id="0" name=""/>
        <dsp:cNvSpPr/>
      </dsp:nvSpPr>
      <dsp:spPr>
        <a:xfrm>
          <a:off x="111643" y="3312847"/>
          <a:ext cx="202988" cy="202988"/>
        </a:xfrm>
        <a:prstGeom prst="rect">
          <a:avLst/>
        </a:prstGeom>
        <a:solidFill>
          <a:schemeClr val="accent2">
            <a:hueOff val="5542319"/>
            <a:satOff val="-953"/>
            <a:lumOff val="-9804"/>
            <a:alphaOff val="0"/>
          </a:schemeClr>
        </a:solidFill>
        <a:ln w="12700" cap="flat" cmpd="sng"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DD1837F-7B67-482F-B1B1-28E70FF5EAA4}">
      <dsp:nvSpPr>
        <dsp:cNvPr id="0" name=""/>
        <dsp:cNvSpPr/>
      </dsp:nvSpPr>
      <dsp:spPr>
        <a:xfrm>
          <a:off x="426276" y="3229806"/>
          <a:ext cx="5680702" cy="3690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9060" tIns="39060" rIns="39060" bIns="39060" numCol="1" spcCol="1270" anchor="ctr" anchorCtr="0">
          <a:noAutofit/>
        </a:bodyPr>
        <a:lstStyle/>
        <a:p>
          <a:pPr marL="0" lvl="0" indent="0" algn="l" defTabSz="711200">
            <a:lnSpc>
              <a:spcPct val="100000"/>
            </a:lnSpc>
            <a:spcBef>
              <a:spcPct val="0"/>
            </a:spcBef>
            <a:spcAft>
              <a:spcPct val="35000"/>
            </a:spcAft>
            <a:buNone/>
          </a:pPr>
          <a:r>
            <a:rPr lang="en-US" sz="1600" kern="1200" dirty="0"/>
            <a:t>4024007153999524701</a:t>
          </a:r>
        </a:p>
      </dsp:txBody>
      <dsp:txXfrm>
        <a:off x="426276" y="3229806"/>
        <a:ext cx="5680702" cy="369070"/>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5F095A-EF2D-4E7B-B3A2-D01921607CB3}">
      <dsp:nvSpPr>
        <dsp:cNvPr id="0" name=""/>
        <dsp:cNvSpPr/>
      </dsp:nvSpPr>
      <dsp:spPr>
        <a:xfrm>
          <a:off x="4445214" y="829881"/>
          <a:ext cx="1939081" cy="1939439"/>
        </a:xfrm>
        <a:prstGeom prst="ellipse">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E9D8639-635A-47CA-82F5-C8FE2CDE2FEF}">
      <dsp:nvSpPr>
        <dsp:cNvPr id="0" name=""/>
        <dsp:cNvSpPr/>
      </dsp:nvSpPr>
      <dsp:spPr>
        <a:xfrm>
          <a:off x="4509598" y="894541"/>
          <a:ext cx="1810314" cy="1810121"/>
        </a:xfrm>
        <a:prstGeom prst="ellipse">
          <a:avLst/>
        </a:prstGeom>
        <a:solidFill>
          <a:schemeClr val="accent1">
            <a:hueOff val="0"/>
            <a:satOff val="0"/>
            <a:lumOff val="0"/>
            <a:alphaOff val="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3</a:t>
          </a:r>
          <a:endParaRPr lang="ru-RU" sz="2800" kern="1200" dirty="0"/>
        </a:p>
      </dsp:txBody>
      <dsp:txXfrm>
        <a:off x="4768395" y="1153178"/>
        <a:ext cx="1292720" cy="1292846"/>
      </dsp:txXfrm>
    </dsp:sp>
    <dsp:sp modelId="{3C45A882-C932-4A7A-AACC-873CAABAC936}">
      <dsp:nvSpPr>
        <dsp:cNvPr id="0" name=""/>
        <dsp:cNvSpPr/>
      </dsp:nvSpPr>
      <dsp:spPr>
        <a:xfrm rot="2700000">
          <a:off x="2443454"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64B1D1D9-992F-46DA-8F20-3B9BE2D5030F}">
      <dsp:nvSpPr>
        <dsp:cNvPr id="0" name=""/>
        <dsp:cNvSpPr/>
      </dsp:nvSpPr>
      <dsp:spPr>
        <a:xfrm>
          <a:off x="2505502" y="894541"/>
          <a:ext cx="1810314" cy="1810121"/>
        </a:xfrm>
        <a:prstGeom prst="ellipse">
          <a:avLst/>
        </a:prstGeom>
        <a:solidFill>
          <a:schemeClr val="bg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solidFill>
                <a:schemeClr val="accent1"/>
              </a:solidFill>
            </a:rPr>
            <a:t>Step 2</a:t>
          </a:r>
          <a:endParaRPr lang="ru-RU" sz="2800" kern="1200" dirty="0">
            <a:solidFill>
              <a:schemeClr val="accent1"/>
            </a:solidFill>
          </a:endParaRPr>
        </a:p>
      </dsp:txBody>
      <dsp:txXfrm>
        <a:off x="2764299" y="1153178"/>
        <a:ext cx="1292720" cy="1292846"/>
      </dsp:txXfrm>
    </dsp:sp>
    <dsp:sp modelId="{E2923B5A-B89A-4865-B34E-436A3447BFF4}">
      <dsp:nvSpPr>
        <dsp:cNvPr id="0" name=""/>
        <dsp:cNvSpPr/>
      </dsp:nvSpPr>
      <dsp:spPr>
        <a:xfrm rot="2700000">
          <a:off x="439358" y="832226"/>
          <a:ext cx="1934410" cy="1934410"/>
        </a:xfrm>
        <a:prstGeom prst="teardrop">
          <a:avLst>
            <a:gd name="adj" fmla="val 100000"/>
          </a:avLst>
        </a:prstGeom>
        <a:solidFill>
          <a:schemeClr val="tx1"/>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70E5E5A-85ED-4124-9D65-ACB6ECD0D091}">
      <dsp:nvSpPr>
        <dsp:cNvPr id="0" name=""/>
        <dsp:cNvSpPr/>
      </dsp:nvSpPr>
      <dsp:spPr>
        <a:xfrm>
          <a:off x="501406" y="894541"/>
          <a:ext cx="1810314" cy="1810121"/>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t>Step 1</a:t>
          </a:r>
          <a:endParaRPr lang="ru-RU" sz="2800" kern="1200" dirty="0"/>
        </a:p>
      </dsp:txBody>
      <dsp:txXfrm>
        <a:off x="760203" y="1153178"/>
        <a:ext cx="1292720" cy="1292846"/>
      </dsp:txXfrm>
    </dsp:sp>
  </dsp:spTree>
</dsp:drawing>
</file>

<file path=ppt/diagrams/layout1.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3.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4.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5.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6.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7.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8.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9.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0.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1.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2.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3.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4.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5.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6.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17.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18.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19.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0.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1.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2.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3.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4.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5.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6.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7.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8.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9.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30.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C50CD35-3488-43AA-B5FC-B8D2E0E5E870}"/>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7AFD3A2D-325D-43B3-AD08-92DA61C89F92}"/>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ED70242-D98F-4CA2-AA36-61B2129D3457}" type="datetimeFigureOut">
              <a:rPr lang="en-US" smtClean="0"/>
              <a:t>9/22/2020</a:t>
            </a:fld>
            <a:endParaRPr lang="en-US" dirty="0"/>
          </a:p>
        </p:txBody>
      </p:sp>
      <p:sp>
        <p:nvSpPr>
          <p:cNvPr id="4" name="Footer Placeholder 3">
            <a:extLst>
              <a:ext uri="{FF2B5EF4-FFF2-40B4-BE49-F238E27FC236}">
                <a16:creationId xmlns:a16="http://schemas.microsoft.com/office/drawing/2014/main" id="{B6DC9CF5-6832-4C16-84DD-69D490A9274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4B900772-0433-4971-B886-8CC9B08E33DE}"/>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A04ABCAE-FFE3-4AA0-AEDB-071C3BC5DE9F}" type="slidenum">
              <a:rPr lang="en-US" smtClean="0"/>
              <a:t>‹#›</a:t>
            </a:fld>
            <a:endParaRPr lang="en-US" dirty="0"/>
          </a:p>
        </p:txBody>
      </p:sp>
    </p:spTree>
    <p:extLst>
      <p:ext uri="{BB962C8B-B14F-4D97-AF65-F5344CB8AC3E}">
        <p14:creationId xmlns:p14="http://schemas.microsoft.com/office/powerpoint/2010/main" val="40413156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926049E-91CC-41D7-86A4-048631A56457}" type="datetimeFigureOut">
              <a:rPr lang="en-US" smtClean="0"/>
              <a:t>9/22/2020</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75407AF-B087-4509-BB09-FC5C1A27DEC7}" type="slidenum">
              <a:rPr lang="en-US" smtClean="0"/>
              <a:t>‹#›</a:t>
            </a:fld>
            <a:endParaRPr lang="en-US" dirty="0"/>
          </a:p>
        </p:txBody>
      </p:sp>
    </p:spTree>
    <p:extLst>
      <p:ext uri="{BB962C8B-B14F-4D97-AF65-F5344CB8AC3E}">
        <p14:creationId xmlns:p14="http://schemas.microsoft.com/office/powerpoint/2010/main" val="36801042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596.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606.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616.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629.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644.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645.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646.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647.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650.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651.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652.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653.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654.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655.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660.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661.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662.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663.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664.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666.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667.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668.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669.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670.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671.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672.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674.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675.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676.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677.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678.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679.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680.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681.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683.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684.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685.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686.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687.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688.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689.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690.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691.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692.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693.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694.xml"/><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2" Type="http://schemas.openxmlformats.org/officeDocument/2006/relationships/slide" Target="../slides/slide695.xml"/><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2" Type="http://schemas.openxmlformats.org/officeDocument/2006/relationships/slide" Target="../slides/slide696.xml"/><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2" Type="http://schemas.openxmlformats.org/officeDocument/2006/relationships/slide" Target="../slides/slide697.xml"/><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2" Type="http://schemas.openxmlformats.org/officeDocument/2006/relationships/slide" Target="../slides/slide698.xml"/><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2" Type="http://schemas.openxmlformats.org/officeDocument/2006/relationships/slide" Target="../slides/slide699.xml"/><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2" Type="http://schemas.openxmlformats.org/officeDocument/2006/relationships/slide" Target="../slides/slide700.xml"/><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2" Type="http://schemas.openxmlformats.org/officeDocument/2006/relationships/slide" Target="../slides/slide701.xml"/><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2" Type="http://schemas.openxmlformats.org/officeDocument/2006/relationships/slide" Target="../slides/slide702.xml"/><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2" Type="http://schemas.openxmlformats.org/officeDocument/2006/relationships/slide" Target="../slides/slide703.xml"/><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2" Type="http://schemas.openxmlformats.org/officeDocument/2006/relationships/slide" Target="../slides/slide704.xml"/><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2" Type="http://schemas.openxmlformats.org/officeDocument/2006/relationships/slide" Target="../slides/slide705.xml"/><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2" Type="http://schemas.openxmlformats.org/officeDocument/2006/relationships/slide" Target="../slides/slide707.xml"/><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2" Type="http://schemas.openxmlformats.org/officeDocument/2006/relationships/slide" Target="../slides/slide708.xml"/><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2" Type="http://schemas.openxmlformats.org/officeDocument/2006/relationships/slide" Target="../slides/slide709.xml"/><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2" Type="http://schemas.openxmlformats.org/officeDocument/2006/relationships/slide" Target="../slides/slide710.xml"/><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2" Type="http://schemas.openxmlformats.org/officeDocument/2006/relationships/slide" Target="../slides/slide711.xml"/><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2" Type="http://schemas.openxmlformats.org/officeDocument/2006/relationships/slide" Target="../slides/slide712.xml"/><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2" Type="http://schemas.openxmlformats.org/officeDocument/2006/relationships/slide" Target="../slides/slide713.xml"/><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2" Type="http://schemas.openxmlformats.org/officeDocument/2006/relationships/slide" Target="../slides/slide714.xml"/><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2" Type="http://schemas.openxmlformats.org/officeDocument/2006/relationships/slide" Target="../slides/slide715.xml"/><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2" Type="http://schemas.openxmlformats.org/officeDocument/2006/relationships/slide" Target="../slides/slide716.xml"/><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2" Type="http://schemas.openxmlformats.org/officeDocument/2006/relationships/slide" Target="../slides/slide717.xml"/><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2" Type="http://schemas.openxmlformats.org/officeDocument/2006/relationships/slide" Target="../slides/slide718.xml"/><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2" Type="http://schemas.openxmlformats.org/officeDocument/2006/relationships/slide" Target="../slides/slide719.xml"/><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2" Type="http://schemas.openxmlformats.org/officeDocument/2006/relationships/slide" Target="../slides/slide720.xml"/><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2" Type="http://schemas.openxmlformats.org/officeDocument/2006/relationships/slide" Target="../slides/slide721.xml"/><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2" Type="http://schemas.openxmlformats.org/officeDocument/2006/relationships/slide" Target="../slides/slide723.xml"/><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2" Type="http://schemas.openxmlformats.org/officeDocument/2006/relationships/slide" Target="../slides/slide724.xml"/><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2" Type="http://schemas.openxmlformats.org/officeDocument/2006/relationships/slide" Target="../slides/slide725.xml"/><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2" Type="http://schemas.openxmlformats.org/officeDocument/2006/relationships/slide" Target="../slides/slide726.xml"/><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2" Type="http://schemas.openxmlformats.org/officeDocument/2006/relationships/slide" Target="../slides/slide727.xml"/><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2" Type="http://schemas.openxmlformats.org/officeDocument/2006/relationships/slide" Target="../slides/slide728.xml"/><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2" Type="http://schemas.openxmlformats.org/officeDocument/2006/relationships/slide" Target="../slides/slide729.xml"/><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2" Type="http://schemas.openxmlformats.org/officeDocument/2006/relationships/slide" Target="../slides/slide730.xml"/><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2" Type="http://schemas.openxmlformats.org/officeDocument/2006/relationships/slide" Target="../slides/slide731.xml"/><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2" Type="http://schemas.openxmlformats.org/officeDocument/2006/relationships/slide" Target="../slides/slide732.xml"/><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2" Type="http://schemas.openxmlformats.org/officeDocument/2006/relationships/slide" Target="../slides/slide733.xml"/><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2" Type="http://schemas.openxmlformats.org/officeDocument/2006/relationships/slide" Target="../slides/slide734.xml"/><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2" Type="http://schemas.openxmlformats.org/officeDocument/2006/relationships/slide" Target="../slides/slide735.xml"/><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2" Type="http://schemas.openxmlformats.org/officeDocument/2006/relationships/slide" Target="../slides/slide736.xml"/><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2" Type="http://schemas.openxmlformats.org/officeDocument/2006/relationships/slide" Target="../slides/slide737.xml"/><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2" Type="http://schemas.openxmlformats.org/officeDocument/2006/relationships/slide" Target="../slides/slide738.xml"/><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2" Type="http://schemas.openxmlformats.org/officeDocument/2006/relationships/slide" Target="../slides/slide739.xml"/><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2" Type="http://schemas.openxmlformats.org/officeDocument/2006/relationships/slide" Target="../slides/slide740.xml"/><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2" Type="http://schemas.openxmlformats.org/officeDocument/2006/relationships/slide" Target="../slides/slide741.xml"/><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2" Type="http://schemas.openxmlformats.org/officeDocument/2006/relationships/slide" Target="../slides/slide742.xml"/><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2" Type="http://schemas.openxmlformats.org/officeDocument/2006/relationships/slide" Target="../slides/slide743.xml"/><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2" Type="http://schemas.openxmlformats.org/officeDocument/2006/relationships/slide" Target="../slides/slide744.xml"/><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2" Type="http://schemas.openxmlformats.org/officeDocument/2006/relationships/slide" Target="../slides/slide745.xml"/><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2" Type="http://schemas.openxmlformats.org/officeDocument/2006/relationships/slide" Target="../slides/slide746.xml"/><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2" Type="http://schemas.openxmlformats.org/officeDocument/2006/relationships/slide" Target="../slides/slide747.xml"/><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2" Type="http://schemas.openxmlformats.org/officeDocument/2006/relationships/slide" Target="../slides/slide748.xml"/><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2" Type="http://schemas.openxmlformats.org/officeDocument/2006/relationships/slide" Target="../slides/slide749.xml"/><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2" Type="http://schemas.openxmlformats.org/officeDocument/2006/relationships/slide" Target="../slides/slide750.xml"/><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2" Type="http://schemas.openxmlformats.org/officeDocument/2006/relationships/slide" Target="../slides/slide751.xml"/><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2" Type="http://schemas.openxmlformats.org/officeDocument/2006/relationships/slide" Target="../slides/slide752.xml"/><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2" Type="http://schemas.openxmlformats.org/officeDocument/2006/relationships/slide" Target="../slides/slide753.xml"/><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2" Type="http://schemas.openxmlformats.org/officeDocument/2006/relationships/slide" Target="../slides/slide754.xml"/><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2" Type="http://schemas.openxmlformats.org/officeDocument/2006/relationships/slide" Target="../slides/slide755.xml"/><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2" Type="http://schemas.openxmlformats.org/officeDocument/2006/relationships/slide" Target="../slides/slide756.xml"/><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2" Type="http://schemas.openxmlformats.org/officeDocument/2006/relationships/slide" Target="../slides/slide757.xml"/><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2" Type="http://schemas.openxmlformats.org/officeDocument/2006/relationships/slide" Target="../slides/slide758.xml"/><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2" Type="http://schemas.openxmlformats.org/officeDocument/2006/relationships/slide" Target="../slides/slide759.xml"/><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2" Type="http://schemas.openxmlformats.org/officeDocument/2006/relationships/slide" Target="../slides/slide760.xml"/><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2" Type="http://schemas.openxmlformats.org/officeDocument/2006/relationships/slide" Target="../slides/slide761.xml"/><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2" Type="http://schemas.openxmlformats.org/officeDocument/2006/relationships/slide" Target="../slides/slide762.xml"/><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2" Type="http://schemas.openxmlformats.org/officeDocument/2006/relationships/slide" Target="../slides/slide763.xml"/><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2" Type="http://schemas.openxmlformats.org/officeDocument/2006/relationships/slide" Target="../slides/slide764.xml"/><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2" Type="http://schemas.openxmlformats.org/officeDocument/2006/relationships/slide" Target="../slides/slide765.xml"/><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2" Type="http://schemas.openxmlformats.org/officeDocument/2006/relationships/slide" Target="../slides/slide766.xml"/><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2" Type="http://schemas.openxmlformats.org/officeDocument/2006/relationships/slide" Target="../slides/slide767.xml"/><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2" Type="http://schemas.openxmlformats.org/officeDocument/2006/relationships/slide" Target="../slides/slide768.xml"/><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2" Type="http://schemas.openxmlformats.org/officeDocument/2006/relationships/slide" Target="../slides/slide769.xml"/><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2" Type="http://schemas.openxmlformats.org/officeDocument/2006/relationships/slide" Target="../slides/slide770.xml"/><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2" Type="http://schemas.openxmlformats.org/officeDocument/2006/relationships/slide" Target="../slides/slide771.xml"/><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2" Type="http://schemas.openxmlformats.org/officeDocument/2006/relationships/slide" Target="../slides/slide772.xml"/><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2" Type="http://schemas.openxmlformats.org/officeDocument/2006/relationships/slide" Target="../slides/slide773.xml"/><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2" Type="http://schemas.openxmlformats.org/officeDocument/2006/relationships/slide" Target="../slides/slide774.xml"/><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2" Type="http://schemas.openxmlformats.org/officeDocument/2006/relationships/slide" Target="../slides/slide775.xml"/><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2" Type="http://schemas.openxmlformats.org/officeDocument/2006/relationships/slide" Target="../slides/slide776.xml"/><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2" Type="http://schemas.openxmlformats.org/officeDocument/2006/relationships/slide" Target="../slides/slide777.xml"/><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2" Type="http://schemas.openxmlformats.org/officeDocument/2006/relationships/slide" Target="../slides/slide778.xml"/><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2" Type="http://schemas.openxmlformats.org/officeDocument/2006/relationships/slide" Target="../slides/slide779.xml"/><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2" Type="http://schemas.openxmlformats.org/officeDocument/2006/relationships/slide" Target="../slides/slide780.xml"/><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2" Type="http://schemas.openxmlformats.org/officeDocument/2006/relationships/slide" Target="../slides/slide781.xml"/><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2" Type="http://schemas.openxmlformats.org/officeDocument/2006/relationships/slide" Target="../slides/slide782.xml"/><Relationship Id="rId1" Type="http://schemas.openxmlformats.org/officeDocument/2006/relationships/notesMaster" Target="../notesMasters/notesMaster1.xml"/></Relationships>
</file>

<file path=ppt/notesSlides/_rels/notesSlide732.xml.rels><?xml version="1.0" encoding="UTF-8" standalone="yes"?>
<Relationships xmlns="http://schemas.openxmlformats.org/package/2006/relationships"><Relationship Id="rId2" Type="http://schemas.openxmlformats.org/officeDocument/2006/relationships/slide" Target="../slides/slide783.xml"/><Relationship Id="rId1" Type="http://schemas.openxmlformats.org/officeDocument/2006/relationships/notesMaster" Target="../notesMasters/notesMaster1.xml"/></Relationships>
</file>

<file path=ppt/notesSlides/_rels/notesSlide733.xml.rels><?xml version="1.0" encoding="UTF-8" standalone="yes"?>
<Relationships xmlns="http://schemas.openxmlformats.org/package/2006/relationships"><Relationship Id="rId2" Type="http://schemas.openxmlformats.org/officeDocument/2006/relationships/slide" Target="../slides/slide784.xml"/><Relationship Id="rId1" Type="http://schemas.openxmlformats.org/officeDocument/2006/relationships/notesMaster" Target="../notesMasters/notesMaster1.xml"/></Relationships>
</file>

<file path=ppt/notesSlides/_rels/notesSlide734.xml.rels><?xml version="1.0" encoding="UTF-8" standalone="yes"?>
<Relationships xmlns="http://schemas.openxmlformats.org/package/2006/relationships"><Relationship Id="rId2" Type="http://schemas.openxmlformats.org/officeDocument/2006/relationships/slide" Target="../slides/slide785.xml"/><Relationship Id="rId1" Type="http://schemas.openxmlformats.org/officeDocument/2006/relationships/notesMaster" Target="../notesMasters/notesMaster1.xml"/></Relationships>
</file>

<file path=ppt/notesSlides/_rels/notesSlide735.xml.rels><?xml version="1.0" encoding="UTF-8" standalone="yes"?>
<Relationships xmlns="http://schemas.openxmlformats.org/package/2006/relationships"><Relationship Id="rId2" Type="http://schemas.openxmlformats.org/officeDocument/2006/relationships/slide" Target="../slides/slide786.xml"/><Relationship Id="rId1" Type="http://schemas.openxmlformats.org/officeDocument/2006/relationships/notesMaster" Target="../notesMasters/notesMaster1.xml"/></Relationships>
</file>

<file path=ppt/notesSlides/_rels/notesSlide736.xml.rels><?xml version="1.0" encoding="UTF-8" standalone="yes"?>
<Relationships xmlns="http://schemas.openxmlformats.org/package/2006/relationships"><Relationship Id="rId2" Type="http://schemas.openxmlformats.org/officeDocument/2006/relationships/slide" Target="../slides/slide787.xml"/><Relationship Id="rId1" Type="http://schemas.openxmlformats.org/officeDocument/2006/relationships/notesMaster" Target="../notesMasters/notesMaster1.xml"/></Relationships>
</file>

<file path=ppt/notesSlides/_rels/notesSlide737.xml.rels><?xml version="1.0" encoding="UTF-8" standalone="yes"?>
<Relationships xmlns="http://schemas.openxmlformats.org/package/2006/relationships"><Relationship Id="rId2" Type="http://schemas.openxmlformats.org/officeDocument/2006/relationships/slide" Target="../slides/slide788.xml"/><Relationship Id="rId1" Type="http://schemas.openxmlformats.org/officeDocument/2006/relationships/notesMaster" Target="../notesMasters/notesMaster1.xml"/></Relationships>
</file>

<file path=ppt/notesSlides/_rels/notesSlide738.xml.rels><?xml version="1.0" encoding="UTF-8" standalone="yes"?>
<Relationships xmlns="http://schemas.openxmlformats.org/package/2006/relationships"><Relationship Id="rId2" Type="http://schemas.openxmlformats.org/officeDocument/2006/relationships/slide" Target="../slides/slide789.xml"/><Relationship Id="rId1" Type="http://schemas.openxmlformats.org/officeDocument/2006/relationships/notesMaster" Target="../notesMasters/notesMaster1.xml"/></Relationships>
</file>

<file path=ppt/notesSlides/_rels/notesSlide739.xml.rels><?xml version="1.0" encoding="UTF-8" standalone="yes"?>
<Relationships xmlns="http://schemas.openxmlformats.org/package/2006/relationships"><Relationship Id="rId2" Type="http://schemas.openxmlformats.org/officeDocument/2006/relationships/slide" Target="../slides/slide790.xml"/><Relationship Id="rId1" Type="http://schemas.openxmlformats.org/officeDocument/2006/relationships/notesMaster" Target="../notesMasters/notesMaster1.xml"/></Relationships>
</file>

<file path=ppt/notesSlides/_rels/notesSlide740.xml.rels><?xml version="1.0" encoding="UTF-8" standalone="yes"?>
<Relationships xmlns="http://schemas.openxmlformats.org/package/2006/relationships"><Relationship Id="rId2" Type="http://schemas.openxmlformats.org/officeDocument/2006/relationships/slide" Target="../slides/slide791.xml"/><Relationship Id="rId1" Type="http://schemas.openxmlformats.org/officeDocument/2006/relationships/notesMaster" Target="../notesMasters/notesMaster1.xml"/></Relationships>
</file>

<file path=ppt/notesSlides/_rels/notesSlide741.xml.rels><?xml version="1.0" encoding="UTF-8" standalone="yes"?>
<Relationships xmlns="http://schemas.openxmlformats.org/package/2006/relationships"><Relationship Id="rId2" Type="http://schemas.openxmlformats.org/officeDocument/2006/relationships/slide" Target="../slides/slide792.xml"/><Relationship Id="rId1" Type="http://schemas.openxmlformats.org/officeDocument/2006/relationships/notesMaster" Target="../notesMasters/notesMaster1.xml"/></Relationships>
</file>

<file path=ppt/notesSlides/_rels/notesSlide742.xml.rels><?xml version="1.0" encoding="UTF-8" standalone="yes"?>
<Relationships xmlns="http://schemas.openxmlformats.org/package/2006/relationships"><Relationship Id="rId2" Type="http://schemas.openxmlformats.org/officeDocument/2006/relationships/slide" Target="../slides/slide793.xml"/><Relationship Id="rId1" Type="http://schemas.openxmlformats.org/officeDocument/2006/relationships/notesMaster" Target="../notesMasters/notesMaster1.xml"/></Relationships>
</file>

<file path=ppt/notesSlides/_rels/notesSlide743.xml.rels><?xml version="1.0" encoding="UTF-8" standalone="yes"?>
<Relationships xmlns="http://schemas.openxmlformats.org/package/2006/relationships"><Relationship Id="rId2" Type="http://schemas.openxmlformats.org/officeDocument/2006/relationships/slide" Target="../slides/slide794.xml"/><Relationship Id="rId1" Type="http://schemas.openxmlformats.org/officeDocument/2006/relationships/notesMaster" Target="../notesMasters/notesMaster1.xml"/></Relationships>
</file>

<file path=ppt/notesSlides/_rels/notesSlide744.xml.rels><?xml version="1.0" encoding="UTF-8" standalone="yes"?>
<Relationships xmlns="http://schemas.openxmlformats.org/package/2006/relationships"><Relationship Id="rId2" Type="http://schemas.openxmlformats.org/officeDocument/2006/relationships/slide" Target="../slides/slide795.xml"/><Relationship Id="rId1" Type="http://schemas.openxmlformats.org/officeDocument/2006/relationships/notesMaster" Target="../notesMasters/notesMaster1.xml"/></Relationships>
</file>

<file path=ppt/notesSlides/_rels/notesSlide745.xml.rels><?xml version="1.0" encoding="UTF-8" standalone="yes"?>
<Relationships xmlns="http://schemas.openxmlformats.org/package/2006/relationships"><Relationship Id="rId2" Type="http://schemas.openxmlformats.org/officeDocument/2006/relationships/slide" Target="../slides/slide796.xml"/><Relationship Id="rId1" Type="http://schemas.openxmlformats.org/officeDocument/2006/relationships/notesMaster" Target="../notesMasters/notesMaster1.xml"/></Relationships>
</file>

<file path=ppt/notesSlides/_rels/notesSlide746.xml.rels><?xml version="1.0" encoding="UTF-8" standalone="yes"?>
<Relationships xmlns="http://schemas.openxmlformats.org/package/2006/relationships"><Relationship Id="rId2" Type="http://schemas.openxmlformats.org/officeDocument/2006/relationships/slide" Target="../slides/slide797.xml"/><Relationship Id="rId1" Type="http://schemas.openxmlformats.org/officeDocument/2006/relationships/notesMaster" Target="../notesMasters/notesMaster1.xml"/></Relationships>
</file>

<file path=ppt/notesSlides/_rels/notesSlide747.xml.rels><?xml version="1.0" encoding="UTF-8" standalone="yes"?>
<Relationships xmlns="http://schemas.openxmlformats.org/package/2006/relationships"><Relationship Id="rId2" Type="http://schemas.openxmlformats.org/officeDocument/2006/relationships/slide" Target="../slides/slide798.xml"/><Relationship Id="rId1" Type="http://schemas.openxmlformats.org/officeDocument/2006/relationships/notesMaster" Target="../notesMasters/notesMaster1.xml"/></Relationships>
</file>

<file path=ppt/notesSlides/_rels/notesSlide748.xml.rels><?xml version="1.0" encoding="UTF-8" standalone="yes"?>
<Relationships xmlns="http://schemas.openxmlformats.org/package/2006/relationships"><Relationship Id="rId2" Type="http://schemas.openxmlformats.org/officeDocument/2006/relationships/slide" Target="../slides/slide799.xml"/><Relationship Id="rId1" Type="http://schemas.openxmlformats.org/officeDocument/2006/relationships/notesMaster" Target="../notesMasters/notesMaster1.xml"/></Relationships>
</file>

<file path=ppt/notesSlides/_rels/notesSlide749.xml.rels><?xml version="1.0" encoding="UTF-8" standalone="yes"?>
<Relationships xmlns="http://schemas.openxmlformats.org/package/2006/relationships"><Relationship Id="rId2" Type="http://schemas.openxmlformats.org/officeDocument/2006/relationships/slide" Target="../slides/slide800.xml"/><Relationship Id="rId1" Type="http://schemas.openxmlformats.org/officeDocument/2006/relationships/notesMaster" Target="../notesMasters/notesMaster1.xml"/></Relationships>
</file>

<file path=ppt/notesSlides/_rels/notesSlide750.xml.rels><?xml version="1.0" encoding="UTF-8" standalone="yes"?>
<Relationships xmlns="http://schemas.openxmlformats.org/package/2006/relationships"><Relationship Id="rId2" Type="http://schemas.openxmlformats.org/officeDocument/2006/relationships/slide" Target="../slides/slide801.xml"/><Relationship Id="rId1" Type="http://schemas.openxmlformats.org/officeDocument/2006/relationships/notesMaster" Target="../notesMasters/notesMaster1.xml"/></Relationships>
</file>

<file path=ppt/notesSlides/_rels/notesSlide751.xml.rels><?xml version="1.0" encoding="UTF-8" standalone="yes"?>
<Relationships xmlns="http://schemas.openxmlformats.org/package/2006/relationships"><Relationship Id="rId2" Type="http://schemas.openxmlformats.org/officeDocument/2006/relationships/slide" Target="../slides/slide802.xml"/><Relationship Id="rId1" Type="http://schemas.openxmlformats.org/officeDocument/2006/relationships/notesMaster" Target="../notesMasters/notesMaster1.xml"/></Relationships>
</file>

<file path=ppt/notesSlides/_rels/notesSlide752.xml.rels><?xml version="1.0" encoding="UTF-8" standalone="yes"?>
<Relationships xmlns="http://schemas.openxmlformats.org/package/2006/relationships"><Relationship Id="rId2" Type="http://schemas.openxmlformats.org/officeDocument/2006/relationships/slide" Target="../slides/slide803.xml"/><Relationship Id="rId1" Type="http://schemas.openxmlformats.org/officeDocument/2006/relationships/notesMaster" Target="../notesMasters/notesMaster1.xml"/></Relationships>
</file>

<file path=ppt/notesSlides/_rels/notesSlide753.xml.rels><?xml version="1.0" encoding="UTF-8" standalone="yes"?>
<Relationships xmlns="http://schemas.openxmlformats.org/package/2006/relationships"><Relationship Id="rId2" Type="http://schemas.openxmlformats.org/officeDocument/2006/relationships/slide" Target="../slides/slide804.xml"/><Relationship Id="rId1" Type="http://schemas.openxmlformats.org/officeDocument/2006/relationships/notesMaster" Target="../notesMasters/notesMaster1.xml"/></Relationships>
</file>

<file path=ppt/notesSlides/_rels/notesSlide754.xml.rels><?xml version="1.0" encoding="UTF-8" standalone="yes"?>
<Relationships xmlns="http://schemas.openxmlformats.org/package/2006/relationships"><Relationship Id="rId2" Type="http://schemas.openxmlformats.org/officeDocument/2006/relationships/slide" Target="../slides/slide805.xml"/><Relationship Id="rId1" Type="http://schemas.openxmlformats.org/officeDocument/2006/relationships/notesMaster" Target="../notesMasters/notesMaster1.xml"/></Relationships>
</file>

<file path=ppt/notesSlides/_rels/notesSlide755.xml.rels><?xml version="1.0" encoding="UTF-8" standalone="yes"?>
<Relationships xmlns="http://schemas.openxmlformats.org/package/2006/relationships"><Relationship Id="rId2" Type="http://schemas.openxmlformats.org/officeDocument/2006/relationships/slide" Target="../slides/slide806.xml"/><Relationship Id="rId1" Type="http://schemas.openxmlformats.org/officeDocument/2006/relationships/notesMaster" Target="../notesMasters/notesMaster1.xml"/></Relationships>
</file>

<file path=ppt/notesSlides/_rels/notesSlide756.xml.rels><?xml version="1.0" encoding="UTF-8" standalone="yes"?>
<Relationships xmlns="http://schemas.openxmlformats.org/package/2006/relationships"><Relationship Id="rId2" Type="http://schemas.openxmlformats.org/officeDocument/2006/relationships/slide" Target="../slides/slide807.xml"/><Relationship Id="rId1" Type="http://schemas.openxmlformats.org/officeDocument/2006/relationships/notesMaster" Target="../notesMasters/notesMaster1.xml"/></Relationships>
</file>

<file path=ppt/notesSlides/_rels/notesSlide757.xml.rels><?xml version="1.0" encoding="UTF-8" standalone="yes"?>
<Relationships xmlns="http://schemas.openxmlformats.org/package/2006/relationships"><Relationship Id="rId2" Type="http://schemas.openxmlformats.org/officeDocument/2006/relationships/slide" Target="../slides/slide808.xml"/><Relationship Id="rId1" Type="http://schemas.openxmlformats.org/officeDocument/2006/relationships/notesMaster" Target="../notesMasters/notesMaster1.xml"/></Relationships>
</file>

<file path=ppt/notesSlides/_rels/notesSlide758.xml.rels><?xml version="1.0" encoding="UTF-8" standalone="yes"?>
<Relationships xmlns="http://schemas.openxmlformats.org/package/2006/relationships"><Relationship Id="rId2" Type="http://schemas.openxmlformats.org/officeDocument/2006/relationships/slide" Target="../slides/slide809.xml"/><Relationship Id="rId1" Type="http://schemas.openxmlformats.org/officeDocument/2006/relationships/notesMaster" Target="../notesMasters/notesMaster1.xml"/></Relationships>
</file>

<file path=ppt/notesSlides/_rels/notesSlide759.xml.rels><?xml version="1.0" encoding="UTF-8" standalone="yes"?>
<Relationships xmlns="http://schemas.openxmlformats.org/package/2006/relationships"><Relationship Id="rId2" Type="http://schemas.openxmlformats.org/officeDocument/2006/relationships/slide" Target="../slides/slide810.xml"/><Relationship Id="rId1" Type="http://schemas.openxmlformats.org/officeDocument/2006/relationships/notesMaster" Target="../notesMasters/notesMaster1.xml"/></Relationships>
</file>

<file path=ppt/notesSlides/_rels/notesSlide760.xml.rels><?xml version="1.0" encoding="UTF-8" standalone="yes"?>
<Relationships xmlns="http://schemas.openxmlformats.org/package/2006/relationships"><Relationship Id="rId2" Type="http://schemas.openxmlformats.org/officeDocument/2006/relationships/slide" Target="../slides/slide811.xml"/><Relationship Id="rId1" Type="http://schemas.openxmlformats.org/officeDocument/2006/relationships/notesMaster" Target="../notesMasters/notesMaster1.xml"/></Relationships>
</file>

<file path=ppt/notesSlides/_rels/notesSlide761.xml.rels><?xml version="1.0" encoding="UTF-8" standalone="yes"?>
<Relationships xmlns="http://schemas.openxmlformats.org/package/2006/relationships"><Relationship Id="rId2" Type="http://schemas.openxmlformats.org/officeDocument/2006/relationships/slide" Target="../slides/slide812.xml"/><Relationship Id="rId1" Type="http://schemas.openxmlformats.org/officeDocument/2006/relationships/notesMaster" Target="../notesMasters/notesMaster1.xml"/></Relationships>
</file>

<file path=ppt/notesSlides/_rels/notesSlide762.xml.rels><?xml version="1.0" encoding="UTF-8" standalone="yes"?>
<Relationships xmlns="http://schemas.openxmlformats.org/package/2006/relationships"><Relationship Id="rId2" Type="http://schemas.openxmlformats.org/officeDocument/2006/relationships/slide" Target="../slides/slide813.xml"/><Relationship Id="rId1" Type="http://schemas.openxmlformats.org/officeDocument/2006/relationships/notesMaster" Target="../notesMasters/notesMaster1.xml"/></Relationships>
</file>

<file path=ppt/notesSlides/_rels/notesSlide763.xml.rels><?xml version="1.0" encoding="UTF-8" standalone="yes"?>
<Relationships xmlns="http://schemas.openxmlformats.org/package/2006/relationships"><Relationship Id="rId2" Type="http://schemas.openxmlformats.org/officeDocument/2006/relationships/slide" Target="../slides/slide814.xml"/><Relationship Id="rId1" Type="http://schemas.openxmlformats.org/officeDocument/2006/relationships/notesMaster" Target="../notesMasters/notesMaster1.xml"/></Relationships>
</file>

<file path=ppt/notesSlides/_rels/notesSlide764.xml.rels><?xml version="1.0" encoding="UTF-8" standalone="yes"?>
<Relationships xmlns="http://schemas.openxmlformats.org/package/2006/relationships"><Relationship Id="rId2" Type="http://schemas.openxmlformats.org/officeDocument/2006/relationships/slide" Target="../slides/slide815.xml"/><Relationship Id="rId1" Type="http://schemas.openxmlformats.org/officeDocument/2006/relationships/notesMaster" Target="../notesMasters/notesMaster1.xml"/></Relationships>
</file>

<file path=ppt/notesSlides/_rels/notesSlide765.xml.rels><?xml version="1.0" encoding="UTF-8" standalone="yes"?>
<Relationships xmlns="http://schemas.openxmlformats.org/package/2006/relationships"><Relationship Id="rId2" Type="http://schemas.openxmlformats.org/officeDocument/2006/relationships/slide" Target="../slides/slide816.xml"/><Relationship Id="rId1" Type="http://schemas.openxmlformats.org/officeDocument/2006/relationships/notesMaster" Target="../notesMasters/notesMaster1.xml"/></Relationships>
</file>

<file path=ppt/notesSlides/_rels/notesSlide766.xml.rels><?xml version="1.0" encoding="UTF-8" standalone="yes"?>
<Relationships xmlns="http://schemas.openxmlformats.org/package/2006/relationships"><Relationship Id="rId2" Type="http://schemas.openxmlformats.org/officeDocument/2006/relationships/slide" Target="../slides/slide817.xml"/><Relationship Id="rId1" Type="http://schemas.openxmlformats.org/officeDocument/2006/relationships/notesMaster" Target="../notesMasters/notesMaster1.xml"/></Relationships>
</file>

<file path=ppt/notesSlides/_rels/notesSlide767.xml.rels><?xml version="1.0" encoding="UTF-8" standalone="yes"?>
<Relationships xmlns="http://schemas.openxmlformats.org/package/2006/relationships"><Relationship Id="rId2" Type="http://schemas.openxmlformats.org/officeDocument/2006/relationships/slide" Target="../slides/slide818.xml"/><Relationship Id="rId1" Type="http://schemas.openxmlformats.org/officeDocument/2006/relationships/notesMaster" Target="../notesMasters/notesMaster1.xml"/></Relationships>
</file>

<file path=ppt/notesSlides/_rels/notesSlide768.xml.rels><?xml version="1.0" encoding="UTF-8" standalone="yes"?>
<Relationships xmlns="http://schemas.openxmlformats.org/package/2006/relationships"><Relationship Id="rId2" Type="http://schemas.openxmlformats.org/officeDocument/2006/relationships/slide" Target="../slides/slide819.xml"/><Relationship Id="rId1" Type="http://schemas.openxmlformats.org/officeDocument/2006/relationships/notesMaster" Target="../notesMasters/notesMaster1.xml"/></Relationships>
</file>

<file path=ppt/notesSlides/_rels/notesSlide769.xml.rels><?xml version="1.0" encoding="UTF-8" standalone="yes"?>
<Relationships xmlns="http://schemas.openxmlformats.org/package/2006/relationships"><Relationship Id="rId2" Type="http://schemas.openxmlformats.org/officeDocument/2006/relationships/slide" Target="../slides/slide820.xml"/><Relationship Id="rId1" Type="http://schemas.openxmlformats.org/officeDocument/2006/relationships/notesMaster" Target="../notesMasters/notesMaster1.xml"/></Relationships>
</file>

<file path=ppt/notesSlides/_rels/notesSlide770.xml.rels><?xml version="1.0" encoding="UTF-8" standalone="yes"?>
<Relationships xmlns="http://schemas.openxmlformats.org/package/2006/relationships"><Relationship Id="rId2" Type="http://schemas.openxmlformats.org/officeDocument/2006/relationships/slide" Target="../slides/slide821.xml"/><Relationship Id="rId1" Type="http://schemas.openxmlformats.org/officeDocument/2006/relationships/notesMaster" Target="../notesMasters/notesMaster1.xml"/></Relationships>
</file>

<file path=ppt/notesSlides/_rels/notesSlide771.xml.rels><?xml version="1.0" encoding="UTF-8" standalone="yes"?>
<Relationships xmlns="http://schemas.openxmlformats.org/package/2006/relationships"><Relationship Id="rId2" Type="http://schemas.openxmlformats.org/officeDocument/2006/relationships/slide" Target="../slides/slide822.xml"/><Relationship Id="rId1" Type="http://schemas.openxmlformats.org/officeDocument/2006/relationships/notesMaster" Target="../notesMasters/notesMaster1.xml"/></Relationships>
</file>

<file path=ppt/notesSlides/_rels/notesSlide772.xml.rels><?xml version="1.0" encoding="UTF-8" standalone="yes"?>
<Relationships xmlns="http://schemas.openxmlformats.org/package/2006/relationships"><Relationship Id="rId2" Type="http://schemas.openxmlformats.org/officeDocument/2006/relationships/slide" Target="../slides/slide823.xml"/><Relationship Id="rId1" Type="http://schemas.openxmlformats.org/officeDocument/2006/relationships/notesMaster" Target="../notesMasters/notesMaster1.xml"/></Relationships>
</file>

<file path=ppt/notesSlides/_rels/notesSlide773.xml.rels><?xml version="1.0" encoding="UTF-8" standalone="yes"?>
<Relationships xmlns="http://schemas.openxmlformats.org/package/2006/relationships"><Relationship Id="rId2" Type="http://schemas.openxmlformats.org/officeDocument/2006/relationships/slide" Target="../slides/slide824.xml"/><Relationship Id="rId1" Type="http://schemas.openxmlformats.org/officeDocument/2006/relationships/notesMaster" Target="../notesMasters/notesMaster1.xml"/></Relationships>
</file>

<file path=ppt/notesSlides/_rels/notesSlide774.xml.rels><?xml version="1.0" encoding="UTF-8" standalone="yes"?>
<Relationships xmlns="http://schemas.openxmlformats.org/package/2006/relationships"><Relationship Id="rId2" Type="http://schemas.openxmlformats.org/officeDocument/2006/relationships/slide" Target="../slides/slide825.xml"/><Relationship Id="rId1" Type="http://schemas.openxmlformats.org/officeDocument/2006/relationships/notesMaster" Target="../notesMasters/notesMaster1.xml"/></Relationships>
</file>

<file path=ppt/notesSlides/_rels/notesSlide775.xml.rels><?xml version="1.0" encoding="UTF-8" standalone="yes"?>
<Relationships xmlns="http://schemas.openxmlformats.org/package/2006/relationships"><Relationship Id="rId2" Type="http://schemas.openxmlformats.org/officeDocument/2006/relationships/slide" Target="../slides/slide826.xml"/><Relationship Id="rId1" Type="http://schemas.openxmlformats.org/officeDocument/2006/relationships/notesMaster" Target="../notesMasters/notesMaster1.xml"/></Relationships>
</file>

<file path=ppt/notesSlides/_rels/notesSlide776.xml.rels><?xml version="1.0" encoding="UTF-8" standalone="yes"?>
<Relationships xmlns="http://schemas.openxmlformats.org/package/2006/relationships"><Relationship Id="rId2" Type="http://schemas.openxmlformats.org/officeDocument/2006/relationships/slide" Target="../slides/slide827.xml"/><Relationship Id="rId1" Type="http://schemas.openxmlformats.org/officeDocument/2006/relationships/notesMaster" Target="../notesMasters/notesMaster1.xml"/></Relationships>
</file>

<file path=ppt/notesSlides/_rels/notesSlide777.xml.rels><?xml version="1.0" encoding="UTF-8" standalone="yes"?>
<Relationships xmlns="http://schemas.openxmlformats.org/package/2006/relationships"><Relationship Id="rId2" Type="http://schemas.openxmlformats.org/officeDocument/2006/relationships/slide" Target="../slides/slide828.xml"/><Relationship Id="rId1" Type="http://schemas.openxmlformats.org/officeDocument/2006/relationships/notesMaster" Target="../notesMasters/notesMaster1.xml"/></Relationships>
</file>

<file path=ppt/notesSlides/_rels/notesSlide778.xml.rels><?xml version="1.0" encoding="UTF-8" standalone="yes"?>
<Relationships xmlns="http://schemas.openxmlformats.org/package/2006/relationships"><Relationship Id="rId2" Type="http://schemas.openxmlformats.org/officeDocument/2006/relationships/slide" Target="../slides/slide829.xml"/><Relationship Id="rId1" Type="http://schemas.openxmlformats.org/officeDocument/2006/relationships/notesMaster" Target="../notesMasters/notesMaster1.xml"/></Relationships>
</file>

<file path=ppt/notesSlides/_rels/notesSlide779.xml.rels><?xml version="1.0" encoding="UTF-8" standalone="yes"?>
<Relationships xmlns="http://schemas.openxmlformats.org/package/2006/relationships"><Relationship Id="rId2" Type="http://schemas.openxmlformats.org/officeDocument/2006/relationships/slide" Target="../slides/slide830.xml"/><Relationship Id="rId1" Type="http://schemas.openxmlformats.org/officeDocument/2006/relationships/notesMaster" Target="../notesMasters/notesMaster1.xml"/></Relationships>
</file>

<file path=ppt/notesSlides/_rels/notesSlide780.xml.rels><?xml version="1.0" encoding="UTF-8" standalone="yes"?>
<Relationships xmlns="http://schemas.openxmlformats.org/package/2006/relationships"><Relationship Id="rId2" Type="http://schemas.openxmlformats.org/officeDocument/2006/relationships/slide" Target="../slides/slide831.xml"/><Relationship Id="rId1" Type="http://schemas.openxmlformats.org/officeDocument/2006/relationships/notesMaster" Target="../notesMasters/notesMaster1.xml"/></Relationships>
</file>

<file path=ppt/notesSlides/_rels/notesSlide781.xml.rels><?xml version="1.0" encoding="UTF-8" standalone="yes"?>
<Relationships xmlns="http://schemas.openxmlformats.org/package/2006/relationships"><Relationship Id="rId2" Type="http://schemas.openxmlformats.org/officeDocument/2006/relationships/slide" Target="../slides/slide832.xml"/><Relationship Id="rId1" Type="http://schemas.openxmlformats.org/officeDocument/2006/relationships/notesMaster" Target="../notesMasters/notesMaster1.xml"/></Relationships>
</file>

<file path=ppt/notesSlides/_rels/notesSlide782.xml.rels><?xml version="1.0" encoding="UTF-8" standalone="yes"?>
<Relationships xmlns="http://schemas.openxmlformats.org/package/2006/relationships"><Relationship Id="rId2" Type="http://schemas.openxmlformats.org/officeDocument/2006/relationships/slide" Target="../slides/slide833.xml"/><Relationship Id="rId1" Type="http://schemas.openxmlformats.org/officeDocument/2006/relationships/notesMaster" Target="../notesMasters/notesMaster1.xml"/></Relationships>
</file>

<file path=ppt/notesSlides/_rels/notesSlide783.xml.rels><?xml version="1.0" encoding="UTF-8" standalone="yes"?>
<Relationships xmlns="http://schemas.openxmlformats.org/package/2006/relationships"><Relationship Id="rId2" Type="http://schemas.openxmlformats.org/officeDocument/2006/relationships/slide" Target="../slides/slide834.xml"/><Relationship Id="rId1" Type="http://schemas.openxmlformats.org/officeDocument/2006/relationships/notesMaster" Target="../notesMasters/notesMaster1.xml"/></Relationships>
</file>

<file path=ppt/notesSlides/_rels/notesSlide784.xml.rels><?xml version="1.0" encoding="UTF-8" standalone="yes"?>
<Relationships xmlns="http://schemas.openxmlformats.org/package/2006/relationships"><Relationship Id="rId2" Type="http://schemas.openxmlformats.org/officeDocument/2006/relationships/slide" Target="../slides/slide835.xml"/><Relationship Id="rId1" Type="http://schemas.openxmlformats.org/officeDocument/2006/relationships/notesMaster" Target="../notesMasters/notesMaster1.xml"/></Relationships>
</file>

<file path=ppt/notesSlides/_rels/notesSlide785.xml.rels><?xml version="1.0" encoding="UTF-8" standalone="yes"?>
<Relationships xmlns="http://schemas.openxmlformats.org/package/2006/relationships"><Relationship Id="rId2" Type="http://schemas.openxmlformats.org/officeDocument/2006/relationships/slide" Target="../slides/slide836.xml"/><Relationship Id="rId1" Type="http://schemas.openxmlformats.org/officeDocument/2006/relationships/notesMaster" Target="../notesMasters/notesMaster1.xml"/></Relationships>
</file>

<file path=ppt/notesSlides/_rels/notesSlide786.xml.rels><?xml version="1.0" encoding="UTF-8" standalone="yes"?>
<Relationships xmlns="http://schemas.openxmlformats.org/package/2006/relationships"><Relationship Id="rId2" Type="http://schemas.openxmlformats.org/officeDocument/2006/relationships/slide" Target="../slides/slide837.xml"/><Relationship Id="rId1" Type="http://schemas.openxmlformats.org/officeDocument/2006/relationships/notesMaster" Target="../notesMasters/notesMaster1.xml"/></Relationships>
</file>

<file path=ppt/notesSlides/_rels/notesSlide787.xml.rels><?xml version="1.0" encoding="UTF-8" standalone="yes"?>
<Relationships xmlns="http://schemas.openxmlformats.org/package/2006/relationships"><Relationship Id="rId2" Type="http://schemas.openxmlformats.org/officeDocument/2006/relationships/slide" Target="../slides/slide838.xml"/><Relationship Id="rId1" Type="http://schemas.openxmlformats.org/officeDocument/2006/relationships/notesMaster" Target="../notesMasters/notesMaster1.xml"/></Relationships>
</file>

<file path=ppt/notesSlides/_rels/notesSlide788.xml.rels><?xml version="1.0" encoding="UTF-8" standalone="yes"?>
<Relationships xmlns="http://schemas.openxmlformats.org/package/2006/relationships"><Relationship Id="rId2" Type="http://schemas.openxmlformats.org/officeDocument/2006/relationships/slide" Target="../slides/slide839.xml"/><Relationship Id="rId1" Type="http://schemas.openxmlformats.org/officeDocument/2006/relationships/notesMaster" Target="../notesMasters/notesMaster1.xml"/></Relationships>
</file>

<file path=ppt/notesSlides/_rels/notesSlide789.xml.rels><?xml version="1.0" encoding="UTF-8" standalone="yes"?>
<Relationships xmlns="http://schemas.openxmlformats.org/package/2006/relationships"><Relationship Id="rId2" Type="http://schemas.openxmlformats.org/officeDocument/2006/relationships/slide" Target="../slides/slide840.xml"/><Relationship Id="rId1" Type="http://schemas.openxmlformats.org/officeDocument/2006/relationships/notesMaster" Target="../notesMasters/notesMaster1.xml"/></Relationships>
</file>

<file path=ppt/notesSlides/_rels/notesSlide790.xml.rels><?xml version="1.0" encoding="UTF-8" standalone="yes"?>
<Relationships xmlns="http://schemas.openxmlformats.org/package/2006/relationships"><Relationship Id="rId2" Type="http://schemas.openxmlformats.org/officeDocument/2006/relationships/slide" Target="../slides/slide841.xml"/><Relationship Id="rId1" Type="http://schemas.openxmlformats.org/officeDocument/2006/relationships/notesMaster" Target="../notesMasters/notesMaster1.xml"/></Relationships>
</file>

<file path=ppt/notesSlides/_rels/notesSlide791.xml.rels><?xml version="1.0" encoding="UTF-8" standalone="yes"?>
<Relationships xmlns="http://schemas.openxmlformats.org/package/2006/relationships"><Relationship Id="rId2" Type="http://schemas.openxmlformats.org/officeDocument/2006/relationships/slide" Target="../slides/slide842.xml"/><Relationship Id="rId1" Type="http://schemas.openxmlformats.org/officeDocument/2006/relationships/notesMaster" Target="../notesMasters/notesMaster1.xml"/></Relationships>
</file>

<file path=ppt/notesSlides/_rels/notesSlide792.xml.rels><?xml version="1.0" encoding="UTF-8" standalone="yes"?>
<Relationships xmlns="http://schemas.openxmlformats.org/package/2006/relationships"><Relationship Id="rId2" Type="http://schemas.openxmlformats.org/officeDocument/2006/relationships/slide" Target="../slides/slide843.xml"/><Relationship Id="rId1" Type="http://schemas.openxmlformats.org/officeDocument/2006/relationships/notesMaster" Target="../notesMasters/notesMaster1.xml"/></Relationships>
</file>

<file path=ppt/notesSlides/_rels/notesSlide793.xml.rels><?xml version="1.0" encoding="UTF-8" standalone="yes"?>
<Relationships xmlns="http://schemas.openxmlformats.org/package/2006/relationships"><Relationship Id="rId2" Type="http://schemas.openxmlformats.org/officeDocument/2006/relationships/slide" Target="../slides/slide844.xml"/><Relationship Id="rId1" Type="http://schemas.openxmlformats.org/officeDocument/2006/relationships/notesMaster" Target="../notesMasters/notesMaster1.xml"/></Relationships>
</file>

<file path=ppt/notesSlides/_rels/notesSlide794.xml.rels><?xml version="1.0" encoding="UTF-8" standalone="yes"?>
<Relationships xmlns="http://schemas.openxmlformats.org/package/2006/relationships"><Relationship Id="rId2" Type="http://schemas.openxmlformats.org/officeDocument/2006/relationships/slide" Target="../slides/slide845.xml"/><Relationship Id="rId1" Type="http://schemas.openxmlformats.org/officeDocument/2006/relationships/notesMaster" Target="../notesMasters/notesMaster1.xml"/></Relationships>
</file>

<file path=ppt/notesSlides/_rels/notesSlide795.xml.rels><?xml version="1.0" encoding="UTF-8" standalone="yes"?>
<Relationships xmlns="http://schemas.openxmlformats.org/package/2006/relationships"><Relationship Id="rId2" Type="http://schemas.openxmlformats.org/officeDocument/2006/relationships/slide" Target="../slides/slide846.xml"/><Relationship Id="rId1" Type="http://schemas.openxmlformats.org/officeDocument/2006/relationships/notesMaster" Target="../notesMasters/notesMaster1.xml"/></Relationships>
</file>

<file path=ppt/notesSlides/_rels/notesSlide796.xml.rels><?xml version="1.0" encoding="UTF-8" standalone="yes"?>
<Relationships xmlns="http://schemas.openxmlformats.org/package/2006/relationships"><Relationship Id="rId2" Type="http://schemas.openxmlformats.org/officeDocument/2006/relationships/slide" Target="../slides/slide847.xml"/><Relationship Id="rId1" Type="http://schemas.openxmlformats.org/officeDocument/2006/relationships/notesMaster" Target="../notesMasters/notesMaster1.xml"/></Relationships>
</file>

<file path=ppt/notesSlides/_rels/notesSlide797.xml.rels><?xml version="1.0" encoding="UTF-8" standalone="yes"?>
<Relationships xmlns="http://schemas.openxmlformats.org/package/2006/relationships"><Relationship Id="rId2" Type="http://schemas.openxmlformats.org/officeDocument/2006/relationships/slide" Target="../slides/slide848.xml"/><Relationship Id="rId1" Type="http://schemas.openxmlformats.org/officeDocument/2006/relationships/notesMaster" Target="../notesMasters/notesMaster1.xml"/></Relationships>
</file>

<file path=ppt/notesSlides/_rels/notesSlide798.xml.rels><?xml version="1.0" encoding="UTF-8" standalone="yes"?>
<Relationships xmlns="http://schemas.openxmlformats.org/package/2006/relationships"><Relationship Id="rId2" Type="http://schemas.openxmlformats.org/officeDocument/2006/relationships/slide" Target="../slides/slide849.xml"/><Relationship Id="rId1" Type="http://schemas.openxmlformats.org/officeDocument/2006/relationships/notesMaster" Target="../notesMasters/notesMaster1.xml"/></Relationships>
</file>

<file path=ppt/notesSlides/_rels/notesSlide799.xml.rels><?xml version="1.0" encoding="UTF-8" standalone="yes"?>
<Relationships xmlns="http://schemas.openxmlformats.org/package/2006/relationships"><Relationship Id="rId2" Type="http://schemas.openxmlformats.org/officeDocument/2006/relationships/slide" Target="../slides/slide850.xml"/><Relationship Id="rId1" Type="http://schemas.openxmlformats.org/officeDocument/2006/relationships/notesMaster" Target="../notesMasters/notesMaster1.xml"/></Relationships>
</file>

<file path=ppt/notesSlides/_rels/notesSlide800.xml.rels><?xml version="1.0" encoding="UTF-8" standalone="yes"?>
<Relationships xmlns="http://schemas.openxmlformats.org/package/2006/relationships"><Relationship Id="rId2" Type="http://schemas.openxmlformats.org/officeDocument/2006/relationships/slide" Target="../slides/slide851.xml"/><Relationship Id="rId1" Type="http://schemas.openxmlformats.org/officeDocument/2006/relationships/notesMaster" Target="../notesMasters/notesMaster1.xml"/></Relationships>
</file>

<file path=ppt/notesSlides/_rels/notesSlide801.xml.rels><?xml version="1.0" encoding="UTF-8" standalone="yes"?>
<Relationships xmlns="http://schemas.openxmlformats.org/package/2006/relationships"><Relationship Id="rId2" Type="http://schemas.openxmlformats.org/officeDocument/2006/relationships/slide" Target="../slides/slide852.xml"/><Relationship Id="rId1" Type="http://schemas.openxmlformats.org/officeDocument/2006/relationships/notesMaster" Target="../notesMasters/notesMaster1.xml"/></Relationships>
</file>

<file path=ppt/notesSlides/_rels/notesSlide802.xml.rels><?xml version="1.0" encoding="UTF-8" standalone="yes"?>
<Relationships xmlns="http://schemas.openxmlformats.org/package/2006/relationships"><Relationship Id="rId2" Type="http://schemas.openxmlformats.org/officeDocument/2006/relationships/slide" Target="../slides/slide853.xml"/><Relationship Id="rId1" Type="http://schemas.openxmlformats.org/officeDocument/2006/relationships/notesMaster" Target="../notesMasters/notesMaster1.xml"/></Relationships>
</file>

<file path=ppt/notesSlides/_rels/notesSlide803.xml.rels><?xml version="1.0" encoding="UTF-8" standalone="yes"?>
<Relationships xmlns="http://schemas.openxmlformats.org/package/2006/relationships"><Relationship Id="rId2" Type="http://schemas.openxmlformats.org/officeDocument/2006/relationships/slide" Target="../slides/slide854.xml"/><Relationship Id="rId1" Type="http://schemas.openxmlformats.org/officeDocument/2006/relationships/notesMaster" Target="../notesMasters/notesMaster1.xml"/></Relationships>
</file>

<file path=ppt/notesSlides/_rels/notesSlide804.xml.rels><?xml version="1.0" encoding="UTF-8" standalone="yes"?>
<Relationships xmlns="http://schemas.openxmlformats.org/package/2006/relationships"><Relationship Id="rId2" Type="http://schemas.openxmlformats.org/officeDocument/2006/relationships/slide" Target="../slides/slide855.xml"/><Relationship Id="rId1" Type="http://schemas.openxmlformats.org/officeDocument/2006/relationships/notesMaster" Target="../notesMasters/notesMaster1.xml"/></Relationships>
</file>

<file path=ppt/notesSlides/_rels/notesSlide805.xml.rels><?xml version="1.0" encoding="UTF-8" standalone="yes"?>
<Relationships xmlns="http://schemas.openxmlformats.org/package/2006/relationships"><Relationship Id="rId2" Type="http://schemas.openxmlformats.org/officeDocument/2006/relationships/slide" Target="../slides/slide856.xml"/><Relationship Id="rId1" Type="http://schemas.openxmlformats.org/officeDocument/2006/relationships/notesMaster" Target="../notesMasters/notesMaster1.xml"/></Relationships>
</file>

<file path=ppt/notesSlides/_rels/notesSlide806.xml.rels><?xml version="1.0" encoding="UTF-8" standalone="yes"?>
<Relationships xmlns="http://schemas.openxmlformats.org/package/2006/relationships"><Relationship Id="rId2" Type="http://schemas.openxmlformats.org/officeDocument/2006/relationships/slide" Target="../slides/slide857.xml"/><Relationship Id="rId1" Type="http://schemas.openxmlformats.org/officeDocument/2006/relationships/notesMaster" Target="../notesMasters/notesMaster1.xml"/></Relationships>
</file>

<file path=ppt/notesSlides/_rels/notesSlide807.xml.rels><?xml version="1.0" encoding="UTF-8" standalone="yes"?>
<Relationships xmlns="http://schemas.openxmlformats.org/package/2006/relationships"><Relationship Id="rId2" Type="http://schemas.openxmlformats.org/officeDocument/2006/relationships/slide" Target="../slides/slide858.xml"/><Relationship Id="rId1" Type="http://schemas.openxmlformats.org/officeDocument/2006/relationships/notesMaster" Target="../notesMasters/notesMaster1.xml"/></Relationships>
</file>

<file path=ppt/notesSlides/_rels/notesSlide808.xml.rels><?xml version="1.0" encoding="UTF-8" standalone="yes"?>
<Relationships xmlns="http://schemas.openxmlformats.org/package/2006/relationships"><Relationship Id="rId2" Type="http://schemas.openxmlformats.org/officeDocument/2006/relationships/slide" Target="../slides/slide859.xml"/><Relationship Id="rId1" Type="http://schemas.openxmlformats.org/officeDocument/2006/relationships/notesMaster" Target="../notesMasters/notesMaster1.xml"/></Relationships>
</file>

<file path=ppt/notesSlides/_rels/notesSlide809.xml.rels><?xml version="1.0" encoding="UTF-8" standalone="yes"?>
<Relationships xmlns="http://schemas.openxmlformats.org/package/2006/relationships"><Relationship Id="rId2" Type="http://schemas.openxmlformats.org/officeDocument/2006/relationships/slide" Target="../slides/slide860.xml"/><Relationship Id="rId1" Type="http://schemas.openxmlformats.org/officeDocument/2006/relationships/notesMaster" Target="../notesMasters/notesMaster1.xml"/></Relationships>
</file>

<file path=ppt/notesSlides/_rels/notesSlide810.xml.rels><?xml version="1.0" encoding="UTF-8" standalone="yes"?>
<Relationships xmlns="http://schemas.openxmlformats.org/package/2006/relationships"><Relationship Id="rId2" Type="http://schemas.openxmlformats.org/officeDocument/2006/relationships/slide" Target="../slides/slide861.xml"/><Relationship Id="rId1" Type="http://schemas.openxmlformats.org/officeDocument/2006/relationships/notesMaster" Target="../notesMasters/notesMaster1.xml"/></Relationships>
</file>

<file path=ppt/notesSlides/_rels/notesSlide811.xml.rels><?xml version="1.0" encoding="UTF-8" standalone="yes"?>
<Relationships xmlns="http://schemas.openxmlformats.org/package/2006/relationships"><Relationship Id="rId2" Type="http://schemas.openxmlformats.org/officeDocument/2006/relationships/slide" Target="../slides/slide862.xml"/><Relationship Id="rId1" Type="http://schemas.openxmlformats.org/officeDocument/2006/relationships/notesMaster" Target="../notesMasters/notesMaster1.xml"/></Relationships>
</file>

<file path=ppt/notesSlides/_rels/notesSlide812.xml.rels><?xml version="1.0" encoding="UTF-8" standalone="yes"?>
<Relationships xmlns="http://schemas.openxmlformats.org/package/2006/relationships"><Relationship Id="rId2" Type="http://schemas.openxmlformats.org/officeDocument/2006/relationships/slide" Target="../slides/slide863.xml"/><Relationship Id="rId1" Type="http://schemas.openxmlformats.org/officeDocument/2006/relationships/notesMaster" Target="../notesMasters/notesMaster1.xml"/></Relationships>
</file>

<file path=ppt/notesSlides/_rels/notesSlide813.xml.rels><?xml version="1.0" encoding="UTF-8" standalone="yes"?>
<Relationships xmlns="http://schemas.openxmlformats.org/package/2006/relationships"><Relationship Id="rId2" Type="http://schemas.openxmlformats.org/officeDocument/2006/relationships/slide" Target="../slides/slide864.xml"/><Relationship Id="rId1" Type="http://schemas.openxmlformats.org/officeDocument/2006/relationships/notesMaster" Target="../notesMasters/notesMaster1.xml"/></Relationships>
</file>

<file path=ppt/notesSlides/_rels/notesSlide814.xml.rels><?xml version="1.0" encoding="UTF-8" standalone="yes"?>
<Relationships xmlns="http://schemas.openxmlformats.org/package/2006/relationships"><Relationship Id="rId2" Type="http://schemas.openxmlformats.org/officeDocument/2006/relationships/slide" Target="../slides/slide865.xml"/><Relationship Id="rId1" Type="http://schemas.openxmlformats.org/officeDocument/2006/relationships/notesMaster" Target="../notesMasters/notesMaster1.xml"/></Relationships>
</file>

<file path=ppt/notesSlides/_rels/notesSlide815.xml.rels><?xml version="1.0" encoding="UTF-8" standalone="yes"?>
<Relationships xmlns="http://schemas.openxmlformats.org/package/2006/relationships"><Relationship Id="rId2" Type="http://schemas.openxmlformats.org/officeDocument/2006/relationships/slide" Target="../slides/slide866.xml"/><Relationship Id="rId1" Type="http://schemas.openxmlformats.org/officeDocument/2006/relationships/notesMaster" Target="../notesMasters/notesMaster1.xml"/></Relationships>
</file>

<file path=ppt/notesSlides/_rels/notesSlide816.xml.rels><?xml version="1.0" encoding="UTF-8" standalone="yes"?>
<Relationships xmlns="http://schemas.openxmlformats.org/package/2006/relationships"><Relationship Id="rId2" Type="http://schemas.openxmlformats.org/officeDocument/2006/relationships/slide" Target="../slides/slide867.xml"/><Relationship Id="rId1" Type="http://schemas.openxmlformats.org/officeDocument/2006/relationships/notesMaster" Target="../notesMasters/notesMaster1.xml"/></Relationships>
</file>

<file path=ppt/notesSlides/_rels/notesSlide817.xml.rels><?xml version="1.0" encoding="UTF-8" standalone="yes"?>
<Relationships xmlns="http://schemas.openxmlformats.org/package/2006/relationships"><Relationship Id="rId2" Type="http://schemas.openxmlformats.org/officeDocument/2006/relationships/slide" Target="../slides/slide868.xml"/><Relationship Id="rId1" Type="http://schemas.openxmlformats.org/officeDocument/2006/relationships/notesMaster" Target="../notesMasters/notesMaster1.xml"/></Relationships>
</file>

<file path=ppt/notesSlides/_rels/notesSlide818.xml.rels><?xml version="1.0" encoding="UTF-8" standalone="yes"?>
<Relationships xmlns="http://schemas.openxmlformats.org/package/2006/relationships"><Relationship Id="rId2" Type="http://schemas.openxmlformats.org/officeDocument/2006/relationships/slide" Target="../slides/slide869.xml"/><Relationship Id="rId1" Type="http://schemas.openxmlformats.org/officeDocument/2006/relationships/notesMaster" Target="../notesMasters/notesMaster1.xml"/></Relationships>
</file>

<file path=ppt/notesSlides/_rels/notesSlide819.xml.rels><?xml version="1.0" encoding="UTF-8" standalone="yes"?>
<Relationships xmlns="http://schemas.openxmlformats.org/package/2006/relationships"><Relationship Id="rId2" Type="http://schemas.openxmlformats.org/officeDocument/2006/relationships/slide" Target="../slides/slide870.xml"/><Relationship Id="rId1" Type="http://schemas.openxmlformats.org/officeDocument/2006/relationships/notesMaster" Target="../notesMasters/notesMaster1.xml"/></Relationships>
</file>

<file path=ppt/notesSlides/_rels/notesSlide820.xml.rels><?xml version="1.0" encoding="UTF-8" standalone="yes"?>
<Relationships xmlns="http://schemas.openxmlformats.org/package/2006/relationships"><Relationship Id="rId2" Type="http://schemas.openxmlformats.org/officeDocument/2006/relationships/slide" Target="../slides/slide871.xml"/><Relationship Id="rId1" Type="http://schemas.openxmlformats.org/officeDocument/2006/relationships/notesMaster" Target="../notesMasters/notesMaster1.xml"/></Relationships>
</file>

<file path=ppt/notesSlides/_rels/notesSlide821.xml.rels><?xml version="1.0" encoding="UTF-8" standalone="yes"?>
<Relationships xmlns="http://schemas.openxmlformats.org/package/2006/relationships"><Relationship Id="rId2" Type="http://schemas.openxmlformats.org/officeDocument/2006/relationships/slide" Target="../slides/slide872.xml"/><Relationship Id="rId1" Type="http://schemas.openxmlformats.org/officeDocument/2006/relationships/notesMaster" Target="../notesMasters/notesMaster1.xml"/></Relationships>
</file>

<file path=ppt/notesSlides/_rels/notesSlide822.xml.rels><?xml version="1.0" encoding="UTF-8" standalone="yes"?>
<Relationships xmlns="http://schemas.openxmlformats.org/package/2006/relationships"><Relationship Id="rId2" Type="http://schemas.openxmlformats.org/officeDocument/2006/relationships/slide" Target="../slides/slide873.xml"/><Relationship Id="rId1" Type="http://schemas.openxmlformats.org/officeDocument/2006/relationships/notesMaster" Target="../notesMasters/notesMaster1.xml"/></Relationships>
</file>

<file path=ppt/notesSlides/_rels/notesSlide823.xml.rels><?xml version="1.0" encoding="UTF-8" standalone="yes"?>
<Relationships xmlns="http://schemas.openxmlformats.org/package/2006/relationships"><Relationship Id="rId2" Type="http://schemas.openxmlformats.org/officeDocument/2006/relationships/slide" Target="../slides/slide874.xml"/><Relationship Id="rId1" Type="http://schemas.openxmlformats.org/officeDocument/2006/relationships/notesMaster" Target="../notesMasters/notesMaster1.xml"/></Relationships>
</file>

<file path=ppt/notesSlides/_rels/notesSlide824.xml.rels><?xml version="1.0" encoding="UTF-8" standalone="yes"?>
<Relationships xmlns="http://schemas.openxmlformats.org/package/2006/relationships"><Relationship Id="rId2" Type="http://schemas.openxmlformats.org/officeDocument/2006/relationships/slide" Target="../slides/slide875.xml"/><Relationship Id="rId1" Type="http://schemas.openxmlformats.org/officeDocument/2006/relationships/notesMaster" Target="../notesMasters/notesMaster1.xml"/></Relationships>
</file>

<file path=ppt/notesSlides/_rels/notesSlide825.xml.rels><?xml version="1.0" encoding="UTF-8" standalone="yes"?>
<Relationships xmlns="http://schemas.openxmlformats.org/package/2006/relationships"><Relationship Id="rId2" Type="http://schemas.openxmlformats.org/officeDocument/2006/relationships/slide" Target="../slides/slide876.xml"/><Relationship Id="rId1" Type="http://schemas.openxmlformats.org/officeDocument/2006/relationships/notesMaster" Target="../notesMasters/notesMaster1.xml"/></Relationships>
</file>

<file path=ppt/notesSlides/_rels/notesSlide826.xml.rels><?xml version="1.0" encoding="UTF-8" standalone="yes"?>
<Relationships xmlns="http://schemas.openxmlformats.org/package/2006/relationships"><Relationship Id="rId2" Type="http://schemas.openxmlformats.org/officeDocument/2006/relationships/slide" Target="../slides/slide877.xml"/><Relationship Id="rId1" Type="http://schemas.openxmlformats.org/officeDocument/2006/relationships/notesMaster" Target="../notesMasters/notesMaster1.xml"/></Relationships>
</file>

<file path=ppt/notesSlides/_rels/notesSlide827.xml.rels><?xml version="1.0" encoding="UTF-8" standalone="yes"?>
<Relationships xmlns="http://schemas.openxmlformats.org/package/2006/relationships"><Relationship Id="rId2" Type="http://schemas.openxmlformats.org/officeDocument/2006/relationships/slide" Target="../slides/slide878.xml"/><Relationship Id="rId1" Type="http://schemas.openxmlformats.org/officeDocument/2006/relationships/notesMaster" Target="../notesMasters/notesMaster1.xml"/></Relationships>
</file>

<file path=ppt/notesSlides/_rels/notesSlide828.xml.rels><?xml version="1.0" encoding="UTF-8" standalone="yes"?>
<Relationships xmlns="http://schemas.openxmlformats.org/package/2006/relationships"><Relationship Id="rId2" Type="http://schemas.openxmlformats.org/officeDocument/2006/relationships/slide" Target="../slides/slide879.xml"/><Relationship Id="rId1" Type="http://schemas.openxmlformats.org/officeDocument/2006/relationships/notesMaster" Target="../notesMasters/notesMaster1.xml"/></Relationships>
</file>

<file path=ppt/notesSlides/_rels/notesSlide829.xml.rels><?xml version="1.0" encoding="UTF-8" standalone="yes"?>
<Relationships xmlns="http://schemas.openxmlformats.org/package/2006/relationships"><Relationship Id="rId2" Type="http://schemas.openxmlformats.org/officeDocument/2006/relationships/slide" Target="../slides/slide880.xml"/><Relationship Id="rId1" Type="http://schemas.openxmlformats.org/officeDocument/2006/relationships/notesMaster" Target="../notesMasters/notesMaster1.xml"/></Relationships>
</file>

<file path=ppt/notesSlides/_rels/notesSlide830.xml.rels><?xml version="1.0" encoding="UTF-8" standalone="yes"?>
<Relationships xmlns="http://schemas.openxmlformats.org/package/2006/relationships"><Relationship Id="rId2" Type="http://schemas.openxmlformats.org/officeDocument/2006/relationships/slide" Target="../slides/slide881.xml"/><Relationship Id="rId1" Type="http://schemas.openxmlformats.org/officeDocument/2006/relationships/notesMaster" Target="../notesMasters/notesMaster1.xml"/></Relationships>
</file>

<file path=ppt/notesSlides/_rels/notesSlide831.xml.rels><?xml version="1.0" encoding="UTF-8" standalone="yes"?>
<Relationships xmlns="http://schemas.openxmlformats.org/package/2006/relationships"><Relationship Id="rId2" Type="http://schemas.openxmlformats.org/officeDocument/2006/relationships/slide" Target="../slides/slide882.xml"/><Relationship Id="rId1" Type="http://schemas.openxmlformats.org/officeDocument/2006/relationships/notesMaster" Target="../notesMasters/notesMaster1.xml"/></Relationships>
</file>

<file path=ppt/notesSlides/_rels/notesSlide832.xml.rels><?xml version="1.0" encoding="UTF-8" standalone="yes"?>
<Relationships xmlns="http://schemas.openxmlformats.org/package/2006/relationships"><Relationship Id="rId2" Type="http://schemas.openxmlformats.org/officeDocument/2006/relationships/slide" Target="../slides/slide883.xml"/><Relationship Id="rId1" Type="http://schemas.openxmlformats.org/officeDocument/2006/relationships/notesMaster" Target="../notesMasters/notesMaster1.xml"/></Relationships>
</file>

<file path=ppt/notesSlides/_rels/notesSlide833.xml.rels><?xml version="1.0" encoding="UTF-8" standalone="yes"?>
<Relationships xmlns="http://schemas.openxmlformats.org/package/2006/relationships"><Relationship Id="rId2" Type="http://schemas.openxmlformats.org/officeDocument/2006/relationships/slide" Target="../slides/slide884.xml"/><Relationship Id="rId1" Type="http://schemas.openxmlformats.org/officeDocument/2006/relationships/notesMaster" Target="../notesMasters/notesMaster1.xml"/></Relationships>
</file>

<file path=ppt/notesSlides/_rels/notesSlide834.xml.rels><?xml version="1.0" encoding="UTF-8" standalone="yes"?>
<Relationships xmlns="http://schemas.openxmlformats.org/package/2006/relationships"><Relationship Id="rId2" Type="http://schemas.openxmlformats.org/officeDocument/2006/relationships/slide" Target="../slides/slide885.xml"/><Relationship Id="rId1" Type="http://schemas.openxmlformats.org/officeDocument/2006/relationships/notesMaster" Target="../notesMasters/notesMaster1.xml"/></Relationships>
</file>

<file path=ppt/notesSlides/_rels/notesSlide835.xml.rels><?xml version="1.0" encoding="UTF-8" standalone="yes"?>
<Relationships xmlns="http://schemas.openxmlformats.org/package/2006/relationships"><Relationship Id="rId2" Type="http://schemas.openxmlformats.org/officeDocument/2006/relationships/slide" Target="../slides/slide886.xml"/><Relationship Id="rId1" Type="http://schemas.openxmlformats.org/officeDocument/2006/relationships/notesMaster" Target="../notesMasters/notesMaster1.xml"/></Relationships>
</file>

<file path=ppt/notesSlides/_rels/notesSlide836.xml.rels><?xml version="1.0" encoding="UTF-8" standalone="yes"?>
<Relationships xmlns="http://schemas.openxmlformats.org/package/2006/relationships"><Relationship Id="rId2" Type="http://schemas.openxmlformats.org/officeDocument/2006/relationships/slide" Target="../slides/slide887.xml"/><Relationship Id="rId1" Type="http://schemas.openxmlformats.org/officeDocument/2006/relationships/notesMaster" Target="../notesMasters/notesMaster1.xml"/></Relationships>
</file>

<file path=ppt/notesSlides/_rels/notesSlide837.xml.rels><?xml version="1.0" encoding="UTF-8" standalone="yes"?>
<Relationships xmlns="http://schemas.openxmlformats.org/package/2006/relationships"><Relationship Id="rId2" Type="http://schemas.openxmlformats.org/officeDocument/2006/relationships/slide" Target="../slides/slide888.xml"/><Relationship Id="rId1" Type="http://schemas.openxmlformats.org/officeDocument/2006/relationships/notesMaster" Target="../notesMasters/notesMaster1.xml"/></Relationships>
</file>

<file path=ppt/notesSlides/_rels/notesSlide838.xml.rels><?xml version="1.0" encoding="UTF-8" standalone="yes"?>
<Relationships xmlns="http://schemas.openxmlformats.org/package/2006/relationships"><Relationship Id="rId2" Type="http://schemas.openxmlformats.org/officeDocument/2006/relationships/slide" Target="../slides/slide889.xml"/><Relationship Id="rId1" Type="http://schemas.openxmlformats.org/officeDocument/2006/relationships/notesMaster" Target="../notesMasters/notesMaster1.xml"/></Relationships>
</file>

<file path=ppt/notesSlides/_rels/notesSlide839.xml.rels><?xml version="1.0" encoding="UTF-8" standalone="yes"?>
<Relationships xmlns="http://schemas.openxmlformats.org/package/2006/relationships"><Relationship Id="rId2" Type="http://schemas.openxmlformats.org/officeDocument/2006/relationships/slide" Target="../slides/slide890.xml"/><Relationship Id="rId1" Type="http://schemas.openxmlformats.org/officeDocument/2006/relationships/notesMaster" Target="../notesMasters/notesMaster1.xml"/></Relationships>
</file>

<file path=ppt/notesSlides/_rels/notesSlide840.xml.rels><?xml version="1.0" encoding="UTF-8" standalone="yes"?>
<Relationships xmlns="http://schemas.openxmlformats.org/package/2006/relationships"><Relationship Id="rId2" Type="http://schemas.openxmlformats.org/officeDocument/2006/relationships/slide" Target="../slides/slide891.xml"/><Relationship Id="rId1" Type="http://schemas.openxmlformats.org/officeDocument/2006/relationships/notesMaster" Target="../notesMasters/notesMaster1.xml"/></Relationships>
</file>

<file path=ppt/notesSlides/_rels/notesSlide841.xml.rels><?xml version="1.0" encoding="UTF-8" standalone="yes"?>
<Relationships xmlns="http://schemas.openxmlformats.org/package/2006/relationships"><Relationship Id="rId2" Type="http://schemas.openxmlformats.org/officeDocument/2006/relationships/slide" Target="../slides/slide892.xml"/><Relationship Id="rId1" Type="http://schemas.openxmlformats.org/officeDocument/2006/relationships/notesMaster" Target="../notesMasters/notesMaster1.xml"/></Relationships>
</file>

<file path=ppt/notesSlides/_rels/notesSlide842.xml.rels><?xml version="1.0" encoding="UTF-8" standalone="yes"?>
<Relationships xmlns="http://schemas.openxmlformats.org/package/2006/relationships"><Relationship Id="rId2" Type="http://schemas.openxmlformats.org/officeDocument/2006/relationships/slide" Target="../slides/slide893.xml"/><Relationship Id="rId1" Type="http://schemas.openxmlformats.org/officeDocument/2006/relationships/notesMaster" Target="../notesMasters/notesMaster1.xml"/></Relationships>
</file>

<file path=ppt/notesSlides/_rels/notesSlide843.xml.rels><?xml version="1.0" encoding="UTF-8" standalone="yes"?>
<Relationships xmlns="http://schemas.openxmlformats.org/package/2006/relationships"><Relationship Id="rId2" Type="http://schemas.openxmlformats.org/officeDocument/2006/relationships/slide" Target="../slides/slide894.xml"/><Relationship Id="rId1" Type="http://schemas.openxmlformats.org/officeDocument/2006/relationships/notesMaster" Target="../notesMasters/notesMaster1.xml"/></Relationships>
</file>

<file path=ppt/notesSlides/_rels/notesSlide844.xml.rels><?xml version="1.0" encoding="UTF-8" standalone="yes"?>
<Relationships xmlns="http://schemas.openxmlformats.org/package/2006/relationships"><Relationship Id="rId2" Type="http://schemas.openxmlformats.org/officeDocument/2006/relationships/slide" Target="../slides/slide895.xml"/><Relationship Id="rId1" Type="http://schemas.openxmlformats.org/officeDocument/2006/relationships/notesMaster" Target="../notesMasters/notesMaster1.xml"/></Relationships>
</file>

<file path=ppt/notesSlides/_rels/notesSlide845.xml.rels><?xml version="1.0" encoding="UTF-8" standalone="yes"?>
<Relationships xmlns="http://schemas.openxmlformats.org/package/2006/relationships"><Relationship Id="rId2" Type="http://schemas.openxmlformats.org/officeDocument/2006/relationships/slide" Target="../slides/slide896.xml"/><Relationship Id="rId1" Type="http://schemas.openxmlformats.org/officeDocument/2006/relationships/notesMaster" Target="../notesMasters/notesMaster1.xml"/></Relationships>
</file>

<file path=ppt/notesSlides/_rels/notesSlide846.xml.rels><?xml version="1.0" encoding="UTF-8" standalone="yes"?>
<Relationships xmlns="http://schemas.openxmlformats.org/package/2006/relationships"><Relationship Id="rId2" Type="http://schemas.openxmlformats.org/officeDocument/2006/relationships/slide" Target="../slides/slide897.xml"/><Relationship Id="rId1" Type="http://schemas.openxmlformats.org/officeDocument/2006/relationships/notesMaster" Target="../notesMasters/notesMaster1.xml"/></Relationships>
</file>

<file path=ppt/notesSlides/_rels/notesSlide847.xml.rels><?xml version="1.0" encoding="UTF-8" standalone="yes"?>
<Relationships xmlns="http://schemas.openxmlformats.org/package/2006/relationships"><Relationship Id="rId2" Type="http://schemas.openxmlformats.org/officeDocument/2006/relationships/slide" Target="../slides/slide898.xml"/><Relationship Id="rId1" Type="http://schemas.openxmlformats.org/officeDocument/2006/relationships/notesMaster" Target="../notesMasters/notesMaster1.xml"/></Relationships>
</file>

<file path=ppt/notesSlides/_rels/notesSlide848.xml.rels><?xml version="1.0" encoding="UTF-8" standalone="yes"?>
<Relationships xmlns="http://schemas.openxmlformats.org/package/2006/relationships"><Relationship Id="rId2" Type="http://schemas.openxmlformats.org/officeDocument/2006/relationships/slide" Target="../slides/slide899.xml"/><Relationship Id="rId1" Type="http://schemas.openxmlformats.org/officeDocument/2006/relationships/notesMaster" Target="../notesMasters/notesMaster1.xml"/></Relationships>
</file>

<file path=ppt/notesSlides/_rels/notesSlide849.xml.rels><?xml version="1.0" encoding="UTF-8" standalone="yes"?>
<Relationships xmlns="http://schemas.openxmlformats.org/package/2006/relationships"><Relationship Id="rId2" Type="http://schemas.openxmlformats.org/officeDocument/2006/relationships/slide" Target="../slides/slide900.xml"/><Relationship Id="rId1" Type="http://schemas.openxmlformats.org/officeDocument/2006/relationships/notesMaster" Target="../notesMasters/notesMaster1.xml"/></Relationships>
</file>

<file path=ppt/notesSlides/_rels/notesSlide850.xml.rels><?xml version="1.0" encoding="UTF-8" standalone="yes"?>
<Relationships xmlns="http://schemas.openxmlformats.org/package/2006/relationships"><Relationship Id="rId2" Type="http://schemas.openxmlformats.org/officeDocument/2006/relationships/slide" Target="../slides/slide901.xml"/><Relationship Id="rId1" Type="http://schemas.openxmlformats.org/officeDocument/2006/relationships/notesMaster" Target="../notesMasters/notesMaster1.xml"/></Relationships>
</file>

<file path=ppt/notesSlides/_rels/notesSlide851.xml.rels><?xml version="1.0" encoding="UTF-8" standalone="yes"?>
<Relationships xmlns="http://schemas.openxmlformats.org/package/2006/relationships"><Relationship Id="rId2" Type="http://schemas.openxmlformats.org/officeDocument/2006/relationships/slide" Target="../slides/slide902.xml"/><Relationship Id="rId1" Type="http://schemas.openxmlformats.org/officeDocument/2006/relationships/notesMaster" Target="../notesMasters/notesMaster1.xml"/></Relationships>
</file>

<file path=ppt/notesSlides/_rels/notesSlide852.xml.rels><?xml version="1.0" encoding="UTF-8" standalone="yes"?>
<Relationships xmlns="http://schemas.openxmlformats.org/package/2006/relationships"><Relationship Id="rId2" Type="http://schemas.openxmlformats.org/officeDocument/2006/relationships/slide" Target="../slides/slide903.xml"/><Relationship Id="rId1" Type="http://schemas.openxmlformats.org/officeDocument/2006/relationships/notesMaster" Target="../notesMasters/notesMaster1.xml"/></Relationships>
</file>

<file path=ppt/notesSlides/_rels/notesSlide853.xml.rels><?xml version="1.0" encoding="UTF-8" standalone="yes"?>
<Relationships xmlns="http://schemas.openxmlformats.org/package/2006/relationships"><Relationship Id="rId2" Type="http://schemas.openxmlformats.org/officeDocument/2006/relationships/slide" Target="../slides/slide904.xml"/><Relationship Id="rId1" Type="http://schemas.openxmlformats.org/officeDocument/2006/relationships/notesMaster" Target="../notesMasters/notesMaster1.xml"/></Relationships>
</file>

<file path=ppt/notesSlides/_rels/notesSlide854.xml.rels><?xml version="1.0" encoding="UTF-8" standalone="yes"?>
<Relationships xmlns="http://schemas.openxmlformats.org/package/2006/relationships"><Relationship Id="rId2" Type="http://schemas.openxmlformats.org/officeDocument/2006/relationships/slide" Target="../slides/slide905.xml"/><Relationship Id="rId1" Type="http://schemas.openxmlformats.org/officeDocument/2006/relationships/notesMaster" Target="../notesMasters/notesMaster1.xml"/></Relationships>
</file>

<file path=ppt/notesSlides/_rels/notesSlide855.xml.rels><?xml version="1.0" encoding="UTF-8" standalone="yes"?>
<Relationships xmlns="http://schemas.openxmlformats.org/package/2006/relationships"><Relationship Id="rId2" Type="http://schemas.openxmlformats.org/officeDocument/2006/relationships/slide" Target="../slides/slide906.xml"/><Relationship Id="rId1" Type="http://schemas.openxmlformats.org/officeDocument/2006/relationships/notesMaster" Target="../notesMasters/notesMaster1.xml"/></Relationships>
</file>

<file path=ppt/notesSlides/_rels/notesSlide856.xml.rels><?xml version="1.0" encoding="UTF-8" standalone="yes"?>
<Relationships xmlns="http://schemas.openxmlformats.org/package/2006/relationships"><Relationship Id="rId2" Type="http://schemas.openxmlformats.org/officeDocument/2006/relationships/slide" Target="../slides/slide907.xml"/><Relationship Id="rId1" Type="http://schemas.openxmlformats.org/officeDocument/2006/relationships/notesMaster" Target="../notesMasters/notesMaster1.xml"/></Relationships>
</file>

<file path=ppt/notesSlides/_rels/notesSlide857.xml.rels><?xml version="1.0" encoding="UTF-8" standalone="yes"?>
<Relationships xmlns="http://schemas.openxmlformats.org/package/2006/relationships"><Relationship Id="rId2" Type="http://schemas.openxmlformats.org/officeDocument/2006/relationships/slide" Target="../slides/slide908.xml"/><Relationship Id="rId1" Type="http://schemas.openxmlformats.org/officeDocument/2006/relationships/notesMaster" Target="../notesMasters/notesMaster1.xml"/></Relationships>
</file>

<file path=ppt/notesSlides/_rels/notesSlide858.xml.rels><?xml version="1.0" encoding="UTF-8" standalone="yes"?>
<Relationships xmlns="http://schemas.openxmlformats.org/package/2006/relationships"><Relationship Id="rId2" Type="http://schemas.openxmlformats.org/officeDocument/2006/relationships/slide" Target="../slides/slide909.xml"/><Relationship Id="rId1" Type="http://schemas.openxmlformats.org/officeDocument/2006/relationships/notesMaster" Target="../notesMasters/notesMaster1.xml"/></Relationships>
</file>

<file path=ppt/notesSlides/_rels/notesSlide859.xml.rels><?xml version="1.0" encoding="UTF-8" standalone="yes"?>
<Relationships xmlns="http://schemas.openxmlformats.org/package/2006/relationships"><Relationship Id="rId2" Type="http://schemas.openxmlformats.org/officeDocument/2006/relationships/slide" Target="../slides/slide910.xml"/><Relationship Id="rId1" Type="http://schemas.openxmlformats.org/officeDocument/2006/relationships/notesMaster" Target="../notesMasters/notesMaster1.xml"/></Relationships>
</file>

<file path=ppt/notesSlides/_rels/notesSlide860.xml.rels><?xml version="1.0" encoding="UTF-8" standalone="yes"?>
<Relationships xmlns="http://schemas.openxmlformats.org/package/2006/relationships"><Relationship Id="rId2" Type="http://schemas.openxmlformats.org/officeDocument/2006/relationships/slide" Target="../slides/slide911.xml"/><Relationship Id="rId1" Type="http://schemas.openxmlformats.org/officeDocument/2006/relationships/notesMaster" Target="../notesMasters/notesMaster1.xml"/></Relationships>
</file>

<file path=ppt/notesSlides/_rels/notesSlide861.xml.rels><?xml version="1.0" encoding="UTF-8" standalone="yes"?>
<Relationships xmlns="http://schemas.openxmlformats.org/package/2006/relationships"><Relationship Id="rId2" Type="http://schemas.openxmlformats.org/officeDocument/2006/relationships/slide" Target="../slides/slide912.xml"/><Relationship Id="rId1" Type="http://schemas.openxmlformats.org/officeDocument/2006/relationships/notesMaster" Target="../notesMasters/notesMaster1.xml"/></Relationships>
</file>

<file path=ppt/notesSlides/_rels/notesSlide862.xml.rels><?xml version="1.0" encoding="UTF-8" standalone="yes"?>
<Relationships xmlns="http://schemas.openxmlformats.org/package/2006/relationships"><Relationship Id="rId2" Type="http://schemas.openxmlformats.org/officeDocument/2006/relationships/slide" Target="../slides/slide913.xml"/><Relationship Id="rId1" Type="http://schemas.openxmlformats.org/officeDocument/2006/relationships/notesMaster" Target="../notesMasters/notesMaster1.xml"/></Relationships>
</file>

<file path=ppt/notesSlides/_rels/notesSlide863.xml.rels><?xml version="1.0" encoding="UTF-8" standalone="yes"?>
<Relationships xmlns="http://schemas.openxmlformats.org/package/2006/relationships"><Relationship Id="rId2" Type="http://schemas.openxmlformats.org/officeDocument/2006/relationships/slide" Target="../slides/slide914.xml"/><Relationship Id="rId1" Type="http://schemas.openxmlformats.org/officeDocument/2006/relationships/notesMaster" Target="../notesMasters/notesMaster1.xml"/></Relationships>
</file>

<file path=ppt/notesSlides/_rels/notesSlide864.xml.rels><?xml version="1.0" encoding="UTF-8" standalone="yes"?>
<Relationships xmlns="http://schemas.openxmlformats.org/package/2006/relationships"><Relationship Id="rId2" Type="http://schemas.openxmlformats.org/officeDocument/2006/relationships/slide" Target="../slides/slide915.xml"/><Relationship Id="rId1" Type="http://schemas.openxmlformats.org/officeDocument/2006/relationships/notesMaster" Target="../notesMasters/notesMaster1.xml"/></Relationships>
</file>

<file path=ppt/notesSlides/_rels/notesSlide865.xml.rels><?xml version="1.0" encoding="UTF-8" standalone="yes"?>
<Relationships xmlns="http://schemas.openxmlformats.org/package/2006/relationships"><Relationship Id="rId2" Type="http://schemas.openxmlformats.org/officeDocument/2006/relationships/slide" Target="../slides/slide916.xml"/><Relationship Id="rId1" Type="http://schemas.openxmlformats.org/officeDocument/2006/relationships/notesMaster" Target="../notesMasters/notesMaster1.xml"/></Relationships>
</file>

<file path=ppt/notesSlides/_rels/notesSlide866.xml.rels><?xml version="1.0" encoding="UTF-8" standalone="yes"?>
<Relationships xmlns="http://schemas.openxmlformats.org/package/2006/relationships"><Relationship Id="rId2" Type="http://schemas.openxmlformats.org/officeDocument/2006/relationships/slide" Target="../slides/slide917.xml"/><Relationship Id="rId1" Type="http://schemas.openxmlformats.org/officeDocument/2006/relationships/notesMaster" Target="../notesMasters/notesMaster1.xml"/></Relationships>
</file>

<file path=ppt/notesSlides/_rels/notesSlide867.xml.rels><?xml version="1.0" encoding="UTF-8" standalone="yes"?>
<Relationships xmlns="http://schemas.openxmlformats.org/package/2006/relationships"><Relationship Id="rId2" Type="http://schemas.openxmlformats.org/officeDocument/2006/relationships/slide" Target="../slides/slide918.xml"/><Relationship Id="rId1" Type="http://schemas.openxmlformats.org/officeDocument/2006/relationships/notesMaster" Target="../notesMasters/notesMaster1.xml"/></Relationships>
</file>

<file path=ppt/notesSlides/_rels/notesSlide868.xml.rels><?xml version="1.0" encoding="UTF-8" standalone="yes"?>
<Relationships xmlns="http://schemas.openxmlformats.org/package/2006/relationships"><Relationship Id="rId2" Type="http://schemas.openxmlformats.org/officeDocument/2006/relationships/slide" Target="../slides/slide919.xml"/><Relationship Id="rId1" Type="http://schemas.openxmlformats.org/officeDocument/2006/relationships/notesMaster" Target="../notesMasters/notesMaster1.xml"/></Relationships>
</file>

<file path=ppt/notesSlides/_rels/notesSlide869.xml.rels><?xml version="1.0" encoding="UTF-8" standalone="yes"?>
<Relationships xmlns="http://schemas.openxmlformats.org/package/2006/relationships"><Relationship Id="rId2" Type="http://schemas.openxmlformats.org/officeDocument/2006/relationships/slide" Target="../slides/slide920.xml"/><Relationship Id="rId1" Type="http://schemas.openxmlformats.org/officeDocument/2006/relationships/notesMaster" Target="../notesMasters/notesMaster1.xml"/></Relationships>
</file>

<file path=ppt/notesSlides/_rels/notesSlide870.xml.rels><?xml version="1.0" encoding="UTF-8" standalone="yes"?>
<Relationships xmlns="http://schemas.openxmlformats.org/package/2006/relationships"><Relationship Id="rId2" Type="http://schemas.openxmlformats.org/officeDocument/2006/relationships/slide" Target="../slides/slide921.xml"/><Relationship Id="rId1" Type="http://schemas.openxmlformats.org/officeDocument/2006/relationships/notesMaster" Target="../notesMasters/notesMaster1.xml"/></Relationships>
</file>

<file path=ppt/notesSlides/_rels/notesSlide871.xml.rels><?xml version="1.0" encoding="UTF-8" standalone="yes"?>
<Relationships xmlns="http://schemas.openxmlformats.org/package/2006/relationships"><Relationship Id="rId2" Type="http://schemas.openxmlformats.org/officeDocument/2006/relationships/slide" Target="../slides/slide922.xml"/><Relationship Id="rId1" Type="http://schemas.openxmlformats.org/officeDocument/2006/relationships/notesMaster" Target="../notesMasters/notesMaster1.xml"/></Relationships>
</file>

<file path=ppt/notesSlides/_rels/notesSlide872.xml.rels><?xml version="1.0" encoding="UTF-8" standalone="yes"?>
<Relationships xmlns="http://schemas.openxmlformats.org/package/2006/relationships"><Relationship Id="rId2" Type="http://schemas.openxmlformats.org/officeDocument/2006/relationships/slide" Target="../slides/slide923.xml"/><Relationship Id="rId1" Type="http://schemas.openxmlformats.org/officeDocument/2006/relationships/notesMaster" Target="../notesMasters/notesMaster1.xml"/></Relationships>
</file>

<file path=ppt/notesSlides/_rels/notesSlide873.xml.rels><?xml version="1.0" encoding="UTF-8" standalone="yes"?>
<Relationships xmlns="http://schemas.openxmlformats.org/package/2006/relationships"><Relationship Id="rId2" Type="http://schemas.openxmlformats.org/officeDocument/2006/relationships/slide" Target="../slides/slide924.xml"/><Relationship Id="rId1" Type="http://schemas.openxmlformats.org/officeDocument/2006/relationships/notesMaster" Target="../notesMasters/notesMaster1.xml"/></Relationships>
</file>

<file path=ppt/notesSlides/_rels/notesSlide874.xml.rels><?xml version="1.0" encoding="UTF-8" standalone="yes"?>
<Relationships xmlns="http://schemas.openxmlformats.org/package/2006/relationships"><Relationship Id="rId2" Type="http://schemas.openxmlformats.org/officeDocument/2006/relationships/slide" Target="../slides/slide925.xml"/><Relationship Id="rId1" Type="http://schemas.openxmlformats.org/officeDocument/2006/relationships/notesMaster" Target="../notesMasters/notesMaster1.xml"/></Relationships>
</file>

<file path=ppt/notesSlides/_rels/notesSlide875.xml.rels><?xml version="1.0" encoding="UTF-8" standalone="yes"?>
<Relationships xmlns="http://schemas.openxmlformats.org/package/2006/relationships"><Relationship Id="rId2" Type="http://schemas.openxmlformats.org/officeDocument/2006/relationships/slide" Target="../slides/slide926.xml"/><Relationship Id="rId1" Type="http://schemas.openxmlformats.org/officeDocument/2006/relationships/notesMaster" Target="../notesMasters/notesMaster1.xml"/></Relationships>
</file>

<file path=ppt/notesSlides/_rels/notesSlide876.xml.rels><?xml version="1.0" encoding="UTF-8" standalone="yes"?>
<Relationships xmlns="http://schemas.openxmlformats.org/package/2006/relationships"><Relationship Id="rId2" Type="http://schemas.openxmlformats.org/officeDocument/2006/relationships/slide" Target="../slides/slide927.xml"/><Relationship Id="rId1" Type="http://schemas.openxmlformats.org/officeDocument/2006/relationships/notesMaster" Target="../notesMasters/notesMaster1.xml"/></Relationships>
</file>

<file path=ppt/notesSlides/_rels/notesSlide877.xml.rels><?xml version="1.0" encoding="UTF-8" standalone="yes"?>
<Relationships xmlns="http://schemas.openxmlformats.org/package/2006/relationships"><Relationship Id="rId2" Type="http://schemas.openxmlformats.org/officeDocument/2006/relationships/slide" Target="../slides/slide928.xml"/><Relationship Id="rId1" Type="http://schemas.openxmlformats.org/officeDocument/2006/relationships/notesMaster" Target="../notesMasters/notesMaster1.xml"/></Relationships>
</file>

<file path=ppt/notesSlides/_rels/notesSlide878.xml.rels><?xml version="1.0" encoding="UTF-8" standalone="yes"?>
<Relationships xmlns="http://schemas.openxmlformats.org/package/2006/relationships"><Relationship Id="rId2" Type="http://schemas.openxmlformats.org/officeDocument/2006/relationships/slide" Target="../slides/slide929.xml"/><Relationship Id="rId1" Type="http://schemas.openxmlformats.org/officeDocument/2006/relationships/notesMaster" Target="../notesMasters/notesMaster1.xml"/></Relationships>
</file>

<file path=ppt/notesSlides/_rels/notesSlide879.xml.rels><?xml version="1.0" encoding="UTF-8" standalone="yes"?>
<Relationships xmlns="http://schemas.openxmlformats.org/package/2006/relationships"><Relationship Id="rId2" Type="http://schemas.openxmlformats.org/officeDocument/2006/relationships/slide" Target="../slides/slide930.xml"/><Relationship Id="rId1" Type="http://schemas.openxmlformats.org/officeDocument/2006/relationships/notesMaster" Target="../notesMasters/notesMaster1.xml"/></Relationships>
</file>

<file path=ppt/notesSlides/_rels/notesSlide880.xml.rels><?xml version="1.0" encoding="UTF-8" standalone="yes"?>
<Relationships xmlns="http://schemas.openxmlformats.org/package/2006/relationships"><Relationship Id="rId2" Type="http://schemas.openxmlformats.org/officeDocument/2006/relationships/slide" Target="../slides/slide931.xml"/><Relationship Id="rId1" Type="http://schemas.openxmlformats.org/officeDocument/2006/relationships/notesMaster" Target="../notesMasters/notesMaster1.xml"/></Relationships>
</file>

<file path=ppt/notesSlides/_rels/notesSlide881.xml.rels><?xml version="1.0" encoding="UTF-8" standalone="yes"?>
<Relationships xmlns="http://schemas.openxmlformats.org/package/2006/relationships"><Relationship Id="rId2" Type="http://schemas.openxmlformats.org/officeDocument/2006/relationships/slide" Target="../slides/slide932.xml"/><Relationship Id="rId1" Type="http://schemas.openxmlformats.org/officeDocument/2006/relationships/notesMaster" Target="../notesMasters/notesMaster1.xml"/></Relationships>
</file>

<file path=ppt/notesSlides/_rels/notesSlide882.xml.rels><?xml version="1.0" encoding="UTF-8" standalone="yes"?>
<Relationships xmlns="http://schemas.openxmlformats.org/package/2006/relationships"><Relationship Id="rId2" Type="http://schemas.openxmlformats.org/officeDocument/2006/relationships/slide" Target="../slides/slide933.xml"/><Relationship Id="rId1" Type="http://schemas.openxmlformats.org/officeDocument/2006/relationships/notesMaster" Target="../notesMasters/notesMaster1.xml"/></Relationships>
</file>

<file path=ppt/notesSlides/_rels/notesSlide883.xml.rels><?xml version="1.0" encoding="UTF-8" standalone="yes"?>
<Relationships xmlns="http://schemas.openxmlformats.org/package/2006/relationships"><Relationship Id="rId2" Type="http://schemas.openxmlformats.org/officeDocument/2006/relationships/slide" Target="../slides/slide934.xml"/><Relationship Id="rId1" Type="http://schemas.openxmlformats.org/officeDocument/2006/relationships/notesMaster" Target="../notesMasters/notesMaster1.xml"/></Relationships>
</file>

<file path=ppt/notesSlides/_rels/notesSlide884.xml.rels><?xml version="1.0" encoding="UTF-8" standalone="yes"?>
<Relationships xmlns="http://schemas.openxmlformats.org/package/2006/relationships"><Relationship Id="rId2" Type="http://schemas.openxmlformats.org/officeDocument/2006/relationships/slide" Target="../slides/slide935.xml"/><Relationship Id="rId1" Type="http://schemas.openxmlformats.org/officeDocument/2006/relationships/notesMaster" Target="../notesMasters/notesMaster1.xml"/></Relationships>
</file>

<file path=ppt/notesSlides/_rels/notesSlide885.xml.rels><?xml version="1.0" encoding="UTF-8" standalone="yes"?>
<Relationships xmlns="http://schemas.openxmlformats.org/package/2006/relationships"><Relationship Id="rId2" Type="http://schemas.openxmlformats.org/officeDocument/2006/relationships/slide" Target="../slides/slide936.xml"/><Relationship Id="rId1" Type="http://schemas.openxmlformats.org/officeDocument/2006/relationships/notesMaster" Target="../notesMasters/notesMaster1.xml"/></Relationships>
</file>

<file path=ppt/notesSlides/_rels/notesSlide886.xml.rels><?xml version="1.0" encoding="UTF-8" standalone="yes"?>
<Relationships xmlns="http://schemas.openxmlformats.org/package/2006/relationships"><Relationship Id="rId2" Type="http://schemas.openxmlformats.org/officeDocument/2006/relationships/slide" Target="../slides/slide937.xml"/><Relationship Id="rId1" Type="http://schemas.openxmlformats.org/officeDocument/2006/relationships/notesMaster" Target="../notesMasters/notesMaster1.xml"/></Relationships>
</file>

<file path=ppt/notesSlides/_rels/notesSlide887.xml.rels><?xml version="1.0" encoding="UTF-8" standalone="yes"?>
<Relationships xmlns="http://schemas.openxmlformats.org/package/2006/relationships"><Relationship Id="rId2" Type="http://schemas.openxmlformats.org/officeDocument/2006/relationships/slide" Target="../slides/slide938.xml"/><Relationship Id="rId1" Type="http://schemas.openxmlformats.org/officeDocument/2006/relationships/notesMaster" Target="../notesMasters/notesMaster1.xml"/></Relationships>
</file>

<file path=ppt/notesSlides/_rels/notesSlide888.xml.rels><?xml version="1.0" encoding="UTF-8" standalone="yes"?>
<Relationships xmlns="http://schemas.openxmlformats.org/package/2006/relationships"><Relationship Id="rId2" Type="http://schemas.openxmlformats.org/officeDocument/2006/relationships/slide" Target="../slides/slide939.xml"/><Relationship Id="rId1" Type="http://schemas.openxmlformats.org/officeDocument/2006/relationships/notesMaster" Target="../notesMasters/notesMaster1.xml"/></Relationships>
</file>

<file path=ppt/notesSlides/_rels/notesSlide889.xml.rels><?xml version="1.0" encoding="UTF-8" standalone="yes"?>
<Relationships xmlns="http://schemas.openxmlformats.org/package/2006/relationships"><Relationship Id="rId2" Type="http://schemas.openxmlformats.org/officeDocument/2006/relationships/slide" Target="../slides/slide940.xml"/><Relationship Id="rId1" Type="http://schemas.openxmlformats.org/officeDocument/2006/relationships/notesMaster" Target="../notesMasters/notesMaster1.xml"/></Relationships>
</file>

<file path=ppt/notesSlides/_rels/notesSlide890.xml.rels><?xml version="1.0" encoding="UTF-8" standalone="yes"?>
<Relationships xmlns="http://schemas.openxmlformats.org/package/2006/relationships"><Relationship Id="rId2" Type="http://schemas.openxmlformats.org/officeDocument/2006/relationships/slide" Target="../slides/slide941.xml"/><Relationship Id="rId1" Type="http://schemas.openxmlformats.org/officeDocument/2006/relationships/notesMaster" Target="../notesMasters/notesMaster1.xml"/></Relationships>
</file>

<file path=ppt/notesSlides/_rels/notesSlide891.xml.rels><?xml version="1.0" encoding="UTF-8" standalone="yes"?>
<Relationships xmlns="http://schemas.openxmlformats.org/package/2006/relationships"><Relationship Id="rId2" Type="http://schemas.openxmlformats.org/officeDocument/2006/relationships/slide" Target="../slides/slide942.xml"/><Relationship Id="rId1" Type="http://schemas.openxmlformats.org/officeDocument/2006/relationships/notesMaster" Target="../notesMasters/notesMaster1.xml"/></Relationships>
</file>

<file path=ppt/notesSlides/_rels/notesSlide892.xml.rels><?xml version="1.0" encoding="UTF-8" standalone="yes"?>
<Relationships xmlns="http://schemas.openxmlformats.org/package/2006/relationships"><Relationship Id="rId2" Type="http://schemas.openxmlformats.org/officeDocument/2006/relationships/slide" Target="../slides/slide943.xml"/><Relationship Id="rId1" Type="http://schemas.openxmlformats.org/officeDocument/2006/relationships/notesMaster" Target="../notesMasters/notesMaster1.xml"/></Relationships>
</file>

<file path=ppt/notesSlides/_rels/notesSlide893.xml.rels><?xml version="1.0" encoding="UTF-8" standalone="yes"?>
<Relationships xmlns="http://schemas.openxmlformats.org/package/2006/relationships"><Relationship Id="rId2" Type="http://schemas.openxmlformats.org/officeDocument/2006/relationships/slide" Target="../slides/slide944.xml"/><Relationship Id="rId1" Type="http://schemas.openxmlformats.org/officeDocument/2006/relationships/notesMaster" Target="../notesMasters/notesMaster1.xml"/></Relationships>
</file>

<file path=ppt/notesSlides/_rels/notesSlide894.xml.rels><?xml version="1.0" encoding="UTF-8" standalone="yes"?>
<Relationships xmlns="http://schemas.openxmlformats.org/package/2006/relationships"><Relationship Id="rId2" Type="http://schemas.openxmlformats.org/officeDocument/2006/relationships/slide" Target="../slides/slide945.xml"/><Relationship Id="rId1" Type="http://schemas.openxmlformats.org/officeDocument/2006/relationships/notesMaster" Target="../notesMasters/notesMaster1.xml"/></Relationships>
</file>

<file path=ppt/notesSlides/_rels/notesSlide895.xml.rels><?xml version="1.0" encoding="UTF-8" standalone="yes"?>
<Relationships xmlns="http://schemas.openxmlformats.org/package/2006/relationships"><Relationship Id="rId2" Type="http://schemas.openxmlformats.org/officeDocument/2006/relationships/slide" Target="../slides/slide946.xml"/><Relationship Id="rId1" Type="http://schemas.openxmlformats.org/officeDocument/2006/relationships/notesMaster" Target="../notesMasters/notesMaster1.xml"/></Relationships>
</file>

<file path=ppt/notesSlides/_rels/notesSlide896.xml.rels><?xml version="1.0" encoding="UTF-8" standalone="yes"?>
<Relationships xmlns="http://schemas.openxmlformats.org/package/2006/relationships"><Relationship Id="rId2" Type="http://schemas.openxmlformats.org/officeDocument/2006/relationships/slide" Target="../slides/slide947.xml"/><Relationship Id="rId1" Type="http://schemas.openxmlformats.org/officeDocument/2006/relationships/notesMaster" Target="../notesMasters/notesMaster1.xml"/></Relationships>
</file>

<file path=ppt/notesSlides/_rels/notesSlide897.xml.rels><?xml version="1.0" encoding="UTF-8" standalone="yes"?>
<Relationships xmlns="http://schemas.openxmlformats.org/package/2006/relationships"><Relationship Id="rId2" Type="http://schemas.openxmlformats.org/officeDocument/2006/relationships/slide" Target="../slides/slide948.xml"/><Relationship Id="rId1" Type="http://schemas.openxmlformats.org/officeDocument/2006/relationships/notesMaster" Target="../notesMasters/notesMaster1.xml"/></Relationships>
</file>

<file path=ppt/notesSlides/_rels/notesSlide898.xml.rels><?xml version="1.0" encoding="UTF-8" standalone="yes"?>
<Relationships xmlns="http://schemas.openxmlformats.org/package/2006/relationships"><Relationship Id="rId2" Type="http://schemas.openxmlformats.org/officeDocument/2006/relationships/slide" Target="../slides/slide949.xml"/><Relationship Id="rId1" Type="http://schemas.openxmlformats.org/officeDocument/2006/relationships/notesMaster" Target="../notesMasters/notesMaster1.xml"/></Relationships>
</file>

<file path=ppt/notesSlides/_rels/notesSlide899.xml.rels><?xml version="1.0" encoding="UTF-8" standalone="yes"?>
<Relationships xmlns="http://schemas.openxmlformats.org/package/2006/relationships"><Relationship Id="rId2" Type="http://schemas.openxmlformats.org/officeDocument/2006/relationships/slide" Target="../slides/slide950.xml"/><Relationship Id="rId1" Type="http://schemas.openxmlformats.org/officeDocument/2006/relationships/notesMaster" Target="../notesMasters/notesMaster1.xml"/></Relationships>
</file>

<file path=ppt/notesSlides/_rels/notesSlide900.xml.rels><?xml version="1.0" encoding="UTF-8" standalone="yes"?>
<Relationships xmlns="http://schemas.openxmlformats.org/package/2006/relationships"><Relationship Id="rId2" Type="http://schemas.openxmlformats.org/officeDocument/2006/relationships/slide" Target="../slides/slide951.xml"/><Relationship Id="rId1" Type="http://schemas.openxmlformats.org/officeDocument/2006/relationships/notesMaster" Target="../notesMasters/notesMaster1.xml"/></Relationships>
</file>

<file path=ppt/notesSlides/_rels/notesSlide901.xml.rels><?xml version="1.0" encoding="UTF-8" standalone="yes"?>
<Relationships xmlns="http://schemas.openxmlformats.org/package/2006/relationships"><Relationship Id="rId2" Type="http://schemas.openxmlformats.org/officeDocument/2006/relationships/slide" Target="../slides/slide952.xml"/><Relationship Id="rId1" Type="http://schemas.openxmlformats.org/officeDocument/2006/relationships/notesMaster" Target="../notesMasters/notesMaster1.xml"/></Relationships>
</file>

<file path=ppt/notesSlides/_rels/notesSlide902.xml.rels><?xml version="1.0" encoding="UTF-8" standalone="yes"?>
<Relationships xmlns="http://schemas.openxmlformats.org/package/2006/relationships"><Relationship Id="rId2" Type="http://schemas.openxmlformats.org/officeDocument/2006/relationships/slide" Target="../slides/slide953.xml"/><Relationship Id="rId1" Type="http://schemas.openxmlformats.org/officeDocument/2006/relationships/notesMaster" Target="../notesMasters/notesMaster1.xml"/></Relationships>
</file>

<file path=ppt/notesSlides/_rels/notesSlide903.xml.rels><?xml version="1.0" encoding="UTF-8" standalone="yes"?>
<Relationships xmlns="http://schemas.openxmlformats.org/package/2006/relationships"><Relationship Id="rId2" Type="http://schemas.openxmlformats.org/officeDocument/2006/relationships/slide" Target="../slides/slide954.xml"/><Relationship Id="rId1" Type="http://schemas.openxmlformats.org/officeDocument/2006/relationships/notesMaster" Target="../notesMasters/notesMaster1.xml"/></Relationships>
</file>

<file path=ppt/notesSlides/_rels/notesSlide904.xml.rels><?xml version="1.0" encoding="UTF-8" standalone="yes"?>
<Relationships xmlns="http://schemas.openxmlformats.org/package/2006/relationships"><Relationship Id="rId2" Type="http://schemas.openxmlformats.org/officeDocument/2006/relationships/slide" Target="../slides/slide955.xml"/><Relationship Id="rId1" Type="http://schemas.openxmlformats.org/officeDocument/2006/relationships/notesMaster" Target="../notesMasters/notesMaster1.xml"/></Relationships>
</file>

<file path=ppt/notesSlides/_rels/notesSlide905.xml.rels><?xml version="1.0" encoding="UTF-8" standalone="yes"?>
<Relationships xmlns="http://schemas.openxmlformats.org/package/2006/relationships"><Relationship Id="rId2" Type="http://schemas.openxmlformats.org/officeDocument/2006/relationships/slide" Target="../slides/slide956.xml"/><Relationship Id="rId1" Type="http://schemas.openxmlformats.org/officeDocument/2006/relationships/notesMaster" Target="../notesMasters/notesMaster1.xml"/></Relationships>
</file>

<file path=ppt/notesSlides/_rels/notesSlide906.xml.rels><?xml version="1.0" encoding="UTF-8" standalone="yes"?>
<Relationships xmlns="http://schemas.openxmlformats.org/package/2006/relationships"><Relationship Id="rId2" Type="http://schemas.openxmlformats.org/officeDocument/2006/relationships/slide" Target="../slides/slide957.xml"/><Relationship Id="rId1" Type="http://schemas.openxmlformats.org/officeDocument/2006/relationships/notesMaster" Target="../notesMasters/notesMaster1.xml"/></Relationships>
</file>

<file path=ppt/notesSlides/_rels/notesSlide907.xml.rels><?xml version="1.0" encoding="UTF-8" standalone="yes"?>
<Relationships xmlns="http://schemas.openxmlformats.org/package/2006/relationships"><Relationship Id="rId2" Type="http://schemas.openxmlformats.org/officeDocument/2006/relationships/slide" Target="../slides/slide958.xml"/><Relationship Id="rId1" Type="http://schemas.openxmlformats.org/officeDocument/2006/relationships/notesMaster" Target="../notesMasters/notesMaster1.xml"/></Relationships>
</file>

<file path=ppt/notesSlides/_rels/notesSlide908.xml.rels><?xml version="1.0" encoding="UTF-8" standalone="yes"?>
<Relationships xmlns="http://schemas.openxmlformats.org/package/2006/relationships"><Relationship Id="rId2" Type="http://schemas.openxmlformats.org/officeDocument/2006/relationships/slide" Target="../slides/slide959.xml"/><Relationship Id="rId1" Type="http://schemas.openxmlformats.org/officeDocument/2006/relationships/notesMaster" Target="../notesMasters/notesMaster1.xml"/></Relationships>
</file>

<file path=ppt/notesSlides/_rels/notesSlide909.xml.rels><?xml version="1.0" encoding="UTF-8" standalone="yes"?>
<Relationships xmlns="http://schemas.openxmlformats.org/package/2006/relationships"><Relationship Id="rId2" Type="http://schemas.openxmlformats.org/officeDocument/2006/relationships/slide" Target="../slides/slide960.xml"/><Relationship Id="rId1" Type="http://schemas.openxmlformats.org/officeDocument/2006/relationships/notesMaster" Target="../notesMasters/notesMaster1.xml"/></Relationships>
</file>

<file path=ppt/notesSlides/_rels/notesSlide910.xml.rels><?xml version="1.0" encoding="UTF-8" standalone="yes"?>
<Relationships xmlns="http://schemas.openxmlformats.org/package/2006/relationships"><Relationship Id="rId2" Type="http://schemas.openxmlformats.org/officeDocument/2006/relationships/slide" Target="../slides/slide961.xml"/><Relationship Id="rId1" Type="http://schemas.openxmlformats.org/officeDocument/2006/relationships/notesMaster" Target="../notesMasters/notesMaster1.xml"/></Relationships>
</file>

<file path=ppt/notesSlides/_rels/notesSlide911.xml.rels><?xml version="1.0" encoding="UTF-8" standalone="yes"?>
<Relationships xmlns="http://schemas.openxmlformats.org/package/2006/relationships"><Relationship Id="rId2" Type="http://schemas.openxmlformats.org/officeDocument/2006/relationships/slide" Target="../slides/slide962.xml"/><Relationship Id="rId1" Type="http://schemas.openxmlformats.org/officeDocument/2006/relationships/notesMaster" Target="../notesMasters/notesMaster1.xml"/></Relationships>
</file>

<file path=ppt/notesSlides/_rels/notesSlide912.xml.rels><?xml version="1.0" encoding="UTF-8" standalone="yes"?>
<Relationships xmlns="http://schemas.openxmlformats.org/package/2006/relationships"><Relationship Id="rId2" Type="http://schemas.openxmlformats.org/officeDocument/2006/relationships/slide" Target="../slides/slide963.xml"/><Relationship Id="rId1" Type="http://schemas.openxmlformats.org/officeDocument/2006/relationships/notesMaster" Target="../notesMasters/notesMaster1.xml"/></Relationships>
</file>

<file path=ppt/notesSlides/_rels/notesSlide913.xml.rels><?xml version="1.0" encoding="UTF-8" standalone="yes"?>
<Relationships xmlns="http://schemas.openxmlformats.org/package/2006/relationships"><Relationship Id="rId2" Type="http://schemas.openxmlformats.org/officeDocument/2006/relationships/slide" Target="../slides/slide964.xml"/><Relationship Id="rId1" Type="http://schemas.openxmlformats.org/officeDocument/2006/relationships/notesMaster" Target="../notesMasters/notesMaster1.xml"/></Relationships>
</file>

<file path=ppt/notesSlides/_rels/notesSlide914.xml.rels><?xml version="1.0" encoding="UTF-8" standalone="yes"?>
<Relationships xmlns="http://schemas.openxmlformats.org/package/2006/relationships"><Relationship Id="rId2" Type="http://schemas.openxmlformats.org/officeDocument/2006/relationships/slide" Target="../slides/slide965.xml"/><Relationship Id="rId1" Type="http://schemas.openxmlformats.org/officeDocument/2006/relationships/notesMaster" Target="../notesMasters/notesMaster1.xml"/></Relationships>
</file>

<file path=ppt/notesSlides/_rels/notesSlide915.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916.xml.rels><?xml version="1.0" encoding="UTF-8" standalone="yes"?>
<Relationships xmlns="http://schemas.openxmlformats.org/package/2006/relationships"><Relationship Id="rId2" Type="http://schemas.openxmlformats.org/officeDocument/2006/relationships/slide" Target="../slides/slide967.xml"/><Relationship Id="rId1" Type="http://schemas.openxmlformats.org/officeDocument/2006/relationships/notesMaster" Target="../notesMasters/notesMaster1.xml"/></Relationships>
</file>

<file path=ppt/notesSlides/_rels/notesSlide917.xml.rels><?xml version="1.0" encoding="UTF-8" standalone="yes"?>
<Relationships xmlns="http://schemas.openxmlformats.org/package/2006/relationships"><Relationship Id="rId2" Type="http://schemas.openxmlformats.org/officeDocument/2006/relationships/slide" Target="../slides/slide968.xml"/><Relationship Id="rId1" Type="http://schemas.openxmlformats.org/officeDocument/2006/relationships/notesMaster" Target="../notesMasters/notesMaster1.xml"/></Relationships>
</file>

<file path=ppt/notesSlides/_rels/notesSlide918.xml.rels><?xml version="1.0" encoding="UTF-8" standalone="yes"?>
<Relationships xmlns="http://schemas.openxmlformats.org/package/2006/relationships"><Relationship Id="rId2" Type="http://schemas.openxmlformats.org/officeDocument/2006/relationships/slide" Target="../slides/slide969.xml"/><Relationship Id="rId1" Type="http://schemas.openxmlformats.org/officeDocument/2006/relationships/notesMaster" Target="../notesMasters/notesMaster1.xml"/></Relationships>
</file>

<file path=ppt/notesSlides/_rels/notesSlide919.xml.rels><?xml version="1.0" encoding="UTF-8" standalone="yes"?>
<Relationships xmlns="http://schemas.openxmlformats.org/package/2006/relationships"><Relationship Id="rId2" Type="http://schemas.openxmlformats.org/officeDocument/2006/relationships/slide" Target="../slides/slide970.xml"/><Relationship Id="rId1" Type="http://schemas.openxmlformats.org/officeDocument/2006/relationships/notesMaster" Target="../notesMasters/notesMaster1.xml"/></Relationships>
</file>

<file path=ppt/notesSlides/_rels/notesSlide920.xml.rels><?xml version="1.0" encoding="UTF-8" standalone="yes"?>
<Relationships xmlns="http://schemas.openxmlformats.org/package/2006/relationships"><Relationship Id="rId2" Type="http://schemas.openxmlformats.org/officeDocument/2006/relationships/slide" Target="../slides/slide971.xml"/><Relationship Id="rId1" Type="http://schemas.openxmlformats.org/officeDocument/2006/relationships/notesMaster" Target="../notesMasters/notesMaster1.xml"/></Relationships>
</file>

<file path=ppt/notesSlides/_rels/notesSlide921.xml.rels><?xml version="1.0" encoding="UTF-8" standalone="yes"?>
<Relationships xmlns="http://schemas.openxmlformats.org/package/2006/relationships"><Relationship Id="rId2" Type="http://schemas.openxmlformats.org/officeDocument/2006/relationships/slide" Target="../slides/slide972.xml"/><Relationship Id="rId1" Type="http://schemas.openxmlformats.org/officeDocument/2006/relationships/notesMaster" Target="../notesMasters/notesMaster1.xml"/></Relationships>
</file>

<file path=ppt/notesSlides/_rels/notesSlide922.xml.rels><?xml version="1.0" encoding="UTF-8" standalone="yes"?>
<Relationships xmlns="http://schemas.openxmlformats.org/package/2006/relationships"><Relationship Id="rId2" Type="http://schemas.openxmlformats.org/officeDocument/2006/relationships/slide" Target="../slides/slide973.xml"/><Relationship Id="rId1" Type="http://schemas.openxmlformats.org/officeDocument/2006/relationships/notesMaster" Target="../notesMasters/notesMaster1.xml"/></Relationships>
</file>

<file path=ppt/notesSlides/_rels/notesSlide923.xml.rels><?xml version="1.0" encoding="UTF-8" standalone="yes"?>
<Relationships xmlns="http://schemas.openxmlformats.org/package/2006/relationships"><Relationship Id="rId2" Type="http://schemas.openxmlformats.org/officeDocument/2006/relationships/slide" Target="../slides/slide974.xml"/><Relationship Id="rId1" Type="http://schemas.openxmlformats.org/officeDocument/2006/relationships/notesMaster" Target="../notesMasters/notesMaster1.xml"/></Relationships>
</file>

<file path=ppt/notesSlides/_rels/notesSlide924.xml.rels><?xml version="1.0" encoding="UTF-8" standalone="yes"?>
<Relationships xmlns="http://schemas.openxmlformats.org/package/2006/relationships"><Relationship Id="rId2" Type="http://schemas.openxmlformats.org/officeDocument/2006/relationships/slide" Target="../slides/slide975.xml"/><Relationship Id="rId1" Type="http://schemas.openxmlformats.org/officeDocument/2006/relationships/notesMaster" Target="../notesMasters/notesMaster1.xml"/></Relationships>
</file>

<file path=ppt/notesSlides/_rels/notesSlide925.xml.rels><?xml version="1.0" encoding="UTF-8" standalone="yes"?>
<Relationships xmlns="http://schemas.openxmlformats.org/package/2006/relationships"><Relationship Id="rId2" Type="http://schemas.openxmlformats.org/officeDocument/2006/relationships/slide" Target="../slides/slide976.xml"/><Relationship Id="rId1" Type="http://schemas.openxmlformats.org/officeDocument/2006/relationships/notesMaster" Target="../notesMasters/notesMaster1.xml"/></Relationships>
</file>

<file path=ppt/notesSlides/_rels/notesSlide926.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927.xml.rels><?xml version="1.0" encoding="UTF-8" standalone="yes"?>
<Relationships xmlns="http://schemas.openxmlformats.org/package/2006/relationships"><Relationship Id="rId2" Type="http://schemas.openxmlformats.org/officeDocument/2006/relationships/slide" Target="../slides/slide978.xml"/><Relationship Id="rId1" Type="http://schemas.openxmlformats.org/officeDocument/2006/relationships/notesMaster" Target="../notesMasters/notesMaster1.xml"/></Relationships>
</file>

<file path=ppt/notesSlides/_rels/notesSlide928.xml.rels><?xml version="1.0" encoding="UTF-8" standalone="yes"?>
<Relationships xmlns="http://schemas.openxmlformats.org/package/2006/relationships"><Relationship Id="rId2" Type="http://schemas.openxmlformats.org/officeDocument/2006/relationships/slide" Target="../slides/slide979.xml"/><Relationship Id="rId1" Type="http://schemas.openxmlformats.org/officeDocument/2006/relationships/notesMaster" Target="../notesMasters/notesMaster1.xml"/></Relationships>
</file>

<file path=ppt/notesSlides/_rels/notesSlide929.xml.rels><?xml version="1.0" encoding="UTF-8" standalone="yes"?>
<Relationships xmlns="http://schemas.openxmlformats.org/package/2006/relationships"><Relationship Id="rId2" Type="http://schemas.openxmlformats.org/officeDocument/2006/relationships/slide" Target="../slides/slide980.xml"/><Relationship Id="rId1" Type="http://schemas.openxmlformats.org/officeDocument/2006/relationships/notesMaster" Target="../notesMasters/notesMaster1.xml"/></Relationships>
</file>

<file path=ppt/notesSlides/_rels/notesSlide930.xml.rels><?xml version="1.0" encoding="UTF-8" standalone="yes"?>
<Relationships xmlns="http://schemas.openxmlformats.org/package/2006/relationships"><Relationship Id="rId2" Type="http://schemas.openxmlformats.org/officeDocument/2006/relationships/slide" Target="../slides/slide981.xml"/><Relationship Id="rId1" Type="http://schemas.openxmlformats.org/officeDocument/2006/relationships/notesMaster" Target="../notesMasters/notesMaster1.xml"/></Relationships>
</file>

<file path=ppt/notesSlides/_rels/notesSlide931.xml.rels><?xml version="1.0" encoding="UTF-8" standalone="yes"?>
<Relationships xmlns="http://schemas.openxmlformats.org/package/2006/relationships"><Relationship Id="rId2" Type="http://schemas.openxmlformats.org/officeDocument/2006/relationships/slide" Target="../slides/slide982.xml"/><Relationship Id="rId1" Type="http://schemas.openxmlformats.org/officeDocument/2006/relationships/notesMaster" Target="../notesMasters/notesMaster1.xml"/></Relationships>
</file>

<file path=ppt/notesSlides/_rels/notesSlide932.xml.rels><?xml version="1.0" encoding="UTF-8" standalone="yes"?>
<Relationships xmlns="http://schemas.openxmlformats.org/package/2006/relationships"><Relationship Id="rId2" Type="http://schemas.openxmlformats.org/officeDocument/2006/relationships/slide" Target="../slides/slide983.xml"/><Relationship Id="rId1" Type="http://schemas.openxmlformats.org/officeDocument/2006/relationships/notesMaster" Target="../notesMasters/notesMaster1.xml"/></Relationships>
</file>

<file path=ppt/notesSlides/_rels/notesSlide933.xml.rels><?xml version="1.0" encoding="UTF-8" standalone="yes"?>
<Relationships xmlns="http://schemas.openxmlformats.org/package/2006/relationships"><Relationship Id="rId2" Type="http://schemas.openxmlformats.org/officeDocument/2006/relationships/slide" Target="../slides/slide984.xml"/><Relationship Id="rId1" Type="http://schemas.openxmlformats.org/officeDocument/2006/relationships/notesMaster" Target="../notesMasters/notesMaster1.xml"/></Relationships>
</file>

<file path=ppt/notesSlides/_rels/notesSlide934.xml.rels><?xml version="1.0" encoding="UTF-8" standalone="yes"?>
<Relationships xmlns="http://schemas.openxmlformats.org/package/2006/relationships"><Relationship Id="rId2" Type="http://schemas.openxmlformats.org/officeDocument/2006/relationships/slide" Target="../slides/slide985.xml"/><Relationship Id="rId1" Type="http://schemas.openxmlformats.org/officeDocument/2006/relationships/notesMaster" Target="../notesMasters/notesMaster1.xml"/></Relationships>
</file>

<file path=ppt/notesSlides/_rels/notesSlide935.xml.rels><?xml version="1.0" encoding="UTF-8" standalone="yes"?>
<Relationships xmlns="http://schemas.openxmlformats.org/package/2006/relationships"><Relationship Id="rId2" Type="http://schemas.openxmlformats.org/officeDocument/2006/relationships/slide" Target="../slides/slide986.xml"/><Relationship Id="rId1" Type="http://schemas.openxmlformats.org/officeDocument/2006/relationships/notesMaster" Target="../notesMasters/notesMaster1.xml"/></Relationships>
</file>

<file path=ppt/notesSlides/_rels/notesSlide936.xml.rels><?xml version="1.0" encoding="UTF-8" standalone="yes"?>
<Relationships xmlns="http://schemas.openxmlformats.org/package/2006/relationships"><Relationship Id="rId2" Type="http://schemas.openxmlformats.org/officeDocument/2006/relationships/slide" Target="../slides/slide987.xml"/><Relationship Id="rId1" Type="http://schemas.openxmlformats.org/officeDocument/2006/relationships/notesMaster" Target="../notesMasters/notesMaster1.xml"/></Relationships>
</file>

<file path=ppt/notesSlides/_rels/notesSlide937.xml.rels><?xml version="1.0" encoding="UTF-8" standalone="yes"?>
<Relationships xmlns="http://schemas.openxmlformats.org/package/2006/relationships"><Relationship Id="rId2" Type="http://schemas.openxmlformats.org/officeDocument/2006/relationships/slide" Target="../slides/slide988.xml"/><Relationship Id="rId1" Type="http://schemas.openxmlformats.org/officeDocument/2006/relationships/notesMaster" Target="../notesMasters/notesMaster1.xml"/></Relationships>
</file>

<file path=ppt/notesSlides/_rels/notesSlide938.xml.rels><?xml version="1.0" encoding="UTF-8" standalone="yes"?>
<Relationships xmlns="http://schemas.openxmlformats.org/package/2006/relationships"><Relationship Id="rId2" Type="http://schemas.openxmlformats.org/officeDocument/2006/relationships/slide" Target="../slides/slide989.xml"/><Relationship Id="rId1" Type="http://schemas.openxmlformats.org/officeDocument/2006/relationships/notesMaster" Target="../notesMasters/notesMaster1.xml"/></Relationships>
</file>

<file path=ppt/notesSlides/_rels/notesSlide939.xml.rels><?xml version="1.0" encoding="UTF-8" standalone="yes"?>
<Relationships xmlns="http://schemas.openxmlformats.org/package/2006/relationships"><Relationship Id="rId2" Type="http://schemas.openxmlformats.org/officeDocument/2006/relationships/slide" Target="../slides/slide990.xml"/><Relationship Id="rId1" Type="http://schemas.openxmlformats.org/officeDocument/2006/relationships/notesMaster" Target="../notesMasters/notesMaster1.xml"/></Relationships>
</file>

<file path=ppt/notesSlides/_rels/notesSlide940.xml.rels><?xml version="1.0" encoding="UTF-8" standalone="yes"?>
<Relationships xmlns="http://schemas.openxmlformats.org/package/2006/relationships"><Relationship Id="rId2" Type="http://schemas.openxmlformats.org/officeDocument/2006/relationships/slide" Target="../slides/slide991.xml"/><Relationship Id="rId1" Type="http://schemas.openxmlformats.org/officeDocument/2006/relationships/notesMaster" Target="../notesMasters/notesMaster1.xml"/></Relationships>
</file>

<file path=ppt/notesSlides/_rels/notesSlide941.xml.rels><?xml version="1.0" encoding="UTF-8" standalone="yes"?>
<Relationships xmlns="http://schemas.openxmlformats.org/package/2006/relationships"><Relationship Id="rId2" Type="http://schemas.openxmlformats.org/officeDocument/2006/relationships/slide" Target="../slides/slide992.xml"/><Relationship Id="rId1" Type="http://schemas.openxmlformats.org/officeDocument/2006/relationships/notesMaster" Target="../notesMasters/notesMaster1.xml"/></Relationships>
</file>

<file path=ppt/notesSlides/_rels/notesSlide942.xml.rels><?xml version="1.0" encoding="UTF-8" standalone="yes"?>
<Relationships xmlns="http://schemas.openxmlformats.org/package/2006/relationships"><Relationship Id="rId2" Type="http://schemas.openxmlformats.org/officeDocument/2006/relationships/slide" Target="../slides/slide993.xml"/><Relationship Id="rId1" Type="http://schemas.openxmlformats.org/officeDocument/2006/relationships/notesMaster" Target="../notesMasters/notesMaster1.xml"/></Relationships>
</file>

<file path=ppt/notesSlides/_rels/notesSlide943.xml.rels><?xml version="1.0" encoding="UTF-8" standalone="yes"?>
<Relationships xmlns="http://schemas.openxmlformats.org/package/2006/relationships"><Relationship Id="rId2" Type="http://schemas.openxmlformats.org/officeDocument/2006/relationships/slide" Target="../slides/slide994.xml"/><Relationship Id="rId1" Type="http://schemas.openxmlformats.org/officeDocument/2006/relationships/notesMaster" Target="../notesMasters/notesMaster1.xml"/></Relationships>
</file>

<file path=ppt/notesSlides/_rels/notesSlide944.xml.rels><?xml version="1.0" encoding="UTF-8" standalone="yes"?>
<Relationships xmlns="http://schemas.openxmlformats.org/package/2006/relationships"><Relationship Id="rId2" Type="http://schemas.openxmlformats.org/officeDocument/2006/relationships/slide" Target="../slides/slide995.xml"/><Relationship Id="rId1" Type="http://schemas.openxmlformats.org/officeDocument/2006/relationships/notesMaster" Target="../notesMasters/notesMaster1.xml"/></Relationships>
</file>

<file path=ppt/notesSlides/_rels/notesSlide945.xml.rels><?xml version="1.0" encoding="UTF-8" standalone="yes"?>
<Relationships xmlns="http://schemas.openxmlformats.org/package/2006/relationships"><Relationship Id="rId2" Type="http://schemas.openxmlformats.org/officeDocument/2006/relationships/slide" Target="../slides/slide996.xml"/><Relationship Id="rId1" Type="http://schemas.openxmlformats.org/officeDocument/2006/relationships/notesMaster" Target="../notesMasters/notesMaster1.xml"/></Relationships>
</file>

<file path=ppt/notesSlides/_rels/notesSlide946.xml.rels><?xml version="1.0" encoding="UTF-8" standalone="yes"?>
<Relationships xmlns="http://schemas.openxmlformats.org/package/2006/relationships"><Relationship Id="rId2" Type="http://schemas.openxmlformats.org/officeDocument/2006/relationships/slide" Target="../slides/slide997.xml"/><Relationship Id="rId1" Type="http://schemas.openxmlformats.org/officeDocument/2006/relationships/notesMaster" Target="../notesMasters/notesMaster1.xml"/></Relationships>
</file>

<file path=ppt/notesSlides/_rels/notesSlide947.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948.xml.rels><?xml version="1.0" encoding="UTF-8" standalone="yes"?>
<Relationships xmlns="http://schemas.openxmlformats.org/package/2006/relationships"><Relationship Id="rId2" Type="http://schemas.openxmlformats.org/officeDocument/2006/relationships/slide" Target="../slides/slide999.xml"/><Relationship Id="rId1" Type="http://schemas.openxmlformats.org/officeDocument/2006/relationships/notesMaster" Target="../notesMasters/notesMaster1.xml"/></Relationships>
</file>

<file path=ppt/notesSlides/_rels/notesSlide949.xml.rels><?xml version="1.0" encoding="UTF-8" standalone="yes"?>
<Relationships xmlns="http://schemas.openxmlformats.org/package/2006/relationships"><Relationship Id="rId2" Type="http://schemas.openxmlformats.org/officeDocument/2006/relationships/slide" Target="../slides/slide1000.xml"/><Relationship Id="rId1" Type="http://schemas.openxmlformats.org/officeDocument/2006/relationships/notesMaster" Target="../notesMasters/notesMaster1.xml"/></Relationships>
</file>

<file path=ppt/notesSlides/_rels/notesSlide950.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951.xml.rels><?xml version="1.0" encoding="UTF-8" standalone="yes"?>
<Relationships xmlns="http://schemas.openxmlformats.org/package/2006/relationships"><Relationship Id="rId2" Type="http://schemas.openxmlformats.org/officeDocument/2006/relationships/slide" Target="../slides/slide1002.xml"/><Relationship Id="rId1" Type="http://schemas.openxmlformats.org/officeDocument/2006/relationships/notesMaster" Target="../notesMasters/notesMaster1.xml"/></Relationships>
</file>

<file path=ppt/notesSlides/_rels/notesSlide952.xml.rels><?xml version="1.0" encoding="UTF-8" standalone="yes"?>
<Relationships xmlns="http://schemas.openxmlformats.org/package/2006/relationships"><Relationship Id="rId2" Type="http://schemas.openxmlformats.org/officeDocument/2006/relationships/slide" Target="../slides/slide1003.xml"/><Relationship Id="rId1" Type="http://schemas.openxmlformats.org/officeDocument/2006/relationships/notesMaster" Target="../notesMasters/notesMaster1.xml"/></Relationships>
</file>

<file path=ppt/notesSlides/_rels/notesSlide953.xml.rels><?xml version="1.0" encoding="UTF-8" standalone="yes"?>
<Relationships xmlns="http://schemas.openxmlformats.org/package/2006/relationships"><Relationship Id="rId2" Type="http://schemas.openxmlformats.org/officeDocument/2006/relationships/slide" Target="../slides/slide1004.xml"/><Relationship Id="rId1" Type="http://schemas.openxmlformats.org/officeDocument/2006/relationships/notesMaster" Target="../notesMasters/notesMaster1.xml"/></Relationships>
</file>

<file path=ppt/notesSlides/_rels/notesSlide954.xml.rels><?xml version="1.0" encoding="UTF-8" standalone="yes"?>
<Relationships xmlns="http://schemas.openxmlformats.org/package/2006/relationships"><Relationship Id="rId2" Type="http://schemas.openxmlformats.org/officeDocument/2006/relationships/slide" Target="../slides/slide1005.xml"/><Relationship Id="rId1" Type="http://schemas.openxmlformats.org/officeDocument/2006/relationships/notesMaster" Target="../notesMasters/notesMaster1.xml"/></Relationships>
</file>

<file path=ppt/notesSlides/_rels/notesSlide955.xml.rels><?xml version="1.0" encoding="UTF-8" standalone="yes"?>
<Relationships xmlns="http://schemas.openxmlformats.org/package/2006/relationships"><Relationship Id="rId2" Type="http://schemas.openxmlformats.org/officeDocument/2006/relationships/slide" Target="../slides/slide1006.xml"/><Relationship Id="rId1" Type="http://schemas.openxmlformats.org/officeDocument/2006/relationships/notesMaster" Target="../notesMasters/notesMaster1.xml"/></Relationships>
</file>

<file path=ppt/notesSlides/_rels/notesSlide956.xml.rels><?xml version="1.0" encoding="UTF-8" standalone="yes"?>
<Relationships xmlns="http://schemas.openxmlformats.org/package/2006/relationships"><Relationship Id="rId2" Type="http://schemas.openxmlformats.org/officeDocument/2006/relationships/slide" Target="../slides/slide1007.xml"/><Relationship Id="rId1" Type="http://schemas.openxmlformats.org/officeDocument/2006/relationships/notesMaster" Target="../notesMasters/notesMaster1.xml"/></Relationships>
</file>

<file path=ppt/notesSlides/_rels/notesSlide957.xml.rels><?xml version="1.0" encoding="UTF-8" standalone="yes"?>
<Relationships xmlns="http://schemas.openxmlformats.org/package/2006/relationships"><Relationship Id="rId2" Type="http://schemas.openxmlformats.org/officeDocument/2006/relationships/slide" Target="../slides/slide1008.xml"/><Relationship Id="rId1" Type="http://schemas.openxmlformats.org/officeDocument/2006/relationships/notesMaster" Target="../notesMasters/notesMaster1.xml"/></Relationships>
</file>

<file path=ppt/notesSlides/_rels/notesSlide958.xml.rels><?xml version="1.0" encoding="UTF-8" standalone="yes"?>
<Relationships xmlns="http://schemas.openxmlformats.org/package/2006/relationships"><Relationship Id="rId2" Type="http://schemas.openxmlformats.org/officeDocument/2006/relationships/slide" Target="../slides/slide1009.xml"/><Relationship Id="rId1" Type="http://schemas.openxmlformats.org/officeDocument/2006/relationships/notesMaster" Target="../notesMasters/notesMaster1.xml"/></Relationships>
</file>

<file path=ppt/notesSlides/_rels/notesSlide959.xml.rels><?xml version="1.0" encoding="UTF-8" standalone="yes"?>
<Relationships xmlns="http://schemas.openxmlformats.org/package/2006/relationships"><Relationship Id="rId2" Type="http://schemas.openxmlformats.org/officeDocument/2006/relationships/slide" Target="../slides/slide1010.xml"/><Relationship Id="rId1" Type="http://schemas.openxmlformats.org/officeDocument/2006/relationships/notesMaster" Target="../notesMasters/notesMaster1.xml"/></Relationships>
</file>

<file path=ppt/notesSlides/_rels/notesSlide960.xml.rels><?xml version="1.0" encoding="UTF-8" standalone="yes"?>
<Relationships xmlns="http://schemas.openxmlformats.org/package/2006/relationships"><Relationship Id="rId2" Type="http://schemas.openxmlformats.org/officeDocument/2006/relationships/slide" Target="../slides/slide1011.xml"/><Relationship Id="rId1" Type="http://schemas.openxmlformats.org/officeDocument/2006/relationships/notesMaster" Target="../notesMasters/notesMaster1.xml"/></Relationships>
</file>

<file path=ppt/notesSlides/_rels/notesSlide961.xml.rels><?xml version="1.0" encoding="UTF-8" standalone="yes"?>
<Relationships xmlns="http://schemas.openxmlformats.org/package/2006/relationships"><Relationship Id="rId2" Type="http://schemas.openxmlformats.org/officeDocument/2006/relationships/slide" Target="../slides/slide1012.xml"/><Relationship Id="rId1" Type="http://schemas.openxmlformats.org/officeDocument/2006/relationships/notesMaster" Target="../notesMasters/notesMaster1.xml"/></Relationships>
</file>

<file path=ppt/notesSlides/_rels/notesSlide962.xml.rels><?xml version="1.0" encoding="UTF-8" standalone="yes"?>
<Relationships xmlns="http://schemas.openxmlformats.org/package/2006/relationships"><Relationship Id="rId2" Type="http://schemas.openxmlformats.org/officeDocument/2006/relationships/slide" Target="../slides/slide1013.xml"/><Relationship Id="rId1" Type="http://schemas.openxmlformats.org/officeDocument/2006/relationships/notesMaster" Target="../notesMasters/notesMaster1.xml"/></Relationships>
</file>

<file path=ppt/notesSlides/_rels/notesSlide963.xml.rels><?xml version="1.0" encoding="UTF-8" standalone="yes"?>
<Relationships xmlns="http://schemas.openxmlformats.org/package/2006/relationships"><Relationship Id="rId2" Type="http://schemas.openxmlformats.org/officeDocument/2006/relationships/slide" Target="../slides/slide1014.xml"/><Relationship Id="rId1" Type="http://schemas.openxmlformats.org/officeDocument/2006/relationships/notesMaster" Target="../notesMasters/notesMaster1.xml"/></Relationships>
</file>

<file path=ppt/notesSlides/_rels/notesSlide964.xml.rels><?xml version="1.0" encoding="UTF-8" standalone="yes"?>
<Relationships xmlns="http://schemas.openxmlformats.org/package/2006/relationships"><Relationship Id="rId2" Type="http://schemas.openxmlformats.org/officeDocument/2006/relationships/slide" Target="../slides/slide1015.xml"/><Relationship Id="rId1" Type="http://schemas.openxmlformats.org/officeDocument/2006/relationships/notesMaster" Target="../notesMasters/notesMaster1.xml"/></Relationships>
</file>

<file path=ppt/notesSlides/_rels/notesSlide965.xml.rels><?xml version="1.0" encoding="UTF-8" standalone="yes"?>
<Relationships xmlns="http://schemas.openxmlformats.org/package/2006/relationships"><Relationship Id="rId2" Type="http://schemas.openxmlformats.org/officeDocument/2006/relationships/slide" Target="../slides/slide1016.xml"/><Relationship Id="rId1" Type="http://schemas.openxmlformats.org/officeDocument/2006/relationships/notesMaster" Target="../notesMasters/notesMaster1.xml"/></Relationships>
</file>

<file path=ppt/notesSlides/_rels/notesSlide966.xml.rels><?xml version="1.0" encoding="UTF-8" standalone="yes"?>
<Relationships xmlns="http://schemas.openxmlformats.org/package/2006/relationships"><Relationship Id="rId2" Type="http://schemas.openxmlformats.org/officeDocument/2006/relationships/slide" Target="../slides/slide1017.xml"/><Relationship Id="rId1" Type="http://schemas.openxmlformats.org/officeDocument/2006/relationships/notesMaster" Target="../notesMasters/notesMaster1.xml"/></Relationships>
</file>

<file path=ppt/notesSlides/_rels/notesSlide967.xml.rels><?xml version="1.0" encoding="UTF-8" standalone="yes"?>
<Relationships xmlns="http://schemas.openxmlformats.org/package/2006/relationships"><Relationship Id="rId2" Type="http://schemas.openxmlformats.org/officeDocument/2006/relationships/slide" Target="../slides/slide1018.xml"/><Relationship Id="rId1" Type="http://schemas.openxmlformats.org/officeDocument/2006/relationships/notesMaster" Target="../notesMasters/notesMaster1.xml"/></Relationships>
</file>

<file path=ppt/notesSlides/_rels/notesSlide968.xml.rels><?xml version="1.0" encoding="UTF-8" standalone="yes"?>
<Relationships xmlns="http://schemas.openxmlformats.org/package/2006/relationships"><Relationship Id="rId2" Type="http://schemas.openxmlformats.org/officeDocument/2006/relationships/slide" Target="../slides/slide1019.xml"/><Relationship Id="rId1" Type="http://schemas.openxmlformats.org/officeDocument/2006/relationships/notesMaster" Target="../notesMasters/notesMaster1.xml"/></Relationships>
</file>

<file path=ppt/notesSlides/_rels/notesSlide969.xml.rels><?xml version="1.0" encoding="UTF-8" standalone="yes"?>
<Relationships xmlns="http://schemas.openxmlformats.org/package/2006/relationships"><Relationship Id="rId2" Type="http://schemas.openxmlformats.org/officeDocument/2006/relationships/slide" Target="../slides/slide1020.xml"/><Relationship Id="rId1" Type="http://schemas.openxmlformats.org/officeDocument/2006/relationships/notesMaster" Target="../notesMasters/notesMaster1.xml"/></Relationships>
</file>

<file path=ppt/notesSlides/_rels/notesSlide970.xml.rels><?xml version="1.0" encoding="UTF-8" standalone="yes"?>
<Relationships xmlns="http://schemas.openxmlformats.org/package/2006/relationships"><Relationship Id="rId2" Type="http://schemas.openxmlformats.org/officeDocument/2006/relationships/slide" Target="../slides/slide1021.xml"/><Relationship Id="rId1" Type="http://schemas.openxmlformats.org/officeDocument/2006/relationships/notesMaster" Target="../notesMasters/notesMaster1.xml"/></Relationships>
</file>

<file path=ppt/notesSlides/_rels/notesSlide971.xml.rels><?xml version="1.0" encoding="UTF-8" standalone="yes"?>
<Relationships xmlns="http://schemas.openxmlformats.org/package/2006/relationships"><Relationship Id="rId2" Type="http://schemas.openxmlformats.org/officeDocument/2006/relationships/slide" Target="../slides/slide1022.xml"/><Relationship Id="rId1" Type="http://schemas.openxmlformats.org/officeDocument/2006/relationships/notesMaster" Target="../notesMasters/notesMaster1.xml"/></Relationships>
</file>

<file path=ppt/notesSlides/_rels/notesSlide972.xml.rels><?xml version="1.0" encoding="UTF-8" standalone="yes"?>
<Relationships xmlns="http://schemas.openxmlformats.org/package/2006/relationships"><Relationship Id="rId2" Type="http://schemas.openxmlformats.org/officeDocument/2006/relationships/slide" Target="../slides/slide1023.xml"/><Relationship Id="rId1" Type="http://schemas.openxmlformats.org/officeDocument/2006/relationships/notesMaster" Target="../notesMasters/notesMaster1.xml"/></Relationships>
</file>

<file path=ppt/notesSlides/_rels/notesSlide973.xml.rels><?xml version="1.0" encoding="UTF-8" standalone="yes"?>
<Relationships xmlns="http://schemas.openxmlformats.org/package/2006/relationships"><Relationship Id="rId2" Type="http://schemas.openxmlformats.org/officeDocument/2006/relationships/slide" Target="../slides/slide1024.xml"/><Relationship Id="rId1" Type="http://schemas.openxmlformats.org/officeDocument/2006/relationships/notesMaster" Target="../notesMasters/notesMaster1.xml"/></Relationships>
</file>

<file path=ppt/notesSlides/_rels/notesSlide974.xml.rels><?xml version="1.0" encoding="UTF-8" standalone="yes"?>
<Relationships xmlns="http://schemas.openxmlformats.org/package/2006/relationships"><Relationship Id="rId2" Type="http://schemas.openxmlformats.org/officeDocument/2006/relationships/slide" Target="../slides/slide1025.xml"/><Relationship Id="rId1" Type="http://schemas.openxmlformats.org/officeDocument/2006/relationships/notesMaster" Target="../notesMasters/notesMaster1.xml"/></Relationships>
</file>

<file path=ppt/notesSlides/_rels/notesSlide975.xml.rels><?xml version="1.0" encoding="UTF-8" standalone="yes"?>
<Relationships xmlns="http://schemas.openxmlformats.org/package/2006/relationships"><Relationship Id="rId2" Type="http://schemas.openxmlformats.org/officeDocument/2006/relationships/slide" Target="../slides/slide1026.xml"/><Relationship Id="rId1" Type="http://schemas.openxmlformats.org/officeDocument/2006/relationships/notesMaster" Target="../notesMasters/notesMaster1.xml"/></Relationships>
</file>

<file path=ppt/notesSlides/_rels/notesSlide976.xml.rels><?xml version="1.0" encoding="UTF-8" standalone="yes"?>
<Relationships xmlns="http://schemas.openxmlformats.org/package/2006/relationships"><Relationship Id="rId2" Type="http://schemas.openxmlformats.org/officeDocument/2006/relationships/slide" Target="../slides/slide1027.xml"/><Relationship Id="rId1" Type="http://schemas.openxmlformats.org/officeDocument/2006/relationships/notesMaster" Target="../notesMasters/notesMaster1.xml"/></Relationships>
</file>

<file path=ppt/notesSlides/_rels/notesSlide977.xml.rels><?xml version="1.0" encoding="UTF-8" standalone="yes"?>
<Relationships xmlns="http://schemas.openxmlformats.org/package/2006/relationships"><Relationship Id="rId2" Type="http://schemas.openxmlformats.org/officeDocument/2006/relationships/slide" Target="../slides/slide1028.xml"/><Relationship Id="rId1" Type="http://schemas.openxmlformats.org/officeDocument/2006/relationships/notesMaster" Target="../notesMasters/notesMaster1.xml"/></Relationships>
</file>

<file path=ppt/notesSlides/_rels/notesSlide978.xml.rels><?xml version="1.0" encoding="UTF-8" standalone="yes"?>
<Relationships xmlns="http://schemas.openxmlformats.org/package/2006/relationships"><Relationship Id="rId2" Type="http://schemas.openxmlformats.org/officeDocument/2006/relationships/slide" Target="../slides/slide1029.xml"/><Relationship Id="rId1" Type="http://schemas.openxmlformats.org/officeDocument/2006/relationships/notesMaster" Target="../notesMasters/notesMaster1.xml"/></Relationships>
</file>

<file path=ppt/notesSlides/_rels/notesSlide979.xml.rels><?xml version="1.0" encoding="UTF-8" standalone="yes"?>
<Relationships xmlns="http://schemas.openxmlformats.org/package/2006/relationships"><Relationship Id="rId2" Type="http://schemas.openxmlformats.org/officeDocument/2006/relationships/slide" Target="../slides/slide1030.xml"/><Relationship Id="rId1" Type="http://schemas.openxmlformats.org/officeDocument/2006/relationships/notesMaster" Target="../notesMasters/notesMaster1.xml"/></Relationships>
</file>

<file path=ppt/notesSlides/_rels/notesSlide980.xml.rels><?xml version="1.0" encoding="UTF-8" standalone="yes"?>
<Relationships xmlns="http://schemas.openxmlformats.org/package/2006/relationships"><Relationship Id="rId2" Type="http://schemas.openxmlformats.org/officeDocument/2006/relationships/slide" Target="../slides/slide1031.xml"/><Relationship Id="rId1" Type="http://schemas.openxmlformats.org/officeDocument/2006/relationships/notesMaster" Target="../notesMasters/notesMaster1.xml"/></Relationships>
</file>

<file path=ppt/notesSlides/_rels/notesSlide981.xml.rels><?xml version="1.0" encoding="UTF-8" standalone="yes"?>
<Relationships xmlns="http://schemas.openxmlformats.org/package/2006/relationships"><Relationship Id="rId2" Type="http://schemas.openxmlformats.org/officeDocument/2006/relationships/slide" Target="../slides/slide1032.xml"/><Relationship Id="rId1" Type="http://schemas.openxmlformats.org/officeDocument/2006/relationships/notesMaster" Target="../notesMasters/notesMaster1.xml"/></Relationships>
</file>

<file path=ppt/notesSlides/_rels/notesSlide982.xml.rels><?xml version="1.0" encoding="UTF-8" standalone="yes"?>
<Relationships xmlns="http://schemas.openxmlformats.org/package/2006/relationships"><Relationship Id="rId2" Type="http://schemas.openxmlformats.org/officeDocument/2006/relationships/slide" Target="../slides/slide1033.xml"/><Relationship Id="rId1" Type="http://schemas.openxmlformats.org/officeDocument/2006/relationships/notesMaster" Target="../notesMasters/notesMaster1.xml"/></Relationships>
</file>

<file path=ppt/notesSlides/_rels/notesSlide983.xml.rels><?xml version="1.0" encoding="UTF-8" standalone="yes"?>
<Relationships xmlns="http://schemas.openxmlformats.org/package/2006/relationships"><Relationship Id="rId2" Type="http://schemas.openxmlformats.org/officeDocument/2006/relationships/slide" Target="../slides/slide1034.xml"/><Relationship Id="rId1" Type="http://schemas.openxmlformats.org/officeDocument/2006/relationships/notesMaster" Target="../notesMasters/notesMaster1.xml"/></Relationships>
</file>

<file path=ppt/notesSlides/_rels/notesSlide984.xml.rels><?xml version="1.0" encoding="UTF-8" standalone="yes"?>
<Relationships xmlns="http://schemas.openxmlformats.org/package/2006/relationships"><Relationship Id="rId2" Type="http://schemas.openxmlformats.org/officeDocument/2006/relationships/slide" Target="../slides/slide1035.xml"/><Relationship Id="rId1" Type="http://schemas.openxmlformats.org/officeDocument/2006/relationships/notesMaster" Target="../notesMasters/notesMaster1.xml"/></Relationships>
</file>

<file path=ppt/notesSlides/_rels/notesSlide985.xml.rels><?xml version="1.0" encoding="UTF-8" standalone="yes"?>
<Relationships xmlns="http://schemas.openxmlformats.org/package/2006/relationships"><Relationship Id="rId2" Type="http://schemas.openxmlformats.org/officeDocument/2006/relationships/slide" Target="../slides/slide1036.xml"/><Relationship Id="rId1" Type="http://schemas.openxmlformats.org/officeDocument/2006/relationships/notesMaster" Target="../notesMasters/notesMaster1.xml"/></Relationships>
</file>

<file path=ppt/notesSlides/_rels/notesSlide986.xml.rels><?xml version="1.0" encoding="UTF-8" standalone="yes"?>
<Relationships xmlns="http://schemas.openxmlformats.org/package/2006/relationships"><Relationship Id="rId2" Type="http://schemas.openxmlformats.org/officeDocument/2006/relationships/slide" Target="../slides/slide1037.xml"/><Relationship Id="rId1" Type="http://schemas.openxmlformats.org/officeDocument/2006/relationships/notesMaster" Target="../notesMasters/notesMaster1.xml"/></Relationships>
</file>

<file path=ppt/notesSlides/_rels/notesSlide987.xml.rels><?xml version="1.0" encoding="UTF-8" standalone="yes"?>
<Relationships xmlns="http://schemas.openxmlformats.org/package/2006/relationships"><Relationship Id="rId2" Type="http://schemas.openxmlformats.org/officeDocument/2006/relationships/slide" Target="../slides/slide1038.xml"/><Relationship Id="rId1" Type="http://schemas.openxmlformats.org/officeDocument/2006/relationships/notesMaster" Target="../notesMasters/notesMaster1.xml"/></Relationships>
</file>

<file path=ppt/notesSlides/_rels/notesSlide988.xml.rels><?xml version="1.0" encoding="UTF-8" standalone="yes"?>
<Relationships xmlns="http://schemas.openxmlformats.org/package/2006/relationships"><Relationship Id="rId2" Type="http://schemas.openxmlformats.org/officeDocument/2006/relationships/slide" Target="../slides/slide1039.xml"/><Relationship Id="rId1" Type="http://schemas.openxmlformats.org/officeDocument/2006/relationships/notesMaster" Target="../notesMasters/notesMaster1.xml"/></Relationships>
</file>

<file path=ppt/notesSlides/_rels/notesSlide989.xml.rels><?xml version="1.0" encoding="UTF-8" standalone="yes"?>
<Relationships xmlns="http://schemas.openxmlformats.org/package/2006/relationships"><Relationship Id="rId2" Type="http://schemas.openxmlformats.org/officeDocument/2006/relationships/slide" Target="../slides/slide1040.xml"/><Relationship Id="rId1" Type="http://schemas.openxmlformats.org/officeDocument/2006/relationships/notesMaster" Target="../notesMasters/notesMaster1.xml"/></Relationships>
</file>

<file path=ppt/notesSlides/_rels/notesSlide990.xml.rels><?xml version="1.0" encoding="UTF-8" standalone="yes"?>
<Relationships xmlns="http://schemas.openxmlformats.org/package/2006/relationships"><Relationship Id="rId2" Type="http://schemas.openxmlformats.org/officeDocument/2006/relationships/slide" Target="../slides/slide1041.xml"/><Relationship Id="rId1" Type="http://schemas.openxmlformats.org/officeDocument/2006/relationships/notesMaster" Target="../notesMasters/notesMaster1.xml"/></Relationships>
</file>

<file path=ppt/notesSlides/_rels/notesSlide991.xml.rels><?xml version="1.0" encoding="UTF-8" standalone="yes"?>
<Relationships xmlns="http://schemas.openxmlformats.org/package/2006/relationships"><Relationship Id="rId2" Type="http://schemas.openxmlformats.org/officeDocument/2006/relationships/slide" Target="../slides/slide1042.xml"/><Relationship Id="rId1" Type="http://schemas.openxmlformats.org/officeDocument/2006/relationships/notesMaster" Target="../notesMasters/notesMaster1.xml"/></Relationships>
</file>

<file path=ppt/notesSlides/_rels/notesSlide992.xml.rels><?xml version="1.0" encoding="UTF-8" standalone="yes"?>
<Relationships xmlns="http://schemas.openxmlformats.org/package/2006/relationships"><Relationship Id="rId2" Type="http://schemas.openxmlformats.org/officeDocument/2006/relationships/slide" Target="../slides/slide1043.xml"/><Relationship Id="rId1" Type="http://schemas.openxmlformats.org/officeDocument/2006/relationships/notesMaster" Target="../notesMasters/notesMaster1.xml"/></Relationships>
</file>

<file path=ppt/notesSlides/_rels/notesSlide993.xml.rels><?xml version="1.0" encoding="UTF-8" standalone="yes"?>
<Relationships xmlns="http://schemas.openxmlformats.org/package/2006/relationships"><Relationship Id="rId2" Type="http://schemas.openxmlformats.org/officeDocument/2006/relationships/slide" Target="../slides/slide1044.xml"/><Relationship Id="rId1" Type="http://schemas.openxmlformats.org/officeDocument/2006/relationships/notesMaster" Target="../notesMasters/notesMaster1.xml"/></Relationships>
</file>

<file path=ppt/notesSlides/_rels/notesSlide994.xml.rels><?xml version="1.0" encoding="UTF-8" standalone="yes"?>
<Relationships xmlns="http://schemas.openxmlformats.org/package/2006/relationships"><Relationship Id="rId2" Type="http://schemas.openxmlformats.org/officeDocument/2006/relationships/slide" Target="../slides/slide1045.xml"/><Relationship Id="rId1" Type="http://schemas.openxmlformats.org/officeDocument/2006/relationships/notesMaster" Target="../notesMasters/notesMaster1.xml"/></Relationships>
</file>

<file path=ppt/notesSlides/_rels/notesSlide995.xml.rels><?xml version="1.0" encoding="UTF-8" standalone="yes"?>
<Relationships xmlns="http://schemas.openxmlformats.org/package/2006/relationships"><Relationship Id="rId2" Type="http://schemas.openxmlformats.org/officeDocument/2006/relationships/slide" Target="../slides/slide1046.xml"/><Relationship Id="rId1" Type="http://schemas.openxmlformats.org/officeDocument/2006/relationships/notesMaster" Target="../notesMasters/notesMaster1.xml"/></Relationships>
</file>

<file path=ppt/notesSlides/_rels/notesSlide996.xml.rels><?xml version="1.0" encoding="UTF-8" standalone="yes"?>
<Relationships xmlns="http://schemas.openxmlformats.org/package/2006/relationships"><Relationship Id="rId2" Type="http://schemas.openxmlformats.org/officeDocument/2006/relationships/slide" Target="../slides/slide1047.xml"/><Relationship Id="rId1" Type="http://schemas.openxmlformats.org/officeDocument/2006/relationships/notesMaster" Target="../notesMasters/notesMaster1.xml"/></Relationships>
</file>

<file path=ppt/notesSlides/_rels/notesSlide997.xml.rels><?xml version="1.0" encoding="UTF-8" standalone="yes"?>
<Relationships xmlns="http://schemas.openxmlformats.org/package/2006/relationships"><Relationship Id="rId2" Type="http://schemas.openxmlformats.org/officeDocument/2006/relationships/slide" Target="../slides/slide1048.xml"/><Relationship Id="rId1" Type="http://schemas.openxmlformats.org/officeDocument/2006/relationships/notesMaster" Target="../notesMasters/notesMaster1.xml"/></Relationships>
</file>

<file path=ppt/notesSlides/_rels/notesSlide998.xml.rels><?xml version="1.0" encoding="UTF-8" standalone="yes"?>
<Relationships xmlns="http://schemas.openxmlformats.org/package/2006/relationships"><Relationship Id="rId2" Type="http://schemas.openxmlformats.org/officeDocument/2006/relationships/slide" Target="../slides/slide1049.xml"/><Relationship Id="rId1" Type="http://schemas.openxmlformats.org/officeDocument/2006/relationships/notesMaster" Target="../notesMasters/notesMaster1.xml"/></Relationships>
</file>

<file path=ppt/notesSlides/_rels/notesSlide999.xml.rels><?xml version="1.0" encoding="UTF-8" standalone="yes"?>
<Relationships xmlns="http://schemas.openxmlformats.org/package/2006/relationships"><Relationship Id="rId2" Type="http://schemas.openxmlformats.org/officeDocument/2006/relationships/slide" Target="../slides/slide1050.xml"/><Relationship Id="rId1" Type="http://schemas.openxmlformats.org/officeDocument/2006/relationships/notesMaster" Target="../notesMasters/notesMaster1.xml"/></Relationships>
</file>

<file path=ppt/notesSlides/_rels/notesSlide1000.xml.rels><?xml version="1.0" encoding="UTF-8" standalone="yes"?>
<Relationships xmlns="http://schemas.openxmlformats.org/package/2006/relationships"><Relationship Id="rId2" Type="http://schemas.openxmlformats.org/officeDocument/2006/relationships/slide" Target="../slides/slide1051.xml"/><Relationship Id="rId1" Type="http://schemas.openxmlformats.org/officeDocument/2006/relationships/notesMaster" Target="../notesMasters/notesMaster1.xml"/></Relationships>
</file>

<file path=ppt/notesSlides/_rels/notesSlide1001.xml.rels><?xml version="1.0" encoding="UTF-8" standalone="yes"?>
<Relationships xmlns="http://schemas.openxmlformats.org/package/2006/relationships"><Relationship Id="rId2" Type="http://schemas.openxmlformats.org/officeDocument/2006/relationships/slide" Target="../slides/slide1052.xml"/><Relationship Id="rId1" Type="http://schemas.openxmlformats.org/officeDocument/2006/relationships/notesMaster" Target="../notesMasters/notesMaster1.xml"/></Relationships>
</file>

<file path=ppt/notesSlides/_rels/notesSlide1002.xml.rels><?xml version="1.0" encoding="UTF-8" standalone="yes"?>
<Relationships xmlns="http://schemas.openxmlformats.org/package/2006/relationships"><Relationship Id="rId2" Type="http://schemas.openxmlformats.org/officeDocument/2006/relationships/slide" Target="../slides/slide1053.xml"/><Relationship Id="rId1" Type="http://schemas.openxmlformats.org/officeDocument/2006/relationships/notesMaster" Target="../notesMasters/notesMaster1.xml"/></Relationships>
</file>

<file path=ppt/notesSlides/_rels/notesSlide1003.xml.rels><?xml version="1.0" encoding="UTF-8" standalone="yes"?>
<Relationships xmlns="http://schemas.openxmlformats.org/package/2006/relationships"><Relationship Id="rId2" Type="http://schemas.openxmlformats.org/officeDocument/2006/relationships/slide" Target="../slides/slide1054.xml"/><Relationship Id="rId1" Type="http://schemas.openxmlformats.org/officeDocument/2006/relationships/notesMaster" Target="../notesMasters/notesMaster1.xml"/></Relationships>
</file>

<file path=ppt/notesSlides/_rels/notesSlide1004.xml.rels><?xml version="1.0" encoding="UTF-8" standalone="yes"?>
<Relationships xmlns="http://schemas.openxmlformats.org/package/2006/relationships"><Relationship Id="rId2" Type="http://schemas.openxmlformats.org/officeDocument/2006/relationships/slide" Target="../slides/slide1055.xml"/><Relationship Id="rId1" Type="http://schemas.openxmlformats.org/officeDocument/2006/relationships/notesMaster" Target="../notesMasters/notesMaster1.xml"/></Relationships>
</file>

<file path=ppt/notesSlides/_rels/notesSlide1005.xml.rels><?xml version="1.0" encoding="UTF-8" standalone="yes"?>
<Relationships xmlns="http://schemas.openxmlformats.org/package/2006/relationships"><Relationship Id="rId2" Type="http://schemas.openxmlformats.org/officeDocument/2006/relationships/slide" Target="../slides/slide1056.xml"/><Relationship Id="rId1" Type="http://schemas.openxmlformats.org/officeDocument/2006/relationships/notesMaster" Target="../notesMasters/notesMaster1.xml"/></Relationships>
</file>

<file path=ppt/notesSlides/_rels/notesSlide1006.xml.rels><?xml version="1.0" encoding="UTF-8" standalone="yes"?>
<Relationships xmlns="http://schemas.openxmlformats.org/package/2006/relationships"><Relationship Id="rId2" Type="http://schemas.openxmlformats.org/officeDocument/2006/relationships/slide" Target="../slides/slide1057.xml"/><Relationship Id="rId1" Type="http://schemas.openxmlformats.org/officeDocument/2006/relationships/notesMaster" Target="../notesMasters/notesMaster1.xml"/></Relationships>
</file>

<file path=ppt/notesSlides/_rels/notesSlide1007.xml.rels><?xml version="1.0" encoding="UTF-8" standalone="yes"?>
<Relationships xmlns="http://schemas.openxmlformats.org/package/2006/relationships"><Relationship Id="rId2" Type="http://schemas.openxmlformats.org/officeDocument/2006/relationships/slide" Target="../slides/slide1058.xml"/><Relationship Id="rId1" Type="http://schemas.openxmlformats.org/officeDocument/2006/relationships/notesMaster" Target="../notesMasters/notesMaster1.xml"/></Relationships>
</file>

<file path=ppt/notesSlides/_rels/notesSlide1008.xml.rels><?xml version="1.0" encoding="UTF-8" standalone="yes"?>
<Relationships xmlns="http://schemas.openxmlformats.org/package/2006/relationships"><Relationship Id="rId2" Type="http://schemas.openxmlformats.org/officeDocument/2006/relationships/slide" Target="../slides/slide1059.xml"/><Relationship Id="rId1" Type="http://schemas.openxmlformats.org/officeDocument/2006/relationships/notesMaster" Target="../notesMasters/notesMaster1.xml"/></Relationships>
</file>

<file path=ppt/notesSlides/_rels/notesSlide1009.xml.rels><?xml version="1.0" encoding="UTF-8" standalone="yes"?>
<Relationships xmlns="http://schemas.openxmlformats.org/package/2006/relationships"><Relationship Id="rId2" Type="http://schemas.openxmlformats.org/officeDocument/2006/relationships/slide" Target="../slides/slide1060.xml"/><Relationship Id="rId1" Type="http://schemas.openxmlformats.org/officeDocument/2006/relationships/notesMaster" Target="../notesMasters/notesMaster1.xml"/></Relationships>
</file>

<file path=ppt/notesSlides/_rels/notesSlide1010.xml.rels><?xml version="1.0" encoding="UTF-8" standalone="yes"?>
<Relationships xmlns="http://schemas.openxmlformats.org/package/2006/relationships"><Relationship Id="rId2" Type="http://schemas.openxmlformats.org/officeDocument/2006/relationships/slide" Target="../slides/slide1061.xml"/><Relationship Id="rId1" Type="http://schemas.openxmlformats.org/officeDocument/2006/relationships/notesMaster" Target="../notesMasters/notesMaster1.xml"/></Relationships>
</file>

<file path=ppt/notesSlides/_rels/notesSlide1011.xml.rels><?xml version="1.0" encoding="UTF-8" standalone="yes"?>
<Relationships xmlns="http://schemas.openxmlformats.org/package/2006/relationships"><Relationship Id="rId2" Type="http://schemas.openxmlformats.org/officeDocument/2006/relationships/slide" Target="../slides/slide1062.xml"/><Relationship Id="rId1" Type="http://schemas.openxmlformats.org/officeDocument/2006/relationships/notesMaster" Target="../notesMasters/notesMaster1.xml"/></Relationships>
</file>

<file path=ppt/notesSlides/_rels/notesSlide1012.xml.rels><?xml version="1.0" encoding="UTF-8" standalone="yes"?>
<Relationships xmlns="http://schemas.openxmlformats.org/package/2006/relationships"><Relationship Id="rId2" Type="http://schemas.openxmlformats.org/officeDocument/2006/relationships/slide" Target="../slides/slide1063.xml"/><Relationship Id="rId1" Type="http://schemas.openxmlformats.org/officeDocument/2006/relationships/notesMaster" Target="../notesMasters/notesMaster1.xml"/></Relationships>
</file>

<file path=ppt/notesSlides/_rels/notesSlide1013.xml.rels><?xml version="1.0" encoding="UTF-8" standalone="yes"?>
<Relationships xmlns="http://schemas.openxmlformats.org/package/2006/relationships"><Relationship Id="rId2" Type="http://schemas.openxmlformats.org/officeDocument/2006/relationships/slide" Target="../slides/slide1064.xml"/><Relationship Id="rId1" Type="http://schemas.openxmlformats.org/officeDocument/2006/relationships/notesMaster" Target="../notesMasters/notesMaster1.xml"/></Relationships>
</file>

<file path=ppt/notesSlides/_rels/notesSlide1014.xml.rels><?xml version="1.0" encoding="UTF-8" standalone="yes"?>
<Relationships xmlns="http://schemas.openxmlformats.org/package/2006/relationships"><Relationship Id="rId2" Type="http://schemas.openxmlformats.org/officeDocument/2006/relationships/slide" Target="../slides/slide1065.xml"/><Relationship Id="rId1" Type="http://schemas.openxmlformats.org/officeDocument/2006/relationships/notesMaster" Target="../notesMasters/notesMaster1.xml"/></Relationships>
</file>

<file path=ppt/notesSlides/_rels/notesSlide1015.xml.rels><?xml version="1.0" encoding="UTF-8" standalone="yes"?>
<Relationships xmlns="http://schemas.openxmlformats.org/package/2006/relationships"><Relationship Id="rId2" Type="http://schemas.openxmlformats.org/officeDocument/2006/relationships/slide" Target="../slides/slide1066.xml"/><Relationship Id="rId1" Type="http://schemas.openxmlformats.org/officeDocument/2006/relationships/notesMaster" Target="../notesMasters/notesMaster1.xml"/></Relationships>
</file>

<file path=ppt/notesSlides/_rels/notesSlide1016.xml.rels><?xml version="1.0" encoding="UTF-8" standalone="yes"?>
<Relationships xmlns="http://schemas.openxmlformats.org/package/2006/relationships"><Relationship Id="rId2" Type="http://schemas.openxmlformats.org/officeDocument/2006/relationships/slide" Target="../slides/slide1067.xml"/><Relationship Id="rId1" Type="http://schemas.openxmlformats.org/officeDocument/2006/relationships/notesMaster" Target="../notesMasters/notesMaster1.xml"/></Relationships>
</file>

<file path=ppt/notesSlides/_rels/notesSlide1017.xml.rels><?xml version="1.0" encoding="UTF-8" standalone="yes"?>
<Relationships xmlns="http://schemas.openxmlformats.org/package/2006/relationships"><Relationship Id="rId2" Type="http://schemas.openxmlformats.org/officeDocument/2006/relationships/slide" Target="../slides/slide1068.xml"/><Relationship Id="rId1" Type="http://schemas.openxmlformats.org/officeDocument/2006/relationships/notesMaster" Target="../notesMasters/notesMaster1.xml"/></Relationships>
</file>

<file path=ppt/notesSlides/_rels/notesSlide1018.xml.rels><?xml version="1.0" encoding="UTF-8" standalone="yes"?>
<Relationships xmlns="http://schemas.openxmlformats.org/package/2006/relationships"><Relationship Id="rId2" Type="http://schemas.openxmlformats.org/officeDocument/2006/relationships/slide" Target="../slides/slide1069.xml"/><Relationship Id="rId1" Type="http://schemas.openxmlformats.org/officeDocument/2006/relationships/notesMaster" Target="../notesMasters/notesMaster1.xml"/></Relationships>
</file>

<file path=ppt/notesSlides/_rels/notesSlide1019.xml.rels><?xml version="1.0" encoding="UTF-8" standalone="yes"?>
<Relationships xmlns="http://schemas.openxmlformats.org/package/2006/relationships"><Relationship Id="rId2" Type="http://schemas.openxmlformats.org/officeDocument/2006/relationships/slide" Target="../slides/slide1070.xml"/><Relationship Id="rId1" Type="http://schemas.openxmlformats.org/officeDocument/2006/relationships/notesMaster" Target="../notesMasters/notesMaster1.xml"/></Relationships>
</file>

<file path=ppt/notesSlides/_rels/notesSlide1020.xml.rels><?xml version="1.0" encoding="UTF-8" standalone="yes"?>
<Relationships xmlns="http://schemas.openxmlformats.org/package/2006/relationships"><Relationship Id="rId2" Type="http://schemas.openxmlformats.org/officeDocument/2006/relationships/slide" Target="../slides/slide1071.xml"/><Relationship Id="rId1" Type="http://schemas.openxmlformats.org/officeDocument/2006/relationships/notesMaster" Target="../notesMasters/notesMaster1.xml"/></Relationships>
</file>

<file path=ppt/notesSlides/_rels/notesSlide1021.xml.rels><?xml version="1.0" encoding="UTF-8" standalone="yes"?>
<Relationships xmlns="http://schemas.openxmlformats.org/package/2006/relationships"><Relationship Id="rId2" Type="http://schemas.openxmlformats.org/officeDocument/2006/relationships/slide" Target="../slides/slide1072.xml"/><Relationship Id="rId1" Type="http://schemas.openxmlformats.org/officeDocument/2006/relationships/notesMaster" Target="../notesMasters/notesMaster1.xml"/></Relationships>
</file>

<file path=ppt/notesSlides/_rels/notesSlide1022.xml.rels><?xml version="1.0" encoding="UTF-8" standalone="yes"?>
<Relationships xmlns="http://schemas.openxmlformats.org/package/2006/relationships"><Relationship Id="rId2" Type="http://schemas.openxmlformats.org/officeDocument/2006/relationships/slide" Target="../slides/slide1073.xml"/><Relationship Id="rId1" Type="http://schemas.openxmlformats.org/officeDocument/2006/relationships/notesMaster" Target="../notesMasters/notesMaster1.xml"/></Relationships>
</file>

<file path=ppt/notesSlides/_rels/notesSlide1023.xml.rels><?xml version="1.0" encoding="UTF-8" standalone="yes"?>
<Relationships xmlns="http://schemas.openxmlformats.org/package/2006/relationships"><Relationship Id="rId2" Type="http://schemas.openxmlformats.org/officeDocument/2006/relationships/slide" Target="../slides/slide1074.xml"/><Relationship Id="rId1" Type="http://schemas.openxmlformats.org/officeDocument/2006/relationships/notesMaster" Target="../notesMasters/notesMaster1.xml"/></Relationships>
</file>

<file path=ppt/notesSlides/_rels/notesSlide1024.xml.rels><?xml version="1.0" encoding="UTF-8" standalone="yes"?>
<Relationships xmlns="http://schemas.openxmlformats.org/package/2006/relationships"><Relationship Id="rId2" Type="http://schemas.openxmlformats.org/officeDocument/2006/relationships/slide" Target="../slides/slide1075.xml"/><Relationship Id="rId1" Type="http://schemas.openxmlformats.org/officeDocument/2006/relationships/notesMaster" Target="../notesMasters/notesMaster1.xml"/></Relationships>
</file>

<file path=ppt/notesSlides/_rels/notesSlide1025.xml.rels><?xml version="1.0" encoding="UTF-8" standalone="yes"?>
<Relationships xmlns="http://schemas.openxmlformats.org/package/2006/relationships"><Relationship Id="rId2" Type="http://schemas.openxmlformats.org/officeDocument/2006/relationships/slide" Target="../slides/slide1076.xml"/><Relationship Id="rId1" Type="http://schemas.openxmlformats.org/officeDocument/2006/relationships/notesMaster" Target="../notesMasters/notesMaster1.xml"/></Relationships>
</file>

<file path=ppt/notesSlides/_rels/notesSlide1026.xml.rels><?xml version="1.0" encoding="UTF-8" standalone="yes"?>
<Relationships xmlns="http://schemas.openxmlformats.org/package/2006/relationships"><Relationship Id="rId2" Type="http://schemas.openxmlformats.org/officeDocument/2006/relationships/slide" Target="../slides/slide1077.xml"/><Relationship Id="rId1" Type="http://schemas.openxmlformats.org/officeDocument/2006/relationships/notesMaster" Target="../notesMasters/notesMaster1.xml"/></Relationships>
</file>

<file path=ppt/notesSlides/_rels/notesSlide1027.xml.rels><?xml version="1.0" encoding="UTF-8" standalone="yes"?>
<Relationships xmlns="http://schemas.openxmlformats.org/package/2006/relationships"><Relationship Id="rId2" Type="http://schemas.openxmlformats.org/officeDocument/2006/relationships/slide" Target="../slides/slide1078.xml"/><Relationship Id="rId1" Type="http://schemas.openxmlformats.org/officeDocument/2006/relationships/notesMaster" Target="../notesMasters/notesMaster1.xml"/></Relationships>
</file>

<file path=ppt/notesSlides/_rels/notesSlide1028.xml.rels><?xml version="1.0" encoding="UTF-8" standalone="yes"?>
<Relationships xmlns="http://schemas.openxmlformats.org/package/2006/relationships"><Relationship Id="rId2" Type="http://schemas.openxmlformats.org/officeDocument/2006/relationships/slide" Target="../slides/slide1079.xml"/><Relationship Id="rId1" Type="http://schemas.openxmlformats.org/officeDocument/2006/relationships/notesMaster" Target="../notesMasters/notesMaster1.xml"/></Relationships>
</file>

<file path=ppt/notesSlides/_rels/notesSlide1029.xml.rels><?xml version="1.0" encoding="UTF-8" standalone="yes"?>
<Relationships xmlns="http://schemas.openxmlformats.org/package/2006/relationships"><Relationship Id="rId2" Type="http://schemas.openxmlformats.org/officeDocument/2006/relationships/slide" Target="../slides/slide1080.xml"/><Relationship Id="rId1" Type="http://schemas.openxmlformats.org/officeDocument/2006/relationships/notesMaster" Target="../notesMasters/notesMaster1.xml"/></Relationships>
</file>

<file path=ppt/notesSlides/_rels/notesSlide1030.xml.rels><?xml version="1.0" encoding="UTF-8" standalone="yes"?>
<Relationships xmlns="http://schemas.openxmlformats.org/package/2006/relationships"><Relationship Id="rId2" Type="http://schemas.openxmlformats.org/officeDocument/2006/relationships/slide" Target="../slides/slide1081.xml"/><Relationship Id="rId1" Type="http://schemas.openxmlformats.org/officeDocument/2006/relationships/notesMaster" Target="../notesMasters/notesMaster1.xml"/></Relationships>
</file>

<file path=ppt/notesSlides/_rels/notesSlide1031.xml.rels><?xml version="1.0" encoding="UTF-8" standalone="yes"?>
<Relationships xmlns="http://schemas.openxmlformats.org/package/2006/relationships"><Relationship Id="rId2" Type="http://schemas.openxmlformats.org/officeDocument/2006/relationships/slide" Target="../slides/slide1082.xml"/><Relationship Id="rId1" Type="http://schemas.openxmlformats.org/officeDocument/2006/relationships/notesMaster" Target="../notesMasters/notesMaster1.xml"/></Relationships>
</file>

<file path=ppt/notesSlides/_rels/notesSlide1032.xml.rels><?xml version="1.0" encoding="UTF-8" standalone="yes"?>
<Relationships xmlns="http://schemas.openxmlformats.org/package/2006/relationships"><Relationship Id="rId2" Type="http://schemas.openxmlformats.org/officeDocument/2006/relationships/slide" Target="../slides/slide1083.xml"/><Relationship Id="rId1" Type="http://schemas.openxmlformats.org/officeDocument/2006/relationships/notesMaster" Target="../notesMasters/notesMaster1.xml"/></Relationships>
</file>

<file path=ppt/notesSlides/_rels/notesSlide1033.xml.rels><?xml version="1.0" encoding="UTF-8" standalone="yes"?>
<Relationships xmlns="http://schemas.openxmlformats.org/package/2006/relationships"><Relationship Id="rId2" Type="http://schemas.openxmlformats.org/officeDocument/2006/relationships/slide" Target="../slides/slide1084.xml"/><Relationship Id="rId1" Type="http://schemas.openxmlformats.org/officeDocument/2006/relationships/notesMaster" Target="../notesMasters/notesMaster1.xml"/></Relationships>
</file>

<file path=ppt/notesSlides/_rels/notesSlide1034.xml.rels><?xml version="1.0" encoding="UTF-8" standalone="yes"?>
<Relationships xmlns="http://schemas.openxmlformats.org/package/2006/relationships"><Relationship Id="rId2" Type="http://schemas.openxmlformats.org/officeDocument/2006/relationships/slide" Target="../slides/slide1085.xml"/><Relationship Id="rId1" Type="http://schemas.openxmlformats.org/officeDocument/2006/relationships/notesMaster" Target="../notesMasters/notesMaster1.xml"/></Relationships>
</file>

<file path=ppt/notesSlides/_rels/notesSlide1035.xml.rels><?xml version="1.0" encoding="UTF-8" standalone="yes"?>
<Relationships xmlns="http://schemas.openxmlformats.org/package/2006/relationships"><Relationship Id="rId2" Type="http://schemas.openxmlformats.org/officeDocument/2006/relationships/slide" Target="../slides/slide1086.xml"/><Relationship Id="rId1" Type="http://schemas.openxmlformats.org/officeDocument/2006/relationships/notesMaster" Target="../notesMasters/notesMaster1.xml"/></Relationships>
</file>

<file path=ppt/notesSlides/_rels/notesSlide1036.xml.rels><?xml version="1.0" encoding="UTF-8" standalone="yes"?>
<Relationships xmlns="http://schemas.openxmlformats.org/package/2006/relationships"><Relationship Id="rId2" Type="http://schemas.openxmlformats.org/officeDocument/2006/relationships/slide" Target="../slides/slide1087.xml"/><Relationship Id="rId1" Type="http://schemas.openxmlformats.org/officeDocument/2006/relationships/notesMaster" Target="../notesMasters/notesMaster1.xml"/></Relationships>
</file>

<file path=ppt/notesSlides/_rels/notesSlide1037.xml.rels><?xml version="1.0" encoding="UTF-8" standalone="yes"?>
<Relationships xmlns="http://schemas.openxmlformats.org/package/2006/relationships"><Relationship Id="rId2" Type="http://schemas.openxmlformats.org/officeDocument/2006/relationships/slide" Target="../slides/slide1088.xml"/><Relationship Id="rId1" Type="http://schemas.openxmlformats.org/officeDocument/2006/relationships/notesMaster" Target="../notesMasters/notesMaster1.xml"/></Relationships>
</file>

<file path=ppt/notesSlides/_rels/notesSlide1038.xml.rels><?xml version="1.0" encoding="UTF-8" standalone="yes"?>
<Relationships xmlns="http://schemas.openxmlformats.org/package/2006/relationships"><Relationship Id="rId2" Type="http://schemas.openxmlformats.org/officeDocument/2006/relationships/slide" Target="../slides/slide1089.xml"/><Relationship Id="rId1" Type="http://schemas.openxmlformats.org/officeDocument/2006/relationships/notesMaster" Target="../notesMasters/notesMaster1.xml"/></Relationships>
</file>

<file path=ppt/notesSlides/_rels/notesSlide1039.xml.rels><?xml version="1.0" encoding="UTF-8" standalone="yes"?>
<Relationships xmlns="http://schemas.openxmlformats.org/package/2006/relationships"><Relationship Id="rId2" Type="http://schemas.openxmlformats.org/officeDocument/2006/relationships/slide" Target="../slides/slide1090.xml"/><Relationship Id="rId1" Type="http://schemas.openxmlformats.org/officeDocument/2006/relationships/notesMaster" Target="../notesMasters/notesMaster1.xml"/></Relationships>
</file>

<file path=ppt/notesSlides/_rels/notesSlide1040.xml.rels><?xml version="1.0" encoding="UTF-8" standalone="yes"?>
<Relationships xmlns="http://schemas.openxmlformats.org/package/2006/relationships"><Relationship Id="rId2" Type="http://schemas.openxmlformats.org/officeDocument/2006/relationships/slide" Target="../slides/slide1091.xml"/><Relationship Id="rId1" Type="http://schemas.openxmlformats.org/officeDocument/2006/relationships/notesMaster" Target="../notesMasters/notesMaster1.xml"/></Relationships>
</file>

<file path=ppt/notesSlides/_rels/notesSlide1041.xml.rels><?xml version="1.0" encoding="UTF-8" standalone="yes"?>
<Relationships xmlns="http://schemas.openxmlformats.org/package/2006/relationships"><Relationship Id="rId2" Type="http://schemas.openxmlformats.org/officeDocument/2006/relationships/slide" Target="../slides/slide1092.xml"/><Relationship Id="rId1" Type="http://schemas.openxmlformats.org/officeDocument/2006/relationships/notesMaster" Target="../notesMasters/notesMaster1.xml"/></Relationships>
</file>

<file path=ppt/notesSlides/_rels/notesSlide1042.xml.rels><?xml version="1.0" encoding="UTF-8" standalone="yes"?>
<Relationships xmlns="http://schemas.openxmlformats.org/package/2006/relationships"><Relationship Id="rId2" Type="http://schemas.openxmlformats.org/officeDocument/2006/relationships/slide" Target="../slides/slide1093.xml"/><Relationship Id="rId1" Type="http://schemas.openxmlformats.org/officeDocument/2006/relationships/notesMaster" Target="../notesMasters/notesMaster1.xml"/></Relationships>
</file>

<file path=ppt/notesSlides/_rels/notesSlide1043.xml.rels><?xml version="1.0" encoding="UTF-8" standalone="yes"?>
<Relationships xmlns="http://schemas.openxmlformats.org/package/2006/relationships"><Relationship Id="rId2" Type="http://schemas.openxmlformats.org/officeDocument/2006/relationships/slide" Target="../slides/slide1094.xml"/><Relationship Id="rId1" Type="http://schemas.openxmlformats.org/officeDocument/2006/relationships/notesMaster" Target="../notesMasters/notesMaster1.xml"/></Relationships>
</file>

<file path=ppt/notesSlides/_rels/notesSlide1044.xml.rels><?xml version="1.0" encoding="UTF-8" standalone="yes"?>
<Relationships xmlns="http://schemas.openxmlformats.org/package/2006/relationships"><Relationship Id="rId2" Type="http://schemas.openxmlformats.org/officeDocument/2006/relationships/slide" Target="../slides/slide1095.xml"/><Relationship Id="rId1" Type="http://schemas.openxmlformats.org/officeDocument/2006/relationships/notesMaster" Target="../notesMasters/notesMaster1.xml"/></Relationships>
</file>

<file path=ppt/notesSlides/_rels/notesSlide1045.xml.rels><?xml version="1.0" encoding="UTF-8" standalone="yes"?>
<Relationships xmlns="http://schemas.openxmlformats.org/package/2006/relationships"><Relationship Id="rId2" Type="http://schemas.openxmlformats.org/officeDocument/2006/relationships/slide" Target="../slides/slide1096.xml"/><Relationship Id="rId1" Type="http://schemas.openxmlformats.org/officeDocument/2006/relationships/notesMaster" Target="../notesMasters/notesMaster1.xml"/></Relationships>
</file>

<file path=ppt/notesSlides/_rels/notesSlide1046.xml.rels><?xml version="1.0" encoding="UTF-8" standalone="yes"?>
<Relationships xmlns="http://schemas.openxmlformats.org/package/2006/relationships"><Relationship Id="rId2" Type="http://schemas.openxmlformats.org/officeDocument/2006/relationships/slide" Target="../slides/slide1097.xml"/><Relationship Id="rId1" Type="http://schemas.openxmlformats.org/officeDocument/2006/relationships/notesMaster" Target="../notesMasters/notesMaster1.xml"/></Relationships>
</file>

<file path=ppt/notesSlides/_rels/notesSlide1047.xml.rels><?xml version="1.0" encoding="UTF-8" standalone="yes"?>
<Relationships xmlns="http://schemas.openxmlformats.org/package/2006/relationships"><Relationship Id="rId2" Type="http://schemas.openxmlformats.org/officeDocument/2006/relationships/slide" Target="../slides/slide1098.xml"/><Relationship Id="rId1" Type="http://schemas.openxmlformats.org/officeDocument/2006/relationships/notesMaster" Target="../notesMasters/notesMaster1.xml"/></Relationships>
</file>

<file path=ppt/notesSlides/_rels/notesSlide1048.xml.rels><?xml version="1.0" encoding="UTF-8" standalone="yes"?>
<Relationships xmlns="http://schemas.openxmlformats.org/package/2006/relationships"><Relationship Id="rId2" Type="http://schemas.openxmlformats.org/officeDocument/2006/relationships/slide" Target="../slides/slide1099.xml"/><Relationship Id="rId1" Type="http://schemas.openxmlformats.org/officeDocument/2006/relationships/notesMaster" Target="../notesMasters/notesMaster1.xml"/></Relationships>
</file>

<file path=ppt/notesSlides/_rels/notesSlide1049.xml.rels><?xml version="1.0" encoding="UTF-8" standalone="yes"?>
<Relationships xmlns="http://schemas.openxmlformats.org/package/2006/relationships"><Relationship Id="rId2" Type="http://schemas.openxmlformats.org/officeDocument/2006/relationships/slide" Target="../slides/slide1100.xml"/><Relationship Id="rId1" Type="http://schemas.openxmlformats.org/officeDocument/2006/relationships/notesMaster" Target="../notesMasters/notesMaster1.xml"/></Relationships>
</file>

<file path=ppt/notesSlides/_rels/notesSlide1050.xml.rels><?xml version="1.0" encoding="UTF-8" standalone="yes"?>
<Relationships xmlns="http://schemas.openxmlformats.org/package/2006/relationships"><Relationship Id="rId2" Type="http://schemas.openxmlformats.org/officeDocument/2006/relationships/slide" Target="../slides/slide1101.xml"/><Relationship Id="rId1" Type="http://schemas.openxmlformats.org/officeDocument/2006/relationships/notesMaster" Target="../notesMasters/notesMaster1.xml"/></Relationships>
</file>

<file path=ppt/notesSlides/_rels/notesSlide1051.xml.rels><?xml version="1.0" encoding="UTF-8" standalone="yes"?>
<Relationships xmlns="http://schemas.openxmlformats.org/package/2006/relationships"><Relationship Id="rId2" Type="http://schemas.openxmlformats.org/officeDocument/2006/relationships/slide" Target="../slides/slide1102.xml"/><Relationship Id="rId1" Type="http://schemas.openxmlformats.org/officeDocument/2006/relationships/notesMaster" Target="../notesMasters/notesMaster1.xml"/></Relationships>
</file>

<file path=ppt/notesSlides/_rels/notesSlide1052.xml.rels><?xml version="1.0" encoding="UTF-8" standalone="yes"?>
<Relationships xmlns="http://schemas.openxmlformats.org/package/2006/relationships"><Relationship Id="rId2" Type="http://schemas.openxmlformats.org/officeDocument/2006/relationships/slide" Target="../slides/slide1103.xml"/><Relationship Id="rId1" Type="http://schemas.openxmlformats.org/officeDocument/2006/relationships/notesMaster" Target="../notesMasters/notesMaster1.xml"/></Relationships>
</file>

<file path=ppt/notesSlides/_rels/notesSlide1053.xml.rels><?xml version="1.0" encoding="UTF-8" standalone="yes"?>
<Relationships xmlns="http://schemas.openxmlformats.org/package/2006/relationships"><Relationship Id="rId2" Type="http://schemas.openxmlformats.org/officeDocument/2006/relationships/slide" Target="../slides/slide1104.xml"/><Relationship Id="rId1" Type="http://schemas.openxmlformats.org/officeDocument/2006/relationships/notesMaster" Target="../notesMasters/notesMaster1.xml"/></Relationships>
</file>

<file path=ppt/notesSlides/_rels/notesSlide1054.xml.rels><?xml version="1.0" encoding="UTF-8" standalone="yes"?>
<Relationships xmlns="http://schemas.openxmlformats.org/package/2006/relationships"><Relationship Id="rId2" Type="http://schemas.openxmlformats.org/officeDocument/2006/relationships/slide" Target="../slides/slide1105.xml"/><Relationship Id="rId1" Type="http://schemas.openxmlformats.org/officeDocument/2006/relationships/notesMaster" Target="../notesMasters/notesMaster1.xml"/></Relationships>
</file>

<file path=ppt/notesSlides/_rels/notesSlide1055.xml.rels><?xml version="1.0" encoding="UTF-8" standalone="yes"?>
<Relationships xmlns="http://schemas.openxmlformats.org/package/2006/relationships"><Relationship Id="rId2" Type="http://schemas.openxmlformats.org/officeDocument/2006/relationships/slide" Target="../slides/slide1106.xml"/><Relationship Id="rId1" Type="http://schemas.openxmlformats.org/officeDocument/2006/relationships/notesMaster" Target="../notesMasters/notesMaster1.xml"/></Relationships>
</file>

<file path=ppt/notesSlides/_rels/notesSlide1056.xml.rels><?xml version="1.0" encoding="UTF-8" standalone="yes"?>
<Relationships xmlns="http://schemas.openxmlformats.org/package/2006/relationships"><Relationship Id="rId2" Type="http://schemas.openxmlformats.org/officeDocument/2006/relationships/slide" Target="../slides/slide1107.xml"/><Relationship Id="rId1" Type="http://schemas.openxmlformats.org/officeDocument/2006/relationships/notesMaster" Target="../notesMasters/notesMaster1.xml"/></Relationships>
</file>

<file path=ppt/notesSlides/_rels/notesSlide1057.xml.rels><?xml version="1.0" encoding="UTF-8" standalone="yes"?>
<Relationships xmlns="http://schemas.openxmlformats.org/package/2006/relationships"><Relationship Id="rId2" Type="http://schemas.openxmlformats.org/officeDocument/2006/relationships/slide" Target="../slides/slide1108.xml"/><Relationship Id="rId1" Type="http://schemas.openxmlformats.org/officeDocument/2006/relationships/notesMaster" Target="../notesMasters/notesMaster1.xml"/></Relationships>
</file>

<file path=ppt/notesSlides/_rels/notesSlide1058.xml.rels><?xml version="1.0" encoding="UTF-8" standalone="yes"?>
<Relationships xmlns="http://schemas.openxmlformats.org/package/2006/relationships"><Relationship Id="rId2" Type="http://schemas.openxmlformats.org/officeDocument/2006/relationships/slide" Target="../slides/slide1109.xml"/><Relationship Id="rId1" Type="http://schemas.openxmlformats.org/officeDocument/2006/relationships/notesMaster" Target="../notesMasters/notesMaster1.xml"/></Relationships>
</file>

<file path=ppt/notesSlides/_rels/notesSlide1059.xml.rels><?xml version="1.0" encoding="UTF-8" standalone="yes"?>
<Relationships xmlns="http://schemas.openxmlformats.org/package/2006/relationships"><Relationship Id="rId2" Type="http://schemas.openxmlformats.org/officeDocument/2006/relationships/slide" Target="../slides/slide1110.xml"/><Relationship Id="rId1" Type="http://schemas.openxmlformats.org/officeDocument/2006/relationships/notesMaster" Target="../notesMasters/notesMaster1.xml"/></Relationships>
</file>

<file path=ppt/notesSlides/_rels/notesSlide1060.xml.rels><?xml version="1.0" encoding="UTF-8" standalone="yes"?>
<Relationships xmlns="http://schemas.openxmlformats.org/package/2006/relationships"><Relationship Id="rId2" Type="http://schemas.openxmlformats.org/officeDocument/2006/relationships/slide" Target="../slides/slide1111.xml"/><Relationship Id="rId1" Type="http://schemas.openxmlformats.org/officeDocument/2006/relationships/notesMaster" Target="../notesMasters/notesMaster1.xml"/></Relationships>
</file>

<file path=ppt/notesSlides/_rels/notesSlide1061.xml.rels><?xml version="1.0" encoding="UTF-8" standalone="yes"?>
<Relationships xmlns="http://schemas.openxmlformats.org/package/2006/relationships"><Relationship Id="rId2" Type="http://schemas.openxmlformats.org/officeDocument/2006/relationships/slide" Target="../slides/slide1112.xml"/><Relationship Id="rId1" Type="http://schemas.openxmlformats.org/officeDocument/2006/relationships/notesMaster" Target="../notesMasters/notesMaster1.xml"/></Relationships>
</file>

<file path=ppt/notesSlides/_rels/notesSlide1062.xml.rels><?xml version="1.0" encoding="UTF-8" standalone="yes"?>
<Relationships xmlns="http://schemas.openxmlformats.org/package/2006/relationships"><Relationship Id="rId2" Type="http://schemas.openxmlformats.org/officeDocument/2006/relationships/slide" Target="../slides/slide1113.xml"/><Relationship Id="rId1" Type="http://schemas.openxmlformats.org/officeDocument/2006/relationships/notesMaster" Target="../notesMasters/notesMaster1.xml"/></Relationships>
</file>

<file path=ppt/notesSlides/_rels/notesSlide1063.xml.rels><?xml version="1.0" encoding="UTF-8" standalone="yes"?>
<Relationships xmlns="http://schemas.openxmlformats.org/package/2006/relationships"><Relationship Id="rId2" Type="http://schemas.openxmlformats.org/officeDocument/2006/relationships/slide" Target="../slides/slide1114.xml"/><Relationship Id="rId1" Type="http://schemas.openxmlformats.org/officeDocument/2006/relationships/notesMaster" Target="../notesMasters/notesMaster1.xml"/></Relationships>
</file>

<file path=ppt/notesSlides/_rels/notesSlide1064.xml.rels><?xml version="1.0" encoding="UTF-8" standalone="yes"?>
<Relationships xmlns="http://schemas.openxmlformats.org/package/2006/relationships"><Relationship Id="rId2" Type="http://schemas.openxmlformats.org/officeDocument/2006/relationships/slide" Target="../slides/slide1115.xml"/><Relationship Id="rId1" Type="http://schemas.openxmlformats.org/officeDocument/2006/relationships/notesMaster" Target="../notesMasters/notesMaster1.xml"/></Relationships>
</file>

<file path=ppt/notesSlides/_rels/notesSlide1065.xml.rels><?xml version="1.0" encoding="UTF-8" standalone="yes"?>
<Relationships xmlns="http://schemas.openxmlformats.org/package/2006/relationships"><Relationship Id="rId2" Type="http://schemas.openxmlformats.org/officeDocument/2006/relationships/slide" Target="../slides/slide1116.xml"/><Relationship Id="rId1" Type="http://schemas.openxmlformats.org/officeDocument/2006/relationships/notesMaster" Target="../notesMasters/notesMaster1.xml"/></Relationships>
</file>

<file path=ppt/notesSlides/_rels/notesSlide1066.xml.rels><?xml version="1.0" encoding="UTF-8" standalone="yes"?>
<Relationships xmlns="http://schemas.openxmlformats.org/package/2006/relationships"><Relationship Id="rId2" Type="http://schemas.openxmlformats.org/officeDocument/2006/relationships/slide" Target="../slides/slide1117.xml"/><Relationship Id="rId1" Type="http://schemas.openxmlformats.org/officeDocument/2006/relationships/notesMaster" Target="../notesMasters/notesMaster1.xml"/></Relationships>
</file>

<file path=ppt/notesSlides/_rels/notesSlide1067.xml.rels><?xml version="1.0" encoding="UTF-8" standalone="yes"?>
<Relationships xmlns="http://schemas.openxmlformats.org/package/2006/relationships"><Relationship Id="rId2" Type="http://schemas.openxmlformats.org/officeDocument/2006/relationships/slide" Target="../slides/slide1118.xml"/><Relationship Id="rId1" Type="http://schemas.openxmlformats.org/officeDocument/2006/relationships/notesMaster" Target="../notesMasters/notesMaster1.xml"/></Relationships>
</file>

<file path=ppt/notesSlides/_rels/notesSlide1068.xml.rels><?xml version="1.0" encoding="UTF-8" standalone="yes"?>
<Relationships xmlns="http://schemas.openxmlformats.org/package/2006/relationships"><Relationship Id="rId2" Type="http://schemas.openxmlformats.org/officeDocument/2006/relationships/slide" Target="../slides/slide1119.xml"/><Relationship Id="rId1" Type="http://schemas.openxmlformats.org/officeDocument/2006/relationships/notesMaster" Target="../notesMasters/notesMaster1.xml"/></Relationships>
</file>

<file path=ppt/notesSlides/_rels/notesSlide1069.xml.rels><?xml version="1.0" encoding="UTF-8" standalone="yes"?>
<Relationships xmlns="http://schemas.openxmlformats.org/package/2006/relationships"><Relationship Id="rId2" Type="http://schemas.openxmlformats.org/officeDocument/2006/relationships/slide" Target="../slides/slide1120.xml"/><Relationship Id="rId1" Type="http://schemas.openxmlformats.org/officeDocument/2006/relationships/notesMaster" Target="../notesMasters/notesMaster1.xml"/></Relationships>
</file>

<file path=ppt/notesSlides/_rels/notesSlide1070.xml.rels><?xml version="1.0" encoding="UTF-8" standalone="yes"?>
<Relationships xmlns="http://schemas.openxmlformats.org/package/2006/relationships"><Relationship Id="rId2" Type="http://schemas.openxmlformats.org/officeDocument/2006/relationships/slide" Target="../slides/slide1121.xml"/><Relationship Id="rId1" Type="http://schemas.openxmlformats.org/officeDocument/2006/relationships/notesMaster" Target="../notesMasters/notesMaster1.xml"/></Relationships>
</file>

<file path=ppt/notesSlides/_rels/notesSlide1071.xml.rels><?xml version="1.0" encoding="UTF-8" standalone="yes"?>
<Relationships xmlns="http://schemas.openxmlformats.org/package/2006/relationships"><Relationship Id="rId2" Type="http://schemas.openxmlformats.org/officeDocument/2006/relationships/slide" Target="../slides/slide1122.xml"/><Relationship Id="rId1" Type="http://schemas.openxmlformats.org/officeDocument/2006/relationships/notesMaster" Target="../notesMasters/notesMaster1.xml"/></Relationships>
</file>

<file path=ppt/notesSlides/_rels/notesSlide1072.xml.rels><?xml version="1.0" encoding="UTF-8" standalone="yes"?>
<Relationships xmlns="http://schemas.openxmlformats.org/package/2006/relationships"><Relationship Id="rId2" Type="http://schemas.openxmlformats.org/officeDocument/2006/relationships/slide" Target="../slides/slide1123.xml"/><Relationship Id="rId1" Type="http://schemas.openxmlformats.org/officeDocument/2006/relationships/notesMaster" Target="../notesMasters/notesMaster1.xml"/></Relationships>
</file>

<file path=ppt/notesSlides/_rels/notesSlide1073.xml.rels><?xml version="1.0" encoding="UTF-8" standalone="yes"?>
<Relationships xmlns="http://schemas.openxmlformats.org/package/2006/relationships"><Relationship Id="rId2" Type="http://schemas.openxmlformats.org/officeDocument/2006/relationships/slide" Target="../slides/slide1124.xml"/><Relationship Id="rId1" Type="http://schemas.openxmlformats.org/officeDocument/2006/relationships/notesMaster" Target="../notesMasters/notesMaster1.xml"/></Relationships>
</file>

<file path=ppt/notesSlides/_rels/notesSlide1074.xml.rels><?xml version="1.0" encoding="UTF-8" standalone="yes"?>
<Relationships xmlns="http://schemas.openxmlformats.org/package/2006/relationships"><Relationship Id="rId2" Type="http://schemas.openxmlformats.org/officeDocument/2006/relationships/slide" Target="../slides/slide1125.xml"/><Relationship Id="rId1" Type="http://schemas.openxmlformats.org/officeDocument/2006/relationships/notesMaster" Target="../notesMasters/notesMaster1.xml"/></Relationships>
</file>

<file path=ppt/notesSlides/_rels/notesSlide1075.xml.rels><?xml version="1.0" encoding="UTF-8" standalone="yes"?>
<Relationships xmlns="http://schemas.openxmlformats.org/package/2006/relationships"><Relationship Id="rId2" Type="http://schemas.openxmlformats.org/officeDocument/2006/relationships/slide" Target="../slides/slide1126.xml"/><Relationship Id="rId1" Type="http://schemas.openxmlformats.org/officeDocument/2006/relationships/notesMaster" Target="../notesMasters/notesMaster1.xml"/></Relationships>
</file>

<file path=ppt/notesSlides/_rels/notesSlide1076.xml.rels><?xml version="1.0" encoding="UTF-8" standalone="yes"?>
<Relationships xmlns="http://schemas.openxmlformats.org/package/2006/relationships"><Relationship Id="rId2" Type="http://schemas.openxmlformats.org/officeDocument/2006/relationships/slide" Target="../slides/slide1127.xml"/><Relationship Id="rId1" Type="http://schemas.openxmlformats.org/officeDocument/2006/relationships/notesMaster" Target="../notesMasters/notesMaster1.xml"/></Relationships>
</file>

<file path=ppt/notesSlides/_rels/notesSlide1077.xml.rels><?xml version="1.0" encoding="UTF-8" standalone="yes"?>
<Relationships xmlns="http://schemas.openxmlformats.org/package/2006/relationships"><Relationship Id="rId2" Type="http://schemas.openxmlformats.org/officeDocument/2006/relationships/slide" Target="../slides/slide1128.xml"/><Relationship Id="rId1" Type="http://schemas.openxmlformats.org/officeDocument/2006/relationships/notesMaster" Target="../notesMasters/notesMaster1.xml"/></Relationships>
</file>

<file path=ppt/notesSlides/_rels/notesSlide1078.xml.rels><?xml version="1.0" encoding="UTF-8" standalone="yes"?>
<Relationships xmlns="http://schemas.openxmlformats.org/package/2006/relationships"><Relationship Id="rId2" Type="http://schemas.openxmlformats.org/officeDocument/2006/relationships/slide" Target="../slides/slide1129.xml"/><Relationship Id="rId1" Type="http://schemas.openxmlformats.org/officeDocument/2006/relationships/notesMaster" Target="../notesMasters/notesMaster1.xml"/></Relationships>
</file>

<file path=ppt/notesSlides/_rels/notesSlide1079.xml.rels><?xml version="1.0" encoding="UTF-8" standalone="yes"?>
<Relationships xmlns="http://schemas.openxmlformats.org/package/2006/relationships"><Relationship Id="rId2" Type="http://schemas.openxmlformats.org/officeDocument/2006/relationships/slide" Target="../slides/slide1130.xml"/><Relationship Id="rId1" Type="http://schemas.openxmlformats.org/officeDocument/2006/relationships/notesMaster" Target="../notesMasters/notesMaster1.xml"/></Relationships>
</file>

<file path=ppt/notesSlides/_rels/notesSlide1080.xml.rels><?xml version="1.0" encoding="UTF-8" standalone="yes"?>
<Relationships xmlns="http://schemas.openxmlformats.org/package/2006/relationships"><Relationship Id="rId2" Type="http://schemas.openxmlformats.org/officeDocument/2006/relationships/slide" Target="../slides/slide1131.xml"/><Relationship Id="rId1" Type="http://schemas.openxmlformats.org/officeDocument/2006/relationships/notesMaster" Target="../notesMasters/notesMaster1.xml"/></Relationships>
</file>

<file path=ppt/notesSlides/_rels/notesSlide1081.xml.rels><?xml version="1.0" encoding="UTF-8" standalone="yes"?>
<Relationships xmlns="http://schemas.openxmlformats.org/package/2006/relationships"><Relationship Id="rId2" Type="http://schemas.openxmlformats.org/officeDocument/2006/relationships/slide" Target="../slides/slide1132.xml"/><Relationship Id="rId1" Type="http://schemas.openxmlformats.org/officeDocument/2006/relationships/notesMaster" Target="../notesMasters/notesMaster1.xml"/></Relationships>
</file>

<file path=ppt/notesSlides/_rels/notesSlide1082.xml.rels><?xml version="1.0" encoding="UTF-8" standalone="yes"?>
<Relationships xmlns="http://schemas.openxmlformats.org/package/2006/relationships"><Relationship Id="rId2" Type="http://schemas.openxmlformats.org/officeDocument/2006/relationships/slide" Target="../slides/slide1133.xml"/><Relationship Id="rId1" Type="http://schemas.openxmlformats.org/officeDocument/2006/relationships/notesMaster" Target="../notesMasters/notesMaster1.xml"/></Relationships>
</file>

<file path=ppt/notesSlides/_rels/notesSlide1083.xml.rels><?xml version="1.0" encoding="UTF-8" standalone="yes"?>
<Relationships xmlns="http://schemas.openxmlformats.org/package/2006/relationships"><Relationship Id="rId2" Type="http://schemas.openxmlformats.org/officeDocument/2006/relationships/slide" Target="../slides/slide1134.xml"/><Relationship Id="rId1" Type="http://schemas.openxmlformats.org/officeDocument/2006/relationships/notesMaster" Target="../notesMasters/notesMaster1.xml"/></Relationships>
</file>

<file path=ppt/notesSlides/_rels/notesSlide1084.xml.rels><?xml version="1.0" encoding="UTF-8" standalone="yes"?>
<Relationships xmlns="http://schemas.openxmlformats.org/package/2006/relationships"><Relationship Id="rId2" Type="http://schemas.openxmlformats.org/officeDocument/2006/relationships/slide" Target="../slides/slide1135.xml"/><Relationship Id="rId1" Type="http://schemas.openxmlformats.org/officeDocument/2006/relationships/notesMaster" Target="../notesMasters/notesMaster1.xml"/></Relationships>
</file>

<file path=ppt/notesSlides/_rels/notesSlide1085.xml.rels><?xml version="1.0" encoding="UTF-8" standalone="yes"?>
<Relationships xmlns="http://schemas.openxmlformats.org/package/2006/relationships"><Relationship Id="rId2" Type="http://schemas.openxmlformats.org/officeDocument/2006/relationships/slide" Target="../slides/slide1136.xml"/><Relationship Id="rId1" Type="http://schemas.openxmlformats.org/officeDocument/2006/relationships/notesMaster" Target="../notesMasters/notesMaster1.xml"/></Relationships>
</file>

<file path=ppt/notesSlides/_rels/notesSlide1086.xml.rels><?xml version="1.0" encoding="UTF-8" standalone="yes"?>
<Relationships xmlns="http://schemas.openxmlformats.org/package/2006/relationships"><Relationship Id="rId2" Type="http://schemas.openxmlformats.org/officeDocument/2006/relationships/slide" Target="../slides/slide1137.xml"/><Relationship Id="rId1" Type="http://schemas.openxmlformats.org/officeDocument/2006/relationships/notesMaster" Target="../notesMasters/notesMaster1.xml"/></Relationships>
</file>

<file path=ppt/notesSlides/_rels/notesSlide1087.xml.rels><?xml version="1.0" encoding="UTF-8" standalone="yes"?>
<Relationships xmlns="http://schemas.openxmlformats.org/package/2006/relationships"><Relationship Id="rId2" Type="http://schemas.openxmlformats.org/officeDocument/2006/relationships/slide" Target="../slides/slide1138.xml"/><Relationship Id="rId1" Type="http://schemas.openxmlformats.org/officeDocument/2006/relationships/notesMaster" Target="../notesMasters/notesMaster1.xml"/></Relationships>
</file>

<file path=ppt/notesSlides/_rels/notesSlide1088.xml.rels><?xml version="1.0" encoding="UTF-8" standalone="yes"?>
<Relationships xmlns="http://schemas.openxmlformats.org/package/2006/relationships"><Relationship Id="rId2" Type="http://schemas.openxmlformats.org/officeDocument/2006/relationships/slide" Target="../slides/slide1139.xml"/><Relationship Id="rId1" Type="http://schemas.openxmlformats.org/officeDocument/2006/relationships/notesMaster" Target="../notesMasters/notesMaster1.xml"/></Relationships>
</file>

<file path=ppt/notesSlides/_rels/notesSlide1089.xml.rels><?xml version="1.0" encoding="UTF-8" standalone="yes"?>
<Relationships xmlns="http://schemas.openxmlformats.org/package/2006/relationships"><Relationship Id="rId2" Type="http://schemas.openxmlformats.org/officeDocument/2006/relationships/slide" Target="../slides/slide1140.xml"/><Relationship Id="rId1" Type="http://schemas.openxmlformats.org/officeDocument/2006/relationships/notesMaster" Target="../notesMasters/notesMaster1.xml"/></Relationships>
</file>

<file path=ppt/notesSlides/_rels/notesSlide1090.xml.rels><?xml version="1.0" encoding="UTF-8" standalone="yes"?>
<Relationships xmlns="http://schemas.openxmlformats.org/package/2006/relationships"><Relationship Id="rId2" Type="http://schemas.openxmlformats.org/officeDocument/2006/relationships/slide" Target="../slides/slide1141.xml"/><Relationship Id="rId1" Type="http://schemas.openxmlformats.org/officeDocument/2006/relationships/notesMaster" Target="../notesMasters/notesMaster1.xml"/></Relationships>
</file>

<file path=ppt/notesSlides/_rels/notesSlide1091.xml.rels><?xml version="1.0" encoding="UTF-8" standalone="yes"?>
<Relationships xmlns="http://schemas.openxmlformats.org/package/2006/relationships"><Relationship Id="rId2" Type="http://schemas.openxmlformats.org/officeDocument/2006/relationships/slide" Target="../slides/slide1142.xml"/><Relationship Id="rId1" Type="http://schemas.openxmlformats.org/officeDocument/2006/relationships/notesMaster" Target="../notesMasters/notesMaster1.xml"/></Relationships>
</file>

<file path=ppt/notesSlides/_rels/notesSlide1092.xml.rels><?xml version="1.0" encoding="UTF-8" standalone="yes"?>
<Relationships xmlns="http://schemas.openxmlformats.org/package/2006/relationships"><Relationship Id="rId2" Type="http://schemas.openxmlformats.org/officeDocument/2006/relationships/slide" Target="../slides/slide1143.xml"/><Relationship Id="rId1" Type="http://schemas.openxmlformats.org/officeDocument/2006/relationships/notesMaster" Target="../notesMasters/notesMaster1.xml"/></Relationships>
</file>

<file path=ppt/notesSlides/_rels/notesSlide1093.xml.rels><?xml version="1.0" encoding="UTF-8" standalone="yes"?>
<Relationships xmlns="http://schemas.openxmlformats.org/package/2006/relationships"><Relationship Id="rId2" Type="http://schemas.openxmlformats.org/officeDocument/2006/relationships/slide" Target="../slides/slide1144.xml"/><Relationship Id="rId1" Type="http://schemas.openxmlformats.org/officeDocument/2006/relationships/notesMaster" Target="../notesMasters/notesMaster1.xml"/></Relationships>
</file>

<file path=ppt/notesSlides/_rels/notesSlide1094.xml.rels><?xml version="1.0" encoding="UTF-8" standalone="yes"?>
<Relationships xmlns="http://schemas.openxmlformats.org/package/2006/relationships"><Relationship Id="rId2" Type="http://schemas.openxmlformats.org/officeDocument/2006/relationships/slide" Target="../slides/slide1145.xml"/><Relationship Id="rId1" Type="http://schemas.openxmlformats.org/officeDocument/2006/relationships/notesMaster" Target="../notesMasters/notesMaster1.xml"/></Relationships>
</file>

<file path=ppt/notesSlides/_rels/notesSlide1095.xml.rels><?xml version="1.0" encoding="UTF-8" standalone="yes"?>
<Relationships xmlns="http://schemas.openxmlformats.org/package/2006/relationships"><Relationship Id="rId2" Type="http://schemas.openxmlformats.org/officeDocument/2006/relationships/slide" Target="../slides/slide1146.xml"/><Relationship Id="rId1" Type="http://schemas.openxmlformats.org/officeDocument/2006/relationships/notesMaster" Target="../notesMasters/notesMaster1.xml"/></Relationships>
</file>

<file path=ppt/notesSlides/_rels/notesSlide1096.xml.rels><?xml version="1.0" encoding="UTF-8" standalone="yes"?>
<Relationships xmlns="http://schemas.openxmlformats.org/package/2006/relationships"><Relationship Id="rId2" Type="http://schemas.openxmlformats.org/officeDocument/2006/relationships/slide" Target="../slides/slide1147.xml"/><Relationship Id="rId1" Type="http://schemas.openxmlformats.org/officeDocument/2006/relationships/notesMaster" Target="../notesMasters/notesMaster1.xml"/></Relationships>
</file>

<file path=ppt/notesSlides/_rels/notesSlide1097.xml.rels><?xml version="1.0" encoding="UTF-8" standalone="yes"?>
<Relationships xmlns="http://schemas.openxmlformats.org/package/2006/relationships"><Relationship Id="rId2" Type="http://schemas.openxmlformats.org/officeDocument/2006/relationships/slide" Target="../slides/slide1148.xml"/><Relationship Id="rId1" Type="http://schemas.openxmlformats.org/officeDocument/2006/relationships/notesMaster" Target="../notesMasters/notesMaster1.xml"/></Relationships>
</file>

<file path=ppt/notesSlides/_rels/notesSlide1098.xml.rels><?xml version="1.0" encoding="UTF-8" standalone="yes"?>
<Relationships xmlns="http://schemas.openxmlformats.org/package/2006/relationships"><Relationship Id="rId2" Type="http://schemas.openxmlformats.org/officeDocument/2006/relationships/slide" Target="../slides/slide1149.xml"/><Relationship Id="rId1" Type="http://schemas.openxmlformats.org/officeDocument/2006/relationships/notesMaster" Target="../notesMasters/notesMaster1.xml"/></Relationships>
</file>

<file path=ppt/notesSlides/_rels/notesSlide1099.xml.rels><?xml version="1.0" encoding="UTF-8" standalone="yes"?>
<Relationships xmlns="http://schemas.openxmlformats.org/package/2006/relationships"><Relationship Id="rId2" Type="http://schemas.openxmlformats.org/officeDocument/2006/relationships/slide" Target="../slides/slide1150.xml"/><Relationship Id="rId1" Type="http://schemas.openxmlformats.org/officeDocument/2006/relationships/notesMaster" Target="../notesMasters/notesMaster1.xml"/></Relationships>
</file>

<file path=ppt/notesSlides/_rels/notesSlide1100.xml.rels><?xml version="1.0" encoding="UTF-8" standalone="yes"?>
<Relationships xmlns="http://schemas.openxmlformats.org/package/2006/relationships"><Relationship Id="rId2" Type="http://schemas.openxmlformats.org/officeDocument/2006/relationships/slide" Target="../slides/slide1151.xml"/><Relationship Id="rId1" Type="http://schemas.openxmlformats.org/officeDocument/2006/relationships/notesMaster" Target="../notesMasters/notesMaster1.xml"/></Relationships>
</file>

<file path=ppt/notesSlides/_rels/notesSlide1101.xml.rels><?xml version="1.0" encoding="UTF-8" standalone="yes"?>
<Relationships xmlns="http://schemas.openxmlformats.org/package/2006/relationships"><Relationship Id="rId2" Type="http://schemas.openxmlformats.org/officeDocument/2006/relationships/slide" Target="../slides/slide1152.xml"/><Relationship Id="rId1" Type="http://schemas.openxmlformats.org/officeDocument/2006/relationships/notesMaster" Target="../notesMasters/notesMaster1.xml"/></Relationships>
</file>

<file path=ppt/notesSlides/_rels/notesSlide1102.xml.rels><?xml version="1.0" encoding="UTF-8" standalone="yes"?>
<Relationships xmlns="http://schemas.openxmlformats.org/package/2006/relationships"><Relationship Id="rId2" Type="http://schemas.openxmlformats.org/officeDocument/2006/relationships/slide" Target="../slides/slide1153.xml"/><Relationship Id="rId1" Type="http://schemas.openxmlformats.org/officeDocument/2006/relationships/notesMaster" Target="../notesMasters/notesMaster1.xml"/></Relationships>
</file>

<file path=ppt/notesSlides/_rels/notesSlide1103.xml.rels><?xml version="1.0" encoding="UTF-8" standalone="yes"?>
<Relationships xmlns="http://schemas.openxmlformats.org/package/2006/relationships"><Relationship Id="rId2" Type="http://schemas.openxmlformats.org/officeDocument/2006/relationships/slide" Target="../slides/slide1154.xml"/><Relationship Id="rId1" Type="http://schemas.openxmlformats.org/officeDocument/2006/relationships/notesMaster" Target="../notesMasters/notesMaster1.xml"/></Relationships>
</file>

<file path=ppt/notesSlides/_rels/notesSlide1104.xml.rels><?xml version="1.0" encoding="UTF-8" standalone="yes"?>
<Relationships xmlns="http://schemas.openxmlformats.org/package/2006/relationships"><Relationship Id="rId2" Type="http://schemas.openxmlformats.org/officeDocument/2006/relationships/slide" Target="../slides/slide1155.xml"/><Relationship Id="rId1" Type="http://schemas.openxmlformats.org/officeDocument/2006/relationships/notesMaster" Target="../notesMasters/notesMaster1.xml"/></Relationships>
</file>

<file path=ppt/notesSlides/_rels/notesSlide1105.xml.rels><?xml version="1.0" encoding="UTF-8" standalone="yes"?>
<Relationships xmlns="http://schemas.openxmlformats.org/package/2006/relationships"><Relationship Id="rId2" Type="http://schemas.openxmlformats.org/officeDocument/2006/relationships/slide" Target="../slides/slide1156.xml"/><Relationship Id="rId1" Type="http://schemas.openxmlformats.org/officeDocument/2006/relationships/notesMaster" Target="../notesMasters/notesMaster1.xml"/></Relationships>
</file>

<file path=ppt/notesSlides/_rels/notesSlide1106.xml.rels><?xml version="1.0" encoding="UTF-8" standalone="yes"?>
<Relationships xmlns="http://schemas.openxmlformats.org/package/2006/relationships"><Relationship Id="rId2" Type="http://schemas.openxmlformats.org/officeDocument/2006/relationships/slide" Target="../slides/slide1157.xml"/><Relationship Id="rId1" Type="http://schemas.openxmlformats.org/officeDocument/2006/relationships/notesMaster" Target="../notesMasters/notesMaster1.xml"/></Relationships>
</file>

<file path=ppt/notesSlides/_rels/notesSlide1107.xml.rels><?xml version="1.0" encoding="UTF-8" standalone="yes"?>
<Relationships xmlns="http://schemas.openxmlformats.org/package/2006/relationships"><Relationship Id="rId2" Type="http://schemas.openxmlformats.org/officeDocument/2006/relationships/slide" Target="../slides/slide1158.xml"/><Relationship Id="rId1" Type="http://schemas.openxmlformats.org/officeDocument/2006/relationships/notesMaster" Target="../notesMasters/notesMaster1.xml"/></Relationships>
</file>

<file path=ppt/notesSlides/_rels/notesSlide1108.xml.rels><?xml version="1.0" encoding="UTF-8" standalone="yes"?>
<Relationships xmlns="http://schemas.openxmlformats.org/package/2006/relationships"><Relationship Id="rId2" Type="http://schemas.openxmlformats.org/officeDocument/2006/relationships/slide" Target="../slides/slide1159.xml"/><Relationship Id="rId1" Type="http://schemas.openxmlformats.org/officeDocument/2006/relationships/notesMaster" Target="../notesMasters/notesMaster1.xml"/></Relationships>
</file>

<file path=ppt/notesSlides/_rels/notesSlide1109.xml.rels><?xml version="1.0" encoding="UTF-8" standalone="yes"?>
<Relationships xmlns="http://schemas.openxmlformats.org/package/2006/relationships"><Relationship Id="rId2" Type="http://schemas.openxmlformats.org/officeDocument/2006/relationships/slide" Target="../slides/slide1160.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161.xml"/><Relationship Id="rId1" Type="http://schemas.openxmlformats.org/officeDocument/2006/relationships/notesMaster" Target="../notesMasters/notesMaster1.xml"/></Relationships>
</file>

<file path=ppt/notesSlides/_rels/notesSlide1111.xml.rels><?xml version="1.0" encoding="UTF-8" standalone="yes"?>
<Relationships xmlns="http://schemas.openxmlformats.org/package/2006/relationships"><Relationship Id="rId2" Type="http://schemas.openxmlformats.org/officeDocument/2006/relationships/slide" Target="../slides/slide1162.xml"/><Relationship Id="rId1" Type="http://schemas.openxmlformats.org/officeDocument/2006/relationships/notesMaster" Target="../notesMasters/notesMaster1.xml"/></Relationships>
</file>

<file path=ppt/notesSlides/_rels/notesSlide1112.xml.rels><?xml version="1.0" encoding="UTF-8" standalone="yes"?>
<Relationships xmlns="http://schemas.openxmlformats.org/package/2006/relationships"><Relationship Id="rId2" Type="http://schemas.openxmlformats.org/officeDocument/2006/relationships/slide" Target="../slides/slide1163.xml"/><Relationship Id="rId1" Type="http://schemas.openxmlformats.org/officeDocument/2006/relationships/notesMaster" Target="../notesMasters/notesMaster1.xml"/></Relationships>
</file>

<file path=ppt/notesSlides/_rels/notesSlide1113.xml.rels><?xml version="1.0" encoding="UTF-8" standalone="yes"?>
<Relationships xmlns="http://schemas.openxmlformats.org/package/2006/relationships"><Relationship Id="rId2" Type="http://schemas.openxmlformats.org/officeDocument/2006/relationships/slide" Target="../slides/slide1164.xml"/><Relationship Id="rId1" Type="http://schemas.openxmlformats.org/officeDocument/2006/relationships/notesMaster" Target="../notesMasters/notesMaster1.xml"/></Relationships>
</file>

<file path=ppt/notesSlides/_rels/notesSlide1114.xml.rels><?xml version="1.0" encoding="UTF-8" standalone="yes"?>
<Relationships xmlns="http://schemas.openxmlformats.org/package/2006/relationships"><Relationship Id="rId2" Type="http://schemas.openxmlformats.org/officeDocument/2006/relationships/slide" Target="../slides/slide1165.xml"/><Relationship Id="rId1" Type="http://schemas.openxmlformats.org/officeDocument/2006/relationships/notesMaster" Target="../notesMasters/notesMaster1.xml"/></Relationships>
</file>

<file path=ppt/notesSlides/_rels/notesSlide1115.xml.rels><?xml version="1.0" encoding="UTF-8" standalone="yes"?>
<Relationships xmlns="http://schemas.openxmlformats.org/package/2006/relationships"><Relationship Id="rId2" Type="http://schemas.openxmlformats.org/officeDocument/2006/relationships/slide" Target="../slides/slide1166.xml"/><Relationship Id="rId1" Type="http://schemas.openxmlformats.org/officeDocument/2006/relationships/notesMaster" Target="../notesMasters/notesMaster1.xml"/></Relationships>
</file>

<file path=ppt/notesSlides/_rels/notesSlide1116.xml.rels><?xml version="1.0" encoding="UTF-8" standalone="yes"?>
<Relationships xmlns="http://schemas.openxmlformats.org/package/2006/relationships"><Relationship Id="rId2" Type="http://schemas.openxmlformats.org/officeDocument/2006/relationships/slide" Target="../slides/slide1167.xml"/><Relationship Id="rId1" Type="http://schemas.openxmlformats.org/officeDocument/2006/relationships/notesMaster" Target="../notesMasters/notesMaster1.xml"/></Relationships>
</file>

<file path=ppt/notesSlides/_rels/notesSlide1117.xml.rels><?xml version="1.0" encoding="UTF-8" standalone="yes"?>
<Relationships xmlns="http://schemas.openxmlformats.org/package/2006/relationships"><Relationship Id="rId2" Type="http://schemas.openxmlformats.org/officeDocument/2006/relationships/slide" Target="../slides/slide1168.xml"/><Relationship Id="rId1" Type="http://schemas.openxmlformats.org/officeDocument/2006/relationships/notesMaster" Target="../notesMasters/notesMaster1.xml"/></Relationships>
</file>

<file path=ppt/notesSlides/_rels/notesSlide1118.xml.rels><?xml version="1.0" encoding="UTF-8" standalone="yes"?>
<Relationships xmlns="http://schemas.openxmlformats.org/package/2006/relationships"><Relationship Id="rId2" Type="http://schemas.openxmlformats.org/officeDocument/2006/relationships/slide" Target="../slides/slide1169.xml"/><Relationship Id="rId1" Type="http://schemas.openxmlformats.org/officeDocument/2006/relationships/notesMaster" Target="../notesMasters/notesMaster1.xml"/></Relationships>
</file>

<file path=ppt/notesSlides/_rels/notesSlide1119.xml.rels><?xml version="1.0" encoding="UTF-8" standalone="yes"?>
<Relationships xmlns="http://schemas.openxmlformats.org/package/2006/relationships"><Relationship Id="rId2" Type="http://schemas.openxmlformats.org/officeDocument/2006/relationships/slide" Target="../slides/slide1170.xml"/><Relationship Id="rId1" Type="http://schemas.openxmlformats.org/officeDocument/2006/relationships/notesMaster" Target="../notesMasters/notesMaster1.xml"/></Relationships>
</file>

<file path=ppt/notesSlides/_rels/notesSlide1120.xml.rels><?xml version="1.0" encoding="UTF-8" standalone="yes"?>
<Relationships xmlns="http://schemas.openxmlformats.org/package/2006/relationships"><Relationship Id="rId2" Type="http://schemas.openxmlformats.org/officeDocument/2006/relationships/slide" Target="../slides/slide1171.xml"/><Relationship Id="rId1" Type="http://schemas.openxmlformats.org/officeDocument/2006/relationships/notesMaster" Target="../notesMasters/notesMaster1.xml"/></Relationships>
</file>

<file path=ppt/notesSlides/_rels/notesSlide1121.xml.rels><?xml version="1.0" encoding="UTF-8" standalone="yes"?>
<Relationships xmlns="http://schemas.openxmlformats.org/package/2006/relationships"><Relationship Id="rId2" Type="http://schemas.openxmlformats.org/officeDocument/2006/relationships/slide" Target="../slides/slide1172.xml"/><Relationship Id="rId1" Type="http://schemas.openxmlformats.org/officeDocument/2006/relationships/notesMaster" Target="../notesMasters/notesMaster1.xml"/></Relationships>
</file>

<file path=ppt/notesSlides/_rels/notesSlide1122.xml.rels><?xml version="1.0" encoding="UTF-8" standalone="yes"?>
<Relationships xmlns="http://schemas.openxmlformats.org/package/2006/relationships"><Relationship Id="rId2" Type="http://schemas.openxmlformats.org/officeDocument/2006/relationships/slide" Target="../slides/slide1173.xml"/><Relationship Id="rId1" Type="http://schemas.openxmlformats.org/officeDocument/2006/relationships/notesMaster" Target="../notesMasters/notesMaster1.xml"/></Relationships>
</file>

<file path=ppt/notesSlides/_rels/notesSlide1123.xml.rels><?xml version="1.0" encoding="UTF-8" standalone="yes"?>
<Relationships xmlns="http://schemas.openxmlformats.org/package/2006/relationships"><Relationship Id="rId2" Type="http://schemas.openxmlformats.org/officeDocument/2006/relationships/slide" Target="../slides/slide1174.xml"/><Relationship Id="rId1" Type="http://schemas.openxmlformats.org/officeDocument/2006/relationships/notesMaster" Target="../notesMasters/notesMaster1.xml"/></Relationships>
</file>

<file path=ppt/notesSlides/_rels/notesSlide1124.xml.rels><?xml version="1.0" encoding="UTF-8" standalone="yes"?>
<Relationships xmlns="http://schemas.openxmlformats.org/package/2006/relationships"><Relationship Id="rId2" Type="http://schemas.openxmlformats.org/officeDocument/2006/relationships/slide" Target="../slides/slide1175.xml"/><Relationship Id="rId1" Type="http://schemas.openxmlformats.org/officeDocument/2006/relationships/notesMaster" Target="../notesMasters/notesMaster1.xml"/></Relationships>
</file>

<file path=ppt/notesSlides/_rels/notesSlide1125.xml.rels><?xml version="1.0" encoding="UTF-8" standalone="yes"?>
<Relationships xmlns="http://schemas.openxmlformats.org/package/2006/relationships"><Relationship Id="rId2" Type="http://schemas.openxmlformats.org/officeDocument/2006/relationships/slide" Target="../slides/slide1176.xml"/><Relationship Id="rId1" Type="http://schemas.openxmlformats.org/officeDocument/2006/relationships/notesMaster" Target="../notesMasters/notesMaster1.xml"/></Relationships>
</file>

<file path=ppt/notesSlides/_rels/notesSlide1126.xml.rels><?xml version="1.0" encoding="UTF-8" standalone="yes"?>
<Relationships xmlns="http://schemas.openxmlformats.org/package/2006/relationships"><Relationship Id="rId2" Type="http://schemas.openxmlformats.org/officeDocument/2006/relationships/slide" Target="../slides/slide1177.xml"/><Relationship Id="rId1" Type="http://schemas.openxmlformats.org/officeDocument/2006/relationships/notesMaster" Target="../notesMasters/notesMaster1.xml"/></Relationships>
</file>

<file path=ppt/notesSlides/_rels/notesSlide1127.xml.rels><?xml version="1.0" encoding="UTF-8" standalone="yes"?>
<Relationships xmlns="http://schemas.openxmlformats.org/package/2006/relationships"><Relationship Id="rId2" Type="http://schemas.openxmlformats.org/officeDocument/2006/relationships/slide" Target="../slides/slide1178.xml"/><Relationship Id="rId1" Type="http://schemas.openxmlformats.org/officeDocument/2006/relationships/notesMaster" Target="../notesMasters/notesMaster1.xml"/></Relationships>
</file>

<file path=ppt/notesSlides/_rels/notesSlide1128.xml.rels><?xml version="1.0" encoding="UTF-8" standalone="yes"?>
<Relationships xmlns="http://schemas.openxmlformats.org/package/2006/relationships"><Relationship Id="rId2" Type="http://schemas.openxmlformats.org/officeDocument/2006/relationships/slide" Target="../slides/slide1179.xml"/><Relationship Id="rId1" Type="http://schemas.openxmlformats.org/officeDocument/2006/relationships/notesMaster" Target="../notesMasters/notesMaster1.xml"/></Relationships>
</file>

<file path=ppt/notesSlides/_rels/notesSlide1129.xml.rels><?xml version="1.0" encoding="UTF-8" standalone="yes"?>
<Relationships xmlns="http://schemas.openxmlformats.org/package/2006/relationships"><Relationship Id="rId2" Type="http://schemas.openxmlformats.org/officeDocument/2006/relationships/slide" Target="../slides/slide1180.xml"/><Relationship Id="rId1" Type="http://schemas.openxmlformats.org/officeDocument/2006/relationships/notesMaster" Target="../notesMasters/notesMaster1.xml"/></Relationships>
</file>

<file path=ppt/notesSlides/_rels/notesSlide1130.xml.rels><?xml version="1.0" encoding="UTF-8" standalone="yes"?>
<Relationships xmlns="http://schemas.openxmlformats.org/package/2006/relationships"><Relationship Id="rId2" Type="http://schemas.openxmlformats.org/officeDocument/2006/relationships/slide" Target="../slides/slide1181.xml"/><Relationship Id="rId1" Type="http://schemas.openxmlformats.org/officeDocument/2006/relationships/notesMaster" Target="../notesMasters/notesMaster1.xml"/></Relationships>
</file>

<file path=ppt/notesSlides/_rels/notesSlide1131.xml.rels><?xml version="1.0" encoding="UTF-8" standalone="yes"?>
<Relationships xmlns="http://schemas.openxmlformats.org/package/2006/relationships"><Relationship Id="rId2" Type="http://schemas.openxmlformats.org/officeDocument/2006/relationships/slide" Target="../slides/slide1182.xml"/><Relationship Id="rId1" Type="http://schemas.openxmlformats.org/officeDocument/2006/relationships/notesMaster" Target="../notesMasters/notesMaster1.xml"/></Relationships>
</file>

<file path=ppt/notesSlides/_rels/notesSlide1132.xml.rels><?xml version="1.0" encoding="UTF-8" standalone="yes"?>
<Relationships xmlns="http://schemas.openxmlformats.org/package/2006/relationships"><Relationship Id="rId2" Type="http://schemas.openxmlformats.org/officeDocument/2006/relationships/slide" Target="../slides/slide1183.xml"/><Relationship Id="rId1" Type="http://schemas.openxmlformats.org/officeDocument/2006/relationships/notesMaster" Target="../notesMasters/notesMaster1.xml"/></Relationships>
</file>

<file path=ppt/notesSlides/_rels/notesSlide1133.xml.rels><?xml version="1.0" encoding="UTF-8" standalone="yes"?>
<Relationships xmlns="http://schemas.openxmlformats.org/package/2006/relationships"><Relationship Id="rId2" Type="http://schemas.openxmlformats.org/officeDocument/2006/relationships/slide" Target="../slides/slide1184.xml"/><Relationship Id="rId1" Type="http://schemas.openxmlformats.org/officeDocument/2006/relationships/notesMaster" Target="../notesMasters/notesMaster1.xml"/></Relationships>
</file>

<file path=ppt/notesSlides/_rels/notesSlide1134.xml.rels><?xml version="1.0" encoding="UTF-8" standalone="yes"?>
<Relationships xmlns="http://schemas.openxmlformats.org/package/2006/relationships"><Relationship Id="rId2" Type="http://schemas.openxmlformats.org/officeDocument/2006/relationships/slide" Target="../slides/slide1185.xml"/><Relationship Id="rId1" Type="http://schemas.openxmlformats.org/officeDocument/2006/relationships/notesMaster" Target="../notesMasters/notesMaster1.xml"/></Relationships>
</file>

<file path=ppt/notesSlides/_rels/notesSlide1135.xml.rels><?xml version="1.0" encoding="UTF-8" standalone="yes"?>
<Relationships xmlns="http://schemas.openxmlformats.org/package/2006/relationships"><Relationship Id="rId2" Type="http://schemas.openxmlformats.org/officeDocument/2006/relationships/slide" Target="../slides/slide1186.xml"/><Relationship Id="rId1" Type="http://schemas.openxmlformats.org/officeDocument/2006/relationships/notesMaster" Target="../notesMasters/notesMaster1.xml"/></Relationships>
</file>

<file path=ppt/notesSlides/_rels/notesSlide1136.xml.rels><?xml version="1.0" encoding="UTF-8" standalone="yes"?>
<Relationships xmlns="http://schemas.openxmlformats.org/package/2006/relationships"><Relationship Id="rId2" Type="http://schemas.openxmlformats.org/officeDocument/2006/relationships/slide" Target="../slides/slide1187.xml"/><Relationship Id="rId1" Type="http://schemas.openxmlformats.org/officeDocument/2006/relationships/notesMaster" Target="../notesMasters/notesMaster1.xml"/></Relationships>
</file>

<file path=ppt/notesSlides/_rels/notesSlide1137.xml.rels><?xml version="1.0" encoding="UTF-8" standalone="yes"?>
<Relationships xmlns="http://schemas.openxmlformats.org/package/2006/relationships"><Relationship Id="rId2" Type="http://schemas.openxmlformats.org/officeDocument/2006/relationships/slide" Target="../slides/slide1188.xml"/><Relationship Id="rId1" Type="http://schemas.openxmlformats.org/officeDocument/2006/relationships/notesMaster" Target="../notesMasters/notesMaster1.xml"/></Relationships>
</file>

<file path=ppt/notesSlides/_rels/notesSlide1138.xml.rels><?xml version="1.0" encoding="UTF-8" standalone="yes"?>
<Relationships xmlns="http://schemas.openxmlformats.org/package/2006/relationships"><Relationship Id="rId2" Type="http://schemas.openxmlformats.org/officeDocument/2006/relationships/slide" Target="../slides/slide1189.xml"/><Relationship Id="rId1" Type="http://schemas.openxmlformats.org/officeDocument/2006/relationships/notesMaster" Target="../notesMasters/notesMaster1.xml"/></Relationships>
</file>

<file path=ppt/notesSlides/_rels/notesSlide1139.xml.rels><?xml version="1.0" encoding="UTF-8" standalone="yes"?>
<Relationships xmlns="http://schemas.openxmlformats.org/package/2006/relationships"><Relationship Id="rId2" Type="http://schemas.openxmlformats.org/officeDocument/2006/relationships/slide" Target="../slides/slide1190.xml"/><Relationship Id="rId1" Type="http://schemas.openxmlformats.org/officeDocument/2006/relationships/notesMaster" Target="../notesMasters/notesMaster1.xml"/></Relationships>
</file>

<file path=ppt/notesSlides/_rels/notesSlide1140.xml.rels><?xml version="1.0" encoding="UTF-8" standalone="yes"?>
<Relationships xmlns="http://schemas.openxmlformats.org/package/2006/relationships"><Relationship Id="rId2" Type="http://schemas.openxmlformats.org/officeDocument/2006/relationships/slide" Target="../slides/slide1191.xml"/><Relationship Id="rId1" Type="http://schemas.openxmlformats.org/officeDocument/2006/relationships/notesMaster" Target="../notesMasters/notesMaster1.xml"/></Relationships>
</file>

<file path=ppt/notesSlides/_rels/notesSlide1141.xml.rels><?xml version="1.0" encoding="UTF-8" standalone="yes"?>
<Relationships xmlns="http://schemas.openxmlformats.org/package/2006/relationships"><Relationship Id="rId2" Type="http://schemas.openxmlformats.org/officeDocument/2006/relationships/slide" Target="../slides/slide1192.xml"/><Relationship Id="rId1" Type="http://schemas.openxmlformats.org/officeDocument/2006/relationships/notesMaster" Target="../notesMasters/notesMaster1.xml"/></Relationships>
</file>

<file path=ppt/notesSlides/_rels/notesSlide1142.xml.rels><?xml version="1.0" encoding="UTF-8" standalone="yes"?>
<Relationships xmlns="http://schemas.openxmlformats.org/package/2006/relationships"><Relationship Id="rId2" Type="http://schemas.openxmlformats.org/officeDocument/2006/relationships/slide" Target="../slides/slide1193.xml"/><Relationship Id="rId1" Type="http://schemas.openxmlformats.org/officeDocument/2006/relationships/notesMaster" Target="../notesMasters/notesMaster1.xml"/></Relationships>
</file>

<file path=ppt/notesSlides/_rels/notesSlide1143.xml.rels><?xml version="1.0" encoding="UTF-8" standalone="yes"?>
<Relationships xmlns="http://schemas.openxmlformats.org/package/2006/relationships"><Relationship Id="rId2" Type="http://schemas.openxmlformats.org/officeDocument/2006/relationships/slide" Target="../slides/slide1194.xml"/><Relationship Id="rId1" Type="http://schemas.openxmlformats.org/officeDocument/2006/relationships/notesMaster" Target="../notesMasters/notesMaster1.xml"/></Relationships>
</file>

<file path=ppt/notesSlides/_rels/notesSlide1144.xml.rels><?xml version="1.0" encoding="UTF-8" standalone="yes"?>
<Relationships xmlns="http://schemas.openxmlformats.org/package/2006/relationships"><Relationship Id="rId2" Type="http://schemas.openxmlformats.org/officeDocument/2006/relationships/slide" Target="../slides/slide1195.xml"/><Relationship Id="rId1" Type="http://schemas.openxmlformats.org/officeDocument/2006/relationships/notesMaster" Target="../notesMasters/notesMaster1.xml"/></Relationships>
</file>

<file path=ppt/notesSlides/_rels/notesSlide1145.xml.rels><?xml version="1.0" encoding="UTF-8" standalone="yes"?>
<Relationships xmlns="http://schemas.openxmlformats.org/package/2006/relationships"><Relationship Id="rId2" Type="http://schemas.openxmlformats.org/officeDocument/2006/relationships/slide" Target="../slides/slide1196.xml"/><Relationship Id="rId1" Type="http://schemas.openxmlformats.org/officeDocument/2006/relationships/notesMaster" Target="../notesMasters/notesMaster1.xml"/></Relationships>
</file>

<file path=ppt/notesSlides/_rels/notesSlide1146.xml.rels><?xml version="1.0" encoding="UTF-8" standalone="yes"?>
<Relationships xmlns="http://schemas.openxmlformats.org/package/2006/relationships"><Relationship Id="rId2" Type="http://schemas.openxmlformats.org/officeDocument/2006/relationships/slide" Target="../slides/slide1197.xml"/><Relationship Id="rId1" Type="http://schemas.openxmlformats.org/officeDocument/2006/relationships/notesMaster" Target="../notesMasters/notesMaster1.xml"/></Relationships>
</file>

<file path=ppt/notesSlides/_rels/notesSlide1147.xml.rels><?xml version="1.0" encoding="UTF-8" standalone="yes"?>
<Relationships xmlns="http://schemas.openxmlformats.org/package/2006/relationships"><Relationship Id="rId2" Type="http://schemas.openxmlformats.org/officeDocument/2006/relationships/slide" Target="../slides/slide1198.xml"/><Relationship Id="rId1" Type="http://schemas.openxmlformats.org/officeDocument/2006/relationships/notesMaster" Target="../notesMasters/notesMaster1.xml"/></Relationships>
</file>

<file path=ppt/notesSlides/_rels/notesSlide1148.xml.rels><?xml version="1.0" encoding="UTF-8" standalone="yes"?>
<Relationships xmlns="http://schemas.openxmlformats.org/package/2006/relationships"><Relationship Id="rId2" Type="http://schemas.openxmlformats.org/officeDocument/2006/relationships/slide" Target="../slides/slide1199.xml"/><Relationship Id="rId1" Type="http://schemas.openxmlformats.org/officeDocument/2006/relationships/notesMaster" Target="../notesMasters/notesMaster1.xml"/></Relationships>
</file>

<file path=ppt/notesSlides/_rels/notesSlide1149.xml.rels><?xml version="1.0" encoding="UTF-8" standalone="yes"?>
<Relationships xmlns="http://schemas.openxmlformats.org/package/2006/relationships"><Relationship Id="rId2" Type="http://schemas.openxmlformats.org/officeDocument/2006/relationships/slide" Target="../slides/slide1200.xml"/><Relationship Id="rId1" Type="http://schemas.openxmlformats.org/officeDocument/2006/relationships/notesMaster" Target="../notesMasters/notesMaster1.xml"/></Relationships>
</file>

<file path=ppt/notesSlides/_rels/notesSlide1150.xml.rels><?xml version="1.0" encoding="UTF-8" standalone="yes"?>
<Relationships xmlns="http://schemas.openxmlformats.org/package/2006/relationships"><Relationship Id="rId2" Type="http://schemas.openxmlformats.org/officeDocument/2006/relationships/slide" Target="../slides/slide1201.xml"/><Relationship Id="rId1" Type="http://schemas.openxmlformats.org/officeDocument/2006/relationships/notesMaster" Target="../notesMasters/notesMaster1.xml"/></Relationships>
</file>

<file path=ppt/notesSlides/_rels/notesSlide1151.xml.rels><?xml version="1.0" encoding="UTF-8" standalone="yes"?>
<Relationships xmlns="http://schemas.openxmlformats.org/package/2006/relationships"><Relationship Id="rId2" Type="http://schemas.openxmlformats.org/officeDocument/2006/relationships/slide" Target="../slides/slide1202.xml"/><Relationship Id="rId1" Type="http://schemas.openxmlformats.org/officeDocument/2006/relationships/notesMaster" Target="../notesMasters/notesMaster1.xml"/></Relationships>
</file>

<file path=ppt/notesSlides/_rels/notesSlide1152.xml.rels><?xml version="1.0" encoding="UTF-8" standalone="yes"?>
<Relationships xmlns="http://schemas.openxmlformats.org/package/2006/relationships"><Relationship Id="rId2" Type="http://schemas.openxmlformats.org/officeDocument/2006/relationships/slide" Target="../slides/slide1203.xml"/><Relationship Id="rId1" Type="http://schemas.openxmlformats.org/officeDocument/2006/relationships/notesMaster" Target="../notesMasters/notesMaster1.xml"/></Relationships>
</file>

<file path=ppt/notesSlides/_rels/notesSlide1153.xml.rels><?xml version="1.0" encoding="UTF-8" standalone="yes"?>
<Relationships xmlns="http://schemas.openxmlformats.org/package/2006/relationships"><Relationship Id="rId2" Type="http://schemas.openxmlformats.org/officeDocument/2006/relationships/slide" Target="../slides/slide1204.xml"/><Relationship Id="rId1" Type="http://schemas.openxmlformats.org/officeDocument/2006/relationships/notesMaster" Target="../notesMasters/notesMaster1.xml"/></Relationships>
</file>

<file path=ppt/notesSlides/_rels/notesSlide1154.xml.rels><?xml version="1.0" encoding="UTF-8" standalone="yes"?>
<Relationships xmlns="http://schemas.openxmlformats.org/package/2006/relationships"><Relationship Id="rId2" Type="http://schemas.openxmlformats.org/officeDocument/2006/relationships/slide" Target="../slides/slide1205.xml"/><Relationship Id="rId1" Type="http://schemas.openxmlformats.org/officeDocument/2006/relationships/notesMaster" Target="../notesMasters/notesMaster1.xml"/></Relationships>
</file>

<file path=ppt/notesSlides/_rels/notesSlide1155.xml.rels><?xml version="1.0" encoding="UTF-8" standalone="yes"?>
<Relationships xmlns="http://schemas.openxmlformats.org/package/2006/relationships"><Relationship Id="rId2" Type="http://schemas.openxmlformats.org/officeDocument/2006/relationships/slide" Target="../slides/slide1206.xml"/><Relationship Id="rId1" Type="http://schemas.openxmlformats.org/officeDocument/2006/relationships/notesMaster" Target="../notesMasters/notesMaster1.xml"/></Relationships>
</file>

<file path=ppt/notesSlides/_rels/notesSlide1156.xml.rels><?xml version="1.0" encoding="UTF-8" standalone="yes"?>
<Relationships xmlns="http://schemas.openxmlformats.org/package/2006/relationships"><Relationship Id="rId2" Type="http://schemas.openxmlformats.org/officeDocument/2006/relationships/slide" Target="../slides/slide1207.xml"/><Relationship Id="rId1" Type="http://schemas.openxmlformats.org/officeDocument/2006/relationships/notesMaster" Target="../notesMasters/notesMaster1.xml"/></Relationships>
</file>

<file path=ppt/notesSlides/_rels/notesSlide1157.xml.rels><?xml version="1.0" encoding="UTF-8" standalone="yes"?>
<Relationships xmlns="http://schemas.openxmlformats.org/package/2006/relationships"><Relationship Id="rId2" Type="http://schemas.openxmlformats.org/officeDocument/2006/relationships/slide" Target="../slides/slide1208.xml"/><Relationship Id="rId1" Type="http://schemas.openxmlformats.org/officeDocument/2006/relationships/notesMaster" Target="../notesMasters/notesMaster1.xml"/></Relationships>
</file>

<file path=ppt/notesSlides/_rels/notesSlide1158.xml.rels><?xml version="1.0" encoding="UTF-8" standalone="yes"?>
<Relationships xmlns="http://schemas.openxmlformats.org/package/2006/relationships"><Relationship Id="rId2" Type="http://schemas.openxmlformats.org/officeDocument/2006/relationships/slide" Target="../slides/slide1209.xml"/><Relationship Id="rId1" Type="http://schemas.openxmlformats.org/officeDocument/2006/relationships/notesMaster" Target="../notesMasters/notesMaster1.xml"/></Relationships>
</file>

<file path=ppt/notesSlides/_rels/notesSlide1159.xml.rels><?xml version="1.0" encoding="UTF-8" standalone="yes"?>
<Relationships xmlns="http://schemas.openxmlformats.org/package/2006/relationships"><Relationship Id="rId2" Type="http://schemas.openxmlformats.org/officeDocument/2006/relationships/slide" Target="../slides/slide1210.xml"/><Relationship Id="rId1" Type="http://schemas.openxmlformats.org/officeDocument/2006/relationships/notesMaster" Target="../notesMasters/notesMaster1.xml"/></Relationships>
</file>

<file path=ppt/notesSlides/_rels/notesSlide1160.xml.rels><?xml version="1.0" encoding="UTF-8" standalone="yes"?>
<Relationships xmlns="http://schemas.openxmlformats.org/package/2006/relationships"><Relationship Id="rId2" Type="http://schemas.openxmlformats.org/officeDocument/2006/relationships/slide" Target="../slides/slide1211.xml"/><Relationship Id="rId1" Type="http://schemas.openxmlformats.org/officeDocument/2006/relationships/notesMaster" Target="../notesMasters/notesMaster1.xml"/></Relationships>
</file>

<file path=ppt/notesSlides/_rels/notesSlide1161.xml.rels><?xml version="1.0" encoding="UTF-8" standalone="yes"?>
<Relationships xmlns="http://schemas.openxmlformats.org/package/2006/relationships"><Relationship Id="rId2" Type="http://schemas.openxmlformats.org/officeDocument/2006/relationships/slide" Target="../slides/slide1212.xml"/><Relationship Id="rId1" Type="http://schemas.openxmlformats.org/officeDocument/2006/relationships/notesMaster" Target="../notesMasters/notesMaster1.xml"/></Relationships>
</file>

<file path=ppt/notesSlides/_rels/notesSlide1162.xml.rels><?xml version="1.0" encoding="UTF-8" standalone="yes"?>
<Relationships xmlns="http://schemas.openxmlformats.org/package/2006/relationships"><Relationship Id="rId2" Type="http://schemas.openxmlformats.org/officeDocument/2006/relationships/slide" Target="../slides/slide1213.xml"/><Relationship Id="rId1" Type="http://schemas.openxmlformats.org/officeDocument/2006/relationships/notesMaster" Target="../notesMasters/notesMaster1.xml"/></Relationships>
</file>

<file path=ppt/notesSlides/_rels/notesSlide1163.xml.rels><?xml version="1.0" encoding="UTF-8" standalone="yes"?>
<Relationships xmlns="http://schemas.openxmlformats.org/package/2006/relationships"><Relationship Id="rId2" Type="http://schemas.openxmlformats.org/officeDocument/2006/relationships/slide" Target="../slides/slide1214.xml"/><Relationship Id="rId1" Type="http://schemas.openxmlformats.org/officeDocument/2006/relationships/notesMaster" Target="../notesMasters/notesMaster1.xml"/></Relationships>
</file>

<file path=ppt/notesSlides/_rels/notesSlide1164.xml.rels><?xml version="1.0" encoding="UTF-8" standalone="yes"?>
<Relationships xmlns="http://schemas.openxmlformats.org/package/2006/relationships"><Relationship Id="rId2" Type="http://schemas.openxmlformats.org/officeDocument/2006/relationships/slide" Target="../slides/slide1215.xml"/><Relationship Id="rId1" Type="http://schemas.openxmlformats.org/officeDocument/2006/relationships/notesMaster" Target="../notesMasters/notesMaster1.xml"/></Relationships>
</file>

<file path=ppt/notesSlides/_rels/notesSlide1165.xml.rels><?xml version="1.0" encoding="UTF-8" standalone="yes"?>
<Relationships xmlns="http://schemas.openxmlformats.org/package/2006/relationships"><Relationship Id="rId2" Type="http://schemas.openxmlformats.org/officeDocument/2006/relationships/slide" Target="../slides/slide1216.xml"/><Relationship Id="rId1" Type="http://schemas.openxmlformats.org/officeDocument/2006/relationships/notesMaster" Target="../notesMasters/notesMaster1.xml"/></Relationships>
</file>

<file path=ppt/notesSlides/_rels/notesSlide1166.xml.rels><?xml version="1.0" encoding="UTF-8" standalone="yes"?>
<Relationships xmlns="http://schemas.openxmlformats.org/package/2006/relationships"><Relationship Id="rId2" Type="http://schemas.openxmlformats.org/officeDocument/2006/relationships/slide" Target="../slides/slide1217.xml"/><Relationship Id="rId1" Type="http://schemas.openxmlformats.org/officeDocument/2006/relationships/notesMaster" Target="../notesMasters/notesMaster1.xml"/></Relationships>
</file>

<file path=ppt/notesSlides/_rels/notesSlide1167.xml.rels><?xml version="1.0" encoding="UTF-8" standalone="yes"?>
<Relationships xmlns="http://schemas.openxmlformats.org/package/2006/relationships"><Relationship Id="rId2" Type="http://schemas.openxmlformats.org/officeDocument/2006/relationships/slide" Target="../slides/slide1218.xml"/><Relationship Id="rId1" Type="http://schemas.openxmlformats.org/officeDocument/2006/relationships/notesMaster" Target="../notesMasters/notesMaster1.xml"/></Relationships>
</file>

<file path=ppt/notesSlides/_rels/notesSlide1168.xml.rels><?xml version="1.0" encoding="UTF-8" standalone="yes"?>
<Relationships xmlns="http://schemas.openxmlformats.org/package/2006/relationships"><Relationship Id="rId2" Type="http://schemas.openxmlformats.org/officeDocument/2006/relationships/slide" Target="../slides/slide1219.xml"/><Relationship Id="rId1" Type="http://schemas.openxmlformats.org/officeDocument/2006/relationships/notesMaster" Target="../notesMasters/notesMaster1.xml"/></Relationships>
</file>

<file path=ppt/notesSlides/_rels/notesSlide1169.xml.rels><?xml version="1.0" encoding="UTF-8" standalone="yes"?>
<Relationships xmlns="http://schemas.openxmlformats.org/package/2006/relationships"><Relationship Id="rId2" Type="http://schemas.openxmlformats.org/officeDocument/2006/relationships/slide" Target="../slides/slide1220.xml"/><Relationship Id="rId1" Type="http://schemas.openxmlformats.org/officeDocument/2006/relationships/notesMaster" Target="../notesMasters/notesMaster1.xml"/></Relationships>
</file>

<file path=ppt/notesSlides/_rels/notesSlide1170.xml.rels><?xml version="1.0" encoding="UTF-8" standalone="yes"?>
<Relationships xmlns="http://schemas.openxmlformats.org/package/2006/relationships"><Relationship Id="rId2" Type="http://schemas.openxmlformats.org/officeDocument/2006/relationships/slide" Target="../slides/slide1221.xml"/><Relationship Id="rId1" Type="http://schemas.openxmlformats.org/officeDocument/2006/relationships/notesMaster" Target="../notesMasters/notesMaster1.xml"/></Relationships>
</file>

<file path=ppt/notesSlides/_rels/notesSlide1171.xml.rels><?xml version="1.0" encoding="UTF-8" standalone="yes"?>
<Relationships xmlns="http://schemas.openxmlformats.org/package/2006/relationships"><Relationship Id="rId2" Type="http://schemas.openxmlformats.org/officeDocument/2006/relationships/slide" Target="../slides/slide1222.xml"/><Relationship Id="rId1" Type="http://schemas.openxmlformats.org/officeDocument/2006/relationships/notesMaster" Target="../notesMasters/notesMaster1.xml"/></Relationships>
</file>

<file path=ppt/notesSlides/_rels/notesSlide1172.xml.rels><?xml version="1.0" encoding="UTF-8" standalone="yes"?>
<Relationships xmlns="http://schemas.openxmlformats.org/package/2006/relationships"><Relationship Id="rId2" Type="http://schemas.openxmlformats.org/officeDocument/2006/relationships/slide" Target="../slides/slide1223.xml"/><Relationship Id="rId1" Type="http://schemas.openxmlformats.org/officeDocument/2006/relationships/notesMaster" Target="../notesMasters/notesMaster1.xml"/></Relationships>
</file>

<file path=ppt/notesSlides/_rels/notesSlide1173.xml.rels><?xml version="1.0" encoding="UTF-8" standalone="yes"?>
<Relationships xmlns="http://schemas.openxmlformats.org/package/2006/relationships"><Relationship Id="rId2" Type="http://schemas.openxmlformats.org/officeDocument/2006/relationships/slide" Target="../slides/slide1224.xml"/><Relationship Id="rId1" Type="http://schemas.openxmlformats.org/officeDocument/2006/relationships/notesMaster" Target="../notesMasters/notesMaster1.xml"/></Relationships>
</file>

<file path=ppt/notesSlides/_rels/notesSlide1174.xml.rels><?xml version="1.0" encoding="UTF-8" standalone="yes"?>
<Relationships xmlns="http://schemas.openxmlformats.org/package/2006/relationships"><Relationship Id="rId2" Type="http://schemas.openxmlformats.org/officeDocument/2006/relationships/slide" Target="../slides/slide1225.xml"/><Relationship Id="rId1" Type="http://schemas.openxmlformats.org/officeDocument/2006/relationships/notesMaster" Target="../notesMasters/notesMaster1.xml"/></Relationships>
</file>

<file path=ppt/notesSlides/_rels/notesSlide1175.xml.rels><?xml version="1.0" encoding="UTF-8" standalone="yes"?>
<Relationships xmlns="http://schemas.openxmlformats.org/package/2006/relationships"><Relationship Id="rId2" Type="http://schemas.openxmlformats.org/officeDocument/2006/relationships/slide" Target="../slides/slide1226.xml"/><Relationship Id="rId1" Type="http://schemas.openxmlformats.org/officeDocument/2006/relationships/notesMaster" Target="../notesMasters/notesMaster1.xml"/></Relationships>
</file>

<file path=ppt/notesSlides/_rels/notesSlide1176.xml.rels><?xml version="1.0" encoding="UTF-8" standalone="yes"?>
<Relationships xmlns="http://schemas.openxmlformats.org/package/2006/relationships"><Relationship Id="rId2" Type="http://schemas.openxmlformats.org/officeDocument/2006/relationships/slide" Target="../slides/slide1227.xml"/><Relationship Id="rId1" Type="http://schemas.openxmlformats.org/officeDocument/2006/relationships/notesMaster" Target="../notesMasters/notesMaster1.xml"/></Relationships>
</file>

<file path=ppt/notesSlides/_rels/notesSlide1177.xml.rels><?xml version="1.0" encoding="UTF-8" standalone="yes"?>
<Relationships xmlns="http://schemas.openxmlformats.org/package/2006/relationships"><Relationship Id="rId2" Type="http://schemas.openxmlformats.org/officeDocument/2006/relationships/slide" Target="../slides/slide1228.xml"/><Relationship Id="rId1" Type="http://schemas.openxmlformats.org/officeDocument/2006/relationships/notesMaster" Target="../notesMasters/notesMaster1.xml"/></Relationships>
</file>

<file path=ppt/notesSlides/_rels/notesSlide1178.xml.rels><?xml version="1.0" encoding="UTF-8" standalone="yes"?>
<Relationships xmlns="http://schemas.openxmlformats.org/package/2006/relationships"><Relationship Id="rId2" Type="http://schemas.openxmlformats.org/officeDocument/2006/relationships/slide" Target="../slides/slide1229.xml"/><Relationship Id="rId1" Type="http://schemas.openxmlformats.org/officeDocument/2006/relationships/notesMaster" Target="../notesMasters/notesMaster1.xml"/></Relationships>
</file>

<file path=ppt/notesSlides/_rels/notesSlide1179.xml.rels><?xml version="1.0" encoding="UTF-8" standalone="yes"?>
<Relationships xmlns="http://schemas.openxmlformats.org/package/2006/relationships"><Relationship Id="rId2" Type="http://schemas.openxmlformats.org/officeDocument/2006/relationships/slide" Target="../slides/slide1230.xml"/><Relationship Id="rId1" Type="http://schemas.openxmlformats.org/officeDocument/2006/relationships/notesMaster" Target="../notesMasters/notesMaster1.xml"/></Relationships>
</file>

<file path=ppt/notesSlides/_rels/notesSlide1180.xml.rels><?xml version="1.0" encoding="UTF-8" standalone="yes"?>
<Relationships xmlns="http://schemas.openxmlformats.org/package/2006/relationships"><Relationship Id="rId2" Type="http://schemas.openxmlformats.org/officeDocument/2006/relationships/slide" Target="../slides/slide1231.xml"/><Relationship Id="rId1" Type="http://schemas.openxmlformats.org/officeDocument/2006/relationships/notesMaster" Target="../notesMasters/notesMaster1.xml"/></Relationships>
</file>

<file path=ppt/notesSlides/_rels/notesSlide1181.xml.rels><?xml version="1.0" encoding="UTF-8" standalone="yes"?>
<Relationships xmlns="http://schemas.openxmlformats.org/package/2006/relationships"><Relationship Id="rId2" Type="http://schemas.openxmlformats.org/officeDocument/2006/relationships/slide" Target="../slides/slide1232.xml"/><Relationship Id="rId1" Type="http://schemas.openxmlformats.org/officeDocument/2006/relationships/notesMaster" Target="../notesMasters/notesMaster1.xml"/></Relationships>
</file>

<file path=ppt/notesSlides/_rels/notesSlide1182.xml.rels><?xml version="1.0" encoding="UTF-8" standalone="yes"?>
<Relationships xmlns="http://schemas.openxmlformats.org/package/2006/relationships"><Relationship Id="rId2" Type="http://schemas.openxmlformats.org/officeDocument/2006/relationships/slide" Target="../slides/slide1233.xml"/><Relationship Id="rId1" Type="http://schemas.openxmlformats.org/officeDocument/2006/relationships/notesMaster" Target="../notesMasters/notesMaster1.xml"/></Relationships>
</file>

<file path=ppt/notesSlides/_rels/notesSlide1183.xml.rels><?xml version="1.0" encoding="UTF-8" standalone="yes"?>
<Relationships xmlns="http://schemas.openxmlformats.org/package/2006/relationships"><Relationship Id="rId2" Type="http://schemas.openxmlformats.org/officeDocument/2006/relationships/slide" Target="../slides/slide1234.xml"/><Relationship Id="rId1" Type="http://schemas.openxmlformats.org/officeDocument/2006/relationships/notesMaster" Target="../notesMasters/notesMaster1.xml"/></Relationships>
</file>

<file path=ppt/notesSlides/_rels/notesSlide1184.xml.rels><?xml version="1.0" encoding="UTF-8" standalone="yes"?>
<Relationships xmlns="http://schemas.openxmlformats.org/package/2006/relationships"><Relationship Id="rId2" Type="http://schemas.openxmlformats.org/officeDocument/2006/relationships/slide" Target="../slides/slide1235.xml"/><Relationship Id="rId1" Type="http://schemas.openxmlformats.org/officeDocument/2006/relationships/notesMaster" Target="../notesMasters/notesMaster1.xml"/></Relationships>
</file>

<file path=ppt/notesSlides/_rels/notesSlide1185.xml.rels><?xml version="1.0" encoding="UTF-8" standalone="yes"?>
<Relationships xmlns="http://schemas.openxmlformats.org/package/2006/relationships"><Relationship Id="rId2" Type="http://schemas.openxmlformats.org/officeDocument/2006/relationships/slide" Target="../slides/slide1236.xml"/><Relationship Id="rId1" Type="http://schemas.openxmlformats.org/officeDocument/2006/relationships/notesMaster" Target="../notesMasters/notesMaster1.xml"/></Relationships>
</file>

<file path=ppt/notesSlides/_rels/notesSlide1186.xml.rels><?xml version="1.0" encoding="UTF-8" standalone="yes"?>
<Relationships xmlns="http://schemas.openxmlformats.org/package/2006/relationships"><Relationship Id="rId2" Type="http://schemas.openxmlformats.org/officeDocument/2006/relationships/slide" Target="../slides/slide1237.xml"/><Relationship Id="rId1" Type="http://schemas.openxmlformats.org/officeDocument/2006/relationships/notesMaster" Target="../notesMasters/notesMaster1.xml"/></Relationships>
</file>

<file path=ppt/notesSlides/_rels/notesSlide1187.xml.rels><?xml version="1.0" encoding="UTF-8" standalone="yes"?>
<Relationships xmlns="http://schemas.openxmlformats.org/package/2006/relationships"><Relationship Id="rId2" Type="http://schemas.openxmlformats.org/officeDocument/2006/relationships/slide" Target="../slides/slide1238.xml"/><Relationship Id="rId1" Type="http://schemas.openxmlformats.org/officeDocument/2006/relationships/notesMaster" Target="../notesMasters/notesMaster1.xml"/></Relationships>
</file>

<file path=ppt/notesSlides/_rels/notesSlide1188.xml.rels><?xml version="1.0" encoding="UTF-8" standalone="yes"?>
<Relationships xmlns="http://schemas.openxmlformats.org/package/2006/relationships"><Relationship Id="rId2" Type="http://schemas.openxmlformats.org/officeDocument/2006/relationships/slide" Target="../slides/slide1239.xml"/><Relationship Id="rId1" Type="http://schemas.openxmlformats.org/officeDocument/2006/relationships/notesMaster" Target="../notesMasters/notesMaster1.xml"/></Relationships>
</file>

<file path=ppt/notesSlides/_rels/notesSlide1189.xml.rels><?xml version="1.0" encoding="UTF-8" standalone="yes"?>
<Relationships xmlns="http://schemas.openxmlformats.org/package/2006/relationships"><Relationship Id="rId2" Type="http://schemas.openxmlformats.org/officeDocument/2006/relationships/slide" Target="../slides/slide1240.xml"/><Relationship Id="rId1" Type="http://schemas.openxmlformats.org/officeDocument/2006/relationships/notesMaster" Target="../notesMasters/notesMaster1.xml"/></Relationships>
</file>

<file path=ppt/notesSlides/_rels/notesSlide1190.xml.rels><?xml version="1.0" encoding="UTF-8" standalone="yes"?>
<Relationships xmlns="http://schemas.openxmlformats.org/package/2006/relationships"><Relationship Id="rId2" Type="http://schemas.openxmlformats.org/officeDocument/2006/relationships/slide" Target="../slides/slide1241.xml"/><Relationship Id="rId1" Type="http://schemas.openxmlformats.org/officeDocument/2006/relationships/notesMaster" Target="../notesMasters/notesMaster1.xml"/></Relationships>
</file>

<file path=ppt/notesSlides/_rels/notesSlide1191.xml.rels><?xml version="1.0" encoding="UTF-8" standalone="yes"?>
<Relationships xmlns="http://schemas.openxmlformats.org/package/2006/relationships"><Relationship Id="rId2" Type="http://schemas.openxmlformats.org/officeDocument/2006/relationships/slide" Target="../slides/slide1242.xml"/><Relationship Id="rId1" Type="http://schemas.openxmlformats.org/officeDocument/2006/relationships/notesMaster" Target="../notesMasters/notesMaster1.xml"/></Relationships>
</file>

<file path=ppt/notesSlides/_rels/notesSlide1192.xml.rels><?xml version="1.0" encoding="UTF-8" standalone="yes"?>
<Relationships xmlns="http://schemas.openxmlformats.org/package/2006/relationships"><Relationship Id="rId2" Type="http://schemas.openxmlformats.org/officeDocument/2006/relationships/slide" Target="../slides/slide1243.xml"/><Relationship Id="rId1" Type="http://schemas.openxmlformats.org/officeDocument/2006/relationships/notesMaster" Target="../notesMasters/notesMaster1.xml"/></Relationships>
</file>

<file path=ppt/notesSlides/_rels/notesSlide1193.xml.rels><?xml version="1.0" encoding="UTF-8" standalone="yes"?>
<Relationships xmlns="http://schemas.openxmlformats.org/package/2006/relationships"><Relationship Id="rId2" Type="http://schemas.openxmlformats.org/officeDocument/2006/relationships/slide" Target="../slides/slide1244.xml"/><Relationship Id="rId1" Type="http://schemas.openxmlformats.org/officeDocument/2006/relationships/notesMaster" Target="../notesMasters/notesMaster1.xml"/></Relationships>
</file>

<file path=ppt/notesSlides/_rels/notesSlide1194.xml.rels><?xml version="1.0" encoding="UTF-8" standalone="yes"?>
<Relationships xmlns="http://schemas.openxmlformats.org/package/2006/relationships"><Relationship Id="rId2" Type="http://schemas.openxmlformats.org/officeDocument/2006/relationships/slide" Target="../slides/slide1245.xml"/><Relationship Id="rId1" Type="http://schemas.openxmlformats.org/officeDocument/2006/relationships/notesMaster" Target="../notesMasters/notesMaster1.xml"/></Relationships>
</file>

<file path=ppt/notesSlides/_rels/notesSlide1195.xml.rels><?xml version="1.0" encoding="UTF-8" standalone="yes"?>
<Relationships xmlns="http://schemas.openxmlformats.org/package/2006/relationships"><Relationship Id="rId2" Type="http://schemas.openxmlformats.org/officeDocument/2006/relationships/slide" Target="../slides/slide1246.xml"/><Relationship Id="rId1" Type="http://schemas.openxmlformats.org/officeDocument/2006/relationships/notesMaster" Target="../notesMasters/notesMaster1.xml"/></Relationships>
</file>

<file path=ppt/notesSlides/_rels/notesSlide1196.xml.rels><?xml version="1.0" encoding="UTF-8" standalone="yes"?>
<Relationships xmlns="http://schemas.openxmlformats.org/package/2006/relationships"><Relationship Id="rId2" Type="http://schemas.openxmlformats.org/officeDocument/2006/relationships/slide" Target="../slides/slide1247.xml"/><Relationship Id="rId1" Type="http://schemas.openxmlformats.org/officeDocument/2006/relationships/notesMaster" Target="../notesMasters/notesMaster1.xml"/></Relationships>
</file>

<file path=ppt/notesSlides/_rels/notesSlide1197.xml.rels><?xml version="1.0" encoding="UTF-8" standalone="yes"?>
<Relationships xmlns="http://schemas.openxmlformats.org/package/2006/relationships"><Relationship Id="rId2" Type="http://schemas.openxmlformats.org/officeDocument/2006/relationships/slide" Target="../slides/slide1248.xml"/><Relationship Id="rId1" Type="http://schemas.openxmlformats.org/officeDocument/2006/relationships/notesMaster" Target="../notesMasters/notesMaster1.xml"/></Relationships>
</file>

<file path=ppt/notesSlides/_rels/notesSlide1198.xml.rels><?xml version="1.0" encoding="UTF-8" standalone="yes"?>
<Relationships xmlns="http://schemas.openxmlformats.org/package/2006/relationships"><Relationship Id="rId2" Type="http://schemas.openxmlformats.org/officeDocument/2006/relationships/slide" Target="../slides/slide1249.xml"/><Relationship Id="rId1" Type="http://schemas.openxmlformats.org/officeDocument/2006/relationships/notesMaster" Target="../notesMasters/notesMaster1.xml"/></Relationships>
</file>

<file path=ppt/notesSlides/_rels/notesSlide1199.xml.rels><?xml version="1.0" encoding="UTF-8" standalone="yes"?>
<Relationships xmlns="http://schemas.openxmlformats.org/package/2006/relationships"><Relationship Id="rId2" Type="http://schemas.openxmlformats.org/officeDocument/2006/relationships/slide" Target="../slides/slide1250.xml"/><Relationship Id="rId1" Type="http://schemas.openxmlformats.org/officeDocument/2006/relationships/notesMaster" Target="../notesMasters/notesMaster1.xml"/></Relationships>
</file>

<file path=ppt/notesSlides/_rels/notesSlide1200.xml.rels><?xml version="1.0" encoding="UTF-8" standalone="yes"?>
<Relationships xmlns="http://schemas.openxmlformats.org/package/2006/relationships"><Relationship Id="rId2" Type="http://schemas.openxmlformats.org/officeDocument/2006/relationships/slide" Target="../slides/slide1251.xml"/><Relationship Id="rId1" Type="http://schemas.openxmlformats.org/officeDocument/2006/relationships/notesMaster" Target="../notesMasters/notesMaster1.xml"/></Relationships>
</file>

<file path=ppt/notesSlides/_rels/notesSlide1201.xml.rels><?xml version="1.0" encoding="UTF-8" standalone="yes"?>
<Relationships xmlns="http://schemas.openxmlformats.org/package/2006/relationships"><Relationship Id="rId2" Type="http://schemas.openxmlformats.org/officeDocument/2006/relationships/slide" Target="../slides/slide1252.xml"/><Relationship Id="rId1" Type="http://schemas.openxmlformats.org/officeDocument/2006/relationships/notesMaster" Target="../notesMasters/notesMaster1.xml"/></Relationships>
</file>

<file path=ppt/notesSlides/_rels/notesSlide1202.xml.rels><?xml version="1.0" encoding="UTF-8" standalone="yes"?>
<Relationships xmlns="http://schemas.openxmlformats.org/package/2006/relationships"><Relationship Id="rId2" Type="http://schemas.openxmlformats.org/officeDocument/2006/relationships/slide" Target="../slides/slide1253.xml"/><Relationship Id="rId1" Type="http://schemas.openxmlformats.org/officeDocument/2006/relationships/notesMaster" Target="../notesMasters/notesMaster1.xml"/></Relationships>
</file>

<file path=ppt/notesSlides/_rels/notesSlide1203.xml.rels><?xml version="1.0" encoding="UTF-8" standalone="yes"?>
<Relationships xmlns="http://schemas.openxmlformats.org/package/2006/relationships"><Relationship Id="rId2" Type="http://schemas.openxmlformats.org/officeDocument/2006/relationships/slide" Target="../slides/slide1254.xml"/><Relationship Id="rId1" Type="http://schemas.openxmlformats.org/officeDocument/2006/relationships/notesMaster" Target="../notesMasters/notesMaster1.xml"/></Relationships>
</file>

<file path=ppt/notesSlides/_rels/notesSlide1204.xml.rels><?xml version="1.0" encoding="UTF-8" standalone="yes"?>
<Relationships xmlns="http://schemas.openxmlformats.org/package/2006/relationships"><Relationship Id="rId2" Type="http://schemas.openxmlformats.org/officeDocument/2006/relationships/slide" Target="../slides/slide1255.xml"/><Relationship Id="rId1" Type="http://schemas.openxmlformats.org/officeDocument/2006/relationships/notesMaster" Target="../notesMasters/notesMaster1.xml"/></Relationships>
</file>

<file path=ppt/notesSlides/_rels/notesSlide1205.xml.rels><?xml version="1.0" encoding="UTF-8" standalone="yes"?>
<Relationships xmlns="http://schemas.openxmlformats.org/package/2006/relationships"><Relationship Id="rId2" Type="http://schemas.openxmlformats.org/officeDocument/2006/relationships/slide" Target="../slides/slide1256.xml"/><Relationship Id="rId1" Type="http://schemas.openxmlformats.org/officeDocument/2006/relationships/notesMaster" Target="../notesMasters/notesMaster1.xml"/></Relationships>
</file>

<file path=ppt/notesSlides/_rels/notesSlide1206.xml.rels><?xml version="1.0" encoding="UTF-8" standalone="yes"?>
<Relationships xmlns="http://schemas.openxmlformats.org/package/2006/relationships"><Relationship Id="rId2" Type="http://schemas.openxmlformats.org/officeDocument/2006/relationships/slide" Target="../slides/slide1257.xml"/><Relationship Id="rId1" Type="http://schemas.openxmlformats.org/officeDocument/2006/relationships/notesMaster" Target="../notesMasters/notesMaster1.xml"/></Relationships>
</file>

<file path=ppt/notesSlides/_rels/notesSlide1207.xml.rels><?xml version="1.0" encoding="UTF-8" standalone="yes"?>
<Relationships xmlns="http://schemas.openxmlformats.org/package/2006/relationships"><Relationship Id="rId2" Type="http://schemas.openxmlformats.org/officeDocument/2006/relationships/slide" Target="../slides/slide1258.xml"/><Relationship Id="rId1" Type="http://schemas.openxmlformats.org/officeDocument/2006/relationships/notesMaster" Target="../notesMasters/notesMaster1.xml"/></Relationships>
</file>

<file path=ppt/notesSlides/_rels/notesSlide1208.xml.rels><?xml version="1.0" encoding="UTF-8" standalone="yes"?>
<Relationships xmlns="http://schemas.openxmlformats.org/package/2006/relationships"><Relationship Id="rId2" Type="http://schemas.openxmlformats.org/officeDocument/2006/relationships/slide" Target="../slides/slide1259.xml"/><Relationship Id="rId1" Type="http://schemas.openxmlformats.org/officeDocument/2006/relationships/notesMaster" Target="../notesMasters/notesMaster1.xml"/></Relationships>
</file>

<file path=ppt/notesSlides/_rels/notesSlide1209.xml.rels><?xml version="1.0" encoding="UTF-8" standalone="yes"?>
<Relationships xmlns="http://schemas.openxmlformats.org/package/2006/relationships"><Relationship Id="rId2" Type="http://schemas.openxmlformats.org/officeDocument/2006/relationships/slide" Target="../slides/slide1260.xml"/><Relationship Id="rId1" Type="http://schemas.openxmlformats.org/officeDocument/2006/relationships/notesMaster" Target="../notesMasters/notesMaster1.xml"/></Relationships>
</file>

<file path=ppt/notesSlides/_rels/notesSlide1210.xml.rels><?xml version="1.0" encoding="UTF-8" standalone="yes"?>
<Relationships xmlns="http://schemas.openxmlformats.org/package/2006/relationships"><Relationship Id="rId2" Type="http://schemas.openxmlformats.org/officeDocument/2006/relationships/slide" Target="../slides/slide1261.xml"/><Relationship Id="rId1" Type="http://schemas.openxmlformats.org/officeDocument/2006/relationships/notesMaster" Target="../notesMasters/notesMaster1.xml"/></Relationships>
</file>

<file path=ppt/notesSlides/_rels/notesSlide1211.xml.rels><?xml version="1.0" encoding="UTF-8" standalone="yes"?>
<Relationships xmlns="http://schemas.openxmlformats.org/package/2006/relationships"><Relationship Id="rId2" Type="http://schemas.openxmlformats.org/officeDocument/2006/relationships/slide" Target="../slides/slide1262.xml"/><Relationship Id="rId1" Type="http://schemas.openxmlformats.org/officeDocument/2006/relationships/notesMaster" Target="../notesMasters/notesMaster1.xml"/></Relationships>
</file>

<file path=ppt/notesSlides/_rels/notesSlide1212.xml.rels><?xml version="1.0" encoding="UTF-8" standalone="yes"?>
<Relationships xmlns="http://schemas.openxmlformats.org/package/2006/relationships"><Relationship Id="rId2" Type="http://schemas.openxmlformats.org/officeDocument/2006/relationships/slide" Target="../slides/slide1263.xml"/><Relationship Id="rId1" Type="http://schemas.openxmlformats.org/officeDocument/2006/relationships/notesMaster" Target="../notesMasters/notesMaster1.xml"/></Relationships>
</file>

<file path=ppt/notesSlides/_rels/notesSlide1213.xml.rels><?xml version="1.0" encoding="UTF-8" standalone="yes"?>
<Relationships xmlns="http://schemas.openxmlformats.org/package/2006/relationships"><Relationship Id="rId2" Type="http://schemas.openxmlformats.org/officeDocument/2006/relationships/slide" Target="../slides/slide1264.xml"/><Relationship Id="rId1" Type="http://schemas.openxmlformats.org/officeDocument/2006/relationships/notesMaster" Target="../notesMasters/notesMaster1.xml"/></Relationships>
</file>

<file path=ppt/notesSlides/_rels/notesSlide1214.xml.rels><?xml version="1.0" encoding="UTF-8" standalone="yes"?>
<Relationships xmlns="http://schemas.openxmlformats.org/package/2006/relationships"><Relationship Id="rId2" Type="http://schemas.openxmlformats.org/officeDocument/2006/relationships/slide" Target="../slides/slide1265.xml"/><Relationship Id="rId1" Type="http://schemas.openxmlformats.org/officeDocument/2006/relationships/notesMaster" Target="../notesMasters/notesMaster1.xml"/></Relationships>
</file>

<file path=ppt/notesSlides/_rels/notesSlide1215.xml.rels><?xml version="1.0" encoding="UTF-8" standalone="yes"?>
<Relationships xmlns="http://schemas.openxmlformats.org/package/2006/relationships"><Relationship Id="rId2" Type="http://schemas.openxmlformats.org/officeDocument/2006/relationships/slide" Target="../slides/slide1266.xml"/><Relationship Id="rId1" Type="http://schemas.openxmlformats.org/officeDocument/2006/relationships/notesMaster" Target="../notesMasters/notesMaster1.xml"/></Relationships>
</file>

<file path=ppt/notesSlides/_rels/notesSlide1216.xml.rels><?xml version="1.0" encoding="UTF-8" standalone="yes"?>
<Relationships xmlns="http://schemas.openxmlformats.org/package/2006/relationships"><Relationship Id="rId2" Type="http://schemas.openxmlformats.org/officeDocument/2006/relationships/slide" Target="../slides/slide1267.xml"/><Relationship Id="rId1" Type="http://schemas.openxmlformats.org/officeDocument/2006/relationships/notesMaster" Target="../notesMasters/notesMaster1.xml"/></Relationships>
</file>

<file path=ppt/notesSlides/_rels/notesSlide1217.xml.rels><?xml version="1.0" encoding="UTF-8" standalone="yes"?>
<Relationships xmlns="http://schemas.openxmlformats.org/package/2006/relationships"><Relationship Id="rId2" Type="http://schemas.openxmlformats.org/officeDocument/2006/relationships/slide" Target="../slides/slide1268.xml"/><Relationship Id="rId1" Type="http://schemas.openxmlformats.org/officeDocument/2006/relationships/notesMaster" Target="../notesMasters/notesMaster1.xml"/></Relationships>
</file>

<file path=ppt/notesSlides/_rels/notesSlide1218.xml.rels><?xml version="1.0" encoding="UTF-8" standalone="yes"?>
<Relationships xmlns="http://schemas.openxmlformats.org/package/2006/relationships"><Relationship Id="rId2" Type="http://schemas.openxmlformats.org/officeDocument/2006/relationships/slide" Target="../slides/slide1269.xml"/><Relationship Id="rId1" Type="http://schemas.openxmlformats.org/officeDocument/2006/relationships/notesMaster" Target="../notesMasters/notesMaster1.xml"/></Relationships>
</file>

<file path=ppt/notesSlides/_rels/notesSlide1219.xml.rels><?xml version="1.0" encoding="UTF-8" standalone="yes"?>
<Relationships xmlns="http://schemas.openxmlformats.org/package/2006/relationships"><Relationship Id="rId2" Type="http://schemas.openxmlformats.org/officeDocument/2006/relationships/slide" Target="../slides/slide1270.xml"/><Relationship Id="rId1" Type="http://schemas.openxmlformats.org/officeDocument/2006/relationships/notesMaster" Target="../notesMasters/notesMaster1.xml"/></Relationships>
</file>

<file path=ppt/notesSlides/_rels/notesSlide1220.xml.rels><?xml version="1.0" encoding="UTF-8" standalone="yes"?>
<Relationships xmlns="http://schemas.openxmlformats.org/package/2006/relationships"><Relationship Id="rId2" Type="http://schemas.openxmlformats.org/officeDocument/2006/relationships/slide" Target="../slides/slide1271.xml"/><Relationship Id="rId1" Type="http://schemas.openxmlformats.org/officeDocument/2006/relationships/notesMaster" Target="../notesMasters/notesMaster1.xml"/></Relationships>
</file>

<file path=ppt/notesSlides/_rels/notesSlide1221.xml.rels><?xml version="1.0" encoding="UTF-8" standalone="yes"?>
<Relationships xmlns="http://schemas.openxmlformats.org/package/2006/relationships"><Relationship Id="rId2" Type="http://schemas.openxmlformats.org/officeDocument/2006/relationships/slide" Target="../slides/slide1272.xml"/><Relationship Id="rId1" Type="http://schemas.openxmlformats.org/officeDocument/2006/relationships/notesMaster" Target="../notesMasters/notesMaster1.xml"/></Relationships>
</file>

<file path=ppt/notesSlides/_rels/notesSlide1222.xml.rels><?xml version="1.0" encoding="UTF-8" standalone="yes"?>
<Relationships xmlns="http://schemas.openxmlformats.org/package/2006/relationships"><Relationship Id="rId2" Type="http://schemas.openxmlformats.org/officeDocument/2006/relationships/slide" Target="../slides/slide1273.xml"/><Relationship Id="rId1" Type="http://schemas.openxmlformats.org/officeDocument/2006/relationships/notesMaster" Target="../notesMasters/notesMaster1.xml"/></Relationships>
</file>

<file path=ppt/notesSlides/_rels/notesSlide1223.xml.rels><?xml version="1.0" encoding="UTF-8" standalone="yes"?>
<Relationships xmlns="http://schemas.openxmlformats.org/package/2006/relationships"><Relationship Id="rId2" Type="http://schemas.openxmlformats.org/officeDocument/2006/relationships/slide" Target="../slides/slide1274.xml"/><Relationship Id="rId1" Type="http://schemas.openxmlformats.org/officeDocument/2006/relationships/notesMaster" Target="../notesMasters/notesMaster1.xml"/></Relationships>
</file>

<file path=ppt/notesSlides/_rels/notesSlide1224.xml.rels><?xml version="1.0" encoding="UTF-8" standalone="yes"?>
<Relationships xmlns="http://schemas.openxmlformats.org/package/2006/relationships"><Relationship Id="rId2" Type="http://schemas.openxmlformats.org/officeDocument/2006/relationships/slide" Target="../slides/slide1275.xml"/><Relationship Id="rId1" Type="http://schemas.openxmlformats.org/officeDocument/2006/relationships/notesMaster" Target="../notesMasters/notesMaster1.xml"/></Relationships>
</file>

<file path=ppt/notesSlides/_rels/notesSlide1225.xml.rels><?xml version="1.0" encoding="UTF-8" standalone="yes"?>
<Relationships xmlns="http://schemas.openxmlformats.org/package/2006/relationships"><Relationship Id="rId2" Type="http://schemas.openxmlformats.org/officeDocument/2006/relationships/slide" Target="../slides/slide1276.xml"/><Relationship Id="rId1" Type="http://schemas.openxmlformats.org/officeDocument/2006/relationships/notesMaster" Target="../notesMasters/notesMaster1.xml"/></Relationships>
</file>

<file path=ppt/notesSlides/_rels/notesSlide1226.xml.rels><?xml version="1.0" encoding="UTF-8" standalone="yes"?>
<Relationships xmlns="http://schemas.openxmlformats.org/package/2006/relationships"><Relationship Id="rId2" Type="http://schemas.openxmlformats.org/officeDocument/2006/relationships/slide" Target="../slides/slide1277.xml"/><Relationship Id="rId1" Type="http://schemas.openxmlformats.org/officeDocument/2006/relationships/notesMaster" Target="../notesMasters/notesMaster1.xml"/></Relationships>
</file>

<file path=ppt/notesSlides/_rels/notesSlide1227.xml.rels><?xml version="1.0" encoding="UTF-8" standalone="yes"?>
<Relationships xmlns="http://schemas.openxmlformats.org/package/2006/relationships"><Relationship Id="rId2" Type="http://schemas.openxmlformats.org/officeDocument/2006/relationships/slide" Target="../slides/slide1278.xml"/><Relationship Id="rId1" Type="http://schemas.openxmlformats.org/officeDocument/2006/relationships/notesMaster" Target="../notesMasters/notesMaster1.xml"/></Relationships>
</file>

<file path=ppt/notesSlides/_rels/notesSlide1228.xml.rels><?xml version="1.0" encoding="UTF-8" standalone="yes"?>
<Relationships xmlns="http://schemas.openxmlformats.org/package/2006/relationships"><Relationship Id="rId2" Type="http://schemas.openxmlformats.org/officeDocument/2006/relationships/slide" Target="../slides/slide1279.xml"/><Relationship Id="rId1" Type="http://schemas.openxmlformats.org/officeDocument/2006/relationships/notesMaster" Target="../notesMasters/notesMaster1.xml"/></Relationships>
</file>

<file path=ppt/notesSlides/_rels/notesSlide1229.xml.rels><?xml version="1.0" encoding="UTF-8" standalone="yes"?>
<Relationships xmlns="http://schemas.openxmlformats.org/package/2006/relationships"><Relationship Id="rId2" Type="http://schemas.openxmlformats.org/officeDocument/2006/relationships/slide" Target="../slides/slide1280.xml"/><Relationship Id="rId1" Type="http://schemas.openxmlformats.org/officeDocument/2006/relationships/notesMaster" Target="../notesMasters/notesMaster1.xml"/></Relationships>
</file>

<file path=ppt/notesSlides/_rels/notesSlide1230.xml.rels><?xml version="1.0" encoding="UTF-8" standalone="yes"?>
<Relationships xmlns="http://schemas.openxmlformats.org/package/2006/relationships"><Relationship Id="rId2" Type="http://schemas.openxmlformats.org/officeDocument/2006/relationships/slide" Target="../slides/slide1281.xml"/><Relationship Id="rId1" Type="http://schemas.openxmlformats.org/officeDocument/2006/relationships/notesMaster" Target="../notesMasters/notesMaster1.xml"/></Relationships>
</file>

<file path=ppt/notesSlides/_rels/notesSlide1231.xml.rels><?xml version="1.0" encoding="UTF-8" standalone="yes"?>
<Relationships xmlns="http://schemas.openxmlformats.org/package/2006/relationships"><Relationship Id="rId2" Type="http://schemas.openxmlformats.org/officeDocument/2006/relationships/slide" Target="../slides/slide1282.xml"/><Relationship Id="rId1" Type="http://schemas.openxmlformats.org/officeDocument/2006/relationships/notesMaster" Target="../notesMasters/notesMaster1.xml"/></Relationships>
</file>

<file path=ppt/notesSlides/_rels/notesSlide1232.xml.rels><?xml version="1.0" encoding="UTF-8" standalone="yes"?>
<Relationships xmlns="http://schemas.openxmlformats.org/package/2006/relationships"><Relationship Id="rId2" Type="http://schemas.openxmlformats.org/officeDocument/2006/relationships/slide" Target="../slides/slide1283.xml"/><Relationship Id="rId1" Type="http://schemas.openxmlformats.org/officeDocument/2006/relationships/notesMaster" Target="../notesMasters/notesMaster1.xml"/></Relationships>
</file>

<file path=ppt/notesSlides/_rels/notesSlide1233.xml.rels><?xml version="1.0" encoding="UTF-8" standalone="yes"?>
<Relationships xmlns="http://schemas.openxmlformats.org/package/2006/relationships"><Relationship Id="rId2" Type="http://schemas.openxmlformats.org/officeDocument/2006/relationships/slide" Target="../slides/slide1284.xml"/><Relationship Id="rId1" Type="http://schemas.openxmlformats.org/officeDocument/2006/relationships/notesMaster" Target="../notesMasters/notesMaster1.xml"/></Relationships>
</file>

<file path=ppt/notesSlides/_rels/notesSlide1234.xml.rels><?xml version="1.0" encoding="UTF-8" standalone="yes"?>
<Relationships xmlns="http://schemas.openxmlformats.org/package/2006/relationships"><Relationship Id="rId2" Type="http://schemas.openxmlformats.org/officeDocument/2006/relationships/slide" Target="../slides/slide1285.xml"/><Relationship Id="rId1" Type="http://schemas.openxmlformats.org/officeDocument/2006/relationships/notesMaster" Target="../notesMasters/notesMaster1.xml"/></Relationships>
</file>

<file path=ppt/notesSlides/_rels/notesSlide1235.xml.rels><?xml version="1.0" encoding="UTF-8" standalone="yes"?>
<Relationships xmlns="http://schemas.openxmlformats.org/package/2006/relationships"><Relationship Id="rId2" Type="http://schemas.openxmlformats.org/officeDocument/2006/relationships/slide" Target="../slides/slide1286.xml"/><Relationship Id="rId1" Type="http://schemas.openxmlformats.org/officeDocument/2006/relationships/notesMaster" Target="../notesMasters/notesMaster1.xml"/></Relationships>
</file>

<file path=ppt/notesSlides/_rels/notesSlide1236.xml.rels><?xml version="1.0" encoding="UTF-8" standalone="yes"?>
<Relationships xmlns="http://schemas.openxmlformats.org/package/2006/relationships"><Relationship Id="rId2" Type="http://schemas.openxmlformats.org/officeDocument/2006/relationships/slide" Target="../slides/slide1287.xml"/><Relationship Id="rId1" Type="http://schemas.openxmlformats.org/officeDocument/2006/relationships/notesMaster" Target="../notesMasters/notesMaster1.xml"/></Relationships>
</file>

<file path=ppt/notesSlides/_rels/notesSlide1237.xml.rels><?xml version="1.0" encoding="UTF-8" standalone="yes"?>
<Relationships xmlns="http://schemas.openxmlformats.org/package/2006/relationships"><Relationship Id="rId2" Type="http://schemas.openxmlformats.org/officeDocument/2006/relationships/slide" Target="../slides/slide1288.xml"/><Relationship Id="rId1" Type="http://schemas.openxmlformats.org/officeDocument/2006/relationships/notesMaster" Target="../notesMasters/notesMaster1.xml"/></Relationships>
</file>

<file path=ppt/notesSlides/_rels/notesSlide1238.xml.rels><?xml version="1.0" encoding="UTF-8" standalone="yes"?>
<Relationships xmlns="http://schemas.openxmlformats.org/package/2006/relationships"><Relationship Id="rId2" Type="http://schemas.openxmlformats.org/officeDocument/2006/relationships/slide" Target="../slides/slide1289.xml"/><Relationship Id="rId1" Type="http://schemas.openxmlformats.org/officeDocument/2006/relationships/notesMaster" Target="../notesMasters/notesMaster1.xml"/></Relationships>
</file>

<file path=ppt/notesSlides/_rels/notesSlide1239.xml.rels><?xml version="1.0" encoding="UTF-8" standalone="yes"?>
<Relationships xmlns="http://schemas.openxmlformats.org/package/2006/relationships"><Relationship Id="rId2" Type="http://schemas.openxmlformats.org/officeDocument/2006/relationships/slide" Target="../slides/slide1290.xml"/><Relationship Id="rId1" Type="http://schemas.openxmlformats.org/officeDocument/2006/relationships/notesMaster" Target="../notesMasters/notesMaster1.xml"/></Relationships>
</file>

<file path=ppt/notesSlides/_rels/notesSlide1240.xml.rels><?xml version="1.0" encoding="UTF-8" standalone="yes"?>
<Relationships xmlns="http://schemas.openxmlformats.org/package/2006/relationships"><Relationship Id="rId2" Type="http://schemas.openxmlformats.org/officeDocument/2006/relationships/slide" Target="../slides/slide1291.xml"/><Relationship Id="rId1" Type="http://schemas.openxmlformats.org/officeDocument/2006/relationships/notesMaster" Target="../notesMasters/notesMaster1.xml"/></Relationships>
</file>

<file path=ppt/notesSlides/_rels/notesSlide1241.xml.rels><?xml version="1.0" encoding="UTF-8" standalone="yes"?>
<Relationships xmlns="http://schemas.openxmlformats.org/package/2006/relationships"><Relationship Id="rId2" Type="http://schemas.openxmlformats.org/officeDocument/2006/relationships/slide" Target="../slides/slide1292.xml"/><Relationship Id="rId1" Type="http://schemas.openxmlformats.org/officeDocument/2006/relationships/notesMaster" Target="../notesMasters/notesMaster1.xml"/></Relationships>
</file>

<file path=ppt/notesSlides/_rels/notesSlide1242.xml.rels><?xml version="1.0" encoding="UTF-8" standalone="yes"?>
<Relationships xmlns="http://schemas.openxmlformats.org/package/2006/relationships"><Relationship Id="rId2" Type="http://schemas.openxmlformats.org/officeDocument/2006/relationships/slide" Target="../slides/slide1293.xml"/><Relationship Id="rId1" Type="http://schemas.openxmlformats.org/officeDocument/2006/relationships/notesMaster" Target="../notesMasters/notesMaster1.xml"/></Relationships>
</file>

<file path=ppt/notesSlides/_rels/notesSlide1243.xml.rels><?xml version="1.0" encoding="UTF-8" standalone="yes"?>
<Relationships xmlns="http://schemas.openxmlformats.org/package/2006/relationships"><Relationship Id="rId2" Type="http://schemas.openxmlformats.org/officeDocument/2006/relationships/slide" Target="../slides/slide1294.xml"/><Relationship Id="rId1" Type="http://schemas.openxmlformats.org/officeDocument/2006/relationships/notesMaster" Target="../notesMasters/notesMaster1.xml"/></Relationships>
</file>

<file path=ppt/notesSlides/_rels/notesSlide1244.xml.rels><?xml version="1.0" encoding="UTF-8" standalone="yes"?>
<Relationships xmlns="http://schemas.openxmlformats.org/package/2006/relationships"><Relationship Id="rId2" Type="http://schemas.openxmlformats.org/officeDocument/2006/relationships/slide" Target="../slides/slide1295.xml"/><Relationship Id="rId1" Type="http://schemas.openxmlformats.org/officeDocument/2006/relationships/notesMaster" Target="../notesMasters/notesMaster1.xml"/></Relationships>
</file>

<file path=ppt/notesSlides/_rels/notesSlide1245.xml.rels><?xml version="1.0" encoding="UTF-8" standalone="yes"?>
<Relationships xmlns="http://schemas.openxmlformats.org/package/2006/relationships"><Relationship Id="rId2" Type="http://schemas.openxmlformats.org/officeDocument/2006/relationships/slide" Target="../slides/slide1296.xml"/><Relationship Id="rId1" Type="http://schemas.openxmlformats.org/officeDocument/2006/relationships/notesMaster" Target="../notesMasters/notesMaster1.xml"/></Relationships>
</file>

<file path=ppt/notesSlides/_rels/notesSlide1246.xml.rels><?xml version="1.0" encoding="UTF-8" standalone="yes"?>
<Relationships xmlns="http://schemas.openxmlformats.org/package/2006/relationships"><Relationship Id="rId2" Type="http://schemas.openxmlformats.org/officeDocument/2006/relationships/slide" Target="../slides/slide1297.xml"/><Relationship Id="rId1" Type="http://schemas.openxmlformats.org/officeDocument/2006/relationships/notesMaster" Target="../notesMasters/notesMaster1.xml"/></Relationships>
</file>

<file path=ppt/notesSlides/_rels/notesSlide1247.xml.rels><?xml version="1.0" encoding="UTF-8" standalone="yes"?>
<Relationships xmlns="http://schemas.openxmlformats.org/package/2006/relationships"><Relationship Id="rId2" Type="http://schemas.openxmlformats.org/officeDocument/2006/relationships/slide" Target="../slides/slide1298.xml"/><Relationship Id="rId1" Type="http://schemas.openxmlformats.org/officeDocument/2006/relationships/notesMaster" Target="../notesMasters/notesMaster1.xml"/></Relationships>
</file>

<file path=ppt/notesSlides/_rels/notesSlide1248.xml.rels><?xml version="1.0" encoding="UTF-8" standalone="yes"?>
<Relationships xmlns="http://schemas.openxmlformats.org/package/2006/relationships"><Relationship Id="rId2" Type="http://schemas.openxmlformats.org/officeDocument/2006/relationships/slide" Target="../slides/slide1299.xml"/><Relationship Id="rId1" Type="http://schemas.openxmlformats.org/officeDocument/2006/relationships/notesMaster" Target="../notesMasters/notesMaster1.xml"/></Relationships>
</file>

<file path=ppt/notesSlides/_rels/notesSlide1249.xml.rels><?xml version="1.0" encoding="UTF-8" standalone="yes"?>
<Relationships xmlns="http://schemas.openxmlformats.org/package/2006/relationships"><Relationship Id="rId2" Type="http://schemas.openxmlformats.org/officeDocument/2006/relationships/slide" Target="../slides/slide1300.xml"/><Relationship Id="rId1" Type="http://schemas.openxmlformats.org/officeDocument/2006/relationships/notesMaster" Target="../notesMasters/notesMaster1.xml"/></Relationships>
</file>

<file path=ppt/notesSlides/_rels/notesSlide1250.xml.rels><?xml version="1.0" encoding="UTF-8" standalone="yes"?>
<Relationships xmlns="http://schemas.openxmlformats.org/package/2006/relationships"><Relationship Id="rId2" Type="http://schemas.openxmlformats.org/officeDocument/2006/relationships/slide" Target="../slides/slide1301.xml"/><Relationship Id="rId1" Type="http://schemas.openxmlformats.org/officeDocument/2006/relationships/notesMaster" Target="../notesMasters/notesMaster1.xml"/></Relationships>
</file>

<file path=ppt/notesSlides/_rels/notesSlide1251.xml.rels><?xml version="1.0" encoding="UTF-8" standalone="yes"?>
<Relationships xmlns="http://schemas.openxmlformats.org/package/2006/relationships"><Relationship Id="rId2" Type="http://schemas.openxmlformats.org/officeDocument/2006/relationships/slide" Target="../slides/slide1302.xml"/><Relationship Id="rId1" Type="http://schemas.openxmlformats.org/officeDocument/2006/relationships/notesMaster" Target="../notesMasters/notesMaster1.xml"/></Relationships>
</file>

<file path=ppt/notesSlides/_rels/notesSlide1252.xml.rels><?xml version="1.0" encoding="UTF-8" standalone="yes"?>
<Relationships xmlns="http://schemas.openxmlformats.org/package/2006/relationships"><Relationship Id="rId2" Type="http://schemas.openxmlformats.org/officeDocument/2006/relationships/slide" Target="../slides/slide1303.xml"/><Relationship Id="rId1" Type="http://schemas.openxmlformats.org/officeDocument/2006/relationships/notesMaster" Target="../notesMasters/notesMaster1.xml"/></Relationships>
</file>

<file path=ppt/notesSlides/_rels/notesSlide1253.xml.rels><?xml version="1.0" encoding="UTF-8" standalone="yes"?>
<Relationships xmlns="http://schemas.openxmlformats.org/package/2006/relationships"><Relationship Id="rId2" Type="http://schemas.openxmlformats.org/officeDocument/2006/relationships/slide" Target="../slides/slide1304.xml"/><Relationship Id="rId1" Type="http://schemas.openxmlformats.org/officeDocument/2006/relationships/notesMaster" Target="../notesMasters/notesMaster1.xml"/></Relationships>
</file>

<file path=ppt/notesSlides/_rels/notesSlide1254.xml.rels><?xml version="1.0" encoding="UTF-8" standalone="yes"?>
<Relationships xmlns="http://schemas.openxmlformats.org/package/2006/relationships"><Relationship Id="rId2" Type="http://schemas.openxmlformats.org/officeDocument/2006/relationships/slide" Target="../slides/slide1305.xml"/><Relationship Id="rId1" Type="http://schemas.openxmlformats.org/officeDocument/2006/relationships/notesMaster" Target="../notesMasters/notesMaster1.xml"/></Relationships>
</file>

<file path=ppt/notesSlides/_rels/notesSlide1255.xml.rels><?xml version="1.0" encoding="UTF-8" standalone="yes"?>
<Relationships xmlns="http://schemas.openxmlformats.org/package/2006/relationships"><Relationship Id="rId2" Type="http://schemas.openxmlformats.org/officeDocument/2006/relationships/slide" Target="../slides/slide1306.xml"/><Relationship Id="rId1" Type="http://schemas.openxmlformats.org/officeDocument/2006/relationships/notesMaster" Target="../notesMasters/notesMaster1.xml"/></Relationships>
</file>

<file path=ppt/notesSlides/_rels/notesSlide1256.xml.rels><?xml version="1.0" encoding="UTF-8" standalone="yes"?>
<Relationships xmlns="http://schemas.openxmlformats.org/package/2006/relationships"><Relationship Id="rId2" Type="http://schemas.openxmlformats.org/officeDocument/2006/relationships/slide" Target="../slides/slide1307.xml"/><Relationship Id="rId1" Type="http://schemas.openxmlformats.org/officeDocument/2006/relationships/notesMaster" Target="../notesMasters/notesMaster1.xml"/></Relationships>
</file>

<file path=ppt/notesSlides/_rels/notesSlide1257.xml.rels><?xml version="1.0" encoding="UTF-8" standalone="yes"?>
<Relationships xmlns="http://schemas.openxmlformats.org/package/2006/relationships"><Relationship Id="rId2" Type="http://schemas.openxmlformats.org/officeDocument/2006/relationships/slide" Target="../slides/slide1308.xml"/><Relationship Id="rId1" Type="http://schemas.openxmlformats.org/officeDocument/2006/relationships/notesMaster" Target="../notesMasters/notesMaster1.xml"/></Relationships>
</file>

<file path=ppt/notesSlides/_rels/notesSlide1258.xml.rels><?xml version="1.0" encoding="UTF-8" standalone="yes"?>
<Relationships xmlns="http://schemas.openxmlformats.org/package/2006/relationships"><Relationship Id="rId2" Type="http://schemas.openxmlformats.org/officeDocument/2006/relationships/slide" Target="../slides/slide1309.xml"/><Relationship Id="rId1" Type="http://schemas.openxmlformats.org/officeDocument/2006/relationships/notesMaster" Target="../notesMasters/notesMaster1.xml"/></Relationships>
</file>

<file path=ppt/notesSlides/_rels/notesSlide1259.xml.rels><?xml version="1.0" encoding="UTF-8" standalone="yes"?>
<Relationships xmlns="http://schemas.openxmlformats.org/package/2006/relationships"><Relationship Id="rId2" Type="http://schemas.openxmlformats.org/officeDocument/2006/relationships/slide" Target="../slides/slide1310.xml"/><Relationship Id="rId1" Type="http://schemas.openxmlformats.org/officeDocument/2006/relationships/notesMaster" Target="../notesMasters/notesMaster1.xml"/></Relationships>
</file>

<file path=ppt/notesSlides/_rels/notesSlide1260.xml.rels><?xml version="1.0" encoding="UTF-8" standalone="yes"?>
<Relationships xmlns="http://schemas.openxmlformats.org/package/2006/relationships"><Relationship Id="rId2" Type="http://schemas.openxmlformats.org/officeDocument/2006/relationships/slide" Target="../slides/slide1311.xml"/><Relationship Id="rId1" Type="http://schemas.openxmlformats.org/officeDocument/2006/relationships/notesMaster" Target="../notesMasters/notesMaster1.xml"/></Relationships>
</file>

<file path=ppt/notesSlides/_rels/notesSlide1261.xml.rels><?xml version="1.0" encoding="UTF-8" standalone="yes"?>
<Relationships xmlns="http://schemas.openxmlformats.org/package/2006/relationships"><Relationship Id="rId2" Type="http://schemas.openxmlformats.org/officeDocument/2006/relationships/slide" Target="../slides/slide1312.xml"/><Relationship Id="rId1" Type="http://schemas.openxmlformats.org/officeDocument/2006/relationships/notesMaster" Target="../notesMasters/notesMaster1.xml"/></Relationships>
</file>

<file path=ppt/notesSlides/_rels/notesSlide1262.xml.rels><?xml version="1.0" encoding="UTF-8" standalone="yes"?>
<Relationships xmlns="http://schemas.openxmlformats.org/package/2006/relationships"><Relationship Id="rId2" Type="http://schemas.openxmlformats.org/officeDocument/2006/relationships/slide" Target="../slides/slide1313.xml"/><Relationship Id="rId1" Type="http://schemas.openxmlformats.org/officeDocument/2006/relationships/notesMaster" Target="../notesMasters/notesMaster1.xml"/></Relationships>
</file>

<file path=ppt/notesSlides/_rels/notesSlide1263.xml.rels><?xml version="1.0" encoding="UTF-8" standalone="yes"?>
<Relationships xmlns="http://schemas.openxmlformats.org/package/2006/relationships"><Relationship Id="rId2" Type="http://schemas.openxmlformats.org/officeDocument/2006/relationships/slide" Target="../slides/slide1314.xml"/><Relationship Id="rId1" Type="http://schemas.openxmlformats.org/officeDocument/2006/relationships/notesMaster" Target="../notesMasters/notesMaster1.xml"/></Relationships>
</file>

<file path=ppt/notesSlides/_rels/notesSlide1264.xml.rels><?xml version="1.0" encoding="UTF-8" standalone="yes"?>
<Relationships xmlns="http://schemas.openxmlformats.org/package/2006/relationships"><Relationship Id="rId2" Type="http://schemas.openxmlformats.org/officeDocument/2006/relationships/slide" Target="../slides/slide1315.xml"/><Relationship Id="rId1" Type="http://schemas.openxmlformats.org/officeDocument/2006/relationships/notesMaster" Target="../notesMasters/notesMaster1.xml"/></Relationships>
</file>

<file path=ppt/notesSlides/_rels/notesSlide1265.xml.rels><?xml version="1.0" encoding="UTF-8" standalone="yes"?>
<Relationships xmlns="http://schemas.openxmlformats.org/package/2006/relationships"><Relationship Id="rId2" Type="http://schemas.openxmlformats.org/officeDocument/2006/relationships/slide" Target="../slides/slide1316.xml"/><Relationship Id="rId1" Type="http://schemas.openxmlformats.org/officeDocument/2006/relationships/notesMaster" Target="../notesMasters/notesMaster1.xml"/></Relationships>
</file>

<file path=ppt/notesSlides/_rels/notesSlide1266.xml.rels><?xml version="1.0" encoding="UTF-8" standalone="yes"?>
<Relationships xmlns="http://schemas.openxmlformats.org/package/2006/relationships"><Relationship Id="rId2" Type="http://schemas.openxmlformats.org/officeDocument/2006/relationships/slide" Target="../slides/slide1317.xml"/><Relationship Id="rId1" Type="http://schemas.openxmlformats.org/officeDocument/2006/relationships/notesMaster" Target="../notesMasters/notesMaster1.xml"/></Relationships>
</file>

<file path=ppt/notesSlides/_rels/notesSlide1267.xml.rels><?xml version="1.0" encoding="UTF-8" standalone="yes"?>
<Relationships xmlns="http://schemas.openxmlformats.org/package/2006/relationships"><Relationship Id="rId2" Type="http://schemas.openxmlformats.org/officeDocument/2006/relationships/slide" Target="../slides/slide1318.xml"/><Relationship Id="rId1" Type="http://schemas.openxmlformats.org/officeDocument/2006/relationships/notesMaster" Target="../notesMasters/notesMaster1.xml"/></Relationships>
</file>

<file path=ppt/notesSlides/_rels/notesSlide1268.xml.rels><?xml version="1.0" encoding="UTF-8" standalone="yes"?>
<Relationships xmlns="http://schemas.openxmlformats.org/package/2006/relationships"><Relationship Id="rId2" Type="http://schemas.openxmlformats.org/officeDocument/2006/relationships/slide" Target="../slides/slide1319.xml"/><Relationship Id="rId1" Type="http://schemas.openxmlformats.org/officeDocument/2006/relationships/notesMaster" Target="../notesMasters/notesMaster1.xml"/></Relationships>
</file>

<file path=ppt/notesSlides/_rels/notesSlide1269.xml.rels><?xml version="1.0" encoding="UTF-8" standalone="yes"?>
<Relationships xmlns="http://schemas.openxmlformats.org/package/2006/relationships"><Relationship Id="rId2" Type="http://schemas.openxmlformats.org/officeDocument/2006/relationships/slide" Target="../slides/slide1320.xml"/><Relationship Id="rId1" Type="http://schemas.openxmlformats.org/officeDocument/2006/relationships/notesMaster" Target="../notesMasters/notesMaster1.xml"/></Relationships>
</file>

<file path=ppt/notesSlides/_rels/notesSlide1270.xml.rels><?xml version="1.0" encoding="UTF-8" standalone="yes"?>
<Relationships xmlns="http://schemas.openxmlformats.org/package/2006/relationships"><Relationship Id="rId2" Type="http://schemas.openxmlformats.org/officeDocument/2006/relationships/slide" Target="../slides/slide1321.xml"/><Relationship Id="rId1" Type="http://schemas.openxmlformats.org/officeDocument/2006/relationships/notesMaster" Target="../notesMasters/notesMaster1.xml"/></Relationships>
</file>

<file path=ppt/notesSlides/_rels/notesSlide1271.xml.rels><?xml version="1.0" encoding="UTF-8" standalone="yes"?>
<Relationships xmlns="http://schemas.openxmlformats.org/package/2006/relationships"><Relationship Id="rId2" Type="http://schemas.openxmlformats.org/officeDocument/2006/relationships/slide" Target="../slides/slide1322.xml"/><Relationship Id="rId1" Type="http://schemas.openxmlformats.org/officeDocument/2006/relationships/notesMaster" Target="../notesMasters/notesMaster1.xml"/></Relationships>
</file>

<file path=ppt/notesSlides/_rels/notesSlide1272.xml.rels><?xml version="1.0" encoding="UTF-8" standalone="yes"?>
<Relationships xmlns="http://schemas.openxmlformats.org/package/2006/relationships"><Relationship Id="rId2" Type="http://schemas.openxmlformats.org/officeDocument/2006/relationships/slide" Target="../slides/slide1323.xml"/><Relationship Id="rId1" Type="http://schemas.openxmlformats.org/officeDocument/2006/relationships/notesMaster" Target="../notesMasters/notesMaster1.xml"/></Relationships>
</file>

<file path=ppt/notesSlides/_rels/notesSlide1273.xml.rels><?xml version="1.0" encoding="UTF-8" standalone="yes"?>
<Relationships xmlns="http://schemas.openxmlformats.org/package/2006/relationships"><Relationship Id="rId2" Type="http://schemas.openxmlformats.org/officeDocument/2006/relationships/slide" Target="../slides/slide1324.xml"/><Relationship Id="rId1" Type="http://schemas.openxmlformats.org/officeDocument/2006/relationships/notesMaster" Target="../notesMasters/notesMaster1.xml"/></Relationships>
</file>

<file path=ppt/notesSlides/_rels/notesSlide1274.xml.rels><?xml version="1.0" encoding="UTF-8" standalone="yes"?>
<Relationships xmlns="http://schemas.openxmlformats.org/package/2006/relationships"><Relationship Id="rId2" Type="http://schemas.openxmlformats.org/officeDocument/2006/relationships/slide" Target="../slides/slide1325.xml"/><Relationship Id="rId1" Type="http://schemas.openxmlformats.org/officeDocument/2006/relationships/notesMaster" Target="../notesMasters/notesMaster1.xml"/></Relationships>
</file>

<file path=ppt/notesSlides/_rels/notesSlide1275.xml.rels><?xml version="1.0" encoding="UTF-8" standalone="yes"?>
<Relationships xmlns="http://schemas.openxmlformats.org/package/2006/relationships"><Relationship Id="rId2" Type="http://schemas.openxmlformats.org/officeDocument/2006/relationships/slide" Target="../slides/slide1326.xml"/><Relationship Id="rId1" Type="http://schemas.openxmlformats.org/officeDocument/2006/relationships/notesMaster" Target="../notesMasters/notesMaster1.xml"/></Relationships>
</file>

<file path=ppt/notesSlides/_rels/notesSlide1276.xml.rels><?xml version="1.0" encoding="UTF-8" standalone="yes"?>
<Relationships xmlns="http://schemas.openxmlformats.org/package/2006/relationships"><Relationship Id="rId2" Type="http://schemas.openxmlformats.org/officeDocument/2006/relationships/slide" Target="../slides/slide1327.xml"/><Relationship Id="rId1" Type="http://schemas.openxmlformats.org/officeDocument/2006/relationships/notesMaster" Target="../notesMasters/notesMaster1.xml"/></Relationships>
</file>

<file path=ppt/notesSlides/_rels/notesSlide1277.xml.rels><?xml version="1.0" encoding="UTF-8" standalone="yes"?>
<Relationships xmlns="http://schemas.openxmlformats.org/package/2006/relationships"><Relationship Id="rId2" Type="http://schemas.openxmlformats.org/officeDocument/2006/relationships/slide" Target="../slides/slide1328.xml"/><Relationship Id="rId1" Type="http://schemas.openxmlformats.org/officeDocument/2006/relationships/notesMaster" Target="../notesMasters/notesMaster1.xml"/></Relationships>
</file>

<file path=ppt/notesSlides/_rels/notesSlide1278.xml.rels><?xml version="1.0" encoding="UTF-8" standalone="yes"?>
<Relationships xmlns="http://schemas.openxmlformats.org/package/2006/relationships"><Relationship Id="rId2" Type="http://schemas.openxmlformats.org/officeDocument/2006/relationships/slide" Target="../slides/slide1329.xml"/><Relationship Id="rId1" Type="http://schemas.openxmlformats.org/officeDocument/2006/relationships/notesMaster" Target="../notesMasters/notesMaster1.xml"/></Relationships>
</file>

<file path=ppt/notesSlides/_rels/notesSlide1279.xml.rels><?xml version="1.0" encoding="UTF-8" standalone="yes"?>
<Relationships xmlns="http://schemas.openxmlformats.org/package/2006/relationships"><Relationship Id="rId2" Type="http://schemas.openxmlformats.org/officeDocument/2006/relationships/slide" Target="../slides/slide1330.xml"/><Relationship Id="rId1" Type="http://schemas.openxmlformats.org/officeDocument/2006/relationships/notesMaster" Target="../notesMasters/notesMaster1.xml"/></Relationships>
</file>

<file path=ppt/notesSlides/_rels/notesSlide1280.xml.rels><?xml version="1.0" encoding="UTF-8" standalone="yes"?>
<Relationships xmlns="http://schemas.openxmlformats.org/package/2006/relationships"><Relationship Id="rId2" Type="http://schemas.openxmlformats.org/officeDocument/2006/relationships/slide" Target="../slides/slide1331.xml"/><Relationship Id="rId1" Type="http://schemas.openxmlformats.org/officeDocument/2006/relationships/notesMaster" Target="../notesMasters/notesMaster1.xml"/></Relationships>
</file>

<file path=ppt/notesSlides/_rels/notesSlide1281.xml.rels><?xml version="1.0" encoding="UTF-8" standalone="yes"?>
<Relationships xmlns="http://schemas.openxmlformats.org/package/2006/relationships"><Relationship Id="rId2" Type="http://schemas.openxmlformats.org/officeDocument/2006/relationships/slide" Target="../slides/slide1332.xml"/><Relationship Id="rId1" Type="http://schemas.openxmlformats.org/officeDocument/2006/relationships/notesMaster" Target="../notesMasters/notesMaster1.xml"/></Relationships>
</file>

<file path=ppt/notesSlides/_rels/notesSlide1282.xml.rels><?xml version="1.0" encoding="UTF-8" standalone="yes"?>
<Relationships xmlns="http://schemas.openxmlformats.org/package/2006/relationships"><Relationship Id="rId2" Type="http://schemas.openxmlformats.org/officeDocument/2006/relationships/slide" Target="../slides/slide1333.xml"/><Relationship Id="rId1" Type="http://schemas.openxmlformats.org/officeDocument/2006/relationships/notesMaster" Target="../notesMasters/notesMaster1.xml"/></Relationships>
</file>

<file path=ppt/notesSlides/_rels/notesSlide1283.xml.rels><?xml version="1.0" encoding="UTF-8" standalone="yes"?>
<Relationships xmlns="http://schemas.openxmlformats.org/package/2006/relationships"><Relationship Id="rId2" Type="http://schemas.openxmlformats.org/officeDocument/2006/relationships/slide" Target="../slides/slide1334.xml"/><Relationship Id="rId1" Type="http://schemas.openxmlformats.org/officeDocument/2006/relationships/notesMaster" Target="../notesMasters/notesMaster1.xml"/></Relationships>
</file>

<file path=ppt/notesSlides/_rels/notesSlide1284.xml.rels><?xml version="1.0" encoding="UTF-8" standalone="yes"?>
<Relationships xmlns="http://schemas.openxmlformats.org/package/2006/relationships"><Relationship Id="rId2" Type="http://schemas.openxmlformats.org/officeDocument/2006/relationships/slide" Target="../slides/slide1335.xml"/><Relationship Id="rId1" Type="http://schemas.openxmlformats.org/officeDocument/2006/relationships/notesMaster" Target="../notesMasters/notesMaster1.xml"/></Relationships>
</file>

<file path=ppt/notesSlides/_rels/notesSlide1285.xml.rels><?xml version="1.0" encoding="UTF-8" standalone="yes"?>
<Relationships xmlns="http://schemas.openxmlformats.org/package/2006/relationships"><Relationship Id="rId2" Type="http://schemas.openxmlformats.org/officeDocument/2006/relationships/slide" Target="../slides/slide1336.xml"/><Relationship Id="rId1" Type="http://schemas.openxmlformats.org/officeDocument/2006/relationships/notesMaster" Target="../notesMasters/notesMaster1.xml"/></Relationships>
</file>

<file path=ppt/notesSlides/_rels/notesSlide1286.xml.rels><?xml version="1.0" encoding="UTF-8" standalone="yes"?>
<Relationships xmlns="http://schemas.openxmlformats.org/package/2006/relationships"><Relationship Id="rId2" Type="http://schemas.openxmlformats.org/officeDocument/2006/relationships/slide" Target="../slides/slide1337.xml"/><Relationship Id="rId1" Type="http://schemas.openxmlformats.org/officeDocument/2006/relationships/notesMaster" Target="../notesMasters/notesMaster1.xml"/></Relationships>
</file>

<file path=ppt/notesSlides/_rels/notesSlide1287.xml.rels><?xml version="1.0" encoding="UTF-8" standalone="yes"?>
<Relationships xmlns="http://schemas.openxmlformats.org/package/2006/relationships"><Relationship Id="rId2" Type="http://schemas.openxmlformats.org/officeDocument/2006/relationships/slide" Target="../slides/slide1338.xml"/><Relationship Id="rId1" Type="http://schemas.openxmlformats.org/officeDocument/2006/relationships/notesMaster" Target="../notesMasters/notesMaster1.xml"/></Relationships>
</file>

<file path=ppt/notesSlides/_rels/notesSlide1288.xml.rels><?xml version="1.0" encoding="UTF-8" standalone="yes"?>
<Relationships xmlns="http://schemas.openxmlformats.org/package/2006/relationships"><Relationship Id="rId2" Type="http://schemas.openxmlformats.org/officeDocument/2006/relationships/slide" Target="../slides/slide1339.xml"/><Relationship Id="rId1" Type="http://schemas.openxmlformats.org/officeDocument/2006/relationships/notesMaster" Target="../notesMasters/notesMaster1.xml"/></Relationships>
</file>

<file path=ppt/notesSlides/_rels/notesSlide1289.xml.rels><?xml version="1.0" encoding="UTF-8" standalone="yes"?>
<Relationships xmlns="http://schemas.openxmlformats.org/package/2006/relationships"><Relationship Id="rId2" Type="http://schemas.openxmlformats.org/officeDocument/2006/relationships/slide" Target="../slides/slide1340.xml"/><Relationship Id="rId1" Type="http://schemas.openxmlformats.org/officeDocument/2006/relationships/notesMaster" Target="../notesMasters/notesMaster1.xml"/></Relationships>
</file>

<file path=ppt/notesSlides/_rels/notesSlide1290.xml.rels><?xml version="1.0" encoding="UTF-8" standalone="yes"?>
<Relationships xmlns="http://schemas.openxmlformats.org/package/2006/relationships"><Relationship Id="rId2" Type="http://schemas.openxmlformats.org/officeDocument/2006/relationships/slide" Target="../slides/slide1341.xml"/><Relationship Id="rId1" Type="http://schemas.openxmlformats.org/officeDocument/2006/relationships/notesMaster" Target="../notesMasters/notesMaster1.xml"/></Relationships>
</file>

<file path=ppt/notesSlides/_rels/notesSlide1291.xml.rels><?xml version="1.0" encoding="UTF-8" standalone="yes"?>
<Relationships xmlns="http://schemas.openxmlformats.org/package/2006/relationships"><Relationship Id="rId2" Type="http://schemas.openxmlformats.org/officeDocument/2006/relationships/slide" Target="../slides/slide1342.xml"/><Relationship Id="rId1" Type="http://schemas.openxmlformats.org/officeDocument/2006/relationships/notesMaster" Target="../notesMasters/notesMaster1.xml"/></Relationships>
</file>

<file path=ppt/notesSlides/_rels/notesSlide1292.xml.rels><?xml version="1.0" encoding="UTF-8" standalone="yes"?>
<Relationships xmlns="http://schemas.openxmlformats.org/package/2006/relationships"><Relationship Id="rId2" Type="http://schemas.openxmlformats.org/officeDocument/2006/relationships/slide" Target="../slides/slide1343.xml"/><Relationship Id="rId1" Type="http://schemas.openxmlformats.org/officeDocument/2006/relationships/notesMaster" Target="../notesMasters/notesMaster1.xml"/></Relationships>
</file>

<file path=ppt/notesSlides/_rels/notesSlide1293.xml.rels><?xml version="1.0" encoding="UTF-8" standalone="yes"?>
<Relationships xmlns="http://schemas.openxmlformats.org/package/2006/relationships"><Relationship Id="rId2" Type="http://schemas.openxmlformats.org/officeDocument/2006/relationships/slide" Target="../slides/slide1344.xml"/><Relationship Id="rId1" Type="http://schemas.openxmlformats.org/officeDocument/2006/relationships/notesMaster" Target="../notesMasters/notesMaster1.xml"/></Relationships>
</file>

<file path=ppt/notesSlides/_rels/notesSlide1294.xml.rels><?xml version="1.0" encoding="UTF-8" standalone="yes"?>
<Relationships xmlns="http://schemas.openxmlformats.org/package/2006/relationships"><Relationship Id="rId2" Type="http://schemas.openxmlformats.org/officeDocument/2006/relationships/slide" Target="../slides/slide1345.xml"/><Relationship Id="rId1" Type="http://schemas.openxmlformats.org/officeDocument/2006/relationships/notesMaster" Target="../notesMasters/notesMaster1.xml"/></Relationships>
</file>

<file path=ppt/notesSlides/_rels/notesSlide1295.xml.rels><?xml version="1.0" encoding="UTF-8" standalone="yes"?>
<Relationships xmlns="http://schemas.openxmlformats.org/package/2006/relationships"><Relationship Id="rId2" Type="http://schemas.openxmlformats.org/officeDocument/2006/relationships/slide" Target="../slides/slide1346.xml"/><Relationship Id="rId1" Type="http://schemas.openxmlformats.org/officeDocument/2006/relationships/notesMaster" Target="../notesMasters/notesMaster1.xml"/></Relationships>
</file>

<file path=ppt/notesSlides/_rels/notesSlide1296.xml.rels><?xml version="1.0" encoding="UTF-8" standalone="yes"?>
<Relationships xmlns="http://schemas.openxmlformats.org/package/2006/relationships"><Relationship Id="rId2" Type="http://schemas.openxmlformats.org/officeDocument/2006/relationships/slide" Target="../slides/slide1347.xml"/><Relationship Id="rId1" Type="http://schemas.openxmlformats.org/officeDocument/2006/relationships/notesMaster" Target="../notesMasters/notesMaster1.xml"/></Relationships>
</file>

<file path=ppt/notesSlides/_rels/notesSlide1297.xml.rels><?xml version="1.0" encoding="UTF-8" standalone="yes"?>
<Relationships xmlns="http://schemas.openxmlformats.org/package/2006/relationships"><Relationship Id="rId2" Type="http://schemas.openxmlformats.org/officeDocument/2006/relationships/slide" Target="../slides/slide1348.xml"/><Relationship Id="rId1" Type="http://schemas.openxmlformats.org/officeDocument/2006/relationships/notesMaster" Target="../notesMasters/notesMaster1.xml"/></Relationships>
</file>

<file path=ppt/notesSlides/_rels/notesSlide1298.xml.rels><?xml version="1.0" encoding="UTF-8" standalone="yes"?>
<Relationships xmlns="http://schemas.openxmlformats.org/package/2006/relationships"><Relationship Id="rId2" Type="http://schemas.openxmlformats.org/officeDocument/2006/relationships/slide" Target="../slides/slide1349.xml"/><Relationship Id="rId1" Type="http://schemas.openxmlformats.org/officeDocument/2006/relationships/notesMaster" Target="../notesMasters/notesMaster1.xml"/></Relationships>
</file>

<file path=ppt/notesSlides/_rels/notesSlide1299.xml.rels><?xml version="1.0" encoding="UTF-8" standalone="yes"?>
<Relationships xmlns="http://schemas.openxmlformats.org/package/2006/relationships"><Relationship Id="rId2" Type="http://schemas.openxmlformats.org/officeDocument/2006/relationships/slide" Target="../slides/slide1350.xml"/><Relationship Id="rId1" Type="http://schemas.openxmlformats.org/officeDocument/2006/relationships/notesMaster" Target="../notesMasters/notesMaster1.xml"/></Relationships>
</file>

<file path=ppt/notesSlides/_rels/notesSlide1300.xml.rels><?xml version="1.0" encoding="UTF-8" standalone="yes"?>
<Relationships xmlns="http://schemas.openxmlformats.org/package/2006/relationships"><Relationship Id="rId2" Type="http://schemas.openxmlformats.org/officeDocument/2006/relationships/slide" Target="../slides/slide1351.xml"/><Relationship Id="rId1" Type="http://schemas.openxmlformats.org/officeDocument/2006/relationships/notesMaster" Target="../notesMasters/notesMaster1.xml"/></Relationships>
</file>

<file path=ppt/notesSlides/_rels/notesSlide1301.xml.rels><?xml version="1.0" encoding="UTF-8" standalone="yes"?>
<Relationships xmlns="http://schemas.openxmlformats.org/package/2006/relationships"><Relationship Id="rId2" Type="http://schemas.openxmlformats.org/officeDocument/2006/relationships/slide" Target="../slides/slide1352.xml"/><Relationship Id="rId1" Type="http://schemas.openxmlformats.org/officeDocument/2006/relationships/notesMaster" Target="../notesMasters/notesMaster1.xml"/></Relationships>
</file>

<file path=ppt/notesSlides/_rels/notesSlide1302.xml.rels><?xml version="1.0" encoding="UTF-8" standalone="yes"?>
<Relationships xmlns="http://schemas.openxmlformats.org/package/2006/relationships"><Relationship Id="rId2" Type="http://schemas.openxmlformats.org/officeDocument/2006/relationships/slide" Target="../slides/slide1353.xml"/><Relationship Id="rId1" Type="http://schemas.openxmlformats.org/officeDocument/2006/relationships/notesMaster" Target="../notesMasters/notesMaster1.xml"/></Relationships>
</file>

<file path=ppt/notesSlides/_rels/notesSlide1303.xml.rels><?xml version="1.0" encoding="UTF-8" standalone="yes"?>
<Relationships xmlns="http://schemas.openxmlformats.org/package/2006/relationships"><Relationship Id="rId2" Type="http://schemas.openxmlformats.org/officeDocument/2006/relationships/slide" Target="../slides/slide1354.xml"/><Relationship Id="rId1" Type="http://schemas.openxmlformats.org/officeDocument/2006/relationships/notesMaster" Target="../notesMasters/notesMaster1.xml"/></Relationships>
</file>

<file path=ppt/notesSlides/_rels/notesSlide1304.xml.rels><?xml version="1.0" encoding="UTF-8" standalone="yes"?>
<Relationships xmlns="http://schemas.openxmlformats.org/package/2006/relationships"><Relationship Id="rId2" Type="http://schemas.openxmlformats.org/officeDocument/2006/relationships/slide" Target="../slides/slide1355.xml"/><Relationship Id="rId1" Type="http://schemas.openxmlformats.org/officeDocument/2006/relationships/notesMaster" Target="../notesMasters/notesMaster1.xml"/></Relationships>
</file>

<file path=ppt/notesSlides/_rels/notesSlide1305.xml.rels><?xml version="1.0" encoding="UTF-8" standalone="yes"?>
<Relationships xmlns="http://schemas.openxmlformats.org/package/2006/relationships"><Relationship Id="rId2" Type="http://schemas.openxmlformats.org/officeDocument/2006/relationships/slide" Target="../slides/slide1356.xml"/><Relationship Id="rId1" Type="http://schemas.openxmlformats.org/officeDocument/2006/relationships/notesMaster" Target="../notesMasters/notesMaster1.xml"/></Relationships>
</file>

<file path=ppt/notesSlides/_rels/notesSlide1306.xml.rels><?xml version="1.0" encoding="UTF-8" standalone="yes"?>
<Relationships xmlns="http://schemas.openxmlformats.org/package/2006/relationships"><Relationship Id="rId2" Type="http://schemas.openxmlformats.org/officeDocument/2006/relationships/slide" Target="../slides/slide1357.xml"/><Relationship Id="rId1" Type="http://schemas.openxmlformats.org/officeDocument/2006/relationships/notesMaster" Target="../notesMasters/notesMaster1.xml"/></Relationships>
</file>

<file path=ppt/notesSlides/_rels/notesSlide1307.xml.rels><?xml version="1.0" encoding="UTF-8" standalone="yes"?>
<Relationships xmlns="http://schemas.openxmlformats.org/package/2006/relationships"><Relationship Id="rId2" Type="http://schemas.openxmlformats.org/officeDocument/2006/relationships/slide" Target="../slides/slide1358.xml"/><Relationship Id="rId1" Type="http://schemas.openxmlformats.org/officeDocument/2006/relationships/notesMaster" Target="../notesMasters/notesMaster1.xml"/></Relationships>
</file>

<file path=ppt/notesSlides/_rels/notesSlide1308.xml.rels><?xml version="1.0" encoding="UTF-8" standalone="yes"?>
<Relationships xmlns="http://schemas.openxmlformats.org/package/2006/relationships"><Relationship Id="rId2" Type="http://schemas.openxmlformats.org/officeDocument/2006/relationships/slide" Target="../slides/slide1359.xml"/><Relationship Id="rId1" Type="http://schemas.openxmlformats.org/officeDocument/2006/relationships/notesMaster" Target="../notesMasters/notesMaster1.xml"/></Relationships>
</file>

<file path=ppt/notesSlides/_rels/notesSlide1309.xml.rels><?xml version="1.0" encoding="UTF-8" standalone="yes"?>
<Relationships xmlns="http://schemas.openxmlformats.org/package/2006/relationships"><Relationship Id="rId2" Type="http://schemas.openxmlformats.org/officeDocument/2006/relationships/slide" Target="../slides/slide1360.xml"/><Relationship Id="rId1" Type="http://schemas.openxmlformats.org/officeDocument/2006/relationships/notesMaster" Target="../notesMasters/notesMaster1.xml"/></Relationships>
</file>

<file path=ppt/notesSlides/_rels/notesSlide1310.xml.rels><?xml version="1.0" encoding="UTF-8" standalone="yes"?>
<Relationships xmlns="http://schemas.openxmlformats.org/package/2006/relationships"><Relationship Id="rId2" Type="http://schemas.openxmlformats.org/officeDocument/2006/relationships/slide" Target="../slides/slide1361.xml"/><Relationship Id="rId1" Type="http://schemas.openxmlformats.org/officeDocument/2006/relationships/notesMaster" Target="../notesMasters/notesMaster1.xml"/></Relationships>
</file>

<file path=ppt/notesSlides/_rels/notesSlide1311.xml.rels><?xml version="1.0" encoding="UTF-8" standalone="yes"?>
<Relationships xmlns="http://schemas.openxmlformats.org/package/2006/relationships"><Relationship Id="rId2" Type="http://schemas.openxmlformats.org/officeDocument/2006/relationships/slide" Target="../slides/slide1362.xml"/><Relationship Id="rId1" Type="http://schemas.openxmlformats.org/officeDocument/2006/relationships/notesMaster" Target="../notesMasters/notesMaster1.xml"/></Relationships>
</file>

<file path=ppt/notesSlides/_rels/notesSlide1312.xml.rels><?xml version="1.0" encoding="UTF-8" standalone="yes"?>
<Relationships xmlns="http://schemas.openxmlformats.org/package/2006/relationships"><Relationship Id="rId2" Type="http://schemas.openxmlformats.org/officeDocument/2006/relationships/slide" Target="../slides/slide1363.xml"/><Relationship Id="rId1" Type="http://schemas.openxmlformats.org/officeDocument/2006/relationships/notesMaster" Target="../notesMasters/notesMaster1.xml"/></Relationships>
</file>

<file path=ppt/notesSlides/_rels/notesSlide1313.xml.rels><?xml version="1.0" encoding="UTF-8" standalone="yes"?>
<Relationships xmlns="http://schemas.openxmlformats.org/package/2006/relationships"><Relationship Id="rId2" Type="http://schemas.openxmlformats.org/officeDocument/2006/relationships/slide" Target="../slides/slide1364.xml"/><Relationship Id="rId1" Type="http://schemas.openxmlformats.org/officeDocument/2006/relationships/notesMaster" Target="../notesMasters/notesMaster1.xml"/></Relationships>
</file>

<file path=ppt/notesSlides/_rels/notesSlide1314.xml.rels><?xml version="1.0" encoding="UTF-8" standalone="yes"?>
<Relationships xmlns="http://schemas.openxmlformats.org/package/2006/relationships"><Relationship Id="rId2" Type="http://schemas.openxmlformats.org/officeDocument/2006/relationships/slide" Target="../slides/slide1365.xml"/><Relationship Id="rId1" Type="http://schemas.openxmlformats.org/officeDocument/2006/relationships/notesMaster" Target="../notesMasters/notesMaster1.xml"/></Relationships>
</file>

<file path=ppt/notesSlides/_rels/notesSlide1315.xml.rels><?xml version="1.0" encoding="UTF-8" standalone="yes"?>
<Relationships xmlns="http://schemas.openxmlformats.org/package/2006/relationships"><Relationship Id="rId2" Type="http://schemas.openxmlformats.org/officeDocument/2006/relationships/slide" Target="../slides/slide1366.xml"/><Relationship Id="rId1" Type="http://schemas.openxmlformats.org/officeDocument/2006/relationships/notesMaster" Target="../notesMasters/notesMaster1.xml"/></Relationships>
</file>

<file path=ppt/notesSlides/_rels/notesSlide1316.xml.rels><?xml version="1.0" encoding="UTF-8" standalone="yes"?>
<Relationships xmlns="http://schemas.openxmlformats.org/package/2006/relationships"><Relationship Id="rId2" Type="http://schemas.openxmlformats.org/officeDocument/2006/relationships/slide" Target="../slides/slide1367.xml"/><Relationship Id="rId1" Type="http://schemas.openxmlformats.org/officeDocument/2006/relationships/notesMaster" Target="../notesMasters/notesMaster1.xml"/></Relationships>
</file>

<file path=ppt/notesSlides/_rels/notesSlide1317.xml.rels><?xml version="1.0" encoding="UTF-8" standalone="yes"?>
<Relationships xmlns="http://schemas.openxmlformats.org/package/2006/relationships"><Relationship Id="rId2" Type="http://schemas.openxmlformats.org/officeDocument/2006/relationships/slide" Target="../slides/slide1368.xml"/><Relationship Id="rId1" Type="http://schemas.openxmlformats.org/officeDocument/2006/relationships/notesMaster" Target="../notesMasters/notesMaster1.xml"/></Relationships>
</file>

<file path=ppt/notesSlides/_rels/notesSlide1318.xml.rels><?xml version="1.0" encoding="UTF-8" standalone="yes"?>
<Relationships xmlns="http://schemas.openxmlformats.org/package/2006/relationships"><Relationship Id="rId2" Type="http://schemas.openxmlformats.org/officeDocument/2006/relationships/slide" Target="../slides/slide1369.xml"/><Relationship Id="rId1" Type="http://schemas.openxmlformats.org/officeDocument/2006/relationships/notesMaster" Target="../notesMasters/notesMaster1.xml"/></Relationships>
</file>

<file path=ppt/notesSlides/_rels/notesSlide1319.xml.rels><?xml version="1.0" encoding="UTF-8" standalone="yes"?>
<Relationships xmlns="http://schemas.openxmlformats.org/package/2006/relationships"><Relationship Id="rId2" Type="http://schemas.openxmlformats.org/officeDocument/2006/relationships/slide" Target="../slides/slide1370.xml"/><Relationship Id="rId1" Type="http://schemas.openxmlformats.org/officeDocument/2006/relationships/notesMaster" Target="../notesMasters/notesMaster1.xml"/></Relationships>
</file>

<file path=ppt/notesSlides/_rels/notesSlide1320.xml.rels><?xml version="1.0" encoding="UTF-8" standalone="yes"?>
<Relationships xmlns="http://schemas.openxmlformats.org/package/2006/relationships"><Relationship Id="rId2" Type="http://schemas.openxmlformats.org/officeDocument/2006/relationships/slide" Target="../slides/slide1371.xml"/><Relationship Id="rId1" Type="http://schemas.openxmlformats.org/officeDocument/2006/relationships/notesMaster" Target="../notesMasters/notesMaster1.xml"/></Relationships>
</file>

<file path=ppt/notesSlides/_rels/notesSlide1321.xml.rels><?xml version="1.0" encoding="UTF-8" standalone="yes"?>
<Relationships xmlns="http://schemas.openxmlformats.org/package/2006/relationships"><Relationship Id="rId2" Type="http://schemas.openxmlformats.org/officeDocument/2006/relationships/slide" Target="../slides/slide1372.xml"/><Relationship Id="rId1" Type="http://schemas.openxmlformats.org/officeDocument/2006/relationships/notesMaster" Target="../notesMasters/notesMaster1.xml"/></Relationships>
</file>

<file path=ppt/notesSlides/_rels/notesSlide1322.xml.rels><?xml version="1.0" encoding="UTF-8" standalone="yes"?>
<Relationships xmlns="http://schemas.openxmlformats.org/package/2006/relationships"><Relationship Id="rId2" Type="http://schemas.openxmlformats.org/officeDocument/2006/relationships/slide" Target="../slides/slide1373.xml"/><Relationship Id="rId1" Type="http://schemas.openxmlformats.org/officeDocument/2006/relationships/notesMaster" Target="../notesMasters/notesMaster1.xml"/></Relationships>
</file>

<file path=ppt/notesSlides/_rels/notesSlide1323.xml.rels><?xml version="1.0" encoding="UTF-8" standalone="yes"?>
<Relationships xmlns="http://schemas.openxmlformats.org/package/2006/relationships"><Relationship Id="rId2" Type="http://schemas.openxmlformats.org/officeDocument/2006/relationships/slide" Target="../slides/slide1374.xml"/><Relationship Id="rId1" Type="http://schemas.openxmlformats.org/officeDocument/2006/relationships/notesMaster" Target="../notesMasters/notesMaster1.xml"/></Relationships>
</file>

<file path=ppt/notesSlides/_rels/notesSlide1324.xml.rels><?xml version="1.0" encoding="UTF-8" standalone="yes"?>
<Relationships xmlns="http://schemas.openxmlformats.org/package/2006/relationships"><Relationship Id="rId2" Type="http://schemas.openxmlformats.org/officeDocument/2006/relationships/slide" Target="../slides/slide1375.xml"/><Relationship Id="rId1" Type="http://schemas.openxmlformats.org/officeDocument/2006/relationships/notesMaster" Target="../notesMasters/notesMaster1.xml"/></Relationships>
</file>

<file path=ppt/notesSlides/_rels/notesSlide1325.xml.rels><?xml version="1.0" encoding="UTF-8" standalone="yes"?>
<Relationships xmlns="http://schemas.openxmlformats.org/package/2006/relationships"><Relationship Id="rId2" Type="http://schemas.openxmlformats.org/officeDocument/2006/relationships/slide" Target="../slides/slide1376.xml"/><Relationship Id="rId1" Type="http://schemas.openxmlformats.org/officeDocument/2006/relationships/notesMaster" Target="../notesMasters/notesMaster1.xml"/></Relationships>
</file>

<file path=ppt/notesSlides/_rels/notesSlide1326.xml.rels><?xml version="1.0" encoding="UTF-8" standalone="yes"?>
<Relationships xmlns="http://schemas.openxmlformats.org/package/2006/relationships"><Relationship Id="rId2" Type="http://schemas.openxmlformats.org/officeDocument/2006/relationships/slide" Target="../slides/slide1377.xml"/><Relationship Id="rId1" Type="http://schemas.openxmlformats.org/officeDocument/2006/relationships/notesMaster" Target="../notesMasters/notesMaster1.xml"/></Relationships>
</file>

<file path=ppt/notesSlides/_rels/notesSlide1327.xml.rels><?xml version="1.0" encoding="UTF-8" standalone="yes"?>
<Relationships xmlns="http://schemas.openxmlformats.org/package/2006/relationships"><Relationship Id="rId2" Type="http://schemas.openxmlformats.org/officeDocument/2006/relationships/slide" Target="../slides/slide1378.xml"/><Relationship Id="rId1" Type="http://schemas.openxmlformats.org/officeDocument/2006/relationships/notesMaster" Target="../notesMasters/notesMaster1.xml"/></Relationships>
</file>

<file path=ppt/notesSlides/_rels/notesSlide1328.xml.rels><?xml version="1.0" encoding="UTF-8" standalone="yes"?>
<Relationships xmlns="http://schemas.openxmlformats.org/package/2006/relationships"><Relationship Id="rId2" Type="http://schemas.openxmlformats.org/officeDocument/2006/relationships/slide" Target="../slides/slide1379.xml"/><Relationship Id="rId1" Type="http://schemas.openxmlformats.org/officeDocument/2006/relationships/notesMaster" Target="../notesMasters/notesMaster1.xml"/></Relationships>
</file>

<file path=ppt/notesSlides/_rels/notesSlide1329.xml.rels><?xml version="1.0" encoding="UTF-8" standalone="yes"?>
<Relationships xmlns="http://schemas.openxmlformats.org/package/2006/relationships"><Relationship Id="rId2" Type="http://schemas.openxmlformats.org/officeDocument/2006/relationships/slide" Target="../slides/slide1380.xml"/><Relationship Id="rId1" Type="http://schemas.openxmlformats.org/officeDocument/2006/relationships/notesMaster" Target="../notesMasters/notesMaster1.xml"/></Relationships>
</file>

<file path=ppt/notesSlides/_rels/notesSlide1330.xml.rels><?xml version="1.0" encoding="UTF-8" standalone="yes"?>
<Relationships xmlns="http://schemas.openxmlformats.org/package/2006/relationships"><Relationship Id="rId2" Type="http://schemas.openxmlformats.org/officeDocument/2006/relationships/slide" Target="../slides/slide1381.xml"/><Relationship Id="rId1" Type="http://schemas.openxmlformats.org/officeDocument/2006/relationships/notesMaster" Target="../notesMasters/notesMaster1.xml"/></Relationships>
</file>

<file path=ppt/notesSlides/_rels/notesSlide1331.xml.rels><?xml version="1.0" encoding="UTF-8" standalone="yes"?>
<Relationships xmlns="http://schemas.openxmlformats.org/package/2006/relationships"><Relationship Id="rId2" Type="http://schemas.openxmlformats.org/officeDocument/2006/relationships/slide" Target="../slides/slide1382.xml"/><Relationship Id="rId1" Type="http://schemas.openxmlformats.org/officeDocument/2006/relationships/notesMaster" Target="../notesMasters/notesMaster1.xml"/></Relationships>
</file>

<file path=ppt/notesSlides/_rels/notesSlide1332.xml.rels><?xml version="1.0" encoding="UTF-8" standalone="yes"?>
<Relationships xmlns="http://schemas.openxmlformats.org/package/2006/relationships"><Relationship Id="rId2" Type="http://schemas.openxmlformats.org/officeDocument/2006/relationships/slide" Target="../slides/slide1383.xml"/><Relationship Id="rId1" Type="http://schemas.openxmlformats.org/officeDocument/2006/relationships/notesMaster" Target="../notesMasters/notesMaster1.xml"/></Relationships>
</file>

<file path=ppt/notesSlides/_rels/notesSlide1333.xml.rels><?xml version="1.0" encoding="UTF-8" standalone="yes"?>
<Relationships xmlns="http://schemas.openxmlformats.org/package/2006/relationships"><Relationship Id="rId2" Type="http://schemas.openxmlformats.org/officeDocument/2006/relationships/slide" Target="../slides/slide1384.xml"/><Relationship Id="rId1" Type="http://schemas.openxmlformats.org/officeDocument/2006/relationships/notesMaster" Target="../notesMasters/notesMaster1.xml"/></Relationships>
</file>

<file path=ppt/notesSlides/_rels/notesSlide1334.xml.rels><?xml version="1.0" encoding="UTF-8" standalone="yes"?>
<Relationships xmlns="http://schemas.openxmlformats.org/package/2006/relationships"><Relationship Id="rId2" Type="http://schemas.openxmlformats.org/officeDocument/2006/relationships/slide" Target="../slides/slide1385.xml"/><Relationship Id="rId1" Type="http://schemas.openxmlformats.org/officeDocument/2006/relationships/notesMaster" Target="../notesMasters/notesMaster1.xml"/></Relationships>
</file>

<file path=ppt/notesSlides/_rels/notesSlide1335.xml.rels><?xml version="1.0" encoding="UTF-8" standalone="yes"?>
<Relationships xmlns="http://schemas.openxmlformats.org/package/2006/relationships"><Relationship Id="rId2" Type="http://schemas.openxmlformats.org/officeDocument/2006/relationships/slide" Target="../slides/slide1386.xml"/><Relationship Id="rId1" Type="http://schemas.openxmlformats.org/officeDocument/2006/relationships/notesMaster" Target="../notesMasters/notesMaster1.xml"/></Relationships>
</file>

<file path=ppt/notesSlides/_rels/notesSlide1336.xml.rels><?xml version="1.0" encoding="UTF-8" standalone="yes"?>
<Relationships xmlns="http://schemas.openxmlformats.org/package/2006/relationships"><Relationship Id="rId2" Type="http://schemas.openxmlformats.org/officeDocument/2006/relationships/slide" Target="../slides/slide1387.xml"/><Relationship Id="rId1" Type="http://schemas.openxmlformats.org/officeDocument/2006/relationships/notesMaster" Target="../notesMasters/notesMaster1.xml"/></Relationships>
</file>

<file path=ppt/notesSlides/_rels/notesSlide1337.xml.rels><?xml version="1.0" encoding="UTF-8" standalone="yes"?>
<Relationships xmlns="http://schemas.openxmlformats.org/package/2006/relationships"><Relationship Id="rId2" Type="http://schemas.openxmlformats.org/officeDocument/2006/relationships/slide" Target="../slides/slide1388.xml"/><Relationship Id="rId1" Type="http://schemas.openxmlformats.org/officeDocument/2006/relationships/notesMaster" Target="../notesMasters/notesMaster1.xml"/></Relationships>
</file>

<file path=ppt/notesSlides/_rels/notesSlide1338.xml.rels><?xml version="1.0" encoding="UTF-8" standalone="yes"?>
<Relationships xmlns="http://schemas.openxmlformats.org/package/2006/relationships"><Relationship Id="rId2" Type="http://schemas.openxmlformats.org/officeDocument/2006/relationships/slide" Target="../slides/slide1389.xml"/><Relationship Id="rId1" Type="http://schemas.openxmlformats.org/officeDocument/2006/relationships/notesMaster" Target="../notesMasters/notesMaster1.xml"/></Relationships>
</file>

<file path=ppt/notesSlides/_rels/notesSlide1339.xml.rels><?xml version="1.0" encoding="UTF-8" standalone="yes"?>
<Relationships xmlns="http://schemas.openxmlformats.org/package/2006/relationships"><Relationship Id="rId2" Type="http://schemas.openxmlformats.org/officeDocument/2006/relationships/slide" Target="../slides/slide1390.xml"/><Relationship Id="rId1" Type="http://schemas.openxmlformats.org/officeDocument/2006/relationships/notesMaster" Target="../notesMasters/notesMaster1.xml"/></Relationships>
</file>

<file path=ppt/notesSlides/_rels/notesSlide1340.xml.rels><?xml version="1.0" encoding="UTF-8" standalone="yes"?>
<Relationships xmlns="http://schemas.openxmlformats.org/package/2006/relationships"><Relationship Id="rId2" Type="http://schemas.openxmlformats.org/officeDocument/2006/relationships/slide" Target="../slides/slide1391.xml"/><Relationship Id="rId1" Type="http://schemas.openxmlformats.org/officeDocument/2006/relationships/notesMaster" Target="../notesMasters/notesMaster1.xml"/></Relationships>
</file>

<file path=ppt/notesSlides/_rels/notesSlide1341.xml.rels><?xml version="1.0" encoding="UTF-8" standalone="yes"?>
<Relationships xmlns="http://schemas.openxmlformats.org/package/2006/relationships"><Relationship Id="rId2" Type="http://schemas.openxmlformats.org/officeDocument/2006/relationships/slide" Target="../slides/slide1392.xml"/><Relationship Id="rId1" Type="http://schemas.openxmlformats.org/officeDocument/2006/relationships/notesMaster" Target="../notesMasters/notesMaster1.xml"/></Relationships>
</file>

<file path=ppt/notesSlides/_rels/notesSlide1342.xml.rels><?xml version="1.0" encoding="UTF-8" standalone="yes"?>
<Relationships xmlns="http://schemas.openxmlformats.org/package/2006/relationships"><Relationship Id="rId2" Type="http://schemas.openxmlformats.org/officeDocument/2006/relationships/slide" Target="../slides/slide1393.xml"/><Relationship Id="rId1" Type="http://schemas.openxmlformats.org/officeDocument/2006/relationships/notesMaster" Target="../notesMasters/notesMaster1.xml"/></Relationships>
</file>

<file path=ppt/notesSlides/_rels/notesSlide1343.xml.rels><?xml version="1.0" encoding="UTF-8" standalone="yes"?>
<Relationships xmlns="http://schemas.openxmlformats.org/package/2006/relationships"><Relationship Id="rId2" Type="http://schemas.openxmlformats.org/officeDocument/2006/relationships/slide" Target="../slides/slide1394.xml"/><Relationship Id="rId1" Type="http://schemas.openxmlformats.org/officeDocument/2006/relationships/notesMaster" Target="../notesMasters/notesMaster1.xml"/></Relationships>
</file>

<file path=ppt/notesSlides/_rels/notesSlide1344.xml.rels><?xml version="1.0" encoding="UTF-8" standalone="yes"?>
<Relationships xmlns="http://schemas.openxmlformats.org/package/2006/relationships"><Relationship Id="rId2" Type="http://schemas.openxmlformats.org/officeDocument/2006/relationships/slide" Target="../slides/slide1395.xml"/><Relationship Id="rId1" Type="http://schemas.openxmlformats.org/officeDocument/2006/relationships/notesMaster" Target="../notesMasters/notesMaster1.xml"/></Relationships>
</file>

<file path=ppt/notesSlides/_rels/notesSlide1345.xml.rels><?xml version="1.0" encoding="UTF-8" standalone="yes"?>
<Relationships xmlns="http://schemas.openxmlformats.org/package/2006/relationships"><Relationship Id="rId2" Type="http://schemas.openxmlformats.org/officeDocument/2006/relationships/slide" Target="../slides/slide1396.xml"/><Relationship Id="rId1" Type="http://schemas.openxmlformats.org/officeDocument/2006/relationships/notesMaster" Target="../notesMasters/notesMaster1.xml"/></Relationships>
</file>

<file path=ppt/notesSlides/_rels/notesSlide1346.xml.rels><?xml version="1.0" encoding="UTF-8" standalone="yes"?>
<Relationships xmlns="http://schemas.openxmlformats.org/package/2006/relationships"><Relationship Id="rId2" Type="http://schemas.openxmlformats.org/officeDocument/2006/relationships/slide" Target="../slides/slide1397.xml"/><Relationship Id="rId1" Type="http://schemas.openxmlformats.org/officeDocument/2006/relationships/notesMaster" Target="../notesMasters/notesMaster1.xml"/></Relationships>
</file>

<file path=ppt/notesSlides/_rels/notesSlide1347.xml.rels><?xml version="1.0" encoding="UTF-8" standalone="yes"?>
<Relationships xmlns="http://schemas.openxmlformats.org/package/2006/relationships"><Relationship Id="rId2" Type="http://schemas.openxmlformats.org/officeDocument/2006/relationships/slide" Target="../slides/slide1398.xml"/><Relationship Id="rId1" Type="http://schemas.openxmlformats.org/officeDocument/2006/relationships/notesMaster" Target="../notesMasters/notesMaster1.xml"/></Relationships>
</file>

<file path=ppt/notesSlides/_rels/notesSlide1348.xml.rels><?xml version="1.0" encoding="UTF-8" standalone="yes"?>
<Relationships xmlns="http://schemas.openxmlformats.org/package/2006/relationships"><Relationship Id="rId2" Type="http://schemas.openxmlformats.org/officeDocument/2006/relationships/slide" Target="../slides/slide1399.xml"/><Relationship Id="rId1" Type="http://schemas.openxmlformats.org/officeDocument/2006/relationships/notesMaster" Target="../notesMasters/notesMaster1.xml"/></Relationships>
</file>

<file path=ppt/notesSlides/_rels/notesSlide1349.xml.rels><?xml version="1.0" encoding="UTF-8" standalone="yes"?>
<Relationships xmlns="http://schemas.openxmlformats.org/package/2006/relationships"><Relationship Id="rId2" Type="http://schemas.openxmlformats.org/officeDocument/2006/relationships/slide" Target="../slides/slide1400.xml"/><Relationship Id="rId1" Type="http://schemas.openxmlformats.org/officeDocument/2006/relationships/notesMaster" Target="../notesMasters/notesMaster1.xml"/></Relationships>
</file>

<file path=ppt/notesSlides/_rels/notesSlide1350.xml.rels><?xml version="1.0" encoding="UTF-8" standalone="yes"?>
<Relationships xmlns="http://schemas.openxmlformats.org/package/2006/relationships"><Relationship Id="rId2" Type="http://schemas.openxmlformats.org/officeDocument/2006/relationships/slide" Target="../slides/slide1401.xml"/><Relationship Id="rId1" Type="http://schemas.openxmlformats.org/officeDocument/2006/relationships/notesMaster" Target="../notesMasters/notesMaster1.xml"/></Relationships>
</file>

<file path=ppt/notesSlides/_rels/notesSlide1351.xml.rels><?xml version="1.0" encoding="UTF-8" standalone="yes"?>
<Relationships xmlns="http://schemas.openxmlformats.org/package/2006/relationships"><Relationship Id="rId2" Type="http://schemas.openxmlformats.org/officeDocument/2006/relationships/slide" Target="../slides/slide1402.xml"/><Relationship Id="rId1" Type="http://schemas.openxmlformats.org/officeDocument/2006/relationships/notesMaster" Target="../notesMasters/notesMaster1.xml"/></Relationships>
</file>

<file path=ppt/notesSlides/_rels/notesSlide1352.xml.rels><?xml version="1.0" encoding="UTF-8" standalone="yes"?>
<Relationships xmlns="http://schemas.openxmlformats.org/package/2006/relationships"><Relationship Id="rId2" Type="http://schemas.openxmlformats.org/officeDocument/2006/relationships/slide" Target="../slides/slide1403.xml"/><Relationship Id="rId1" Type="http://schemas.openxmlformats.org/officeDocument/2006/relationships/notesMaster" Target="../notesMasters/notesMaster1.xml"/></Relationships>
</file>

<file path=ppt/notesSlides/_rels/notesSlide1353.xml.rels><?xml version="1.0" encoding="UTF-8" standalone="yes"?>
<Relationships xmlns="http://schemas.openxmlformats.org/package/2006/relationships"><Relationship Id="rId2" Type="http://schemas.openxmlformats.org/officeDocument/2006/relationships/slide" Target="../slides/slide1404.xml"/><Relationship Id="rId1" Type="http://schemas.openxmlformats.org/officeDocument/2006/relationships/notesMaster" Target="../notesMasters/notesMaster1.xml"/></Relationships>
</file>

<file path=ppt/notesSlides/_rels/notesSlide1354.xml.rels><?xml version="1.0" encoding="UTF-8" standalone="yes"?>
<Relationships xmlns="http://schemas.openxmlformats.org/package/2006/relationships"><Relationship Id="rId2" Type="http://schemas.openxmlformats.org/officeDocument/2006/relationships/slide" Target="../slides/slide1405.xml"/><Relationship Id="rId1" Type="http://schemas.openxmlformats.org/officeDocument/2006/relationships/notesMaster" Target="../notesMasters/notesMaster1.xml"/></Relationships>
</file>

<file path=ppt/notesSlides/_rels/notesSlide1355.xml.rels><?xml version="1.0" encoding="UTF-8" standalone="yes"?>
<Relationships xmlns="http://schemas.openxmlformats.org/package/2006/relationships"><Relationship Id="rId2" Type="http://schemas.openxmlformats.org/officeDocument/2006/relationships/slide" Target="../slides/slide1406.xml"/><Relationship Id="rId1" Type="http://schemas.openxmlformats.org/officeDocument/2006/relationships/notesMaster" Target="../notesMasters/notesMaster1.xml"/></Relationships>
</file>

<file path=ppt/notesSlides/_rels/notesSlide1356.xml.rels><?xml version="1.0" encoding="UTF-8" standalone="yes"?>
<Relationships xmlns="http://schemas.openxmlformats.org/package/2006/relationships"><Relationship Id="rId2" Type="http://schemas.openxmlformats.org/officeDocument/2006/relationships/slide" Target="../slides/slide1407.xml"/><Relationship Id="rId1" Type="http://schemas.openxmlformats.org/officeDocument/2006/relationships/notesMaster" Target="../notesMasters/notesMaster1.xml"/></Relationships>
</file>

<file path=ppt/notesSlides/_rels/notesSlide1357.xml.rels><?xml version="1.0" encoding="UTF-8" standalone="yes"?>
<Relationships xmlns="http://schemas.openxmlformats.org/package/2006/relationships"><Relationship Id="rId2" Type="http://schemas.openxmlformats.org/officeDocument/2006/relationships/slide" Target="../slides/slide1408.xml"/><Relationship Id="rId1" Type="http://schemas.openxmlformats.org/officeDocument/2006/relationships/notesMaster" Target="../notesMasters/notesMaster1.xml"/></Relationships>
</file>

<file path=ppt/notesSlides/_rels/notesSlide1358.xml.rels><?xml version="1.0" encoding="UTF-8" standalone="yes"?>
<Relationships xmlns="http://schemas.openxmlformats.org/package/2006/relationships"><Relationship Id="rId2" Type="http://schemas.openxmlformats.org/officeDocument/2006/relationships/slide" Target="../slides/slide1409.xml"/><Relationship Id="rId1" Type="http://schemas.openxmlformats.org/officeDocument/2006/relationships/notesMaster" Target="../notesMasters/notesMaster1.xml"/></Relationships>
</file>

<file path=ppt/notesSlides/_rels/notesSlide1359.xml.rels><?xml version="1.0" encoding="UTF-8" standalone="yes"?>
<Relationships xmlns="http://schemas.openxmlformats.org/package/2006/relationships"><Relationship Id="rId2" Type="http://schemas.openxmlformats.org/officeDocument/2006/relationships/slide" Target="../slides/slide1410.xml"/><Relationship Id="rId1" Type="http://schemas.openxmlformats.org/officeDocument/2006/relationships/notesMaster" Target="../notesMasters/notesMaster1.xml"/></Relationships>
</file>

<file path=ppt/notesSlides/_rels/notesSlide1360.xml.rels><?xml version="1.0" encoding="UTF-8" standalone="yes"?>
<Relationships xmlns="http://schemas.openxmlformats.org/package/2006/relationships"><Relationship Id="rId2" Type="http://schemas.openxmlformats.org/officeDocument/2006/relationships/slide" Target="../slides/slide1411.xml"/><Relationship Id="rId1" Type="http://schemas.openxmlformats.org/officeDocument/2006/relationships/notesMaster" Target="../notesMasters/notesMaster1.xml"/></Relationships>
</file>

<file path=ppt/notesSlides/_rels/notesSlide1361.xml.rels><?xml version="1.0" encoding="UTF-8" standalone="yes"?>
<Relationships xmlns="http://schemas.openxmlformats.org/package/2006/relationships"><Relationship Id="rId2" Type="http://schemas.openxmlformats.org/officeDocument/2006/relationships/slide" Target="../slides/slide1412.xml"/><Relationship Id="rId1" Type="http://schemas.openxmlformats.org/officeDocument/2006/relationships/notesMaster" Target="../notesMasters/notesMaster1.xml"/></Relationships>
</file>

<file path=ppt/notesSlides/_rels/notesSlide1362.xml.rels><?xml version="1.0" encoding="UTF-8" standalone="yes"?>
<Relationships xmlns="http://schemas.openxmlformats.org/package/2006/relationships"><Relationship Id="rId2" Type="http://schemas.openxmlformats.org/officeDocument/2006/relationships/slide" Target="../slides/slide1413.xml"/><Relationship Id="rId1" Type="http://schemas.openxmlformats.org/officeDocument/2006/relationships/notesMaster" Target="../notesMasters/notesMaster1.xml"/></Relationships>
</file>

<file path=ppt/notesSlides/_rels/notesSlide1363.xml.rels><?xml version="1.0" encoding="UTF-8" standalone="yes"?>
<Relationships xmlns="http://schemas.openxmlformats.org/package/2006/relationships"><Relationship Id="rId2" Type="http://schemas.openxmlformats.org/officeDocument/2006/relationships/slide" Target="../slides/slide1414.xml"/><Relationship Id="rId1" Type="http://schemas.openxmlformats.org/officeDocument/2006/relationships/notesMaster" Target="../notesMasters/notesMaster1.xml"/></Relationships>
</file>

<file path=ppt/notesSlides/_rels/notesSlide1364.xml.rels><?xml version="1.0" encoding="UTF-8" standalone="yes"?>
<Relationships xmlns="http://schemas.openxmlformats.org/package/2006/relationships"><Relationship Id="rId2" Type="http://schemas.openxmlformats.org/officeDocument/2006/relationships/slide" Target="../slides/slide1415.xml"/><Relationship Id="rId1" Type="http://schemas.openxmlformats.org/officeDocument/2006/relationships/notesMaster" Target="../notesMasters/notesMaster1.xml"/></Relationships>
</file>

<file path=ppt/notesSlides/_rels/notesSlide1365.xml.rels><?xml version="1.0" encoding="UTF-8" standalone="yes"?>
<Relationships xmlns="http://schemas.openxmlformats.org/package/2006/relationships"><Relationship Id="rId2" Type="http://schemas.openxmlformats.org/officeDocument/2006/relationships/slide" Target="../slides/slide1416.xml"/><Relationship Id="rId1" Type="http://schemas.openxmlformats.org/officeDocument/2006/relationships/notesMaster" Target="../notesMasters/notesMaster1.xml"/></Relationships>
</file>

<file path=ppt/notesSlides/_rels/notesSlide1366.xml.rels><?xml version="1.0" encoding="UTF-8" standalone="yes"?>
<Relationships xmlns="http://schemas.openxmlformats.org/package/2006/relationships"><Relationship Id="rId2" Type="http://schemas.openxmlformats.org/officeDocument/2006/relationships/slide" Target="../slides/slide1417.xml"/><Relationship Id="rId1" Type="http://schemas.openxmlformats.org/officeDocument/2006/relationships/notesMaster" Target="../notesMasters/notesMaster1.xml"/></Relationships>
</file>

<file path=ppt/notesSlides/_rels/notesSlide1367.xml.rels><?xml version="1.0" encoding="UTF-8" standalone="yes"?>
<Relationships xmlns="http://schemas.openxmlformats.org/package/2006/relationships"><Relationship Id="rId2" Type="http://schemas.openxmlformats.org/officeDocument/2006/relationships/slide" Target="../slides/slide1418.xml"/><Relationship Id="rId1" Type="http://schemas.openxmlformats.org/officeDocument/2006/relationships/notesMaster" Target="../notesMasters/notesMaster1.xml"/></Relationships>
</file>

<file path=ppt/notesSlides/_rels/notesSlide1368.xml.rels><?xml version="1.0" encoding="UTF-8" standalone="yes"?>
<Relationships xmlns="http://schemas.openxmlformats.org/package/2006/relationships"><Relationship Id="rId2" Type="http://schemas.openxmlformats.org/officeDocument/2006/relationships/slide" Target="../slides/slide1419.xml"/><Relationship Id="rId1" Type="http://schemas.openxmlformats.org/officeDocument/2006/relationships/notesMaster" Target="../notesMasters/notesMaster1.xml"/></Relationships>
</file>

<file path=ppt/notesSlides/_rels/notesSlide1369.xml.rels><?xml version="1.0" encoding="UTF-8" standalone="yes"?>
<Relationships xmlns="http://schemas.openxmlformats.org/package/2006/relationships"><Relationship Id="rId2" Type="http://schemas.openxmlformats.org/officeDocument/2006/relationships/slide" Target="../slides/slide1420.xml"/><Relationship Id="rId1" Type="http://schemas.openxmlformats.org/officeDocument/2006/relationships/notesMaster" Target="../notesMasters/notesMaster1.xml"/></Relationships>
</file>

<file path=ppt/notesSlides/_rels/notesSlide1370.xml.rels><?xml version="1.0" encoding="UTF-8" standalone="yes"?>
<Relationships xmlns="http://schemas.openxmlformats.org/package/2006/relationships"><Relationship Id="rId2" Type="http://schemas.openxmlformats.org/officeDocument/2006/relationships/slide" Target="../slides/slide1421.xml"/><Relationship Id="rId1" Type="http://schemas.openxmlformats.org/officeDocument/2006/relationships/notesMaster" Target="../notesMasters/notesMaster1.xml"/></Relationships>
</file>

<file path=ppt/notesSlides/_rels/notesSlide1371.xml.rels><?xml version="1.0" encoding="UTF-8" standalone="yes"?>
<Relationships xmlns="http://schemas.openxmlformats.org/package/2006/relationships"><Relationship Id="rId2" Type="http://schemas.openxmlformats.org/officeDocument/2006/relationships/slide" Target="../slides/slide1422.xml"/><Relationship Id="rId1" Type="http://schemas.openxmlformats.org/officeDocument/2006/relationships/notesMaster" Target="../notesMasters/notesMaster1.xml"/></Relationships>
</file>

<file path=ppt/notesSlides/_rels/notesSlide1372.xml.rels><?xml version="1.0" encoding="UTF-8" standalone="yes"?>
<Relationships xmlns="http://schemas.openxmlformats.org/package/2006/relationships"><Relationship Id="rId2" Type="http://schemas.openxmlformats.org/officeDocument/2006/relationships/slide" Target="../slides/slide1423.xml"/><Relationship Id="rId1" Type="http://schemas.openxmlformats.org/officeDocument/2006/relationships/notesMaster" Target="../notesMasters/notesMaster1.xml"/></Relationships>
</file>

<file path=ppt/notesSlides/_rels/notesSlide1373.xml.rels><?xml version="1.0" encoding="UTF-8" standalone="yes"?>
<Relationships xmlns="http://schemas.openxmlformats.org/package/2006/relationships"><Relationship Id="rId2" Type="http://schemas.openxmlformats.org/officeDocument/2006/relationships/slide" Target="../slides/slide1424.xml"/><Relationship Id="rId1" Type="http://schemas.openxmlformats.org/officeDocument/2006/relationships/notesMaster" Target="../notesMasters/notesMaster1.xml"/></Relationships>
</file>

<file path=ppt/notesSlides/_rels/notesSlide1374.xml.rels><?xml version="1.0" encoding="UTF-8" standalone="yes"?>
<Relationships xmlns="http://schemas.openxmlformats.org/package/2006/relationships"><Relationship Id="rId2" Type="http://schemas.openxmlformats.org/officeDocument/2006/relationships/slide" Target="../slides/slide1425.xml"/><Relationship Id="rId1" Type="http://schemas.openxmlformats.org/officeDocument/2006/relationships/notesMaster" Target="../notesMasters/notesMaster1.xml"/></Relationships>
</file>

<file path=ppt/notesSlides/_rels/notesSlide1375.xml.rels><?xml version="1.0" encoding="UTF-8" standalone="yes"?>
<Relationships xmlns="http://schemas.openxmlformats.org/package/2006/relationships"><Relationship Id="rId2" Type="http://schemas.openxmlformats.org/officeDocument/2006/relationships/slide" Target="../slides/slide1426.xml"/><Relationship Id="rId1" Type="http://schemas.openxmlformats.org/officeDocument/2006/relationships/notesMaster" Target="../notesMasters/notesMaster1.xml"/></Relationships>
</file>

<file path=ppt/notesSlides/_rels/notesSlide1376.xml.rels><?xml version="1.0" encoding="UTF-8" standalone="yes"?>
<Relationships xmlns="http://schemas.openxmlformats.org/package/2006/relationships"><Relationship Id="rId2" Type="http://schemas.openxmlformats.org/officeDocument/2006/relationships/slide" Target="../slides/slide1427.xml"/><Relationship Id="rId1" Type="http://schemas.openxmlformats.org/officeDocument/2006/relationships/notesMaster" Target="../notesMasters/notesMaster1.xml"/></Relationships>
</file>

<file path=ppt/notesSlides/_rels/notesSlide1377.xml.rels><?xml version="1.0" encoding="UTF-8" standalone="yes"?>
<Relationships xmlns="http://schemas.openxmlformats.org/package/2006/relationships"><Relationship Id="rId2" Type="http://schemas.openxmlformats.org/officeDocument/2006/relationships/slide" Target="../slides/slide1428.xml"/><Relationship Id="rId1" Type="http://schemas.openxmlformats.org/officeDocument/2006/relationships/notesMaster" Target="../notesMasters/notesMaster1.xml"/></Relationships>
</file>

<file path=ppt/notesSlides/_rels/notesSlide1378.xml.rels><?xml version="1.0" encoding="UTF-8" standalone="yes"?>
<Relationships xmlns="http://schemas.openxmlformats.org/package/2006/relationships"><Relationship Id="rId2" Type="http://schemas.openxmlformats.org/officeDocument/2006/relationships/slide" Target="../slides/slide1429.xml"/><Relationship Id="rId1" Type="http://schemas.openxmlformats.org/officeDocument/2006/relationships/notesMaster" Target="../notesMasters/notesMaster1.xml"/></Relationships>
</file>

<file path=ppt/notesSlides/_rels/notesSlide1379.xml.rels><?xml version="1.0" encoding="UTF-8" standalone="yes"?>
<Relationships xmlns="http://schemas.openxmlformats.org/package/2006/relationships"><Relationship Id="rId2" Type="http://schemas.openxmlformats.org/officeDocument/2006/relationships/slide" Target="../slides/slide1430.xml"/><Relationship Id="rId1" Type="http://schemas.openxmlformats.org/officeDocument/2006/relationships/notesMaster" Target="../notesMasters/notesMaster1.xml"/></Relationships>
</file>

<file path=ppt/notesSlides/_rels/notesSlide1380.xml.rels><?xml version="1.0" encoding="UTF-8" standalone="yes"?>
<Relationships xmlns="http://schemas.openxmlformats.org/package/2006/relationships"><Relationship Id="rId2" Type="http://schemas.openxmlformats.org/officeDocument/2006/relationships/slide" Target="../slides/slide1431.xml"/><Relationship Id="rId1" Type="http://schemas.openxmlformats.org/officeDocument/2006/relationships/notesMaster" Target="../notesMasters/notesMaster1.xml"/></Relationships>
</file>

<file path=ppt/notesSlides/_rels/notesSlide1381.xml.rels><?xml version="1.0" encoding="UTF-8" standalone="yes"?>
<Relationships xmlns="http://schemas.openxmlformats.org/package/2006/relationships"><Relationship Id="rId2" Type="http://schemas.openxmlformats.org/officeDocument/2006/relationships/slide" Target="../slides/slide1432.xml"/><Relationship Id="rId1" Type="http://schemas.openxmlformats.org/officeDocument/2006/relationships/notesMaster" Target="../notesMasters/notesMaster1.xml"/></Relationships>
</file>

<file path=ppt/notesSlides/_rels/notesSlide1382.xml.rels><?xml version="1.0" encoding="UTF-8" standalone="yes"?>
<Relationships xmlns="http://schemas.openxmlformats.org/package/2006/relationships"><Relationship Id="rId2" Type="http://schemas.openxmlformats.org/officeDocument/2006/relationships/slide" Target="../slides/slide1433.xml"/><Relationship Id="rId1" Type="http://schemas.openxmlformats.org/officeDocument/2006/relationships/notesMaster" Target="../notesMasters/notesMaster1.xml"/></Relationships>
</file>

<file path=ppt/notesSlides/_rels/notesSlide1383.xml.rels><?xml version="1.0" encoding="UTF-8" standalone="yes"?>
<Relationships xmlns="http://schemas.openxmlformats.org/package/2006/relationships"><Relationship Id="rId2" Type="http://schemas.openxmlformats.org/officeDocument/2006/relationships/slide" Target="../slides/slide1434.xml"/><Relationship Id="rId1" Type="http://schemas.openxmlformats.org/officeDocument/2006/relationships/notesMaster" Target="../notesMasters/notesMaster1.xml"/></Relationships>
</file>

<file path=ppt/notesSlides/_rels/notesSlide1384.xml.rels><?xml version="1.0" encoding="UTF-8" standalone="yes"?>
<Relationships xmlns="http://schemas.openxmlformats.org/package/2006/relationships"><Relationship Id="rId2" Type="http://schemas.openxmlformats.org/officeDocument/2006/relationships/slide" Target="../slides/slide1435.xml"/><Relationship Id="rId1" Type="http://schemas.openxmlformats.org/officeDocument/2006/relationships/notesMaster" Target="../notesMasters/notesMaster1.xml"/></Relationships>
</file>

<file path=ppt/notesSlides/_rels/notesSlide1385.xml.rels><?xml version="1.0" encoding="UTF-8" standalone="yes"?>
<Relationships xmlns="http://schemas.openxmlformats.org/package/2006/relationships"><Relationship Id="rId2" Type="http://schemas.openxmlformats.org/officeDocument/2006/relationships/slide" Target="../slides/slide1436.xml"/><Relationship Id="rId1" Type="http://schemas.openxmlformats.org/officeDocument/2006/relationships/notesMaster" Target="../notesMasters/notesMaster1.xml"/></Relationships>
</file>

<file path=ppt/notesSlides/_rels/notesSlide1386.xml.rels><?xml version="1.0" encoding="UTF-8" standalone="yes"?>
<Relationships xmlns="http://schemas.openxmlformats.org/package/2006/relationships"><Relationship Id="rId2" Type="http://schemas.openxmlformats.org/officeDocument/2006/relationships/slide" Target="../slides/slide1437.xml"/><Relationship Id="rId1" Type="http://schemas.openxmlformats.org/officeDocument/2006/relationships/notesMaster" Target="../notesMasters/notesMaster1.xml"/></Relationships>
</file>

<file path=ppt/notesSlides/_rels/notesSlide1387.xml.rels><?xml version="1.0" encoding="UTF-8" standalone="yes"?>
<Relationships xmlns="http://schemas.openxmlformats.org/package/2006/relationships"><Relationship Id="rId2" Type="http://schemas.openxmlformats.org/officeDocument/2006/relationships/slide" Target="../slides/slide1438.xml"/><Relationship Id="rId1" Type="http://schemas.openxmlformats.org/officeDocument/2006/relationships/notesMaster" Target="../notesMasters/notesMaster1.xml"/></Relationships>
</file>

<file path=ppt/notesSlides/_rels/notesSlide1388.xml.rels><?xml version="1.0" encoding="UTF-8" standalone="yes"?>
<Relationships xmlns="http://schemas.openxmlformats.org/package/2006/relationships"><Relationship Id="rId2" Type="http://schemas.openxmlformats.org/officeDocument/2006/relationships/slide" Target="../slides/slide1439.xml"/><Relationship Id="rId1" Type="http://schemas.openxmlformats.org/officeDocument/2006/relationships/notesMaster" Target="../notesMasters/notesMaster1.xml"/></Relationships>
</file>

<file path=ppt/notesSlides/_rels/notesSlide1389.xml.rels><?xml version="1.0" encoding="UTF-8" standalone="yes"?>
<Relationships xmlns="http://schemas.openxmlformats.org/package/2006/relationships"><Relationship Id="rId2" Type="http://schemas.openxmlformats.org/officeDocument/2006/relationships/slide" Target="../slides/slide1440.xml"/><Relationship Id="rId1" Type="http://schemas.openxmlformats.org/officeDocument/2006/relationships/notesMaster" Target="../notesMasters/notesMaster1.xml"/></Relationships>
</file>

<file path=ppt/notesSlides/_rels/notesSlide1390.xml.rels><?xml version="1.0" encoding="UTF-8" standalone="yes"?>
<Relationships xmlns="http://schemas.openxmlformats.org/package/2006/relationships"><Relationship Id="rId2" Type="http://schemas.openxmlformats.org/officeDocument/2006/relationships/slide" Target="../slides/slide1441.xml"/><Relationship Id="rId1" Type="http://schemas.openxmlformats.org/officeDocument/2006/relationships/notesMaster" Target="../notesMasters/notesMaster1.xml"/></Relationships>
</file>

<file path=ppt/notesSlides/_rels/notesSlide1391.xml.rels><?xml version="1.0" encoding="UTF-8" standalone="yes"?>
<Relationships xmlns="http://schemas.openxmlformats.org/package/2006/relationships"><Relationship Id="rId2" Type="http://schemas.openxmlformats.org/officeDocument/2006/relationships/slide" Target="../slides/slide1442.xml"/><Relationship Id="rId1" Type="http://schemas.openxmlformats.org/officeDocument/2006/relationships/notesMaster" Target="../notesMasters/notesMaster1.xml"/></Relationships>
</file>

<file path=ppt/notesSlides/_rels/notesSlide1392.xml.rels><?xml version="1.0" encoding="UTF-8" standalone="yes"?>
<Relationships xmlns="http://schemas.openxmlformats.org/package/2006/relationships"><Relationship Id="rId2" Type="http://schemas.openxmlformats.org/officeDocument/2006/relationships/slide" Target="../slides/slide1443.xml"/><Relationship Id="rId1" Type="http://schemas.openxmlformats.org/officeDocument/2006/relationships/notesMaster" Target="../notesMasters/notesMaster1.xml"/></Relationships>
</file>

<file path=ppt/notesSlides/_rels/notesSlide1393.xml.rels><?xml version="1.0" encoding="UTF-8" standalone="yes"?>
<Relationships xmlns="http://schemas.openxmlformats.org/package/2006/relationships"><Relationship Id="rId2" Type="http://schemas.openxmlformats.org/officeDocument/2006/relationships/slide" Target="../slides/slide1444.xml"/><Relationship Id="rId1" Type="http://schemas.openxmlformats.org/officeDocument/2006/relationships/notesMaster" Target="../notesMasters/notesMaster1.xml"/></Relationships>
</file>

<file path=ppt/notesSlides/_rels/notesSlide1394.xml.rels><?xml version="1.0" encoding="UTF-8" standalone="yes"?>
<Relationships xmlns="http://schemas.openxmlformats.org/package/2006/relationships"><Relationship Id="rId2" Type="http://schemas.openxmlformats.org/officeDocument/2006/relationships/slide" Target="../slides/slide1445.xml"/><Relationship Id="rId1" Type="http://schemas.openxmlformats.org/officeDocument/2006/relationships/notesMaster" Target="../notesMasters/notesMaster1.xml"/></Relationships>
</file>

<file path=ppt/notesSlides/_rels/notesSlide1395.xml.rels><?xml version="1.0" encoding="UTF-8" standalone="yes"?>
<Relationships xmlns="http://schemas.openxmlformats.org/package/2006/relationships"><Relationship Id="rId2" Type="http://schemas.openxmlformats.org/officeDocument/2006/relationships/slide" Target="../slides/slide1446.xml"/><Relationship Id="rId1" Type="http://schemas.openxmlformats.org/officeDocument/2006/relationships/notesMaster" Target="../notesMasters/notesMaster1.xml"/></Relationships>
</file>

<file path=ppt/notesSlides/_rels/notesSlide1396.xml.rels><?xml version="1.0" encoding="UTF-8" standalone="yes"?>
<Relationships xmlns="http://schemas.openxmlformats.org/package/2006/relationships"><Relationship Id="rId2" Type="http://schemas.openxmlformats.org/officeDocument/2006/relationships/slide" Target="../slides/slide1447.xml"/><Relationship Id="rId1" Type="http://schemas.openxmlformats.org/officeDocument/2006/relationships/notesMaster" Target="../notesMasters/notesMaster1.xml"/></Relationships>
</file>

<file path=ppt/notesSlides/_rels/notesSlide1397.xml.rels><?xml version="1.0" encoding="UTF-8" standalone="yes"?>
<Relationships xmlns="http://schemas.openxmlformats.org/package/2006/relationships"><Relationship Id="rId2" Type="http://schemas.openxmlformats.org/officeDocument/2006/relationships/slide" Target="../slides/slide1448.xml"/><Relationship Id="rId1" Type="http://schemas.openxmlformats.org/officeDocument/2006/relationships/notesMaster" Target="../notesMasters/notesMaster1.xml"/></Relationships>
</file>

<file path=ppt/notesSlides/_rels/notesSlide1398.xml.rels><?xml version="1.0" encoding="UTF-8" standalone="yes"?>
<Relationships xmlns="http://schemas.openxmlformats.org/package/2006/relationships"><Relationship Id="rId2" Type="http://schemas.openxmlformats.org/officeDocument/2006/relationships/slide" Target="../slides/slide1449.xml"/><Relationship Id="rId1" Type="http://schemas.openxmlformats.org/officeDocument/2006/relationships/notesMaster" Target="../notesMasters/notesMaster1.xml"/></Relationships>
</file>

<file path=ppt/notesSlides/_rels/notesSlide1399.xml.rels><?xml version="1.0" encoding="UTF-8" standalone="yes"?>
<Relationships xmlns="http://schemas.openxmlformats.org/package/2006/relationships"><Relationship Id="rId2" Type="http://schemas.openxmlformats.org/officeDocument/2006/relationships/slide" Target="../slides/slide1450.xml"/><Relationship Id="rId1" Type="http://schemas.openxmlformats.org/officeDocument/2006/relationships/notesMaster" Target="../notesMasters/notesMaster1.xml"/></Relationships>
</file>

<file path=ppt/notesSlides/_rels/notesSlide1400.xml.rels><?xml version="1.0" encoding="UTF-8" standalone="yes"?>
<Relationships xmlns="http://schemas.openxmlformats.org/package/2006/relationships"><Relationship Id="rId2" Type="http://schemas.openxmlformats.org/officeDocument/2006/relationships/slide" Target="../slides/slide1451.xml"/><Relationship Id="rId1" Type="http://schemas.openxmlformats.org/officeDocument/2006/relationships/notesMaster" Target="../notesMasters/notesMaster1.xml"/></Relationships>
</file>

<file path=ppt/notesSlides/_rels/notesSlide1401.xml.rels><?xml version="1.0" encoding="UTF-8" standalone="yes"?>
<Relationships xmlns="http://schemas.openxmlformats.org/package/2006/relationships"><Relationship Id="rId2" Type="http://schemas.openxmlformats.org/officeDocument/2006/relationships/slide" Target="../slides/slide1452.xml"/><Relationship Id="rId1" Type="http://schemas.openxmlformats.org/officeDocument/2006/relationships/notesMaster" Target="../notesMasters/notesMaster1.xml"/></Relationships>
</file>

<file path=ppt/notesSlides/_rels/notesSlide1402.xml.rels><?xml version="1.0" encoding="UTF-8" standalone="yes"?>
<Relationships xmlns="http://schemas.openxmlformats.org/package/2006/relationships"><Relationship Id="rId2" Type="http://schemas.openxmlformats.org/officeDocument/2006/relationships/slide" Target="../slides/slide1453.xml"/><Relationship Id="rId1" Type="http://schemas.openxmlformats.org/officeDocument/2006/relationships/notesMaster" Target="../notesMasters/notesMaster1.xml"/></Relationships>
</file>

<file path=ppt/notesSlides/_rels/notesSlide1403.xml.rels><?xml version="1.0" encoding="UTF-8" standalone="yes"?>
<Relationships xmlns="http://schemas.openxmlformats.org/package/2006/relationships"><Relationship Id="rId2" Type="http://schemas.openxmlformats.org/officeDocument/2006/relationships/slide" Target="../slides/slide1454.xml"/><Relationship Id="rId1" Type="http://schemas.openxmlformats.org/officeDocument/2006/relationships/notesMaster" Target="../notesMasters/notesMaster1.xml"/></Relationships>
</file>

<file path=ppt/notesSlides/_rels/notesSlide1404.xml.rels><?xml version="1.0" encoding="UTF-8" standalone="yes"?>
<Relationships xmlns="http://schemas.openxmlformats.org/package/2006/relationships"><Relationship Id="rId2" Type="http://schemas.openxmlformats.org/officeDocument/2006/relationships/slide" Target="../slides/slide1455.xml"/><Relationship Id="rId1" Type="http://schemas.openxmlformats.org/officeDocument/2006/relationships/notesMaster" Target="../notesMasters/notesMaster1.xml"/></Relationships>
</file>

<file path=ppt/notesSlides/_rels/notesSlide1405.xml.rels><?xml version="1.0" encoding="UTF-8" standalone="yes"?>
<Relationships xmlns="http://schemas.openxmlformats.org/package/2006/relationships"><Relationship Id="rId2" Type="http://schemas.openxmlformats.org/officeDocument/2006/relationships/slide" Target="../slides/slide1456.xml"/><Relationship Id="rId1" Type="http://schemas.openxmlformats.org/officeDocument/2006/relationships/notesMaster" Target="../notesMasters/notesMaster1.xml"/></Relationships>
</file>

<file path=ppt/notesSlides/_rels/notesSlide1406.xml.rels><?xml version="1.0" encoding="UTF-8" standalone="yes"?>
<Relationships xmlns="http://schemas.openxmlformats.org/package/2006/relationships"><Relationship Id="rId2" Type="http://schemas.openxmlformats.org/officeDocument/2006/relationships/slide" Target="../slides/slide1457.xml"/><Relationship Id="rId1" Type="http://schemas.openxmlformats.org/officeDocument/2006/relationships/notesMaster" Target="../notesMasters/notesMaster1.xml"/></Relationships>
</file>

<file path=ppt/notesSlides/_rels/notesSlide1407.xml.rels><?xml version="1.0" encoding="UTF-8" standalone="yes"?>
<Relationships xmlns="http://schemas.openxmlformats.org/package/2006/relationships"><Relationship Id="rId2" Type="http://schemas.openxmlformats.org/officeDocument/2006/relationships/slide" Target="../slides/slide1458.xml"/><Relationship Id="rId1" Type="http://schemas.openxmlformats.org/officeDocument/2006/relationships/notesMaster" Target="../notesMasters/notesMaster1.xml"/></Relationships>
</file>

<file path=ppt/notesSlides/_rels/notesSlide1408.xml.rels><?xml version="1.0" encoding="UTF-8" standalone="yes"?>
<Relationships xmlns="http://schemas.openxmlformats.org/package/2006/relationships"><Relationship Id="rId2" Type="http://schemas.openxmlformats.org/officeDocument/2006/relationships/slide" Target="../slides/slide1459.xml"/><Relationship Id="rId1" Type="http://schemas.openxmlformats.org/officeDocument/2006/relationships/notesMaster" Target="../notesMasters/notesMaster1.xml"/></Relationships>
</file>

<file path=ppt/notesSlides/_rels/notesSlide1409.xml.rels><?xml version="1.0" encoding="UTF-8" standalone="yes"?>
<Relationships xmlns="http://schemas.openxmlformats.org/package/2006/relationships"><Relationship Id="rId2" Type="http://schemas.openxmlformats.org/officeDocument/2006/relationships/slide" Target="../slides/slide1460.xml"/><Relationship Id="rId1" Type="http://schemas.openxmlformats.org/officeDocument/2006/relationships/notesMaster" Target="../notesMasters/notesMaster1.xml"/></Relationships>
</file>

<file path=ppt/notesSlides/_rels/notesSlide1410.xml.rels><?xml version="1.0" encoding="UTF-8" standalone="yes"?>
<Relationships xmlns="http://schemas.openxmlformats.org/package/2006/relationships"><Relationship Id="rId2" Type="http://schemas.openxmlformats.org/officeDocument/2006/relationships/slide" Target="../slides/slide1461.xml"/><Relationship Id="rId1" Type="http://schemas.openxmlformats.org/officeDocument/2006/relationships/notesMaster" Target="../notesMasters/notesMaster1.xml"/></Relationships>
</file>

<file path=ppt/notesSlides/_rels/notesSlide1411.xml.rels><?xml version="1.0" encoding="UTF-8" standalone="yes"?>
<Relationships xmlns="http://schemas.openxmlformats.org/package/2006/relationships"><Relationship Id="rId2" Type="http://schemas.openxmlformats.org/officeDocument/2006/relationships/slide" Target="../slides/slide1462.xml"/><Relationship Id="rId1" Type="http://schemas.openxmlformats.org/officeDocument/2006/relationships/notesMaster" Target="../notesMasters/notesMaster1.xml"/></Relationships>
</file>

<file path=ppt/notesSlides/_rels/notesSlide1412.xml.rels><?xml version="1.0" encoding="UTF-8" standalone="yes"?>
<Relationships xmlns="http://schemas.openxmlformats.org/package/2006/relationships"><Relationship Id="rId2" Type="http://schemas.openxmlformats.org/officeDocument/2006/relationships/slide" Target="../slides/slide1463.xml"/><Relationship Id="rId1" Type="http://schemas.openxmlformats.org/officeDocument/2006/relationships/notesMaster" Target="../notesMasters/notesMaster1.xml"/></Relationships>
</file>

<file path=ppt/notesSlides/_rels/notesSlide1413.xml.rels><?xml version="1.0" encoding="UTF-8" standalone="yes"?>
<Relationships xmlns="http://schemas.openxmlformats.org/package/2006/relationships"><Relationship Id="rId2" Type="http://schemas.openxmlformats.org/officeDocument/2006/relationships/slide" Target="../slides/slide1464.xml"/><Relationship Id="rId1" Type="http://schemas.openxmlformats.org/officeDocument/2006/relationships/notesMaster" Target="../notesMasters/notesMaster1.xml"/></Relationships>
</file>

<file path=ppt/notesSlides/_rels/notesSlide1414.xml.rels><?xml version="1.0" encoding="UTF-8" standalone="yes"?>
<Relationships xmlns="http://schemas.openxmlformats.org/package/2006/relationships"><Relationship Id="rId2" Type="http://schemas.openxmlformats.org/officeDocument/2006/relationships/slide" Target="../slides/slide1465.xml"/><Relationship Id="rId1" Type="http://schemas.openxmlformats.org/officeDocument/2006/relationships/notesMaster" Target="../notesMasters/notesMaster1.xml"/></Relationships>
</file>

<file path=ppt/notesSlides/_rels/notesSlide1415.xml.rels><?xml version="1.0" encoding="UTF-8" standalone="yes"?>
<Relationships xmlns="http://schemas.openxmlformats.org/package/2006/relationships"><Relationship Id="rId2" Type="http://schemas.openxmlformats.org/officeDocument/2006/relationships/slide" Target="../slides/slide1466.xml"/><Relationship Id="rId1" Type="http://schemas.openxmlformats.org/officeDocument/2006/relationships/notesMaster" Target="../notesMasters/notesMaster1.xml"/></Relationships>
</file>

<file path=ppt/notesSlides/_rels/notesSlide1416.xml.rels><?xml version="1.0" encoding="UTF-8" standalone="yes"?>
<Relationships xmlns="http://schemas.openxmlformats.org/package/2006/relationships"><Relationship Id="rId2" Type="http://schemas.openxmlformats.org/officeDocument/2006/relationships/slide" Target="../slides/slide1467.xml"/><Relationship Id="rId1" Type="http://schemas.openxmlformats.org/officeDocument/2006/relationships/notesMaster" Target="../notesMasters/notesMaster1.xml"/></Relationships>
</file>

<file path=ppt/notesSlides/_rels/notesSlide1417.xml.rels><?xml version="1.0" encoding="UTF-8" standalone="yes"?>
<Relationships xmlns="http://schemas.openxmlformats.org/package/2006/relationships"><Relationship Id="rId2" Type="http://schemas.openxmlformats.org/officeDocument/2006/relationships/slide" Target="../slides/slide1468.xml"/><Relationship Id="rId1" Type="http://schemas.openxmlformats.org/officeDocument/2006/relationships/notesMaster" Target="../notesMasters/notesMaster1.xml"/></Relationships>
</file>

<file path=ppt/notesSlides/_rels/notesSlide1418.xml.rels><?xml version="1.0" encoding="UTF-8" standalone="yes"?>
<Relationships xmlns="http://schemas.openxmlformats.org/package/2006/relationships"><Relationship Id="rId2" Type="http://schemas.openxmlformats.org/officeDocument/2006/relationships/slide" Target="../slides/slide1469.xml"/><Relationship Id="rId1" Type="http://schemas.openxmlformats.org/officeDocument/2006/relationships/notesMaster" Target="../notesMasters/notesMaster1.xml"/></Relationships>
</file>

<file path=ppt/notesSlides/_rels/notesSlide1419.xml.rels><?xml version="1.0" encoding="UTF-8" standalone="yes"?>
<Relationships xmlns="http://schemas.openxmlformats.org/package/2006/relationships"><Relationship Id="rId2" Type="http://schemas.openxmlformats.org/officeDocument/2006/relationships/slide" Target="../slides/slide1470.xml"/><Relationship Id="rId1" Type="http://schemas.openxmlformats.org/officeDocument/2006/relationships/notesMaster" Target="../notesMasters/notesMaster1.xml"/></Relationships>
</file>

<file path=ppt/notesSlides/_rels/notesSlide1420.xml.rels><?xml version="1.0" encoding="UTF-8" standalone="yes"?>
<Relationships xmlns="http://schemas.openxmlformats.org/package/2006/relationships"><Relationship Id="rId2" Type="http://schemas.openxmlformats.org/officeDocument/2006/relationships/slide" Target="../slides/slide1471.xml"/><Relationship Id="rId1" Type="http://schemas.openxmlformats.org/officeDocument/2006/relationships/notesMaster" Target="../notesMasters/notesMaster1.xml"/></Relationships>
</file>

<file path=ppt/notesSlides/_rels/notesSlide1421.xml.rels><?xml version="1.0" encoding="UTF-8" standalone="yes"?>
<Relationships xmlns="http://schemas.openxmlformats.org/package/2006/relationships"><Relationship Id="rId2" Type="http://schemas.openxmlformats.org/officeDocument/2006/relationships/slide" Target="../slides/slide1472.xml"/><Relationship Id="rId1" Type="http://schemas.openxmlformats.org/officeDocument/2006/relationships/notesMaster" Target="../notesMasters/notesMaster1.xml"/></Relationships>
</file>

<file path=ppt/notesSlides/_rels/notesSlide1422.xml.rels><?xml version="1.0" encoding="UTF-8" standalone="yes"?>
<Relationships xmlns="http://schemas.openxmlformats.org/package/2006/relationships"><Relationship Id="rId2" Type="http://schemas.openxmlformats.org/officeDocument/2006/relationships/slide" Target="../slides/slide1473.xml"/><Relationship Id="rId1" Type="http://schemas.openxmlformats.org/officeDocument/2006/relationships/notesMaster" Target="../notesMasters/notesMaster1.xml"/></Relationships>
</file>

<file path=ppt/notesSlides/_rels/notesSlide1423.xml.rels><?xml version="1.0" encoding="UTF-8" standalone="yes"?>
<Relationships xmlns="http://schemas.openxmlformats.org/package/2006/relationships"><Relationship Id="rId2" Type="http://schemas.openxmlformats.org/officeDocument/2006/relationships/slide" Target="../slides/slide1474.xml"/><Relationship Id="rId1" Type="http://schemas.openxmlformats.org/officeDocument/2006/relationships/notesMaster" Target="../notesMasters/notesMaster1.xml"/></Relationships>
</file>

<file path=ppt/notesSlides/_rels/notesSlide1424.xml.rels><?xml version="1.0" encoding="UTF-8" standalone="yes"?>
<Relationships xmlns="http://schemas.openxmlformats.org/package/2006/relationships"><Relationship Id="rId2" Type="http://schemas.openxmlformats.org/officeDocument/2006/relationships/slide" Target="../slides/slide1475.xml"/><Relationship Id="rId1" Type="http://schemas.openxmlformats.org/officeDocument/2006/relationships/notesMaster" Target="../notesMasters/notesMaster1.xml"/></Relationships>
</file>

<file path=ppt/notesSlides/_rels/notesSlide1425.xml.rels><?xml version="1.0" encoding="UTF-8" standalone="yes"?>
<Relationships xmlns="http://schemas.openxmlformats.org/package/2006/relationships"><Relationship Id="rId2" Type="http://schemas.openxmlformats.org/officeDocument/2006/relationships/slide" Target="../slides/slide1476.xml"/><Relationship Id="rId1" Type="http://schemas.openxmlformats.org/officeDocument/2006/relationships/notesMaster" Target="../notesMasters/notesMaster1.xml"/></Relationships>
</file>

<file path=ppt/notesSlides/_rels/notesSlide1426.xml.rels><?xml version="1.0" encoding="UTF-8" standalone="yes"?>
<Relationships xmlns="http://schemas.openxmlformats.org/package/2006/relationships"><Relationship Id="rId2" Type="http://schemas.openxmlformats.org/officeDocument/2006/relationships/slide" Target="../slides/slide1477.xml"/><Relationship Id="rId1" Type="http://schemas.openxmlformats.org/officeDocument/2006/relationships/notesMaster" Target="../notesMasters/notesMaster1.xml"/></Relationships>
</file>

<file path=ppt/notesSlides/_rels/notesSlide1427.xml.rels><?xml version="1.0" encoding="UTF-8" standalone="yes"?>
<Relationships xmlns="http://schemas.openxmlformats.org/package/2006/relationships"><Relationship Id="rId2" Type="http://schemas.openxmlformats.org/officeDocument/2006/relationships/slide" Target="../slides/slide1478.xml"/><Relationship Id="rId1" Type="http://schemas.openxmlformats.org/officeDocument/2006/relationships/notesMaster" Target="../notesMasters/notesMaster1.xml"/></Relationships>
</file>

<file path=ppt/notesSlides/_rels/notesSlide1428.xml.rels><?xml version="1.0" encoding="UTF-8" standalone="yes"?>
<Relationships xmlns="http://schemas.openxmlformats.org/package/2006/relationships"><Relationship Id="rId2" Type="http://schemas.openxmlformats.org/officeDocument/2006/relationships/slide" Target="../slides/slide1479.xml"/><Relationship Id="rId1" Type="http://schemas.openxmlformats.org/officeDocument/2006/relationships/notesMaster" Target="../notesMasters/notesMaster1.xml"/></Relationships>
</file>

<file path=ppt/notesSlides/_rels/notesSlide1429.xml.rels><?xml version="1.0" encoding="UTF-8" standalone="yes"?>
<Relationships xmlns="http://schemas.openxmlformats.org/package/2006/relationships"><Relationship Id="rId2" Type="http://schemas.openxmlformats.org/officeDocument/2006/relationships/slide" Target="../slides/slide1480.xml"/><Relationship Id="rId1" Type="http://schemas.openxmlformats.org/officeDocument/2006/relationships/notesMaster" Target="../notesMasters/notesMaster1.xml"/></Relationships>
</file>

<file path=ppt/notesSlides/_rels/notesSlide1430.xml.rels><?xml version="1.0" encoding="UTF-8" standalone="yes"?>
<Relationships xmlns="http://schemas.openxmlformats.org/package/2006/relationships"><Relationship Id="rId2" Type="http://schemas.openxmlformats.org/officeDocument/2006/relationships/slide" Target="../slides/slide1481.xml"/><Relationship Id="rId1" Type="http://schemas.openxmlformats.org/officeDocument/2006/relationships/notesMaster" Target="../notesMasters/notesMaster1.xml"/></Relationships>
</file>

<file path=ppt/notesSlides/_rels/notesSlide1431.xml.rels><?xml version="1.0" encoding="UTF-8" standalone="yes"?>
<Relationships xmlns="http://schemas.openxmlformats.org/package/2006/relationships"><Relationship Id="rId2" Type="http://schemas.openxmlformats.org/officeDocument/2006/relationships/slide" Target="../slides/slide1482.xml"/><Relationship Id="rId1" Type="http://schemas.openxmlformats.org/officeDocument/2006/relationships/notesMaster" Target="../notesMasters/notesMaster1.xml"/></Relationships>
</file>

<file path=ppt/notesSlides/_rels/notesSlide1432.xml.rels><?xml version="1.0" encoding="UTF-8" standalone="yes"?>
<Relationships xmlns="http://schemas.openxmlformats.org/package/2006/relationships"><Relationship Id="rId2" Type="http://schemas.openxmlformats.org/officeDocument/2006/relationships/slide" Target="../slides/slide1483.xml"/><Relationship Id="rId1" Type="http://schemas.openxmlformats.org/officeDocument/2006/relationships/notesMaster" Target="../notesMasters/notesMaster1.xml"/></Relationships>
</file>

<file path=ppt/notesSlides/_rels/notesSlide1433.xml.rels><?xml version="1.0" encoding="UTF-8" standalone="yes"?>
<Relationships xmlns="http://schemas.openxmlformats.org/package/2006/relationships"><Relationship Id="rId2" Type="http://schemas.openxmlformats.org/officeDocument/2006/relationships/slide" Target="../slides/slide1484.xml"/><Relationship Id="rId1" Type="http://schemas.openxmlformats.org/officeDocument/2006/relationships/notesMaster" Target="../notesMasters/notesMaster1.xml"/></Relationships>
</file>

<file path=ppt/notesSlides/_rels/notesSlide1434.xml.rels><?xml version="1.0" encoding="UTF-8" standalone="yes"?>
<Relationships xmlns="http://schemas.openxmlformats.org/package/2006/relationships"><Relationship Id="rId2" Type="http://schemas.openxmlformats.org/officeDocument/2006/relationships/slide" Target="../slides/slide1485.xml"/><Relationship Id="rId1" Type="http://schemas.openxmlformats.org/officeDocument/2006/relationships/notesMaster" Target="../notesMasters/notesMaster1.xml"/></Relationships>
</file>

<file path=ppt/notesSlides/_rels/notesSlide1435.xml.rels><?xml version="1.0" encoding="UTF-8" standalone="yes"?>
<Relationships xmlns="http://schemas.openxmlformats.org/package/2006/relationships"><Relationship Id="rId2" Type="http://schemas.openxmlformats.org/officeDocument/2006/relationships/slide" Target="../slides/slide1486.xml"/><Relationship Id="rId1" Type="http://schemas.openxmlformats.org/officeDocument/2006/relationships/notesMaster" Target="../notesMasters/notesMaster1.xml"/></Relationships>
</file>

<file path=ppt/notesSlides/_rels/notesSlide1436.xml.rels><?xml version="1.0" encoding="UTF-8" standalone="yes"?>
<Relationships xmlns="http://schemas.openxmlformats.org/package/2006/relationships"><Relationship Id="rId2" Type="http://schemas.openxmlformats.org/officeDocument/2006/relationships/slide" Target="../slides/slide1487.xml"/><Relationship Id="rId1" Type="http://schemas.openxmlformats.org/officeDocument/2006/relationships/notesMaster" Target="../notesMasters/notesMaster1.xml"/></Relationships>
</file>

<file path=ppt/notesSlides/_rels/notesSlide1437.xml.rels><?xml version="1.0" encoding="UTF-8" standalone="yes"?>
<Relationships xmlns="http://schemas.openxmlformats.org/package/2006/relationships"><Relationship Id="rId2" Type="http://schemas.openxmlformats.org/officeDocument/2006/relationships/slide" Target="../slides/slide1488.xml"/><Relationship Id="rId1" Type="http://schemas.openxmlformats.org/officeDocument/2006/relationships/notesMaster" Target="../notesMasters/notesMaster1.xml"/></Relationships>
</file>

<file path=ppt/notesSlides/_rels/notesSlide1438.xml.rels><?xml version="1.0" encoding="UTF-8" standalone="yes"?>
<Relationships xmlns="http://schemas.openxmlformats.org/package/2006/relationships"><Relationship Id="rId2" Type="http://schemas.openxmlformats.org/officeDocument/2006/relationships/slide" Target="../slides/slide1489.xml"/><Relationship Id="rId1" Type="http://schemas.openxmlformats.org/officeDocument/2006/relationships/notesMaster" Target="../notesMasters/notesMaster1.xml"/></Relationships>
</file>

<file path=ppt/notesSlides/_rels/notesSlide1439.xml.rels><?xml version="1.0" encoding="UTF-8" standalone="yes"?>
<Relationships xmlns="http://schemas.openxmlformats.org/package/2006/relationships"><Relationship Id="rId2" Type="http://schemas.openxmlformats.org/officeDocument/2006/relationships/slide" Target="../slides/slide1490.xml"/><Relationship Id="rId1" Type="http://schemas.openxmlformats.org/officeDocument/2006/relationships/notesMaster" Target="../notesMasters/notesMaster1.xml"/></Relationships>
</file>

<file path=ppt/notesSlides/_rels/notesSlide1440.xml.rels><?xml version="1.0" encoding="UTF-8" standalone="yes"?>
<Relationships xmlns="http://schemas.openxmlformats.org/package/2006/relationships"><Relationship Id="rId2" Type="http://schemas.openxmlformats.org/officeDocument/2006/relationships/slide" Target="../slides/slide1491.xml"/><Relationship Id="rId1" Type="http://schemas.openxmlformats.org/officeDocument/2006/relationships/notesMaster" Target="../notesMasters/notesMaster1.xml"/></Relationships>
</file>

<file path=ppt/notesSlides/_rels/notesSlide1441.xml.rels><?xml version="1.0" encoding="UTF-8" standalone="yes"?>
<Relationships xmlns="http://schemas.openxmlformats.org/package/2006/relationships"><Relationship Id="rId2" Type="http://schemas.openxmlformats.org/officeDocument/2006/relationships/slide" Target="../slides/slide1492.xml"/><Relationship Id="rId1" Type="http://schemas.openxmlformats.org/officeDocument/2006/relationships/notesMaster" Target="../notesMasters/notesMaster1.xml"/></Relationships>
</file>

<file path=ppt/notesSlides/_rels/notesSlide1442.xml.rels><?xml version="1.0" encoding="UTF-8" standalone="yes"?>
<Relationships xmlns="http://schemas.openxmlformats.org/package/2006/relationships"><Relationship Id="rId2" Type="http://schemas.openxmlformats.org/officeDocument/2006/relationships/slide" Target="../slides/slide1493.xml"/><Relationship Id="rId1" Type="http://schemas.openxmlformats.org/officeDocument/2006/relationships/notesMaster" Target="../notesMasters/notesMaster1.xml"/></Relationships>
</file>

<file path=ppt/notesSlides/_rels/notesSlide1443.xml.rels><?xml version="1.0" encoding="UTF-8" standalone="yes"?>
<Relationships xmlns="http://schemas.openxmlformats.org/package/2006/relationships"><Relationship Id="rId2" Type="http://schemas.openxmlformats.org/officeDocument/2006/relationships/slide" Target="../slides/slide1494.xml"/><Relationship Id="rId1" Type="http://schemas.openxmlformats.org/officeDocument/2006/relationships/notesMaster" Target="../notesMasters/notesMaster1.xml"/></Relationships>
</file>

<file path=ppt/notesSlides/_rels/notesSlide1444.xml.rels><?xml version="1.0" encoding="UTF-8" standalone="yes"?>
<Relationships xmlns="http://schemas.openxmlformats.org/package/2006/relationships"><Relationship Id="rId2" Type="http://schemas.openxmlformats.org/officeDocument/2006/relationships/slide" Target="../slides/slide1495.xml"/><Relationship Id="rId1" Type="http://schemas.openxmlformats.org/officeDocument/2006/relationships/notesMaster" Target="../notesMasters/notesMaster1.xml"/></Relationships>
</file>

<file path=ppt/notesSlides/_rels/notesSlide1445.xml.rels><?xml version="1.0" encoding="UTF-8" standalone="yes"?>
<Relationships xmlns="http://schemas.openxmlformats.org/package/2006/relationships"><Relationship Id="rId2" Type="http://schemas.openxmlformats.org/officeDocument/2006/relationships/slide" Target="../slides/slide1496.xml"/><Relationship Id="rId1" Type="http://schemas.openxmlformats.org/officeDocument/2006/relationships/notesMaster" Target="../notesMasters/notesMaster1.xml"/></Relationships>
</file>

<file path=ppt/notesSlides/_rels/notesSlide1446.xml.rels><?xml version="1.0" encoding="UTF-8" standalone="yes"?>
<Relationships xmlns="http://schemas.openxmlformats.org/package/2006/relationships"><Relationship Id="rId2" Type="http://schemas.openxmlformats.org/officeDocument/2006/relationships/slide" Target="../slides/slide1497.xml"/><Relationship Id="rId1" Type="http://schemas.openxmlformats.org/officeDocument/2006/relationships/notesMaster" Target="../notesMasters/notesMaster1.xml"/></Relationships>
</file>

<file path=ppt/notesSlides/_rels/notesSlide1447.xml.rels><?xml version="1.0" encoding="UTF-8" standalone="yes"?>
<Relationships xmlns="http://schemas.openxmlformats.org/package/2006/relationships"><Relationship Id="rId2" Type="http://schemas.openxmlformats.org/officeDocument/2006/relationships/slide" Target="../slides/slide1498.xml"/><Relationship Id="rId1" Type="http://schemas.openxmlformats.org/officeDocument/2006/relationships/notesMaster" Target="../notesMasters/notesMaster1.xml"/></Relationships>
</file>

<file path=ppt/notesSlides/_rels/notesSlide1448.xml.rels><?xml version="1.0" encoding="UTF-8" standalone="yes"?>
<Relationships xmlns="http://schemas.openxmlformats.org/package/2006/relationships"><Relationship Id="rId2" Type="http://schemas.openxmlformats.org/officeDocument/2006/relationships/slide" Target="../slides/slide1499.xml"/><Relationship Id="rId1" Type="http://schemas.openxmlformats.org/officeDocument/2006/relationships/notesMaster" Target="../notesMasters/notesMaster1.xml"/></Relationships>
</file>

<file path=ppt/notesSlides/_rels/notesSlide1449.xml.rels><?xml version="1.0" encoding="UTF-8" standalone="yes"?>
<Relationships xmlns="http://schemas.openxmlformats.org/package/2006/relationships"><Relationship Id="rId2" Type="http://schemas.openxmlformats.org/officeDocument/2006/relationships/slide" Target="../slides/slide1500.xml"/><Relationship Id="rId1" Type="http://schemas.openxmlformats.org/officeDocument/2006/relationships/notesMaster" Target="../notesMasters/notesMaster1.xml"/></Relationships>
</file>

<file path=ppt/notesSlides/_rels/notesSlide1450.xml.rels><?xml version="1.0" encoding="UTF-8" standalone="yes"?>
<Relationships xmlns="http://schemas.openxmlformats.org/package/2006/relationships"><Relationship Id="rId2" Type="http://schemas.openxmlformats.org/officeDocument/2006/relationships/slide" Target="../slides/slide1501.xml"/><Relationship Id="rId1" Type="http://schemas.openxmlformats.org/officeDocument/2006/relationships/notesMaster" Target="../notesMasters/notesMaster1.xml"/></Relationships>
</file>

<file path=ppt/notesSlides/_rels/notesSlide1451.xml.rels><?xml version="1.0" encoding="UTF-8" standalone="yes"?>
<Relationships xmlns="http://schemas.openxmlformats.org/package/2006/relationships"><Relationship Id="rId2" Type="http://schemas.openxmlformats.org/officeDocument/2006/relationships/slide" Target="../slides/slide1502.xml"/><Relationship Id="rId1" Type="http://schemas.openxmlformats.org/officeDocument/2006/relationships/notesMaster" Target="../notesMasters/notesMaster1.xml"/></Relationships>
</file>

<file path=ppt/notesSlides/_rels/notesSlide1452.xml.rels><?xml version="1.0" encoding="UTF-8" standalone="yes"?>
<Relationships xmlns="http://schemas.openxmlformats.org/package/2006/relationships"><Relationship Id="rId2" Type="http://schemas.openxmlformats.org/officeDocument/2006/relationships/slide" Target="../slides/slide1503.xml"/><Relationship Id="rId1" Type="http://schemas.openxmlformats.org/officeDocument/2006/relationships/notesMaster" Target="../notesMasters/notesMaster1.xml"/></Relationships>
</file>

<file path=ppt/notesSlides/_rels/notesSlide1453.xml.rels><?xml version="1.0" encoding="UTF-8" standalone="yes"?>
<Relationships xmlns="http://schemas.openxmlformats.org/package/2006/relationships"><Relationship Id="rId2" Type="http://schemas.openxmlformats.org/officeDocument/2006/relationships/slide" Target="../slides/slide1504.xml"/><Relationship Id="rId1" Type="http://schemas.openxmlformats.org/officeDocument/2006/relationships/notesMaster" Target="../notesMasters/notesMaster1.xml"/></Relationships>
</file>

<file path=ppt/notesSlides/_rels/notesSlide1454.xml.rels><?xml version="1.0" encoding="UTF-8" standalone="yes"?>
<Relationships xmlns="http://schemas.openxmlformats.org/package/2006/relationships"><Relationship Id="rId2" Type="http://schemas.openxmlformats.org/officeDocument/2006/relationships/slide" Target="../slides/slide1505.xml"/><Relationship Id="rId1" Type="http://schemas.openxmlformats.org/officeDocument/2006/relationships/notesMaster" Target="../notesMasters/notesMaster1.xml"/></Relationships>
</file>

<file path=ppt/notesSlides/_rels/notesSlide1455.xml.rels><?xml version="1.0" encoding="UTF-8" standalone="yes"?>
<Relationships xmlns="http://schemas.openxmlformats.org/package/2006/relationships"><Relationship Id="rId2" Type="http://schemas.openxmlformats.org/officeDocument/2006/relationships/slide" Target="../slides/slide1506.xml"/><Relationship Id="rId1" Type="http://schemas.openxmlformats.org/officeDocument/2006/relationships/notesMaster" Target="../notesMasters/notesMaster1.xml"/></Relationships>
</file>

<file path=ppt/notesSlides/_rels/notesSlide1456.xml.rels><?xml version="1.0" encoding="UTF-8" standalone="yes"?>
<Relationships xmlns="http://schemas.openxmlformats.org/package/2006/relationships"><Relationship Id="rId2" Type="http://schemas.openxmlformats.org/officeDocument/2006/relationships/slide" Target="../slides/slide1507.xml"/><Relationship Id="rId1" Type="http://schemas.openxmlformats.org/officeDocument/2006/relationships/notesMaster" Target="../notesMasters/notesMaster1.xml"/></Relationships>
</file>

<file path=ppt/notesSlides/_rels/notesSlide1457.xml.rels><?xml version="1.0" encoding="UTF-8" standalone="yes"?>
<Relationships xmlns="http://schemas.openxmlformats.org/package/2006/relationships"><Relationship Id="rId2" Type="http://schemas.openxmlformats.org/officeDocument/2006/relationships/slide" Target="../slides/slide1508.xml"/><Relationship Id="rId1" Type="http://schemas.openxmlformats.org/officeDocument/2006/relationships/notesMaster" Target="../notesMasters/notesMaster1.xml"/></Relationships>
</file>

<file path=ppt/notesSlides/_rels/notesSlide1458.xml.rels><?xml version="1.0" encoding="UTF-8" standalone="yes"?>
<Relationships xmlns="http://schemas.openxmlformats.org/package/2006/relationships"><Relationship Id="rId2" Type="http://schemas.openxmlformats.org/officeDocument/2006/relationships/slide" Target="../slides/slide1509.xml"/><Relationship Id="rId1" Type="http://schemas.openxmlformats.org/officeDocument/2006/relationships/notesMaster" Target="../notesMasters/notesMaster1.xml"/></Relationships>
</file>

<file path=ppt/notesSlides/_rels/notesSlide1459.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xml"/></Relationships>
</file>

<file path=ppt/notesSlides/_rels/notesSlide1460.xml.rels><?xml version="1.0" encoding="UTF-8" standalone="yes"?>
<Relationships xmlns="http://schemas.openxmlformats.org/package/2006/relationships"><Relationship Id="rId2" Type="http://schemas.openxmlformats.org/officeDocument/2006/relationships/slide" Target="../slides/slide1511.xml"/><Relationship Id="rId1" Type="http://schemas.openxmlformats.org/officeDocument/2006/relationships/notesMaster" Target="../notesMasters/notesMaster1.xml"/></Relationships>
</file>

<file path=ppt/notesSlides/_rels/notesSlide1461.xml.rels><?xml version="1.0" encoding="UTF-8" standalone="yes"?>
<Relationships xmlns="http://schemas.openxmlformats.org/package/2006/relationships"><Relationship Id="rId2" Type="http://schemas.openxmlformats.org/officeDocument/2006/relationships/slide" Target="../slides/slide1512.xml"/><Relationship Id="rId1" Type="http://schemas.openxmlformats.org/officeDocument/2006/relationships/notesMaster" Target="../notesMasters/notesMaster1.xml"/></Relationships>
</file>

<file path=ppt/notesSlides/_rels/notesSlide1462.xml.rels><?xml version="1.0" encoding="UTF-8" standalone="yes"?>
<Relationships xmlns="http://schemas.openxmlformats.org/package/2006/relationships"><Relationship Id="rId2" Type="http://schemas.openxmlformats.org/officeDocument/2006/relationships/slide" Target="../slides/slide1513.xml"/><Relationship Id="rId1" Type="http://schemas.openxmlformats.org/officeDocument/2006/relationships/notesMaster" Target="../notesMasters/notesMaster1.xml"/></Relationships>
</file>

<file path=ppt/notesSlides/_rels/notesSlide1463.xml.rels><?xml version="1.0" encoding="UTF-8" standalone="yes"?>
<Relationships xmlns="http://schemas.openxmlformats.org/package/2006/relationships"><Relationship Id="rId2" Type="http://schemas.openxmlformats.org/officeDocument/2006/relationships/slide" Target="../slides/slide1514.xml"/><Relationship Id="rId1" Type="http://schemas.openxmlformats.org/officeDocument/2006/relationships/notesMaster" Target="../notesMasters/notesMaster1.xml"/></Relationships>
</file>

<file path=ppt/notesSlides/_rels/notesSlide1464.xml.rels><?xml version="1.0" encoding="UTF-8" standalone="yes"?>
<Relationships xmlns="http://schemas.openxmlformats.org/package/2006/relationships"><Relationship Id="rId2" Type="http://schemas.openxmlformats.org/officeDocument/2006/relationships/slide" Target="../slides/slide1515.xml"/><Relationship Id="rId1" Type="http://schemas.openxmlformats.org/officeDocument/2006/relationships/notesMaster" Target="../notesMasters/notesMaster1.xml"/></Relationships>
</file>

<file path=ppt/notesSlides/_rels/notesSlide1465.xml.rels><?xml version="1.0" encoding="UTF-8" standalone="yes"?>
<Relationships xmlns="http://schemas.openxmlformats.org/package/2006/relationships"><Relationship Id="rId2" Type="http://schemas.openxmlformats.org/officeDocument/2006/relationships/slide" Target="../slides/slide1516.xml"/><Relationship Id="rId1" Type="http://schemas.openxmlformats.org/officeDocument/2006/relationships/notesMaster" Target="../notesMasters/notesMaster1.xml"/></Relationships>
</file>

<file path=ppt/notesSlides/_rels/notesSlide1466.xml.rels><?xml version="1.0" encoding="UTF-8" standalone="yes"?>
<Relationships xmlns="http://schemas.openxmlformats.org/package/2006/relationships"><Relationship Id="rId2" Type="http://schemas.openxmlformats.org/officeDocument/2006/relationships/slide" Target="../slides/slide1517.xml"/><Relationship Id="rId1" Type="http://schemas.openxmlformats.org/officeDocument/2006/relationships/notesMaster" Target="../notesMasters/notesMaster1.xml"/></Relationships>
</file>

<file path=ppt/notesSlides/_rels/notesSlide1467.xml.rels><?xml version="1.0" encoding="UTF-8" standalone="yes"?>
<Relationships xmlns="http://schemas.openxmlformats.org/package/2006/relationships"><Relationship Id="rId2" Type="http://schemas.openxmlformats.org/officeDocument/2006/relationships/slide" Target="../slides/slide1518.xml"/><Relationship Id="rId1" Type="http://schemas.openxmlformats.org/officeDocument/2006/relationships/notesMaster" Target="../notesMasters/notesMaster1.xml"/></Relationships>
</file>

<file path=ppt/notesSlides/_rels/notesSlide1468.xml.rels><?xml version="1.0" encoding="UTF-8" standalone="yes"?>
<Relationships xmlns="http://schemas.openxmlformats.org/package/2006/relationships"><Relationship Id="rId2" Type="http://schemas.openxmlformats.org/officeDocument/2006/relationships/slide" Target="../slides/slide1519.xml"/><Relationship Id="rId1" Type="http://schemas.openxmlformats.org/officeDocument/2006/relationships/notesMaster" Target="../notesMasters/notesMaster1.xml"/></Relationships>
</file>

<file path=ppt/notesSlides/_rels/notesSlide1469.xml.rels><?xml version="1.0" encoding="UTF-8" standalone="yes"?>
<Relationships xmlns="http://schemas.openxmlformats.org/package/2006/relationships"><Relationship Id="rId2" Type="http://schemas.openxmlformats.org/officeDocument/2006/relationships/slide" Target="../slides/slide1520.xml"/><Relationship Id="rId1" Type="http://schemas.openxmlformats.org/officeDocument/2006/relationships/notesMaster" Target="../notesMasters/notesMaster1.xml"/></Relationships>
</file>

<file path=ppt/notesSlides/_rels/notesSlide1470.xml.rels><?xml version="1.0" encoding="UTF-8" standalone="yes"?>
<Relationships xmlns="http://schemas.openxmlformats.org/package/2006/relationships"><Relationship Id="rId2" Type="http://schemas.openxmlformats.org/officeDocument/2006/relationships/slide" Target="../slides/slide1521.xml"/><Relationship Id="rId1" Type="http://schemas.openxmlformats.org/officeDocument/2006/relationships/notesMaster" Target="../notesMasters/notesMaster1.xml"/></Relationships>
</file>

<file path=ppt/notesSlides/_rels/notesSlide1471.xml.rels><?xml version="1.0" encoding="UTF-8" standalone="yes"?>
<Relationships xmlns="http://schemas.openxmlformats.org/package/2006/relationships"><Relationship Id="rId2" Type="http://schemas.openxmlformats.org/officeDocument/2006/relationships/slide" Target="../slides/slide1522.xml"/><Relationship Id="rId1" Type="http://schemas.openxmlformats.org/officeDocument/2006/relationships/notesMaster" Target="../notesMasters/notesMaster1.xml"/></Relationships>
</file>

<file path=ppt/notesSlides/_rels/notesSlide1472.xml.rels><?xml version="1.0" encoding="UTF-8" standalone="yes"?>
<Relationships xmlns="http://schemas.openxmlformats.org/package/2006/relationships"><Relationship Id="rId2" Type="http://schemas.openxmlformats.org/officeDocument/2006/relationships/slide" Target="../slides/slide1523.xml"/><Relationship Id="rId1" Type="http://schemas.openxmlformats.org/officeDocument/2006/relationships/notesMaster" Target="../notesMasters/notesMaster1.xml"/></Relationships>
</file>

<file path=ppt/notesSlides/_rels/notesSlide1473.xml.rels><?xml version="1.0" encoding="UTF-8" standalone="yes"?>
<Relationships xmlns="http://schemas.openxmlformats.org/package/2006/relationships"><Relationship Id="rId2" Type="http://schemas.openxmlformats.org/officeDocument/2006/relationships/slide" Target="../slides/slide1524.xml"/><Relationship Id="rId1" Type="http://schemas.openxmlformats.org/officeDocument/2006/relationships/notesMaster" Target="../notesMasters/notesMaster1.xml"/></Relationships>
</file>

<file path=ppt/notesSlides/_rels/notesSlide1474.xml.rels><?xml version="1.0" encoding="UTF-8" standalone="yes"?>
<Relationships xmlns="http://schemas.openxmlformats.org/package/2006/relationships"><Relationship Id="rId2" Type="http://schemas.openxmlformats.org/officeDocument/2006/relationships/slide" Target="../slides/slide1525.xml"/><Relationship Id="rId1" Type="http://schemas.openxmlformats.org/officeDocument/2006/relationships/notesMaster" Target="../notesMasters/notesMaster1.xml"/></Relationships>
</file>

<file path=ppt/notesSlides/_rels/notesSlide1475.xml.rels><?xml version="1.0" encoding="UTF-8" standalone="yes"?>
<Relationships xmlns="http://schemas.openxmlformats.org/package/2006/relationships"><Relationship Id="rId2" Type="http://schemas.openxmlformats.org/officeDocument/2006/relationships/slide" Target="../slides/slide1526.xml"/><Relationship Id="rId1" Type="http://schemas.openxmlformats.org/officeDocument/2006/relationships/notesMaster" Target="../notesMasters/notesMaster1.xml"/></Relationships>
</file>

<file path=ppt/notesSlides/_rels/notesSlide1476.xml.rels><?xml version="1.0" encoding="UTF-8" standalone="yes"?>
<Relationships xmlns="http://schemas.openxmlformats.org/package/2006/relationships"><Relationship Id="rId2" Type="http://schemas.openxmlformats.org/officeDocument/2006/relationships/slide" Target="../slides/slide1527.xml"/><Relationship Id="rId1" Type="http://schemas.openxmlformats.org/officeDocument/2006/relationships/notesMaster" Target="../notesMasters/notesMaster1.xml"/></Relationships>
</file>

<file path=ppt/notesSlides/_rels/notesSlide1477.xml.rels><?xml version="1.0" encoding="UTF-8" standalone="yes"?>
<Relationships xmlns="http://schemas.openxmlformats.org/package/2006/relationships"><Relationship Id="rId2" Type="http://schemas.openxmlformats.org/officeDocument/2006/relationships/slide" Target="../slides/slide1528.xml"/><Relationship Id="rId1" Type="http://schemas.openxmlformats.org/officeDocument/2006/relationships/notesMaster" Target="../notesMasters/notesMaster1.xml"/></Relationships>
</file>

<file path=ppt/notesSlides/_rels/notesSlide1478.xml.rels><?xml version="1.0" encoding="UTF-8" standalone="yes"?>
<Relationships xmlns="http://schemas.openxmlformats.org/package/2006/relationships"><Relationship Id="rId2" Type="http://schemas.openxmlformats.org/officeDocument/2006/relationships/slide" Target="../slides/slide1529.xml"/><Relationship Id="rId1" Type="http://schemas.openxmlformats.org/officeDocument/2006/relationships/notesMaster" Target="../notesMasters/notesMaster1.xml"/></Relationships>
</file>

<file path=ppt/notesSlides/_rels/notesSlide1479.xml.rels><?xml version="1.0" encoding="UTF-8" standalone="yes"?>
<Relationships xmlns="http://schemas.openxmlformats.org/package/2006/relationships"><Relationship Id="rId2" Type="http://schemas.openxmlformats.org/officeDocument/2006/relationships/slide" Target="../slides/slide1530.xml"/><Relationship Id="rId1" Type="http://schemas.openxmlformats.org/officeDocument/2006/relationships/notesMaster" Target="../notesMasters/notesMaster1.xml"/></Relationships>
</file>

<file path=ppt/notesSlides/_rels/notesSlide1480.xml.rels><?xml version="1.0" encoding="UTF-8" standalone="yes"?>
<Relationships xmlns="http://schemas.openxmlformats.org/package/2006/relationships"><Relationship Id="rId2" Type="http://schemas.openxmlformats.org/officeDocument/2006/relationships/slide" Target="../slides/slide1531.xml"/><Relationship Id="rId1" Type="http://schemas.openxmlformats.org/officeDocument/2006/relationships/notesMaster" Target="../notesMasters/notesMaster1.xml"/></Relationships>
</file>

<file path=ppt/notesSlides/_rels/notesSlide1481.xml.rels><?xml version="1.0" encoding="UTF-8" standalone="yes"?>
<Relationships xmlns="http://schemas.openxmlformats.org/package/2006/relationships"><Relationship Id="rId2" Type="http://schemas.openxmlformats.org/officeDocument/2006/relationships/slide" Target="../slides/slide1532.xml"/><Relationship Id="rId1" Type="http://schemas.openxmlformats.org/officeDocument/2006/relationships/notesMaster" Target="../notesMasters/notesMaster1.xml"/></Relationships>
</file>

<file path=ppt/notesSlides/_rels/notesSlide1482.xml.rels><?xml version="1.0" encoding="UTF-8" standalone="yes"?>
<Relationships xmlns="http://schemas.openxmlformats.org/package/2006/relationships"><Relationship Id="rId2" Type="http://schemas.openxmlformats.org/officeDocument/2006/relationships/slide" Target="../slides/slide1533.xml"/><Relationship Id="rId1" Type="http://schemas.openxmlformats.org/officeDocument/2006/relationships/notesMaster" Target="../notesMasters/notesMaster1.xml"/></Relationships>
</file>

<file path=ppt/notesSlides/_rels/notesSlide1483.xml.rels><?xml version="1.0" encoding="UTF-8" standalone="yes"?>
<Relationships xmlns="http://schemas.openxmlformats.org/package/2006/relationships"><Relationship Id="rId2" Type="http://schemas.openxmlformats.org/officeDocument/2006/relationships/slide" Target="../slides/slide1534.xml"/><Relationship Id="rId1" Type="http://schemas.openxmlformats.org/officeDocument/2006/relationships/notesMaster" Target="../notesMasters/notesMaster1.xml"/></Relationships>
</file>

<file path=ppt/notesSlides/_rels/notesSlide1484.xml.rels><?xml version="1.0" encoding="UTF-8" standalone="yes"?>
<Relationships xmlns="http://schemas.openxmlformats.org/package/2006/relationships"><Relationship Id="rId2" Type="http://schemas.openxmlformats.org/officeDocument/2006/relationships/slide" Target="../slides/slide1535.xml"/><Relationship Id="rId1" Type="http://schemas.openxmlformats.org/officeDocument/2006/relationships/notesMaster" Target="../notesMasters/notesMaster1.xml"/></Relationships>
</file>

<file path=ppt/notesSlides/_rels/notesSlide1485.xml.rels><?xml version="1.0" encoding="UTF-8" standalone="yes"?>
<Relationships xmlns="http://schemas.openxmlformats.org/package/2006/relationships"><Relationship Id="rId2" Type="http://schemas.openxmlformats.org/officeDocument/2006/relationships/slide" Target="../slides/slide1536.xml"/><Relationship Id="rId1" Type="http://schemas.openxmlformats.org/officeDocument/2006/relationships/notesMaster" Target="../notesMasters/notesMaster1.xml"/></Relationships>
</file>

<file path=ppt/notesSlides/_rels/notesSlide1486.xml.rels><?xml version="1.0" encoding="UTF-8" standalone="yes"?>
<Relationships xmlns="http://schemas.openxmlformats.org/package/2006/relationships"><Relationship Id="rId2" Type="http://schemas.openxmlformats.org/officeDocument/2006/relationships/slide" Target="../slides/slide1537.xml"/><Relationship Id="rId1" Type="http://schemas.openxmlformats.org/officeDocument/2006/relationships/notesMaster" Target="../notesMasters/notesMaster1.xml"/></Relationships>
</file>

<file path=ppt/notesSlides/_rels/notesSlide1487.xml.rels><?xml version="1.0" encoding="UTF-8" standalone="yes"?>
<Relationships xmlns="http://schemas.openxmlformats.org/package/2006/relationships"><Relationship Id="rId2" Type="http://schemas.openxmlformats.org/officeDocument/2006/relationships/slide" Target="../slides/slide1538.xml"/><Relationship Id="rId1" Type="http://schemas.openxmlformats.org/officeDocument/2006/relationships/notesMaster" Target="../notesMasters/notesMaster1.xml"/></Relationships>
</file>

<file path=ppt/notesSlides/_rels/notesSlide1488.xml.rels><?xml version="1.0" encoding="UTF-8" standalone="yes"?>
<Relationships xmlns="http://schemas.openxmlformats.org/package/2006/relationships"><Relationship Id="rId2" Type="http://schemas.openxmlformats.org/officeDocument/2006/relationships/slide" Target="../slides/slide1539.xml"/><Relationship Id="rId1" Type="http://schemas.openxmlformats.org/officeDocument/2006/relationships/notesMaster" Target="../notesMasters/notesMaster1.xml"/></Relationships>
</file>

<file path=ppt/notesSlides/_rels/notesSlide1489.xml.rels><?xml version="1.0" encoding="UTF-8" standalone="yes"?>
<Relationships xmlns="http://schemas.openxmlformats.org/package/2006/relationships"><Relationship Id="rId2" Type="http://schemas.openxmlformats.org/officeDocument/2006/relationships/slide" Target="../slides/slide1540.xml"/><Relationship Id="rId1" Type="http://schemas.openxmlformats.org/officeDocument/2006/relationships/notesMaster" Target="../notesMasters/notesMaster1.xml"/></Relationships>
</file>

<file path=ppt/notesSlides/_rels/notesSlide1490.xml.rels><?xml version="1.0" encoding="UTF-8" standalone="yes"?>
<Relationships xmlns="http://schemas.openxmlformats.org/package/2006/relationships"><Relationship Id="rId2" Type="http://schemas.openxmlformats.org/officeDocument/2006/relationships/slide" Target="../slides/slide1541.xml"/><Relationship Id="rId1" Type="http://schemas.openxmlformats.org/officeDocument/2006/relationships/notesMaster" Target="../notesMasters/notesMaster1.xml"/></Relationships>
</file>

<file path=ppt/notesSlides/_rels/notesSlide1491.xml.rels><?xml version="1.0" encoding="UTF-8" standalone="yes"?>
<Relationships xmlns="http://schemas.openxmlformats.org/package/2006/relationships"><Relationship Id="rId2" Type="http://schemas.openxmlformats.org/officeDocument/2006/relationships/slide" Target="../slides/slide1542.xml"/><Relationship Id="rId1" Type="http://schemas.openxmlformats.org/officeDocument/2006/relationships/notesMaster" Target="../notesMasters/notesMaster1.xml"/></Relationships>
</file>

<file path=ppt/notesSlides/_rels/notesSlide1492.xml.rels><?xml version="1.0" encoding="UTF-8" standalone="yes"?>
<Relationships xmlns="http://schemas.openxmlformats.org/package/2006/relationships"><Relationship Id="rId2" Type="http://schemas.openxmlformats.org/officeDocument/2006/relationships/slide" Target="../slides/slide1543.xml"/><Relationship Id="rId1" Type="http://schemas.openxmlformats.org/officeDocument/2006/relationships/notesMaster" Target="../notesMasters/notesMaster1.xml"/></Relationships>
</file>

<file path=ppt/notesSlides/_rels/notesSlide1493.xml.rels><?xml version="1.0" encoding="UTF-8" standalone="yes"?>
<Relationships xmlns="http://schemas.openxmlformats.org/package/2006/relationships"><Relationship Id="rId2" Type="http://schemas.openxmlformats.org/officeDocument/2006/relationships/slide" Target="../slides/slide1544.xml"/><Relationship Id="rId1" Type="http://schemas.openxmlformats.org/officeDocument/2006/relationships/notesMaster" Target="../notesMasters/notesMaster1.xml"/></Relationships>
</file>

<file path=ppt/notesSlides/_rels/notesSlide1494.xml.rels><?xml version="1.0" encoding="UTF-8" standalone="yes"?>
<Relationships xmlns="http://schemas.openxmlformats.org/package/2006/relationships"><Relationship Id="rId2" Type="http://schemas.openxmlformats.org/officeDocument/2006/relationships/slide" Target="../slides/slide1545.xml"/><Relationship Id="rId1" Type="http://schemas.openxmlformats.org/officeDocument/2006/relationships/notesMaster" Target="../notesMasters/notesMaster1.xml"/></Relationships>
</file>

<file path=ppt/notesSlides/_rels/notesSlide1495.xml.rels><?xml version="1.0" encoding="UTF-8" standalone="yes"?>
<Relationships xmlns="http://schemas.openxmlformats.org/package/2006/relationships"><Relationship Id="rId2" Type="http://schemas.openxmlformats.org/officeDocument/2006/relationships/slide" Target="../slides/slide1546.xml"/><Relationship Id="rId1" Type="http://schemas.openxmlformats.org/officeDocument/2006/relationships/notesMaster" Target="../notesMasters/notesMaster1.xml"/></Relationships>
</file>

<file path=ppt/notesSlides/_rels/notesSlide1496.xml.rels><?xml version="1.0" encoding="UTF-8" standalone="yes"?>
<Relationships xmlns="http://schemas.openxmlformats.org/package/2006/relationships"><Relationship Id="rId2" Type="http://schemas.openxmlformats.org/officeDocument/2006/relationships/slide" Target="../slides/slide1547.xml"/><Relationship Id="rId1" Type="http://schemas.openxmlformats.org/officeDocument/2006/relationships/notesMaster" Target="../notesMasters/notesMaster1.xml"/></Relationships>
</file>

<file path=ppt/notesSlides/_rels/notesSlide1497.xml.rels><?xml version="1.0" encoding="UTF-8" standalone="yes"?>
<Relationships xmlns="http://schemas.openxmlformats.org/package/2006/relationships"><Relationship Id="rId2" Type="http://schemas.openxmlformats.org/officeDocument/2006/relationships/slide" Target="../slides/slide1548.xml"/><Relationship Id="rId1" Type="http://schemas.openxmlformats.org/officeDocument/2006/relationships/notesMaster" Target="../notesMasters/notesMaster1.xml"/></Relationships>
</file>

<file path=ppt/notesSlides/_rels/notesSlide1498.xml.rels><?xml version="1.0" encoding="UTF-8" standalone="yes"?>
<Relationships xmlns="http://schemas.openxmlformats.org/package/2006/relationships"><Relationship Id="rId2" Type="http://schemas.openxmlformats.org/officeDocument/2006/relationships/slide" Target="../slides/slide1549.xml"/><Relationship Id="rId1" Type="http://schemas.openxmlformats.org/officeDocument/2006/relationships/notesMaster" Target="../notesMasters/notesMaster1.xml"/></Relationships>
</file>

<file path=ppt/notesSlides/_rels/notesSlide1499.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xml"/></Relationships>
</file>

<file path=ppt/notesSlides/_rels/notesSlide1500.xml.rels><?xml version="1.0" encoding="UTF-8" standalone="yes"?>
<Relationships xmlns="http://schemas.openxmlformats.org/package/2006/relationships"><Relationship Id="rId2" Type="http://schemas.openxmlformats.org/officeDocument/2006/relationships/slide" Target="../slides/slide1551.xml"/><Relationship Id="rId1" Type="http://schemas.openxmlformats.org/officeDocument/2006/relationships/notesMaster" Target="../notesMasters/notesMaster1.xml"/></Relationships>
</file>

<file path=ppt/notesSlides/_rels/notesSlide1501.xml.rels><?xml version="1.0" encoding="UTF-8" standalone="yes"?>
<Relationships xmlns="http://schemas.openxmlformats.org/package/2006/relationships"><Relationship Id="rId2" Type="http://schemas.openxmlformats.org/officeDocument/2006/relationships/slide" Target="../slides/slide1552.xml"/><Relationship Id="rId1" Type="http://schemas.openxmlformats.org/officeDocument/2006/relationships/notesMaster" Target="../notesMasters/notesMaster1.xml"/></Relationships>
</file>

<file path=ppt/notesSlides/_rels/notesSlide1502.xml.rels><?xml version="1.0" encoding="UTF-8" standalone="yes"?>
<Relationships xmlns="http://schemas.openxmlformats.org/package/2006/relationships"><Relationship Id="rId2" Type="http://schemas.openxmlformats.org/officeDocument/2006/relationships/slide" Target="../slides/slide1553.xml"/><Relationship Id="rId1" Type="http://schemas.openxmlformats.org/officeDocument/2006/relationships/notesMaster" Target="../notesMasters/notesMaster1.xml"/></Relationships>
</file>

<file path=ppt/notesSlides/_rels/notesSlide1503.xml.rels><?xml version="1.0" encoding="UTF-8" standalone="yes"?>
<Relationships xmlns="http://schemas.openxmlformats.org/package/2006/relationships"><Relationship Id="rId2" Type="http://schemas.openxmlformats.org/officeDocument/2006/relationships/slide" Target="../slides/slide1554.xml"/><Relationship Id="rId1" Type="http://schemas.openxmlformats.org/officeDocument/2006/relationships/notesMaster" Target="../notesMasters/notesMaster1.xml"/></Relationships>
</file>

<file path=ppt/notesSlides/_rels/notesSlide1504.xml.rels><?xml version="1.0" encoding="UTF-8" standalone="yes"?>
<Relationships xmlns="http://schemas.openxmlformats.org/package/2006/relationships"><Relationship Id="rId2" Type="http://schemas.openxmlformats.org/officeDocument/2006/relationships/slide" Target="../slides/slide1555.xml"/><Relationship Id="rId1" Type="http://schemas.openxmlformats.org/officeDocument/2006/relationships/notesMaster" Target="../notesMasters/notesMaster1.xml"/></Relationships>
</file>

<file path=ppt/notesSlides/_rels/notesSlide1505.xml.rels><?xml version="1.0" encoding="UTF-8" standalone="yes"?>
<Relationships xmlns="http://schemas.openxmlformats.org/package/2006/relationships"><Relationship Id="rId2" Type="http://schemas.openxmlformats.org/officeDocument/2006/relationships/slide" Target="../slides/slide1556.xml"/><Relationship Id="rId1" Type="http://schemas.openxmlformats.org/officeDocument/2006/relationships/notesMaster" Target="../notesMasters/notesMaster1.xml"/></Relationships>
</file>

<file path=ppt/notesSlides/_rels/notesSlide1506.xml.rels><?xml version="1.0" encoding="UTF-8" standalone="yes"?>
<Relationships xmlns="http://schemas.openxmlformats.org/package/2006/relationships"><Relationship Id="rId2" Type="http://schemas.openxmlformats.org/officeDocument/2006/relationships/slide" Target="../slides/slide1557.xml"/><Relationship Id="rId1" Type="http://schemas.openxmlformats.org/officeDocument/2006/relationships/notesMaster" Target="../notesMasters/notesMaster1.xml"/></Relationships>
</file>

<file path=ppt/notesSlides/_rels/notesSlide1507.xml.rels><?xml version="1.0" encoding="UTF-8" standalone="yes"?>
<Relationships xmlns="http://schemas.openxmlformats.org/package/2006/relationships"><Relationship Id="rId2" Type="http://schemas.openxmlformats.org/officeDocument/2006/relationships/slide" Target="../slides/slide1558.xml"/><Relationship Id="rId1" Type="http://schemas.openxmlformats.org/officeDocument/2006/relationships/notesMaster" Target="../notesMasters/notesMaster1.xml"/></Relationships>
</file>

<file path=ppt/notesSlides/_rels/notesSlide1508.xml.rels><?xml version="1.0" encoding="UTF-8" standalone="yes"?>
<Relationships xmlns="http://schemas.openxmlformats.org/package/2006/relationships"><Relationship Id="rId2" Type="http://schemas.openxmlformats.org/officeDocument/2006/relationships/slide" Target="../slides/slide1559.xml"/><Relationship Id="rId1" Type="http://schemas.openxmlformats.org/officeDocument/2006/relationships/notesMaster" Target="../notesMasters/notesMaster1.xml"/></Relationships>
</file>

<file path=ppt/notesSlides/_rels/notesSlide1509.xml.rels><?xml version="1.0" encoding="UTF-8" standalone="yes"?>
<Relationships xmlns="http://schemas.openxmlformats.org/package/2006/relationships"><Relationship Id="rId2" Type="http://schemas.openxmlformats.org/officeDocument/2006/relationships/slide" Target="../slides/slide1560.xml"/><Relationship Id="rId1" Type="http://schemas.openxmlformats.org/officeDocument/2006/relationships/notesMaster" Target="../notesMasters/notesMaster1.xml"/></Relationships>
</file>

<file path=ppt/notesSlides/_rels/notesSlide1510.xml.rels><?xml version="1.0" encoding="UTF-8" standalone="yes"?>
<Relationships xmlns="http://schemas.openxmlformats.org/package/2006/relationships"><Relationship Id="rId2" Type="http://schemas.openxmlformats.org/officeDocument/2006/relationships/slide" Target="../slides/slide1561.xml"/><Relationship Id="rId1" Type="http://schemas.openxmlformats.org/officeDocument/2006/relationships/notesMaster" Target="../notesMasters/notesMaster1.xml"/></Relationships>
</file>

<file path=ppt/notesSlides/_rels/notesSlide1511.xml.rels><?xml version="1.0" encoding="UTF-8" standalone="yes"?>
<Relationships xmlns="http://schemas.openxmlformats.org/package/2006/relationships"><Relationship Id="rId2" Type="http://schemas.openxmlformats.org/officeDocument/2006/relationships/slide" Target="../slides/slide1562.xml"/><Relationship Id="rId1" Type="http://schemas.openxmlformats.org/officeDocument/2006/relationships/notesMaster" Target="../notesMasters/notesMaster1.xml"/></Relationships>
</file>

<file path=ppt/notesSlides/_rels/notesSlide1512.xml.rels><?xml version="1.0" encoding="UTF-8" standalone="yes"?>
<Relationships xmlns="http://schemas.openxmlformats.org/package/2006/relationships"><Relationship Id="rId2" Type="http://schemas.openxmlformats.org/officeDocument/2006/relationships/slide" Target="../slides/slide1563.xml"/><Relationship Id="rId1" Type="http://schemas.openxmlformats.org/officeDocument/2006/relationships/notesMaster" Target="../notesMasters/notesMaster1.xml"/></Relationships>
</file>

<file path=ppt/notesSlides/_rels/notesSlide1513.xml.rels><?xml version="1.0" encoding="UTF-8" standalone="yes"?>
<Relationships xmlns="http://schemas.openxmlformats.org/package/2006/relationships"><Relationship Id="rId2" Type="http://schemas.openxmlformats.org/officeDocument/2006/relationships/slide" Target="../slides/slide1564.xml"/><Relationship Id="rId1" Type="http://schemas.openxmlformats.org/officeDocument/2006/relationships/notesMaster" Target="../notesMasters/notesMaster1.xml"/></Relationships>
</file>

<file path=ppt/notesSlides/_rels/notesSlide1514.xml.rels><?xml version="1.0" encoding="UTF-8" standalone="yes"?>
<Relationships xmlns="http://schemas.openxmlformats.org/package/2006/relationships"><Relationship Id="rId2" Type="http://schemas.openxmlformats.org/officeDocument/2006/relationships/slide" Target="../slides/slide1565.xml"/><Relationship Id="rId1" Type="http://schemas.openxmlformats.org/officeDocument/2006/relationships/notesMaster" Target="../notesMasters/notesMaster1.xml"/></Relationships>
</file>

<file path=ppt/notesSlides/_rels/notesSlide1515.xml.rels><?xml version="1.0" encoding="UTF-8" standalone="yes"?>
<Relationships xmlns="http://schemas.openxmlformats.org/package/2006/relationships"><Relationship Id="rId2" Type="http://schemas.openxmlformats.org/officeDocument/2006/relationships/slide" Target="../slides/slide1566.xml"/><Relationship Id="rId1" Type="http://schemas.openxmlformats.org/officeDocument/2006/relationships/notesMaster" Target="../notesMasters/notesMaster1.xml"/></Relationships>
</file>

<file path=ppt/notesSlides/_rels/notesSlide1516.xml.rels><?xml version="1.0" encoding="UTF-8" standalone="yes"?>
<Relationships xmlns="http://schemas.openxmlformats.org/package/2006/relationships"><Relationship Id="rId2" Type="http://schemas.openxmlformats.org/officeDocument/2006/relationships/slide" Target="../slides/slide1567.xml"/><Relationship Id="rId1" Type="http://schemas.openxmlformats.org/officeDocument/2006/relationships/notesMaster" Target="../notesMasters/notesMaster1.xml"/></Relationships>
</file>

<file path=ppt/notesSlides/_rels/notesSlide1517.xml.rels><?xml version="1.0" encoding="UTF-8" standalone="yes"?>
<Relationships xmlns="http://schemas.openxmlformats.org/package/2006/relationships"><Relationship Id="rId2" Type="http://schemas.openxmlformats.org/officeDocument/2006/relationships/slide" Target="../slides/slide1568.xml"/><Relationship Id="rId1" Type="http://schemas.openxmlformats.org/officeDocument/2006/relationships/notesMaster" Target="../notesMasters/notesMaster1.xml"/></Relationships>
</file>

<file path=ppt/notesSlides/_rels/notesSlide1518.xml.rels><?xml version="1.0" encoding="UTF-8" standalone="yes"?>
<Relationships xmlns="http://schemas.openxmlformats.org/package/2006/relationships"><Relationship Id="rId2" Type="http://schemas.openxmlformats.org/officeDocument/2006/relationships/slide" Target="../slides/slide1569.xml"/><Relationship Id="rId1" Type="http://schemas.openxmlformats.org/officeDocument/2006/relationships/notesMaster" Target="../notesMasters/notesMaster1.xml"/></Relationships>
</file>

<file path=ppt/notesSlides/_rels/notesSlide1519.xml.rels><?xml version="1.0" encoding="UTF-8" standalone="yes"?>
<Relationships xmlns="http://schemas.openxmlformats.org/package/2006/relationships"><Relationship Id="rId2" Type="http://schemas.openxmlformats.org/officeDocument/2006/relationships/slide" Target="../slides/slide1570.xml"/><Relationship Id="rId1" Type="http://schemas.openxmlformats.org/officeDocument/2006/relationships/notesMaster" Target="../notesMasters/notesMaster1.xml"/></Relationships>
</file>

<file path=ppt/notesSlides/_rels/notesSlide1520.xml.rels><?xml version="1.0" encoding="UTF-8" standalone="yes"?>
<Relationships xmlns="http://schemas.openxmlformats.org/package/2006/relationships"><Relationship Id="rId2" Type="http://schemas.openxmlformats.org/officeDocument/2006/relationships/slide" Target="../slides/slide1571.xml"/><Relationship Id="rId1" Type="http://schemas.openxmlformats.org/officeDocument/2006/relationships/notesMaster" Target="../notesMasters/notesMaster1.xml"/></Relationships>
</file>

<file path=ppt/notesSlides/_rels/notesSlide1521.xml.rels><?xml version="1.0" encoding="UTF-8" standalone="yes"?>
<Relationships xmlns="http://schemas.openxmlformats.org/package/2006/relationships"><Relationship Id="rId2" Type="http://schemas.openxmlformats.org/officeDocument/2006/relationships/slide" Target="../slides/slide1572.xml"/><Relationship Id="rId1" Type="http://schemas.openxmlformats.org/officeDocument/2006/relationships/notesMaster" Target="../notesMasters/notesMaster1.xml"/></Relationships>
</file>

<file path=ppt/notesSlides/_rels/notesSlide1522.xml.rels><?xml version="1.0" encoding="UTF-8" standalone="yes"?>
<Relationships xmlns="http://schemas.openxmlformats.org/package/2006/relationships"><Relationship Id="rId2" Type="http://schemas.openxmlformats.org/officeDocument/2006/relationships/slide" Target="../slides/slide1573.xml"/><Relationship Id="rId1" Type="http://schemas.openxmlformats.org/officeDocument/2006/relationships/notesMaster" Target="../notesMasters/notesMaster1.xml"/></Relationships>
</file>

<file path=ppt/notesSlides/_rels/notesSlide1523.xml.rels><?xml version="1.0" encoding="UTF-8" standalone="yes"?>
<Relationships xmlns="http://schemas.openxmlformats.org/package/2006/relationships"><Relationship Id="rId2" Type="http://schemas.openxmlformats.org/officeDocument/2006/relationships/slide" Target="../slides/slide1574.xml"/><Relationship Id="rId1" Type="http://schemas.openxmlformats.org/officeDocument/2006/relationships/notesMaster" Target="../notesMasters/notesMaster1.xml"/></Relationships>
</file>

<file path=ppt/notesSlides/_rels/notesSlide1524.xml.rels><?xml version="1.0" encoding="UTF-8" standalone="yes"?>
<Relationships xmlns="http://schemas.openxmlformats.org/package/2006/relationships"><Relationship Id="rId2" Type="http://schemas.openxmlformats.org/officeDocument/2006/relationships/slide" Target="../slides/slide1575.xml"/><Relationship Id="rId1" Type="http://schemas.openxmlformats.org/officeDocument/2006/relationships/notesMaster" Target="../notesMasters/notesMaster1.xml"/></Relationships>
</file>

<file path=ppt/notesSlides/_rels/notesSlide1525.xml.rels><?xml version="1.0" encoding="UTF-8" standalone="yes"?>
<Relationships xmlns="http://schemas.openxmlformats.org/package/2006/relationships"><Relationship Id="rId2" Type="http://schemas.openxmlformats.org/officeDocument/2006/relationships/slide" Target="../slides/slide1576.xml"/><Relationship Id="rId1" Type="http://schemas.openxmlformats.org/officeDocument/2006/relationships/notesMaster" Target="../notesMasters/notesMaster1.xml"/></Relationships>
</file>

<file path=ppt/notesSlides/_rels/notesSlide1526.xml.rels><?xml version="1.0" encoding="UTF-8" standalone="yes"?>
<Relationships xmlns="http://schemas.openxmlformats.org/package/2006/relationships"><Relationship Id="rId2" Type="http://schemas.openxmlformats.org/officeDocument/2006/relationships/slide" Target="../slides/slide1577.xml"/><Relationship Id="rId1" Type="http://schemas.openxmlformats.org/officeDocument/2006/relationships/notesMaster" Target="../notesMasters/notesMaster1.xml"/></Relationships>
</file>

<file path=ppt/notesSlides/_rels/notesSlide1527.xml.rels><?xml version="1.0" encoding="UTF-8" standalone="yes"?>
<Relationships xmlns="http://schemas.openxmlformats.org/package/2006/relationships"><Relationship Id="rId2" Type="http://schemas.openxmlformats.org/officeDocument/2006/relationships/slide" Target="../slides/slide1578.xml"/><Relationship Id="rId1" Type="http://schemas.openxmlformats.org/officeDocument/2006/relationships/notesMaster" Target="../notesMasters/notesMaster1.xml"/></Relationships>
</file>

<file path=ppt/notesSlides/_rels/notesSlide1528.xml.rels><?xml version="1.0" encoding="UTF-8" standalone="yes"?>
<Relationships xmlns="http://schemas.openxmlformats.org/package/2006/relationships"><Relationship Id="rId2" Type="http://schemas.openxmlformats.org/officeDocument/2006/relationships/slide" Target="../slides/slide1579.xml"/><Relationship Id="rId1" Type="http://schemas.openxmlformats.org/officeDocument/2006/relationships/notesMaster" Target="../notesMasters/notesMaster1.xml"/></Relationships>
</file>

<file path=ppt/notesSlides/_rels/notesSlide1529.xml.rels><?xml version="1.0" encoding="UTF-8" standalone="yes"?>
<Relationships xmlns="http://schemas.openxmlformats.org/package/2006/relationships"><Relationship Id="rId2" Type="http://schemas.openxmlformats.org/officeDocument/2006/relationships/slide" Target="../slides/slide1580.xml"/><Relationship Id="rId1" Type="http://schemas.openxmlformats.org/officeDocument/2006/relationships/notesMaster" Target="../notesMasters/notesMaster1.xml"/></Relationships>
</file>

<file path=ppt/notesSlides/_rels/notesSlide1530.xml.rels><?xml version="1.0" encoding="UTF-8" standalone="yes"?>
<Relationships xmlns="http://schemas.openxmlformats.org/package/2006/relationships"><Relationship Id="rId2" Type="http://schemas.openxmlformats.org/officeDocument/2006/relationships/slide" Target="../slides/slide1581.xml"/><Relationship Id="rId1" Type="http://schemas.openxmlformats.org/officeDocument/2006/relationships/notesMaster" Target="../notesMasters/notesMaster1.xml"/></Relationships>
</file>

<file path=ppt/notesSlides/_rels/notesSlide1531.xml.rels><?xml version="1.0" encoding="UTF-8" standalone="yes"?>
<Relationships xmlns="http://schemas.openxmlformats.org/package/2006/relationships"><Relationship Id="rId2" Type="http://schemas.openxmlformats.org/officeDocument/2006/relationships/slide" Target="../slides/slide1582.xml"/><Relationship Id="rId1" Type="http://schemas.openxmlformats.org/officeDocument/2006/relationships/notesMaster" Target="../notesMasters/notesMaster1.xml"/></Relationships>
</file>

<file path=ppt/notesSlides/_rels/notesSlide1532.xml.rels><?xml version="1.0" encoding="UTF-8" standalone="yes"?>
<Relationships xmlns="http://schemas.openxmlformats.org/package/2006/relationships"><Relationship Id="rId2" Type="http://schemas.openxmlformats.org/officeDocument/2006/relationships/slide" Target="../slides/slide1583.xml"/><Relationship Id="rId1" Type="http://schemas.openxmlformats.org/officeDocument/2006/relationships/notesMaster" Target="../notesMasters/notesMaster1.xml"/></Relationships>
</file>

<file path=ppt/notesSlides/_rels/notesSlide1533.xml.rels><?xml version="1.0" encoding="UTF-8" standalone="yes"?>
<Relationships xmlns="http://schemas.openxmlformats.org/package/2006/relationships"><Relationship Id="rId2" Type="http://schemas.openxmlformats.org/officeDocument/2006/relationships/slide" Target="../slides/slide1584.xml"/><Relationship Id="rId1" Type="http://schemas.openxmlformats.org/officeDocument/2006/relationships/notesMaster" Target="../notesMasters/notesMaster1.xml"/></Relationships>
</file>

<file path=ppt/notesSlides/_rels/notesSlide1534.xml.rels><?xml version="1.0" encoding="UTF-8" standalone="yes"?>
<Relationships xmlns="http://schemas.openxmlformats.org/package/2006/relationships"><Relationship Id="rId2" Type="http://schemas.openxmlformats.org/officeDocument/2006/relationships/slide" Target="../slides/slide1585.xml"/><Relationship Id="rId1" Type="http://schemas.openxmlformats.org/officeDocument/2006/relationships/notesMaster" Target="../notesMasters/notesMaster1.xml"/></Relationships>
</file>

<file path=ppt/notesSlides/_rels/notesSlide1535.xml.rels><?xml version="1.0" encoding="UTF-8" standalone="yes"?>
<Relationships xmlns="http://schemas.openxmlformats.org/package/2006/relationships"><Relationship Id="rId2" Type="http://schemas.openxmlformats.org/officeDocument/2006/relationships/slide" Target="../slides/slide1586.xml"/><Relationship Id="rId1" Type="http://schemas.openxmlformats.org/officeDocument/2006/relationships/notesMaster" Target="../notesMasters/notesMaster1.xml"/></Relationships>
</file>

<file path=ppt/notesSlides/_rels/notesSlide1536.xml.rels><?xml version="1.0" encoding="UTF-8" standalone="yes"?>
<Relationships xmlns="http://schemas.openxmlformats.org/package/2006/relationships"><Relationship Id="rId2" Type="http://schemas.openxmlformats.org/officeDocument/2006/relationships/slide" Target="../slides/slide1587.xml"/><Relationship Id="rId1" Type="http://schemas.openxmlformats.org/officeDocument/2006/relationships/notesMaster" Target="../notesMasters/notesMaster1.xml"/></Relationships>
</file>

<file path=ppt/notesSlides/_rels/notesSlide1537.xml.rels><?xml version="1.0" encoding="UTF-8" standalone="yes"?>
<Relationships xmlns="http://schemas.openxmlformats.org/package/2006/relationships"><Relationship Id="rId2" Type="http://schemas.openxmlformats.org/officeDocument/2006/relationships/slide" Target="../slides/slide1588.xml"/><Relationship Id="rId1" Type="http://schemas.openxmlformats.org/officeDocument/2006/relationships/notesMaster" Target="../notesMasters/notesMaster1.xml"/></Relationships>
</file>

<file path=ppt/notesSlides/_rels/notesSlide1538.xml.rels><?xml version="1.0" encoding="UTF-8" standalone="yes"?>
<Relationships xmlns="http://schemas.openxmlformats.org/package/2006/relationships"><Relationship Id="rId2" Type="http://schemas.openxmlformats.org/officeDocument/2006/relationships/slide" Target="../slides/slide1589.xml"/><Relationship Id="rId1" Type="http://schemas.openxmlformats.org/officeDocument/2006/relationships/notesMaster" Target="../notesMasters/notesMaster1.xml"/></Relationships>
</file>

<file path=ppt/notesSlides/_rels/notesSlide1539.xml.rels><?xml version="1.0" encoding="UTF-8" standalone="yes"?>
<Relationships xmlns="http://schemas.openxmlformats.org/package/2006/relationships"><Relationship Id="rId2" Type="http://schemas.openxmlformats.org/officeDocument/2006/relationships/slide" Target="../slides/slide1590.xml"/><Relationship Id="rId1" Type="http://schemas.openxmlformats.org/officeDocument/2006/relationships/notesMaster" Target="../notesMasters/notesMaster1.xml"/></Relationships>
</file>

<file path=ppt/notesSlides/_rels/notesSlide1540.xml.rels><?xml version="1.0" encoding="UTF-8" standalone="yes"?>
<Relationships xmlns="http://schemas.openxmlformats.org/package/2006/relationships"><Relationship Id="rId2" Type="http://schemas.openxmlformats.org/officeDocument/2006/relationships/slide" Target="../slides/slide1591.xml"/><Relationship Id="rId1" Type="http://schemas.openxmlformats.org/officeDocument/2006/relationships/notesMaster" Target="../notesMasters/notesMaster1.xml"/></Relationships>
</file>

<file path=ppt/notesSlides/_rels/notesSlide1541.xml.rels><?xml version="1.0" encoding="UTF-8" standalone="yes"?>
<Relationships xmlns="http://schemas.openxmlformats.org/package/2006/relationships"><Relationship Id="rId2" Type="http://schemas.openxmlformats.org/officeDocument/2006/relationships/slide" Target="../slides/slide1592.xml"/><Relationship Id="rId1" Type="http://schemas.openxmlformats.org/officeDocument/2006/relationships/notesMaster" Target="../notesMasters/notesMaster1.xml"/></Relationships>
</file>

<file path=ppt/notesSlides/_rels/notesSlide1542.xml.rels><?xml version="1.0" encoding="UTF-8" standalone="yes"?>
<Relationships xmlns="http://schemas.openxmlformats.org/package/2006/relationships"><Relationship Id="rId2" Type="http://schemas.openxmlformats.org/officeDocument/2006/relationships/slide" Target="../slides/slide1593.xml"/><Relationship Id="rId1" Type="http://schemas.openxmlformats.org/officeDocument/2006/relationships/notesMaster" Target="../notesMasters/notesMaster1.xml"/></Relationships>
</file>

<file path=ppt/notesSlides/_rels/notesSlide1543.xml.rels><?xml version="1.0" encoding="UTF-8" standalone="yes"?>
<Relationships xmlns="http://schemas.openxmlformats.org/package/2006/relationships"><Relationship Id="rId2" Type="http://schemas.openxmlformats.org/officeDocument/2006/relationships/slide" Target="../slides/slide1594.xml"/><Relationship Id="rId1" Type="http://schemas.openxmlformats.org/officeDocument/2006/relationships/notesMaster" Target="../notesMasters/notesMaster1.xml"/></Relationships>
</file>

<file path=ppt/notesSlides/_rels/notesSlide1544.xml.rels><?xml version="1.0" encoding="UTF-8" standalone="yes"?>
<Relationships xmlns="http://schemas.openxmlformats.org/package/2006/relationships"><Relationship Id="rId2" Type="http://schemas.openxmlformats.org/officeDocument/2006/relationships/slide" Target="../slides/slide1595.xml"/><Relationship Id="rId1" Type="http://schemas.openxmlformats.org/officeDocument/2006/relationships/notesMaster" Target="../notesMasters/notesMaster1.xml"/></Relationships>
</file>

<file path=ppt/notesSlides/_rels/notesSlide1545.xml.rels><?xml version="1.0" encoding="UTF-8" standalone="yes"?>
<Relationships xmlns="http://schemas.openxmlformats.org/package/2006/relationships"><Relationship Id="rId2" Type="http://schemas.openxmlformats.org/officeDocument/2006/relationships/slide" Target="../slides/slide1596.xml"/><Relationship Id="rId1" Type="http://schemas.openxmlformats.org/officeDocument/2006/relationships/notesMaster" Target="../notesMasters/notesMaster1.xml"/></Relationships>
</file>

<file path=ppt/notesSlides/_rels/notesSlide1546.xml.rels><?xml version="1.0" encoding="UTF-8" standalone="yes"?>
<Relationships xmlns="http://schemas.openxmlformats.org/package/2006/relationships"><Relationship Id="rId2" Type="http://schemas.openxmlformats.org/officeDocument/2006/relationships/slide" Target="../slides/slide1597.xml"/><Relationship Id="rId1" Type="http://schemas.openxmlformats.org/officeDocument/2006/relationships/notesMaster" Target="../notesMasters/notesMaster1.xml"/></Relationships>
</file>

<file path=ppt/notesSlides/_rels/notesSlide1547.xml.rels><?xml version="1.0" encoding="UTF-8" standalone="yes"?>
<Relationships xmlns="http://schemas.openxmlformats.org/package/2006/relationships"><Relationship Id="rId2" Type="http://schemas.openxmlformats.org/officeDocument/2006/relationships/slide" Target="../slides/slide1598.xml"/><Relationship Id="rId1" Type="http://schemas.openxmlformats.org/officeDocument/2006/relationships/notesMaster" Target="../notesMasters/notesMaster1.xml"/></Relationships>
</file>

<file path=ppt/notesSlides/_rels/notesSlide1548.xml.rels><?xml version="1.0" encoding="UTF-8" standalone="yes"?>
<Relationships xmlns="http://schemas.openxmlformats.org/package/2006/relationships"><Relationship Id="rId2" Type="http://schemas.openxmlformats.org/officeDocument/2006/relationships/slide" Target="../slides/slide1599.xml"/><Relationship Id="rId1" Type="http://schemas.openxmlformats.org/officeDocument/2006/relationships/notesMaster" Target="../notesMasters/notesMaster1.xml"/></Relationships>
</file>

<file path=ppt/notesSlides/_rels/notesSlide1549.xml.rels><?xml version="1.0" encoding="UTF-8" standalone="yes"?>
<Relationships xmlns="http://schemas.openxmlformats.org/package/2006/relationships"><Relationship Id="rId2" Type="http://schemas.openxmlformats.org/officeDocument/2006/relationships/slide" Target="../slides/slide1600.xml"/><Relationship Id="rId1" Type="http://schemas.openxmlformats.org/officeDocument/2006/relationships/notesMaster" Target="../notesMasters/notesMaster1.xml"/></Relationships>
</file>

<file path=ppt/notesSlides/_rels/notesSlide1550.xml.rels><?xml version="1.0" encoding="UTF-8" standalone="yes"?>
<Relationships xmlns="http://schemas.openxmlformats.org/package/2006/relationships"><Relationship Id="rId2" Type="http://schemas.openxmlformats.org/officeDocument/2006/relationships/slide" Target="../slides/slide1601.xml"/><Relationship Id="rId1" Type="http://schemas.openxmlformats.org/officeDocument/2006/relationships/notesMaster" Target="../notesMasters/notesMaster1.xml"/></Relationships>
</file>

<file path=ppt/notesSlides/_rels/notesSlide1551.xml.rels><?xml version="1.0" encoding="UTF-8" standalone="yes"?>
<Relationships xmlns="http://schemas.openxmlformats.org/package/2006/relationships"><Relationship Id="rId2" Type="http://schemas.openxmlformats.org/officeDocument/2006/relationships/slide" Target="../slides/slide1602.xml"/><Relationship Id="rId1" Type="http://schemas.openxmlformats.org/officeDocument/2006/relationships/notesMaster" Target="../notesMasters/notesMaster1.xml"/></Relationships>
</file>

<file path=ppt/notesSlides/_rels/notesSlide1552.xml.rels><?xml version="1.0" encoding="UTF-8" standalone="yes"?>
<Relationships xmlns="http://schemas.openxmlformats.org/package/2006/relationships"><Relationship Id="rId2" Type="http://schemas.openxmlformats.org/officeDocument/2006/relationships/slide" Target="../slides/slide1603.xml"/><Relationship Id="rId1" Type="http://schemas.openxmlformats.org/officeDocument/2006/relationships/notesMaster" Target="../notesMasters/notesMaster1.xml"/></Relationships>
</file>

<file path=ppt/notesSlides/_rels/notesSlide1553.xml.rels><?xml version="1.0" encoding="UTF-8" standalone="yes"?>
<Relationships xmlns="http://schemas.openxmlformats.org/package/2006/relationships"><Relationship Id="rId2" Type="http://schemas.openxmlformats.org/officeDocument/2006/relationships/slide" Target="../slides/slide1604.xml"/><Relationship Id="rId1" Type="http://schemas.openxmlformats.org/officeDocument/2006/relationships/notesMaster" Target="../notesMasters/notesMaster1.xml"/></Relationships>
</file>

<file path=ppt/notesSlides/_rels/notesSlide1554.xml.rels><?xml version="1.0" encoding="UTF-8" standalone="yes"?>
<Relationships xmlns="http://schemas.openxmlformats.org/package/2006/relationships"><Relationship Id="rId2" Type="http://schemas.openxmlformats.org/officeDocument/2006/relationships/slide" Target="../slides/slide1605.xml"/><Relationship Id="rId1" Type="http://schemas.openxmlformats.org/officeDocument/2006/relationships/notesMaster" Target="../notesMasters/notesMaster1.xml"/></Relationships>
</file>

<file path=ppt/notesSlides/_rels/notesSlide1555.xml.rels><?xml version="1.0" encoding="UTF-8" standalone="yes"?>
<Relationships xmlns="http://schemas.openxmlformats.org/package/2006/relationships"><Relationship Id="rId2" Type="http://schemas.openxmlformats.org/officeDocument/2006/relationships/slide" Target="../slides/slide1606.xml"/><Relationship Id="rId1" Type="http://schemas.openxmlformats.org/officeDocument/2006/relationships/notesMaster" Target="../notesMasters/notesMaster1.xml"/></Relationships>
</file>

<file path=ppt/notesSlides/_rels/notesSlide1556.xml.rels><?xml version="1.0" encoding="UTF-8" standalone="yes"?>
<Relationships xmlns="http://schemas.openxmlformats.org/package/2006/relationships"><Relationship Id="rId2" Type="http://schemas.openxmlformats.org/officeDocument/2006/relationships/slide" Target="../slides/slide1607.xml"/><Relationship Id="rId1" Type="http://schemas.openxmlformats.org/officeDocument/2006/relationships/notesMaster" Target="../notesMasters/notesMaster1.xml"/></Relationships>
</file>

<file path=ppt/notesSlides/_rels/notesSlide1557.xml.rels><?xml version="1.0" encoding="UTF-8" standalone="yes"?>
<Relationships xmlns="http://schemas.openxmlformats.org/package/2006/relationships"><Relationship Id="rId2" Type="http://schemas.openxmlformats.org/officeDocument/2006/relationships/slide" Target="../slides/slide1608.xml"/><Relationship Id="rId1" Type="http://schemas.openxmlformats.org/officeDocument/2006/relationships/notesMaster" Target="../notesMasters/notesMaster1.xml"/></Relationships>
</file>

<file path=ppt/notesSlides/_rels/notesSlide1558.xml.rels><?xml version="1.0" encoding="UTF-8" standalone="yes"?>
<Relationships xmlns="http://schemas.openxmlformats.org/package/2006/relationships"><Relationship Id="rId2" Type="http://schemas.openxmlformats.org/officeDocument/2006/relationships/slide" Target="../slides/slide1609.xml"/><Relationship Id="rId1" Type="http://schemas.openxmlformats.org/officeDocument/2006/relationships/notesMaster" Target="../notesMasters/notesMaster1.xml"/></Relationships>
</file>

<file path=ppt/notesSlides/_rels/notesSlide1559.xml.rels><?xml version="1.0" encoding="UTF-8" standalone="yes"?>
<Relationships xmlns="http://schemas.openxmlformats.org/package/2006/relationships"><Relationship Id="rId2" Type="http://schemas.openxmlformats.org/officeDocument/2006/relationships/slide" Target="../slides/slide1610.xml"/><Relationship Id="rId1" Type="http://schemas.openxmlformats.org/officeDocument/2006/relationships/notesMaster" Target="../notesMasters/notesMaster1.xml"/></Relationships>
</file>

<file path=ppt/notesSlides/_rels/notesSlide1560.xml.rels><?xml version="1.0" encoding="UTF-8" standalone="yes"?>
<Relationships xmlns="http://schemas.openxmlformats.org/package/2006/relationships"><Relationship Id="rId2" Type="http://schemas.openxmlformats.org/officeDocument/2006/relationships/slide" Target="../slides/slide1611.xml"/><Relationship Id="rId1" Type="http://schemas.openxmlformats.org/officeDocument/2006/relationships/notesMaster" Target="../notesMasters/notesMaster1.xml"/></Relationships>
</file>

<file path=ppt/notesSlides/_rels/notesSlide1561.xml.rels><?xml version="1.0" encoding="UTF-8" standalone="yes"?>
<Relationships xmlns="http://schemas.openxmlformats.org/package/2006/relationships"><Relationship Id="rId2" Type="http://schemas.openxmlformats.org/officeDocument/2006/relationships/slide" Target="../slides/slide1612.xml"/><Relationship Id="rId1" Type="http://schemas.openxmlformats.org/officeDocument/2006/relationships/notesMaster" Target="../notesMasters/notesMaster1.xml"/></Relationships>
</file>

<file path=ppt/notesSlides/_rels/notesSlide1562.xml.rels><?xml version="1.0" encoding="UTF-8" standalone="yes"?>
<Relationships xmlns="http://schemas.openxmlformats.org/package/2006/relationships"><Relationship Id="rId2" Type="http://schemas.openxmlformats.org/officeDocument/2006/relationships/slide" Target="../slides/slide1613.xml"/><Relationship Id="rId1" Type="http://schemas.openxmlformats.org/officeDocument/2006/relationships/notesMaster" Target="../notesMasters/notesMaster1.xml"/></Relationships>
</file>

<file path=ppt/notesSlides/_rels/notesSlide1563.xml.rels><?xml version="1.0" encoding="UTF-8" standalone="yes"?>
<Relationships xmlns="http://schemas.openxmlformats.org/package/2006/relationships"><Relationship Id="rId2" Type="http://schemas.openxmlformats.org/officeDocument/2006/relationships/slide" Target="../slides/slide1614.xml"/><Relationship Id="rId1" Type="http://schemas.openxmlformats.org/officeDocument/2006/relationships/notesMaster" Target="../notesMasters/notesMaster1.xml"/></Relationships>
</file>

<file path=ppt/notesSlides/_rels/notesSlide1564.xml.rels><?xml version="1.0" encoding="UTF-8" standalone="yes"?>
<Relationships xmlns="http://schemas.openxmlformats.org/package/2006/relationships"><Relationship Id="rId2" Type="http://schemas.openxmlformats.org/officeDocument/2006/relationships/slide" Target="../slides/slide1615.xml"/><Relationship Id="rId1" Type="http://schemas.openxmlformats.org/officeDocument/2006/relationships/notesMaster" Target="../notesMasters/notesMaster1.xml"/></Relationships>
</file>

<file path=ppt/notesSlides/_rels/notesSlide1565.xml.rels><?xml version="1.0" encoding="UTF-8" standalone="yes"?>
<Relationships xmlns="http://schemas.openxmlformats.org/package/2006/relationships"><Relationship Id="rId2" Type="http://schemas.openxmlformats.org/officeDocument/2006/relationships/slide" Target="../slides/slide1616.xml"/><Relationship Id="rId1" Type="http://schemas.openxmlformats.org/officeDocument/2006/relationships/notesMaster" Target="../notesMasters/notesMaster1.xml"/></Relationships>
</file>

<file path=ppt/notesSlides/_rels/notesSlide1566.xml.rels><?xml version="1.0" encoding="UTF-8" standalone="yes"?>
<Relationships xmlns="http://schemas.openxmlformats.org/package/2006/relationships"><Relationship Id="rId2" Type="http://schemas.openxmlformats.org/officeDocument/2006/relationships/slide" Target="../slides/slide1617.xml"/><Relationship Id="rId1" Type="http://schemas.openxmlformats.org/officeDocument/2006/relationships/notesMaster" Target="../notesMasters/notesMaster1.xml"/></Relationships>
</file>

<file path=ppt/notesSlides/_rels/notesSlide1567.xml.rels><?xml version="1.0" encoding="UTF-8" standalone="yes"?>
<Relationships xmlns="http://schemas.openxmlformats.org/package/2006/relationships"><Relationship Id="rId2" Type="http://schemas.openxmlformats.org/officeDocument/2006/relationships/slide" Target="../slides/slide1618.xml"/><Relationship Id="rId1" Type="http://schemas.openxmlformats.org/officeDocument/2006/relationships/notesMaster" Target="../notesMasters/notesMaster1.xml"/></Relationships>
</file>

<file path=ppt/notesSlides/_rels/notesSlide1568.xml.rels><?xml version="1.0" encoding="UTF-8" standalone="yes"?>
<Relationships xmlns="http://schemas.openxmlformats.org/package/2006/relationships"><Relationship Id="rId2" Type="http://schemas.openxmlformats.org/officeDocument/2006/relationships/slide" Target="../slides/slide1619.xml"/><Relationship Id="rId1" Type="http://schemas.openxmlformats.org/officeDocument/2006/relationships/notesMaster" Target="../notesMasters/notesMaster1.xml"/></Relationships>
</file>

<file path=ppt/notesSlides/_rels/notesSlide1569.xml.rels><?xml version="1.0" encoding="UTF-8" standalone="yes"?>
<Relationships xmlns="http://schemas.openxmlformats.org/package/2006/relationships"><Relationship Id="rId2" Type="http://schemas.openxmlformats.org/officeDocument/2006/relationships/slide" Target="../slides/slide1620.xml"/><Relationship Id="rId1" Type="http://schemas.openxmlformats.org/officeDocument/2006/relationships/notesMaster" Target="../notesMasters/notesMaster1.xml"/></Relationships>
</file>

<file path=ppt/notesSlides/_rels/notesSlide1570.xml.rels><?xml version="1.0" encoding="UTF-8" standalone="yes"?>
<Relationships xmlns="http://schemas.openxmlformats.org/package/2006/relationships"><Relationship Id="rId2" Type="http://schemas.openxmlformats.org/officeDocument/2006/relationships/slide" Target="../slides/slide1621.xml"/><Relationship Id="rId1" Type="http://schemas.openxmlformats.org/officeDocument/2006/relationships/notesMaster" Target="../notesMasters/notesMaster1.xml"/></Relationships>
</file>

<file path=ppt/notesSlides/_rels/notesSlide1571.xml.rels><?xml version="1.0" encoding="UTF-8" standalone="yes"?>
<Relationships xmlns="http://schemas.openxmlformats.org/package/2006/relationships"><Relationship Id="rId2" Type="http://schemas.openxmlformats.org/officeDocument/2006/relationships/slide" Target="../slides/slide1622.xml"/><Relationship Id="rId1" Type="http://schemas.openxmlformats.org/officeDocument/2006/relationships/notesMaster" Target="../notesMasters/notesMaster1.xml"/></Relationships>
</file>

<file path=ppt/notesSlides/_rels/notesSlide1572.xml.rels><?xml version="1.0" encoding="UTF-8" standalone="yes"?>
<Relationships xmlns="http://schemas.openxmlformats.org/package/2006/relationships"><Relationship Id="rId2" Type="http://schemas.openxmlformats.org/officeDocument/2006/relationships/slide" Target="../slides/slide1623.xml"/><Relationship Id="rId1" Type="http://schemas.openxmlformats.org/officeDocument/2006/relationships/notesMaster" Target="../notesMasters/notesMaster1.xml"/></Relationships>
</file>

<file path=ppt/notesSlides/_rels/notesSlide1573.xml.rels><?xml version="1.0" encoding="UTF-8" standalone="yes"?>
<Relationships xmlns="http://schemas.openxmlformats.org/package/2006/relationships"><Relationship Id="rId2" Type="http://schemas.openxmlformats.org/officeDocument/2006/relationships/slide" Target="../slides/slide1624.xml"/><Relationship Id="rId1" Type="http://schemas.openxmlformats.org/officeDocument/2006/relationships/notesMaster" Target="../notesMasters/notesMaster1.xml"/></Relationships>
</file>

<file path=ppt/notesSlides/_rels/notesSlide1574.xml.rels><?xml version="1.0" encoding="UTF-8" standalone="yes"?>
<Relationships xmlns="http://schemas.openxmlformats.org/package/2006/relationships"><Relationship Id="rId2" Type="http://schemas.openxmlformats.org/officeDocument/2006/relationships/slide" Target="../slides/slide1625.xml"/><Relationship Id="rId1" Type="http://schemas.openxmlformats.org/officeDocument/2006/relationships/notesMaster" Target="../notesMasters/notesMaster1.xml"/></Relationships>
</file>

<file path=ppt/notesSlides/_rels/notesSlide1575.xml.rels><?xml version="1.0" encoding="UTF-8" standalone="yes"?>
<Relationships xmlns="http://schemas.openxmlformats.org/package/2006/relationships"><Relationship Id="rId2" Type="http://schemas.openxmlformats.org/officeDocument/2006/relationships/slide" Target="../slides/slide1626.xml"/><Relationship Id="rId1" Type="http://schemas.openxmlformats.org/officeDocument/2006/relationships/notesMaster" Target="../notesMasters/notesMaster1.xml"/></Relationships>
</file>

<file path=ppt/notesSlides/_rels/notesSlide1576.xml.rels><?xml version="1.0" encoding="UTF-8" standalone="yes"?>
<Relationships xmlns="http://schemas.openxmlformats.org/package/2006/relationships"><Relationship Id="rId2" Type="http://schemas.openxmlformats.org/officeDocument/2006/relationships/slide" Target="../slides/slide1627.xml"/><Relationship Id="rId1" Type="http://schemas.openxmlformats.org/officeDocument/2006/relationships/notesMaster" Target="../notesMasters/notesMaster1.xml"/></Relationships>
</file>

<file path=ppt/notesSlides/_rels/notesSlide1577.xml.rels><?xml version="1.0" encoding="UTF-8" standalone="yes"?>
<Relationships xmlns="http://schemas.openxmlformats.org/package/2006/relationships"><Relationship Id="rId2" Type="http://schemas.openxmlformats.org/officeDocument/2006/relationships/slide" Target="../slides/slide1628.xml"/><Relationship Id="rId1" Type="http://schemas.openxmlformats.org/officeDocument/2006/relationships/notesMaster" Target="../notesMasters/notesMaster1.xml"/></Relationships>
</file>

<file path=ppt/notesSlides/_rels/notesSlide1578.xml.rels><?xml version="1.0" encoding="UTF-8" standalone="yes"?>
<Relationships xmlns="http://schemas.openxmlformats.org/package/2006/relationships"><Relationship Id="rId2" Type="http://schemas.openxmlformats.org/officeDocument/2006/relationships/slide" Target="../slides/slide1629.xml"/><Relationship Id="rId1" Type="http://schemas.openxmlformats.org/officeDocument/2006/relationships/notesMaster" Target="../notesMasters/notesMaster1.xml"/></Relationships>
</file>

<file path=ppt/notesSlides/_rels/notesSlide1579.xml.rels><?xml version="1.0" encoding="UTF-8" standalone="yes"?>
<Relationships xmlns="http://schemas.openxmlformats.org/package/2006/relationships"><Relationship Id="rId2" Type="http://schemas.openxmlformats.org/officeDocument/2006/relationships/slide" Target="../slides/slide1630.xml"/><Relationship Id="rId1" Type="http://schemas.openxmlformats.org/officeDocument/2006/relationships/notesMaster" Target="../notesMasters/notesMaster1.xml"/></Relationships>
</file>

<file path=ppt/notesSlides/_rels/notesSlide1580.xml.rels><?xml version="1.0" encoding="UTF-8" standalone="yes"?>
<Relationships xmlns="http://schemas.openxmlformats.org/package/2006/relationships"><Relationship Id="rId2" Type="http://schemas.openxmlformats.org/officeDocument/2006/relationships/slide" Target="../slides/slide1631.xml"/><Relationship Id="rId1" Type="http://schemas.openxmlformats.org/officeDocument/2006/relationships/notesMaster" Target="../notesMasters/notesMaster1.xml"/></Relationships>
</file>

<file path=ppt/notesSlides/_rels/notesSlide1581.xml.rels><?xml version="1.0" encoding="UTF-8" standalone="yes"?>
<Relationships xmlns="http://schemas.openxmlformats.org/package/2006/relationships"><Relationship Id="rId2" Type="http://schemas.openxmlformats.org/officeDocument/2006/relationships/slide" Target="../slides/slide1632.xml"/><Relationship Id="rId1" Type="http://schemas.openxmlformats.org/officeDocument/2006/relationships/notesMaster" Target="../notesMasters/notesMaster1.xml"/></Relationships>
</file>

<file path=ppt/notesSlides/_rels/notesSlide1582.xml.rels><?xml version="1.0" encoding="UTF-8" standalone="yes"?>
<Relationships xmlns="http://schemas.openxmlformats.org/package/2006/relationships"><Relationship Id="rId2" Type="http://schemas.openxmlformats.org/officeDocument/2006/relationships/slide" Target="../slides/slide1633.xml"/><Relationship Id="rId1" Type="http://schemas.openxmlformats.org/officeDocument/2006/relationships/notesMaster" Target="../notesMasters/notesMaster1.xml"/></Relationships>
</file>

<file path=ppt/notesSlides/_rels/notesSlide1583.xml.rels><?xml version="1.0" encoding="UTF-8" standalone="yes"?>
<Relationships xmlns="http://schemas.openxmlformats.org/package/2006/relationships"><Relationship Id="rId2" Type="http://schemas.openxmlformats.org/officeDocument/2006/relationships/slide" Target="../slides/slide1634.xml"/><Relationship Id="rId1" Type="http://schemas.openxmlformats.org/officeDocument/2006/relationships/notesMaster" Target="../notesMasters/notesMaster1.xml"/></Relationships>
</file>

<file path=ppt/notesSlides/_rels/notesSlide1584.xml.rels><?xml version="1.0" encoding="UTF-8" standalone="yes"?>
<Relationships xmlns="http://schemas.openxmlformats.org/package/2006/relationships"><Relationship Id="rId2" Type="http://schemas.openxmlformats.org/officeDocument/2006/relationships/slide" Target="../slides/slide1635.xml"/><Relationship Id="rId1" Type="http://schemas.openxmlformats.org/officeDocument/2006/relationships/notesMaster" Target="../notesMasters/notesMaster1.xml"/></Relationships>
</file>

<file path=ppt/notesSlides/_rels/notesSlide1585.xml.rels><?xml version="1.0" encoding="UTF-8" standalone="yes"?>
<Relationships xmlns="http://schemas.openxmlformats.org/package/2006/relationships"><Relationship Id="rId2" Type="http://schemas.openxmlformats.org/officeDocument/2006/relationships/slide" Target="../slides/slide1636.xml"/><Relationship Id="rId1" Type="http://schemas.openxmlformats.org/officeDocument/2006/relationships/notesMaster" Target="../notesMasters/notesMaster1.xml"/></Relationships>
</file>

<file path=ppt/notesSlides/_rels/notesSlide1586.xml.rels><?xml version="1.0" encoding="UTF-8" standalone="yes"?>
<Relationships xmlns="http://schemas.openxmlformats.org/package/2006/relationships"><Relationship Id="rId2" Type="http://schemas.openxmlformats.org/officeDocument/2006/relationships/slide" Target="../slides/slide1637.xml"/><Relationship Id="rId1" Type="http://schemas.openxmlformats.org/officeDocument/2006/relationships/notesMaster" Target="../notesMasters/notesMaster1.xml"/></Relationships>
</file>

<file path=ppt/notesSlides/_rels/notesSlide1587.xml.rels><?xml version="1.0" encoding="UTF-8" standalone="yes"?>
<Relationships xmlns="http://schemas.openxmlformats.org/package/2006/relationships"><Relationship Id="rId2" Type="http://schemas.openxmlformats.org/officeDocument/2006/relationships/slide" Target="../slides/slide1638.xml"/><Relationship Id="rId1" Type="http://schemas.openxmlformats.org/officeDocument/2006/relationships/notesMaster" Target="../notesMasters/notesMaster1.xml"/></Relationships>
</file>

<file path=ppt/notesSlides/_rels/notesSlide1588.xml.rels><?xml version="1.0" encoding="UTF-8" standalone="yes"?>
<Relationships xmlns="http://schemas.openxmlformats.org/package/2006/relationships"><Relationship Id="rId2" Type="http://schemas.openxmlformats.org/officeDocument/2006/relationships/slide" Target="../slides/slide1639.xml"/><Relationship Id="rId1" Type="http://schemas.openxmlformats.org/officeDocument/2006/relationships/notesMaster" Target="../notesMasters/notesMaster1.xml"/></Relationships>
</file>

<file path=ppt/notesSlides/_rels/notesSlide1589.xml.rels><?xml version="1.0" encoding="UTF-8" standalone="yes"?>
<Relationships xmlns="http://schemas.openxmlformats.org/package/2006/relationships"><Relationship Id="rId2" Type="http://schemas.openxmlformats.org/officeDocument/2006/relationships/slide" Target="../slides/slide1640.xml"/><Relationship Id="rId1" Type="http://schemas.openxmlformats.org/officeDocument/2006/relationships/notesMaster" Target="../notesMasters/notesMaster1.xml"/></Relationships>
</file>

<file path=ppt/notesSlides/_rels/notesSlide1590.xml.rels><?xml version="1.0" encoding="UTF-8" standalone="yes"?>
<Relationships xmlns="http://schemas.openxmlformats.org/package/2006/relationships"><Relationship Id="rId2" Type="http://schemas.openxmlformats.org/officeDocument/2006/relationships/slide" Target="../slides/slide1641.xml"/><Relationship Id="rId1" Type="http://schemas.openxmlformats.org/officeDocument/2006/relationships/notesMaster" Target="../notesMasters/notesMaster1.xml"/></Relationships>
</file>

<file path=ppt/notesSlides/_rels/notesSlide1591.xml.rels><?xml version="1.0" encoding="UTF-8" standalone="yes"?>
<Relationships xmlns="http://schemas.openxmlformats.org/package/2006/relationships"><Relationship Id="rId2" Type="http://schemas.openxmlformats.org/officeDocument/2006/relationships/slide" Target="../slides/slide1642.xml"/><Relationship Id="rId1" Type="http://schemas.openxmlformats.org/officeDocument/2006/relationships/notesMaster" Target="../notesMasters/notesMaster1.xml"/></Relationships>
</file>

<file path=ppt/notesSlides/_rels/notesSlide1592.xml.rels><?xml version="1.0" encoding="UTF-8" standalone="yes"?>
<Relationships xmlns="http://schemas.openxmlformats.org/package/2006/relationships"><Relationship Id="rId2" Type="http://schemas.openxmlformats.org/officeDocument/2006/relationships/slide" Target="../slides/slide1643.xml"/><Relationship Id="rId1" Type="http://schemas.openxmlformats.org/officeDocument/2006/relationships/notesMaster" Target="../notesMasters/notesMaster1.xml"/></Relationships>
</file>

<file path=ppt/notesSlides/_rels/notesSlide1593.xml.rels><?xml version="1.0" encoding="UTF-8" standalone="yes"?>
<Relationships xmlns="http://schemas.openxmlformats.org/package/2006/relationships"><Relationship Id="rId2" Type="http://schemas.openxmlformats.org/officeDocument/2006/relationships/slide" Target="../slides/slide1644.xml"/><Relationship Id="rId1" Type="http://schemas.openxmlformats.org/officeDocument/2006/relationships/notesMaster" Target="../notesMasters/notesMaster1.xml"/></Relationships>
</file>

<file path=ppt/notesSlides/_rels/notesSlide1594.xml.rels><?xml version="1.0" encoding="UTF-8" standalone="yes"?>
<Relationships xmlns="http://schemas.openxmlformats.org/package/2006/relationships"><Relationship Id="rId2" Type="http://schemas.openxmlformats.org/officeDocument/2006/relationships/slide" Target="../slides/slide1645.xml"/><Relationship Id="rId1" Type="http://schemas.openxmlformats.org/officeDocument/2006/relationships/notesMaster" Target="../notesMasters/notesMaster1.xml"/></Relationships>
</file>

<file path=ppt/notesSlides/_rels/notesSlide1595.xml.rels><?xml version="1.0" encoding="UTF-8" standalone="yes"?>
<Relationships xmlns="http://schemas.openxmlformats.org/package/2006/relationships"><Relationship Id="rId2" Type="http://schemas.openxmlformats.org/officeDocument/2006/relationships/slide" Target="../slides/slide1646.xml"/><Relationship Id="rId1" Type="http://schemas.openxmlformats.org/officeDocument/2006/relationships/notesMaster" Target="../notesMasters/notesMaster1.xml"/></Relationships>
</file>

<file path=ppt/notesSlides/_rels/notesSlide1596.xml.rels><?xml version="1.0" encoding="UTF-8" standalone="yes"?>
<Relationships xmlns="http://schemas.openxmlformats.org/package/2006/relationships"><Relationship Id="rId2" Type="http://schemas.openxmlformats.org/officeDocument/2006/relationships/slide" Target="../slides/slide1647.xml"/><Relationship Id="rId1" Type="http://schemas.openxmlformats.org/officeDocument/2006/relationships/notesMaster" Target="../notesMasters/notesMaster1.xml"/></Relationships>
</file>

<file path=ppt/notesSlides/_rels/notesSlide1597.xml.rels><?xml version="1.0" encoding="UTF-8" standalone="yes"?>
<Relationships xmlns="http://schemas.openxmlformats.org/package/2006/relationships"><Relationship Id="rId2" Type="http://schemas.openxmlformats.org/officeDocument/2006/relationships/slide" Target="../slides/slide1648.xml"/><Relationship Id="rId1" Type="http://schemas.openxmlformats.org/officeDocument/2006/relationships/notesMaster" Target="../notesMasters/notesMaster1.xml"/></Relationships>
</file>

<file path=ppt/notesSlides/_rels/notesSlide1598.xml.rels><?xml version="1.0" encoding="UTF-8" standalone="yes"?>
<Relationships xmlns="http://schemas.openxmlformats.org/package/2006/relationships"><Relationship Id="rId2" Type="http://schemas.openxmlformats.org/officeDocument/2006/relationships/slide" Target="../slides/slide1649.xml"/><Relationship Id="rId1" Type="http://schemas.openxmlformats.org/officeDocument/2006/relationships/notesMaster" Target="../notesMasters/notesMaster1.xml"/></Relationships>
</file>

<file path=ppt/notesSlides/_rels/notesSlide1599.xml.rels><?xml version="1.0" encoding="UTF-8" standalone="yes"?>
<Relationships xmlns="http://schemas.openxmlformats.org/package/2006/relationships"><Relationship Id="rId2" Type="http://schemas.openxmlformats.org/officeDocument/2006/relationships/slide" Target="../slides/slide1650.xml"/><Relationship Id="rId1" Type="http://schemas.openxmlformats.org/officeDocument/2006/relationships/notesMaster" Target="../notesMasters/notesMaster1.xml"/></Relationships>
</file>

<file path=ppt/notesSlides/_rels/notesSlide1600.xml.rels><?xml version="1.0" encoding="UTF-8" standalone="yes"?>
<Relationships xmlns="http://schemas.openxmlformats.org/package/2006/relationships"><Relationship Id="rId2" Type="http://schemas.openxmlformats.org/officeDocument/2006/relationships/slide" Target="../slides/slide1651.xml"/><Relationship Id="rId1" Type="http://schemas.openxmlformats.org/officeDocument/2006/relationships/notesMaster" Target="../notesMasters/notesMaster1.xml"/></Relationships>
</file>

<file path=ppt/notesSlides/_rels/notesSlide1601.xml.rels><?xml version="1.0" encoding="UTF-8" standalone="yes"?>
<Relationships xmlns="http://schemas.openxmlformats.org/package/2006/relationships"><Relationship Id="rId2" Type="http://schemas.openxmlformats.org/officeDocument/2006/relationships/slide" Target="../slides/slide1652.xml"/><Relationship Id="rId1" Type="http://schemas.openxmlformats.org/officeDocument/2006/relationships/notesMaster" Target="../notesMasters/notesMaster1.xml"/></Relationships>
</file>

<file path=ppt/notesSlides/_rels/notesSlide1602.xml.rels><?xml version="1.0" encoding="UTF-8" standalone="yes"?>
<Relationships xmlns="http://schemas.openxmlformats.org/package/2006/relationships"><Relationship Id="rId2" Type="http://schemas.openxmlformats.org/officeDocument/2006/relationships/slide" Target="../slides/slide1653.xml"/><Relationship Id="rId1" Type="http://schemas.openxmlformats.org/officeDocument/2006/relationships/notesMaster" Target="../notesMasters/notesMaster1.xml"/></Relationships>
</file>

<file path=ppt/notesSlides/_rels/notesSlide1603.xml.rels><?xml version="1.0" encoding="UTF-8" standalone="yes"?>
<Relationships xmlns="http://schemas.openxmlformats.org/package/2006/relationships"><Relationship Id="rId2" Type="http://schemas.openxmlformats.org/officeDocument/2006/relationships/slide" Target="../slides/slide1654.xml"/><Relationship Id="rId1" Type="http://schemas.openxmlformats.org/officeDocument/2006/relationships/notesMaster" Target="../notesMasters/notesMaster1.xml"/></Relationships>
</file>

<file path=ppt/notesSlides/_rels/notesSlide1604.xml.rels><?xml version="1.0" encoding="UTF-8" standalone="yes"?>
<Relationships xmlns="http://schemas.openxmlformats.org/package/2006/relationships"><Relationship Id="rId2" Type="http://schemas.openxmlformats.org/officeDocument/2006/relationships/slide" Target="../slides/slide1655.xml"/><Relationship Id="rId1" Type="http://schemas.openxmlformats.org/officeDocument/2006/relationships/notesMaster" Target="../notesMasters/notesMaster1.xml"/></Relationships>
</file>

<file path=ppt/notesSlides/_rels/notesSlide1605.xml.rels><?xml version="1.0" encoding="UTF-8" standalone="yes"?>
<Relationships xmlns="http://schemas.openxmlformats.org/package/2006/relationships"><Relationship Id="rId2" Type="http://schemas.openxmlformats.org/officeDocument/2006/relationships/slide" Target="../slides/slide1656.xml"/><Relationship Id="rId1" Type="http://schemas.openxmlformats.org/officeDocument/2006/relationships/notesMaster" Target="../notesMasters/notesMaster1.xml"/></Relationships>
</file>

<file path=ppt/notesSlides/_rels/notesSlide1606.xml.rels><?xml version="1.0" encoding="UTF-8" standalone="yes"?>
<Relationships xmlns="http://schemas.openxmlformats.org/package/2006/relationships"><Relationship Id="rId2" Type="http://schemas.openxmlformats.org/officeDocument/2006/relationships/slide" Target="../slides/slide1657.xml"/><Relationship Id="rId1" Type="http://schemas.openxmlformats.org/officeDocument/2006/relationships/notesMaster" Target="../notesMasters/notesMaster1.xml"/></Relationships>
</file>

<file path=ppt/notesSlides/_rels/notesSlide1607.xml.rels><?xml version="1.0" encoding="UTF-8" standalone="yes"?>
<Relationships xmlns="http://schemas.openxmlformats.org/package/2006/relationships"><Relationship Id="rId2" Type="http://schemas.openxmlformats.org/officeDocument/2006/relationships/slide" Target="../slides/slide1658.xml"/><Relationship Id="rId1" Type="http://schemas.openxmlformats.org/officeDocument/2006/relationships/notesMaster" Target="../notesMasters/notesMaster1.xml"/></Relationships>
</file>

<file path=ppt/notesSlides/_rels/notesSlide1608.xml.rels><?xml version="1.0" encoding="UTF-8" standalone="yes"?>
<Relationships xmlns="http://schemas.openxmlformats.org/package/2006/relationships"><Relationship Id="rId2" Type="http://schemas.openxmlformats.org/officeDocument/2006/relationships/slide" Target="../slides/slide1659.xml"/><Relationship Id="rId1" Type="http://schemas.openxmlformats.org/officeDocument/2006/relationships/notesMaster" Target="../notesMasters/notesMaster1.xml"/></Relationships>
</file>

<file path=ppt/notesSlides/_rels/notesSlide1609.xml.rels><?xml version="1.0" encoding="UTF-8" standalone="yes"?>
<Relationships xmlns="http://schemas.openxmlformats.org/package/2006/relationships"><Relationship Id="rId2" Type="http://schemas.openxmlformats.org/officeDocument/2006/relationships/slide" Target="../slides/slide1660.xml"/><Relationship Id="rId1" Type="http://schemas.openxmlformats.org/officeDocument/2006/relationships/notesMaster" Target="../notesMasters/notesMaster1.xml"/></Relationships>
</file>

<file path=ppt/notesSlides/_rels/notesSlide1610.xml.rels><?xml version="1.0" encoding="UTF-8" standalone="yes"?>
<Relationships xmlns="http://schemas.openxmlformats.org/package/2006/relationships"><Relationship Id="rId2" Type="http://schemas.openxmlformats.org/officeDocument/2006/relationships/slide" Target="../slides/slide1661.xml"/><Relationship Id="rId1" Type="http://schemas.openxmlformats.org/officeDocument/2006/relationships/notesMaster" Target="../notesMasters/notesMaster1.xml"/></Relationships>
</file>

<file path=ppt/notesSlides/_rels/notesSlide1611.xml.rels><?xml version="1.0" encoding="UTF-8" standalone="yes"?>
<Relationships xmlns="http://schemas.openxmlformats.org/package/2006/relationships"><Relationship Id="rId2" Type="http://schemas.openxmlformats.org/officeDocument/2006/relationships/slide" Target="../slides/slide1662.xml"/><Relationship Id="rId1" Type="http://schemas.openxmlformats.org/officeDocument/2006/relationships/notesMaster" Target="../notesMasters/notesMaster1.xml"/></Relationships>
</file>

<file path=ppt/notesSlides/_rels/notesSlide1612.xml.rels><?xml version="1.0" encoding="UTF-8" standalone="yes"?>
<Relationships xmlns="http://schemas.openxmlformats.org/package/2006/relationships"><Relationship Id="rId2" Type="http://schemas.openxmlformats.org/officeDocument/2006/relationships/slide" Target="../slides/slide1663.xml"/><Relationship Id="rId1" Type="http://schemas.openxmlformats.org/officeDocument/2006/relationships/notesMaster" Target="../notesMasters/notesMaster1.xml"/></Relationships>
</file>

<file path=ppt/notesSlides/_rels/notesSlide1613.xml.rels><?xml version="1.0" encoding="UTF-8" standalone="yes"?>
<Relationships xmlns="http://schemas.openxmlformats.org/package/2006/relationships"><Relationship Id="rId2" Type="http://schemas.openxmlformats.org/officeDocument/2006/relationships/slide" Target="../slides/slide1664.xml"/><Relationship Id="rId1" Type="http://schemas.openxmlformats.org/officeDocument/2006/relationships/notesMaster" Target="../notesMasters/notesMaster1.xml"/></Relationships>
</file>

<file path=ppt/notesSlides/_rels/notesSlide1614.xml.rels><?xml version="1.0" encoding="UTF-8" standalone="yes"?>
<Relationships xmlns="http://schemas.openxmlformats.org/package/2006/relationships"><Relationship Id="rId2" Type="http://schemas.openxmlformats.org/officeDocument/2006/relationships/slide" Target="../slides/slide1665.xml"/><Relationship Id="rId1" Type="http://schemas.openxmlformats.org/officeDocument/2006/relationships/notesMaster" Target="../notesMasters/notesMaster1.xml"/></Relationships>
</file>

<file path=ppt/notesSlides/_rels/notesSlide1615.xml.rels><?xml version="1.0" encoding="UTF-8" standalone="yes"?>
<Relationships xmlns="http://schemas.openxmlformats.org/package/2006/relationships"><Relationship Id="rId2" Type="http://schemas.openxmlformats.org/officeDocument/2006/relationships/slide" Target="../slides/slide1666.xml"/><Relationship Id="rId1" Type="http://schemas.openxmlformats.org/officeDocument/2006/relationships/notesMaster" Target="../notesMasters/notesMaster1.xml"/></Relationships>
</file>

<file path=ppt/notesSlides/_rels/notesSlide1616.xml.rels><?xml version="1.0" encoding="UTF-8" standalone="yes"?>
<Relationships xmlns="http://schemas.openxmlformats.org/package/2006/relationships"><Relationship Id="rId2" Type="http://schemas.openxmlformats.org/officeDocument/2006/relationships/slide" Target="../slides/slide1667.xml"/><Relationship Id="rId1" Type="http://schemas.openxmlformats.org/officeDocument/2006/relationships/notesMaster" Target="../notesMasters/notesMaster1.xml"/></Relationships>
</file>

<file path=ppt/notesSlides/_rels/notesSlide1617.xml.rels><?xml version="1.0" encoding="UTF-8" standalone="yes"?>
<Relationships xmlns="http://schemas.openxmlformats.org/package/2006/relationships"><Relationship Id="rId2" Type="http://schemas.openxmlformats.org/officeDocument/2006/relationships/slide" Target="../slides/slide1668.xml"/><Relationship Id="rId1" Type="http://schemas.openxmlformats.org/officeDocument/2006/relationships/notesMaster" Target="../notesMasters/notesMaster1.xml"/></Relationships>
</file>

<file path=ppt/notesSlides/_rels/notesSlide1618.xml.rels><?xml version="1.0" encoding="UTF-8" standalone="yes"?>
<Relationships xmlns="http://schemas.openxmlformats.org/package/2006/relationships"><Relationship Id="rId2" Type="http://schemas.openxmlformats.org/officeDocument/2006/relationships/slide" Target="../slides/slide1669.xml"/><Relationship Id="rId1" Type="http://schemas.openxmlformats.org/officeDocument/2006/relationships/notesMaster" Target="../notesMasters/notesMaster1.xml"/></Relationships>
</file>

<file path=ppt/notesSlides/_rels/notesSlide1619.xml.rels><?xml version="1.0" encoding="UTF-8" standalone="yes"?>
<Relationships xmlns="http://schemas.openxmlformats.org/package/2006/relationships"><Relationship Id="rId2" Type="http://schemas.openxmlformats.org/officeDocument/2006/relationships/slide" Target="../slides/slide1670.xml"/><Relationship Id="rId1" Type="http://schemas.openxmlformats.org/officeDocument/2006/relationships/notesMaster" Target="../notesMasters/notesMaster1.xml"/></Relationships>
</file>

<file path=ppt/notesSlides/_rels/notesSlide1620.xml.rels><?xml version="1.0" encoding="UTF-8" standalone="yes"?>
<Relationships xmlns="http://schemas.openxmlformats.org/package/2006/relationships"><Relationship Id="rId2" Type="http://schemas.openxmlformats.org/officeDocument/2006/relationships/slide" Target="../slides/slide1671.xml"/><Relationship Id="rId1" Type="http://schemas.openxmlformats.org/officeDocument/2006/relationships/notesMaster" Target="../notesMasters/notesMaster1.xml"/></Relationships>
</file>

<file path=ppt/notesSlides/_rels/notesSlide1621.xml.rels><?xml version="1.0" encoding="UTF-8" standalone="yes"?>
<Relationships xmlns="http://schemas.openxmlformats.org/package/2006/relationships"><Relationship Id="rId2" Type="http://schemas.openxmlformats.org/officeDocument/2006/relationships/slide" Target="../slides/slide1672.xml"/><Relationship Id="rId1" Type="http://schemas.openxmlformats.org/officeDocument/2006/relationships/notesMaster" Target="../notesMasters/notesMaster1.xml"/></Relationships>
</file>

<file path=ppt/notesSlides/_rels/notesSlide1622.xml.rels><?xml version="1.0" encoding="UTF-8" standalone="yes"?>
<Relationships xmlns="http://schemas.openxmlformats.org/package/2006/relationships"><Relationship Id="rId2" Type="http://schemas.openxmlformats.org/officeDocument/2006/relationships/slide" Target="../slides/slide1673.xml"/><Relationship Id="rId1" Type="http://schemas.openxmlformats.org/officeDocument/2006/relationships/notesMaster" Target="../notesMasters/notesMaster1.xml"/></Relationships>
</file>

<file path=ppt/notesSlides/_rels/notesSlide1623.xml.rels><?xml version="1.0" encoding="UTF-8" standalone="yes"?>
<Relationships xmlns="http://schemas.openxmlformats.org/package/2006/relationships"><Relationship Id="rId2" Type="http://schemas.openxmlformats.org/officeDocument/2006/relationships/slide" Target="../slides/slide1674.xml"/><Relationship Id="rId1" Type="http://schemas.openxmlformats.org/officeDocument/2006/relationships/notesMaster" Target="../notesMasters/notesMaster1.xml"/></Relationships>
</file>

<file path=ppt/notesSlides/_rels/notesSlide1624.xml.rels><?xml version="1.0" encoding="UTF-8" standalone="yes"?>
<Relationships xmlns="http://schemas.openxmlformats.org/package/2006/relationships"><Relationship Id="rId2" Type="http://schemas.openxmlformats.org/officeDocument/2006/relationships/slide" Target="../slides/slide1675.xml"/><Relationship Id="rId1" Type="http://schemas.openxmlformats.org/officeDocument/2006/relationships/notesMaster" Target="../notesMasters/notesMaster1.xml"/></Relationships>
</file>

<file path=ppt/notesSlides/_rels/notesSlide1625.xml.rels><?xml version="1.0" encoding="UTF-8" standalone="yes"?>
<Relationships xmlns="http://schemas.openxmlformats.org/package/2006/relationships"><Relationship Id="rId2" Type="http://schemas.openxmlformats.org/officeDocument/2006/relationships/slide" Target="../slides/slide1676.xml"/><Relationship Id="rId1" Type="http://schemas.openxmlformats.org/officeDocument/2006/relationships/notesMaster" Target="../notesMasters/notesMaster1.xml"/></Relationships>
</file>

<file path=ppt/notesSlides/_rels/notesSlide1626.xml.rels><?xml version="1.0" encoding="UTF-8" standalone="yes"?>
<Relationships xmlns="http://schemas.openxmlformats.org/package/2006/relationships"><Relationship Id="rId2" Type="http://schemas.openxmlformats.org/officeDocument/2006/relationships/slide" Target="../slides/slide1677.xml"/><Relationship Id="rId1" Type="http://schemas.openxmlformats.org/officeDocument/2006/relationships/notesMaster" Target="../notesMasters/notesMaster1.xml"/></Relationships>
</file>

<file path=ppt/notesSlides/_rels/notesSlide1627.xml.rels><?xml version="1.0" encoding="UTF-8" standalone="yes"?>
<Relationships xmlns="http://schemas.openxmlformats.org/package/2006/relationships"><Relationship Id="rId2" Type="http://schemas.openxmlformats.org/officeDocument/2006/relationships/slide" Target="../slides/slide1678.xml"/><Relationship Id="rId1" Type="http://schemas.openxmlformats.org/officeDocument/2006/relationships/notesMaster" Target="../notesMasters/notesMaster1.xml"/></Relationships>
</file>

<file path=ppt/notesSlides/_rels/notesSlide1628.xml.rels><?xml version="1.0" encoding="UTF-8" standalone="yes"?>
<Relationships xmlns="http://schemas.openxmlformats.org/package/2006/relationships"><Relationship Id="rId2" Type="http://schemas.openxmlformats.org/officeDocument/2006/relationships/slide" Target="../slides/slide1679.xml"/><Relationship Id="rId1" Type="http://schemas.openxmlformats.org/officeDocument/2006/relationships/notesMaster" Target="../notesMasters/notesMaster1.xml"/></Relationships>
</file>

<file path=ppt/notesSlides/_rels/notesSlide1629.xml.rels><?xml version="1.0" encoding="UTF-8" standalone="yes"?>
<Relationships xmlns="http://schemas.openxmlformats.org/package/2006/relationships"><Relationship Id="rId2" Type="http://schemas.openxmlformats.org/officeDocument/2006/relationships/slide" Target="../slides/slide1680.xml"/><Relationship Id="rId1" Type="http://schemas.openxmlformats.org/officeDocument/2006/relationships/notesMaster" Target="../notesMasters/notesMaster1.xml"/></Relationships>
</file>

<file path=ppt/notesSlides/_rels/notesSlide1630.xml.rels><?xml version="1.0" encoding="UTF-8" standalone="yes"?>
<Relationships xmlns="http://schemas.openxmlformats.org/package/2006/relationships"><Relationship Id="rId2" Type="http://schemas.openxmlformats.org/officeDocument/2006/relationships/slide" Target="../slides/slide1681.xml"/><Relationship Id="rId1" Type="http://schemas.openxmlformats.org/officeDocument/2006/relationships/notesMaster" Target="../notesMasters/notesMaster1.xml"/></Relationships>
</file>

<file path=ppt/notesSlides/_rels/notesSlide1631.xml.rels><?xml version="1.0" encoding="UTF-8" standalone="yes"?>
<Relationships xmlns="http://schemas.openxmlformats.org/package/2006/relationships"><Relationship Id="rId2" Type="http://schemas.openxmlformats.org/officeDocument/2006/relationships/slide" Target="../slides/slide1682.xml"/><Relationship Id="rId1" Type="http://schemas.openxmlformats.org/officeDocument/2006/relationships/notesMaster" Target="../notesMasters/notesMaster1.xml"/></Relationships>
</file>

<file path=ppt/notesSlides/_rels/notesSlide1632.xml.rels><?xml version="1.0" encoding="UTF-8" standalone="yes"?>
<Relationships xmlns="http://schemas.openxmlformats.org/package/2006/relationships"><Relationship Id="rId2" Type="http://schemas.openxmlformats.org/officeDocument/2006/relationships/slide" Target="../slides/slide1683.xml"/><Relationship Id="rId1" Type="http://schemas.openxmlformats.org/officeDocument/2006/relationships/notesMaster" Target="../notesMasters/notesMaster1.xml"/></Relationships>
</file>

<file path=ppt/notesSlides/_rels/notesSlide1633.xml.rels><?xml version="1.0" encoding="UTF-8" standalone="yes"?>
<Relationships xmlns="http://schemas.openxmlformats.org/package/2006/relationships"><Relationship Id="rId2" Type="http://schemas.openxmlformats.org/officeDocument/2006/relationships/slide" Target="../slides/slide1684.xml"/><Relationship Id="rId1" Type="http://schemas.openxmlformats.org/officeDocument/2006/relationships/notesMaster" Target="../notesMasters/notesMaster1.xml"/></Relationships>
</file>

<file path=ppt/notesSlides/_rels/notesSlide1634.xml.rels><?xml version="1.0" encoding="UTF-8" standalone="yes"?>
<Relationships xmlns="http://schemas.openxmlformats.org/package/2006/relationships"><Relationship Id="rId2" Type="http://schemas.openxmlformats.org/officeDocument/2006/relationships/slide" Target="../slides/slide1685.xml"/><Relationship Id="rId1" Type="http://schemas.openxmlformats.org/officeDocument/2006/relationships/notesMaster" Target="../notesMasters/notesMaster1.xml"/></Relationships>
</file>

<file path=ppt/notesSlides/_rels/notesSlide1635.xml.rels><?xml version="1.0" encoding="UTF-8" standalone="yes"?>
<Relationships xmlns="http://schemas.openxmlformats.org/package/2006/relationships"><Relationship Id="rId2" Type="http://schemas.openxmlformats.org/officeDocument/2006/relationships/slide" Target="../slides/slide1686.xml"/><Relationship Id="rId1" Type="http://schemas.openxmlformats.org/officeDocument/2006/relationships/notesMaster" Target="../notesMasters/notesMaster1.xml"/></Relationships>
</file>

<file path=ppt/notesSlides/_rels/notesSlide1636.xml.rels><?xml version="1.0" encoding="UTF-8" standalone="yes"?>
<Relationships xmlns="http://schemas.openxmlformats.org/package/2006/relationships"><Relationship Id="rId2" Type="http://schemas.openxmlformats.org/officeDocument/2006/relationships/slide" Target="../slides/slide1687.xml"/><Relationship Id="rId1" Type="http://schemas.openxmlformats.org/officeDocument/2006/relationships/notesMaster" Target="../notesMasters/notesMaster1.xml"/></Relationships>
</file>

<file path=ppt/notesSlides/_rels/notesSlide1637.xml.rels><?xml version="1.0" encoding="UTF-8" standalone="yes"?>
<Relationships xmlns="http://schemas.openxmlformats.org/package/2006/relationships"><Relationship Id="rId2" Type="http://schemas.openxmlformats.org/officeDocument/2006/relationships/slide" Target="../slides/slide1688.xml"/><Relationship Id="rId1" Type="http://schemas.openxmlformats.org/officeDocument/2006/relationships/notesMaster" Target="../notesMasters/notesMaster1.xml"/></Relationships>
</file>

<file path=ppt/notesSlides/_rels/notesSlide1638.xml.rels><?xml version="1.0" encoding="UTF-8" standalone="yes"?>
<Relationships xmlns="http://schemas.openxmlformats.org/package/2006/relationships"><Relationship Id="rId2" Type="http://schemas.openxmlformats.org/officeDocument/2006/relationships/slide" Target="../slides/slide1689.xml"/><Relationship Id="rId1" Type="http://schemas.openxmlformats.org/officeDocument/2006/relationships/notesMaster" Target="../notesMasters/notesMaster1.xml"/></Relationships>
</file>

<file path=ppt/notesSlides/_rels/notesSlide1639.xml.rels><?xml version="1.0" encoding="UTF-8" standalone="yes"?>
<Relationships xmlns="http://schemas.openxmlformats.org/package/2006/relationships"><Relationship Id="rId2" Type="http://schemas.openxmlformats.org/officeDocument/2006/relationships/slide" Target="../slides/slide1690.xml"/><Relationship Id="rId1" Type="http://schemas.openxmlformats.org/officeDocument/2006/relationships/notesMaster" Target="../notesMasters/notesMaster1.xml"/></Relationships>
</file>

<file path=ppt/notesSlides/_rels/notesSlide1640.xml.rels><?xml version="1.0" encoding="UTF-8" standalone="yes"?>
<Relationships xmlns="http://schemas.openxmlformats.org/package/2006/relationships"><Relationship Id="rId2" Type="http://schemas.openxmlformats.org/officeDocument/2006/relationships/slide" Target="../slides/slide1691.xml"/><Relationship Id="rId1" Type="http://schemas.openxmlformats.org/officeDocument/2006/relationships/notesMaster" Target="../notesMasters/notesMaster1.xml"/></Relationships>
</file>

<file path=ppt/notesSlides/_rels/notesSlide1641.xml.rels><?xml version="1.0" encoding="UTF-8" standalone="yes"?>
<Relationships xmlns="http://schemas.openxmlformats.org/package/2006/relationships"><Relationship Id="rId2" Type="http://schemas.openxmlformats.org/officeDocument/2006/relationships/slide" Target="../slides/slide1692.xml"/><Relationship Id="rId1" Type="http://schemas.openxmlformats.org/officeDocument/2006/relationships/notesMaster" Target="../notesMasters/notesMaster1.xml"/></Relationships>
</file>

<file path=ppt/notesSlides/_rels/notesSlide1642.xml.rels><?xml version="1.0" encoding="UTF-8" standalone="yes"?>
<Relationships xmlns="http://schemas.openxmlformats.org/package/2006/relationships"><Relationship Id="rId2" Type="http://schemas.openxmlformats.org/officeDocument/2006/relationships/slide" Target="../slides/slide1693.xml"/><Relationship Id="rId1" Type="http://schemas.openxmlformats.org/officeDocument/2006/relationships/notesMaster" Target="../notesMasters/notesMaster1.xml"/></Relationships>
</file>

<file path=ppt/notesSlides/_rels/notesSlide1643.xml.rels><?xml version="1.0" encoding="UTF-8" standalone="yes"?>
<Relationships xmlns="http://schemas.openxmlformats.org/package/2006/relationships"><Relationship Id="rId2" Type="http://schemas.openxmlformats.org/officeDocument/2006/relationships/slide" Target="../slides/slide1694.xml"/><Relationship Id="rId1" Type="http://schemas.openxmlformats.org/officeDocument/2006/relationships/notesMaster" Target="../notesMasters/notesMaster1.xml"/></Relationships>
</file>

<file path=ppt/notesSlides/_rels/notesSlide1644.xml.rels><?xml version="1.0" encoding="UTF-8" standalone="yes"?>
<Relationships xmlns="http://schemas.openxmlformats.org/package/2006/relationships"><Relationship Id="rId2" Type="http://schemas.openxmlformats.org/officeDocument/2006/relationships/slide" Target="../slides/slide1695.xml"/><Relationship Id="rId1" Type="http://schemas.openxmlformats.org/officeDocument/2006/relationships/notesMaster" Target="../notesMasters/notesMaster1.xml"/></Relationships>
</file>

<file path=ppt/notesSlides/_rels/notesSlide1645.xml.rels><?xml version="1.0" encoding="UTF-8" standalone="yes"?>
<Relationships xmlns="http://schemas.openxmlformats.org/package/2006/relationships"><Relationship Id="rId2" Type="http://schemas.openxmlformats.org/officeDocument/2006/relationships/slide" Target="../slides/slide1696.xml"/><Relationship Id="rId1" Type="http://schemas.openxmlformats.org/officeDocument/2006/relationships/notesMaster" Target="../notesMasters/notesMaster1.xml"/></Relationships>
</file>

<file path=ppt/notesSlides/_rels/notesSlide1646.xml.rels><?xml version="1.0" encoding="UTF-8" standalone="yes"?>
<Relationships xmlns="http://schemas.openxmlformats.org/package/2006/relationships"><Relationship Id="rId2" Type="http://schemas.openxmlformats.org/officeDocument/2006/relationships/slide" Target="../slides/slide1697.xml"/><Relationship Id="rId1" Type="http://schemas.openxmlformats.org/officeDocument/2006/relationships/notesMaster" Target="../notesMasters/notesMaster1.xml"/></Relationships>
</file>

<file path=ppt/notesSlides/_rels/notesSlide1647.xml.rels><?xml version="1.0" encoding="UTF-8" standalone="yes"?>
<Relationships xmlns="http://schemas.openxmlformats.org/package/2006/relationships"><Relationship Id="rId2" Type="http://schemas.openxmlformats.org/officeDocument/2006/relationships/slide" Target="../slides/slide1698.xml"/><Relationship Id="rId1" Type="http://schemas.openxmlformats.org/officeDocument/2006/relationships/notesMaster" Target="../notesMasters/notesMaster1.xml"/></Relationships>
</file>

<file path=ppt/notesSlides/_rels/notesSlide1648.xml.rels><?xml version="1.0" encoding="UTF-8" standalone="yes"?>
<Relationships xmlns="http://schemas.openxmlformats.org/package/2006/relationships"><Relationship Id="rId2" Type="http://schemas.openxmlformats.org/officeDocument/2006/relationships/slide" Target="../slides/slide1699.xml"/><Relationship Id="rId1" Type="http://schemas.openxmlformats.org/officeDocument/2006/relationships/notesMaster" Target="../notesMasters/notesMaster1.xml"/></Relationships>
</file>

<file path=ppt/notesSlides/_rels/notesSlide1649.xml.rels><?xml version="1.0" encoding="UTF-8" standalone="yes"?>
<Relationships xmlns="http://schemas.openxmlformats.org/package/2006/relationships"><Relationship Id="rId2" Type="http://schemas.openxmlformats.org/officeDocument/2006/relationships/slide" Target="../slides/slide1700.xml"/><Relationship Id="rId1" Type="http://schemas.openxmlformats.org/officeDocument/2006/relationships/notesMaster" Target="../notesMasters/notesMaster1.xml"/></Relationships>
</file>

<file path=ppt/notesSlides/_rels/notesSlide1650.xml.rels><?xml version="1.0" encoding="UTF-8" standalone="yes"?>
<Relationships xmlns="http://schemas.openxmlformats.org/package/2006/relationships"><Relationship Id="rId2" Type="http://schemas.openxmlformats.org/officeDocument/2006/relationships/slide" Target="../slides/slide1701.xml"/><Relationship Id="rId1" Type="http://schemas.openxmlformats.org/officeDocument/2006/relationships/notesMaster" Target="../notesMasters/notesMaster1.xml"/></Relationships>
</file>

<file path=ppt/notesSlides/_rels/notesSlide1651.xml.rels><?xml version="1.0" encoding="UTF-8" standalone="yes"?>
<Relationships xmlns="http://schemas.openxmlformats.org/package/2006/relationships"><Relationship Id="rId2" Type="http://schemas.openxmlformats.org/officeDocument/2006/relationships/slide" Target="../slides/slide1702.xml"/><Relationship Id="rId1" Type="http://schemas.openxmlformats.org/officeDocument/2006/relationships/notesMaster" Target="../notesMasters/notesMaster1.xml"/></Relationships>
</file>

<file path=ppt/notesSlides/_rels/notesSlide1652.xml.rels><?xml version="1.0" encoding="UTF-8" standalone="yes"?>
<Relationships xmlns="http://schemas.openxmlformats.org/package/2006/relationships"><Relationship Id="rId2" Type="http://schemas.openxmlformats.org/officeDocument/2006/relationships/slide" Target="../slides/slide1703.xml"/><Relationship Id="rId1" Type="http://schemas.openxmlformats.org/officeDocument/2006/relationships/notesMaster" Target="../notesMasters/notesMaster1.xml"/></Relationships>
</file>

<file path=ppt/notesSlides/_rels/notesSlide1653.xml.rels><?xml version="1.0" encoding="UTF-8" standalone="yes"?>
<Relationships xmlns="http://schemas.openxmlformats.org/package/2006/relationships"><Relationship Id="rId2" Type="http://schemas.openxmlformats.org/officeDocument/2006/relationships/slide" Target="../slides/slide1704.xml"/><Relationship Id="rId1" Type="http://schemas.openxmlformats.org/officeDocument/2006/relationships/notesMaster" Target="../notesMasters/notesMaster1.xml"/></Relationships>
</file>

<file path=ppt/notesSlides/_rels/notesSlide1654.xml.rels><?xml version="1.0" encoding="UTF-8" standalone="yes"?>
<Relationships xmlns="http://schemas.openxmlformats.org/package/2006/relationships"><Relationship Id="rId2" Type="http://schemas.openxmlformats.org/officeDocument/2006/relationships/slide" Target="../slides/slide1705.xml"/><Relationship Id="rId1" Type="http://schemas.openxmlformats.org/officeDocument/2006/relationships/notesMaster" Target="../notesMasters/notesMaster1.xml"/></Relationships>
</file>

<file path=ppt/notesSlides/_rels/notesSlide1655.xml.rels><?xml version="1.0" encoding="UTF-8" standalone="yes"?>
<Relationships xmlns="http://schemas.openxmlformats.org/package/2006/relationships"><Relationship Id="rId2" Type="http://schemas.openxmlformats.org/officeDocument/2006/relationships/slide" Target="../slides/slide1706.xml"/><Relationship Id="rId1" Type="http://schemas.openxmlformats.org/officeDocument/2006/relationships/notesMaster" Target="../notesMasters/notesMaster1.xml"/></Relationships>
</file>

<file path=ppt/notesSlides/_rels/notesSlide1656.xml.rels><?xml version="1.0" encoding="UTF-8" standalone="yes"?>
<Relationships xmlns="http://schemas.openxmlformats.org/package/2006/relationships"><Relationship Id="rId2" Type="http://schemas.openxmlformats.org/officeDocument/2006/relationships/slide" Target="../slides/slide1707.xml"/><Relationship Id="rId1" Type="http://schemas.openxmlformats.org/officeDocument/2006/relationships/notesMaster" Target="../notesMasters/notesMaster1.xml"/></Relationships>
</file>

<file path=ppt/notesSlides/_rels/notesSlide1657.xml.rels><?xml version="1.0" encoding="UTF-8" standalone="yes"?>
<Relationships xmlns="http://schemas.openxmlformats.org/package/2006/relationships"><Relationship Id="rId2" Type="http://schemas.openxmlformats.org/officeDocument/2006/relationships/slide" Target="../slides/slide1708.xml"/><Relationship Id="rId1" Type="http://schemas.openxmlformats.org/officeDocument/2006/relationships/notesMaster" Target="../notesMasters/notesMaster1.xml"/></Relationships>
</file>

<file path=ppt/notesSlides/_rels/notesSlide1658.xml.rels><?xml version="1.0" encoding="UTF-8" standalone="yes"?>
<Relationships xmlns="http://schemas.openxmlformats.org/package/2006/relationships"><Relationship Id="rId2" Type="http://schemas.openxmlformats.org/officeDocument/2006/relationships/slide" Target="../slides/slide1709.xml"/><Relationship Id="rId1" Type="http://schemas.openxmlformats.org/officeDocument/2006/relationships/notesMaster" Target="../notesMasters/notesMaster1.xml"/></Relationships>
</file>

<file path=ppt/notesSlides/_rels/notesSlide1659.xml.rels><?xml version="1.0" encoding="UTF-8" standalone="yes"?>
<Relationships xmlns="http://schemas.openxmlformats.org/package/2006/relationships"><Relationship Id="rId2" Type="http://schemas.openxmlformats.org/officeDocument/2006/relationships/slide" Target="../slides/slide1710.xml"/><Relationship Id="rId1" Type="http://schemas.openxmlformats.org/officeDocument/2006/relationships/notesMaster" Target="../notesMasters/notesMaster1.xml"/></Relationships>
</file>

<file path=ppt/notesSlides/_rels/notesSlide1660.xml.rels><?xml version="1.0" encoding="UTF-8" standalone="yes"?>
<Relationships xmlns="http://schemas.openxmlformats.org/package/2006/relationships"><Relationship Id="rId2" Type="http://schemas.openxmlformats.org/officeDocument/2006/relationships/slide" Target="../slides/slide1711.xml"/><Relationship Id="rId1" Type="http://schemas.openxmlformats.org/officeDocument/2006/relationships/notesMaster" Target="../notesMasters/notesMaster1.xml"/></Relationships>
</file>

<file path=ppt/notesSlides/_rels/notesSlide1661.xml.rels><?xml version="1.0" encoding="UTF-8" standalone="yes"?>
<Relationships xmlns="http://schemas.openxmlformats.org/package/2006/relationships"><Relationship Id="rId2" Type="http://schemas.openxmlformats.org/officeDocument/2006/relationships/slide" Target="../slides/slide1712.xml"/><Relationship Id="rId1" Type="http://schemas.openxmlformats.org/officeDocument/2006/relationships/notesMaster" Target="../notesMasters/notesMaster1.xml"/></Relationships>
</file>

<file path=ppt/notesSlides/_rels/notesSlide1662.xml.rels><?xml version="1.0" encoding="UTF-8" standalone="yes"?>
<Relationships xmlns="http://schemas.openxmlformats.org/package/2006/relationships"><Relationship Id="rId2" Type="http://schemas.openxmlformats.org/officeDocument/2006/relationships/slide" Target="../slides/slide1713.xml"/><Relationship Id="rId1" Type="http://schemas.openxmlformats.org/officeDocument/2006/relationships/notesMaster" Target="../notesMasters/notesMaster1.xml"/></Relationships>
</file>

<file path=ppt/notesSlides/_rels/notesSlide1663.xml.rels><?xml version="1.0" encoding="UTF-8" standalone="yes"?>
<Relationships xmlns="http://schemas.openxmlformats.org/package/2006/relationships"><Relationship Id="rId2" Type="http://schemas.openxmlformats.org/officeDocument/2006/relationships/slide" Target="../slides/slide1714.xml"/><Relationship Id="rId1" Type="http://schemas.openxmlformats.org/officeDocument/2006/relationships/notesMaster" Target="../notesMasters/notesMaster1.xml"/></Relationships>
</file>

<file path=ppt/notesSlides/_rels/notesSlide1664.xml.rels><?xml version="1.0" encoding="UTF-8" standalone="yes"?>
<Relationships xmlns="http://schemas.openxmlformats.org/package/2006/relationships"><Relationship Id="rId2" Type="http://schemas.openxmlformats.org/officeDocument/2006/relationships/slide" Target="../slides/slide1715.xml"/><Relationship Id="rId1" Type="http://schemas.openxmlformats.org/officeDocument/2006/relationships/notesMaster" Target="../notesMasters/notesMaster1.xml"/></Relationships>
</file>

<file path=ppt/notesSlides/_rels/notesSlide1665.xml.rels><?xml version="1.0" encoding="UTF-8" standalone="yes"?>
<Relationships xmlns="http://schemas.openxmlformats.org/package/2006/relationships"><Relationship Id="rId2" Type="http://schemas.openxmlformats.org/officeDocument/2006/relationships/slide" Target="../slides/slide1716.xml"/><Relationship Id="rId1" Type="http://schemas.openxmlformats.org/officeDocument/2006/relationships/notesMaster" Target="../notesMasters/notesMaster1.xml"/></Relationships>
</file>

<file path=ppt/notesSlides/_rels/notesSlide1666.xml.rels><?xml version="1.0" encoding="UTF-8" standalone="yes"?>
<Relationships xmlns="http://schemas.openxmlformats.org/package/2006/relationships"><Relationship Id="rId2" Type="http://schemas.openxmlformats.org/officeDocument/2006/relationships/slide" Target="../slides/slide1717.xml"/><Relationship Id="rId1" Type="http://schemas.openxmlformats.org/officeDocument/2006/relationships/notesMaster" Target="../notesMasters/notesMaster1.xml"/></Relationships>
</file>

<file path=ppt/notesSlides/_rels/notesSlide1667.xml.rels><?xml version="1.0" encoding="UTF-8" standalone="yes"?>
<Relationships xmlns="http://schemas.openxmlformats.org/package/2006/relationships"><Relationship Id="rId2" Type="http://schemas.openxmlformats.org/officeDocument/2006/relationships/slide" Target="../slides/slide1718.xml"/><Relationship Id="rId1" Type="http://schemas.openxmlformats.org/officeDocument/2006/relationships/notesMaster" Target="../notesMasters/notesMaster1.xml"/></Relationships>
</file>

<file path=ppt/notesSlides/_rels/notesSlide1668.xml.rels><?xml version="1.0" encoding="UTF-8" standalone="yes"?>
<Relationships xmlns="http://schemas.openxmlformats.org/package/2006/relationships"><Relationship Id="rId2" Type="http://schemas.openxmlformats.org/officeDocument/2006/relationships/slide" Target="../slides/slide1719.xml"/><Relationship Id="rId1" Type="http://schemas.openxmlformats.org/officeDocument/2006/relationships/notesMaster" Target="../notesMasters/notesMaster1.xml"/></Relationships>
</file>

<file path=ppt/notesSlides/_rels/notesSlide1669.xml.rels><?xml version="1.0" encoding="UTF-8" standalone="yes"?>
<Relationships xmlns="http://schemas.openxmlformats.org/package/2006/relationships"><Relationship Id="rId2" Type="http://schemas.openxmlformats.org/officeDocument/2006/relationships/slide" Target="../slides/slide1720.xml"/><Relationship Id="rId1" Type="http://schemas.openxmlformats.org/officeDocument/2006/relationships/notesMaster" Target="../notesMasters/notesMaster1.xml"/></Relationships>
</file>

<file path=ppt/notesSlides/_rels/notesSlide1670.xml.rels><?xml version="1.0" encoding="UTF-8" standalone="yes"?>
<Relationships xmlns="http://schemas.openxmlformats.org/package/2006/relationships"><Relationship Id="rId2" Type="http://schemas.openxmlformats.org/officeDocument/2006/relationships/slide" Target="../slides/slide1721.xml"/><Relationship Id="rId1" Type="http://schemas.openxmlformats.org/officeDocument/2006/relationships/notesMaster" Target="../notesMasters/notesMaster1.xml"/></Relationships>
</file>

<file path=ppt/notesSlides/_rels/notesSlide1671.xml.rels><?xml version="1.0" encoding="UTF-8" standalone="yes"?>
<Relationships xmlns="http://schemas.openxmlformats.org/package/2006/relationships"><Relationship Id="rId2" Type="http://schemas.openxmlformats.org/officeDocument/2006/relationships/slide" Target="../slides/slide1722.xml"/><Relationship Id="rId1" Type="http://schemas.openxmlformats.org/officeDocument/2006/relationships/notesMaster" Target="../notesMasters/notesMaster1.xml"/></Relationships>
</file>

<file path=ppt/notesSlides/_rels/notesSlide1672.xml.rels><?xml version="1.0" encoding="UTF-8" standalone="yes"?>
<Relationships xmlns="http://schemas.openxmlformats.org/package/2006/relationships"><Relationship Id="rId2" Type="http://schemas.openxmlformats.org/officeDocument/2006/relationships/slide" Target="../slides/slide1723.xml"/><Relationship Id="rId1" Type="http://schemas.openxmlformats.org/officeDocument/2006/relationships/notesMaster" Target="../notesMasters/notesMaster1.xml"/></Relationships>
</file>

<file path=ppt/notesSlides/_rels/notesSlide1673.xml.rels><?xml version="1.0" encoding="UTF-8" standalone="yes"?>
<Relationships xmlns="http://schemas.openxmlformats.org/package/2006/relationships"><Relationship Id="rId2" Type="http://schemas.openxmlformats.org/officeDocument/2006/relationships/slide" Target="../slides/slide1724.xml"/><Relationship Id="rId1" Type="http://schemas.openxmlformats.org/officeDocument/2006/relationships/notesMaster" Target="../notesMasters/notesMaster1.xml"/></Relationships>
</file>

<file path=ppt/notesSlides/_rels/notesSlide1674.xml.rels><?xml version="1.0" encoding="UTF-8" standalone="yes"?>
<Relationships xmlns="http://schemas.openxmlformats.org/package/2006/relationships"><Relationship Id="rId2" Type="http://schemas.openxmlformats.org/officeDocument/2006/relationships/slide" Target="../slides/slide1725.xml"/><Relationship Id="rId1" Type="http://schemas.openxmlformats.org/officeDocument/2006/relationships/notesMaster" Target="../notesMasters/notesMaster1.xml"/></Relationships>
</file>

<file path=ppt/notesSlides/_rels/notesSlide1675.xml.rels><?xml version="1.0" encoding="UTF-8" standalone="yes"?>
<Relationships xmlns="http://schemas.openxmlformats.org/package/2006/relationships"><Relationship Id="rId2" Type="http://schemas.openxmlformats.org/officeDocument/2006/relationships/slide" Target="../slides/slide1726.xml"/><Relationship Id="rId1" Type="http://schemas.openxmlformats.org/officeDocument/2006/relationships/notesMaster" Target="../notesMasters/notesMaster1.xml"/></Relationships>
</file>

<file path=ppt/notesSlides/_rels/notesSlide1676.xml.rels><?xml version="1.0" encoding="UTF-8" standalone="yes"?>
<Relationships xmlns="http://schemas.openxmlformats.org/package/2006/relationships"><Relationship Id="rId2" Type="http://schemas.openxmlformats.org/officeDocument/2006/relationships/slide" Target="../slides/slide1727.xml"/><Relationship Id="rId1" Type="http://schemas.openxmlformats.org/officeDocument/2006/relationships/notesMaster" Target="../notesMasters/notesMaster1.xml"/></Relationships>
</file>

<file path=ppt/notesSlides/_rels/notesSlide1677.xml.rels><?xml version="1.0" encoding="UTF-8" standalone="yes"?>
<Relationships xmlns="http://schemas.openxmlformats.org/package/2006/relationships"><Relationship Id="rId2" Type="http://schemas.openxmlformats.org/officeDocument/2006/relationships/slide" Target="../slides/slide1728.xml"/><Relationship Id="rId1" Type="http://schemas.openxmlformats.org/officeDocument/2006/relationships/notesMaster" Target="../notesMasters/notesMaster1.xml"/></Relationships>
</file>

<file path=ppt/notesSlides/_rels/notesSlide1678.xml.rels><?xml version="1.0" encoding="UTF-8" standalone="yes"?>
<Relationships xmlns="http://schemas.openxmlformats.org/package/2006/relationships"><Relationship Id="rId2" Type="http://schemas.openxmlformats.org/officeDocument/2006/relationships/slide" Target="../slides/slide1729.xml"/><Relationship Id="rId1" Type="http://schemas.openxmlformats.org/officeDocument/2006/relationships/notesMaster" Target="../notesMasters/notesMaster1.xml"/></Relationships>
</file>

<file path=ppt/notesSlides/_rels/notesSlide1679.xml.rels><?xml version="1.0" encoding="UTF-8" standalone="yes"?>
<Relationships xmlns="http://schemas.openxmlformats.org/package/2006/relationships"><Relationship Id="rId2" Type="http://schemas.openxmlformats.org/officeDocument/2006/relationships/slide" Target="../slides/slide1730.xml"/><Relationship Id="rId1" Type="http://schemas.openxmlformats.org/officeDocument/2006/relationships/notesMaster" Target="../notesMasters/notesMaster1.xml"/></Relationships>
</file>

<file path=ppt/notesSlides/_rels/notesSlide1680.xml.rels><?xml version="1.0" encoding="UTF-8" standalone="yes"?>
<Relationships xmlns="http://schemas.openxmlformats.org/package/2006/relationships"><Relationship Id="rId2" Type="http://schemas.openxmlformats.org/officeDocument/2006/relationships/slide" Target="../slides/slide1731.xml"/><Relationship Id="rId1" Type="http://schemas.openxmlformats.org/officeDocument/2006/relationships/notesMaster" Target="../notesMasters/notesMaster1.xml"/></Relationships>
</file>

<file path=ppt/notesSlides/_rels/notesSlide1681.xml.rels><?xml version="1.0" encoding="UTF-8" standalone="yes"?>
<Relationships xmlns="http://schemas.openxmlformats.org/package/2006/relationships"><Relationship Id="rId2" Type="http://schemas.openxmlformats.org/officeDocument/2006/relationships/slide" Target="../slides/slide1732.xml"/><Relationship Id="rId1" Type="http://schemas.openxmlformats.org/officeDocument/2006/relationships/notesMaster" Target="../notesMasters/notesMaster1.xml"/></Relationships>
</file>

<file path=ppt/notesSlides/_rels/notesSlide1682.xml.rels><?xml version="1.0" encoding="UTF-8" standalone="yes"?>
<Relationships xmlns="http://schemas.openxmlformats.org/package/2006/relationships"><Relationship Id="rId2" Type="http://schemas.openxmlformats.org/officeDocument/2006/relationships/slide" Target="../slides/slide1733.xml"/><Relationship Id="rId1" Type="http://schemas.openxmlformats.org/officeDocument/2006/relationships/notesMaster" Target="../notesMasters/notesMaster1.xml"/></Relationships>
</file>

<file path=ppt/notesSlides/_rels/notesSlide1683.xml.rels><?xml version="1.0" encoding="UTF-8" standalone="yes"?>
<Relationships xmlns="http://schemas.openxmlformats.org/package/2006/relationships"><Relationship Id="rId2" Type="http://schemas.openxmlformats.org/officeDocument/2006/relationships/slide" Target="../slides/slide1734.xml"/><Relationship Id="rId1" Type="http://schemas.openxmlformats.org/officeDocument/2006/relationships/notesMaster" Target="../notesMasters/notesMaster1.xml"/></Relationships>
</file>

<file path=ppt/notesSlides/_rels/notesSlide1684.xml.rels><?xml version="1.0" encoding="UTF-8" standalone="yes"?>
<Relationships xmlns="http://schemas.openxmlformats.org/package/2006/relationships"><Relationship Id="rId2" Type="http://schemas.openxmlformats.org/officeDocument/2006/relationships/slide" Target="../slides/slide1735.xml"/><Relationship Id="rId1" Type="http://schemas.openxmlformats.org/officeDocument/2006/relationships/notesMaster" Target="../notesMasters/notesMaster1.xml"/></Relationships>
</file>

<file path=ppt/notesSlides/_rels/notesSlide1685.xml.rels><?xml version="1.0" encoding="UTF-8" standalone="yes"?>
<Relationships xmlns="http://schemas.openxmlformats.org/package/2006/relationships"><Relationship Id="rId2" Type="http://schemas.openxmlformats.org/officeDocument/2006/relationships/slide" Target="../slides/slide1736.xml"/><Relationship Id="rId1" Type="http://schemas.openxmlformats.org/officeDocument/2006/relationships/notesMaster" Target="../notesMasters/notesMaster1.xml"/></Relationships>
</file>

<file path=ppt/notesSlides/_rels/notesSlide1686.xml.rels><?xml version="1.0" encoding="UTF-8" standalone="yes"?>
<Relationships xmlns="http://schemas.openxmlformats.org/package/2006/relationships"><Relationship Id="rId2" Type="http://schemas.openxmlformats.org/officeDocument/2006/relationships/slide" Target="../slides/slide1737.xml"/><Relationship Id="rId1" Type="http://schemas.openxmlformats.org/officeDocument/2006/relationships/notesMaster" Target="../notesMasters/notesMaster1.xml"/></Relationships>
</file>

<file path=ppt/notesSlides/_rels/notesSlide1687.xml.rels><?xml version="1.0" encoding="UTF-8" standalone="yes"?>
<Relationships xmlns="http://schemas.openxmlformats.org/package/2006/relationships"><Relationship Id="rId2" Type="http://schemas.openxmlformats.org/officeDocument/2006/relationships/slide" Target="../slides/slide1738.xml"/><Relationship Id="rId1" Type="http://schemas.openxmlformats.org/officeDocument/2006/relationships/notesMaster" Target="../notesMasters/notesMaster1.xml"/></Relationships>
</file>

<file path=ppt/notesSlides/_rels/notesSlide1688.xml.rels><?xml version="1.0" encoding="UTF-8" standalone="yes"?>
<Relationships xmlns="http://schemas.openxmlformats.org/package/2006/relationships"><Relationship Id="rId2" Type="http://schemas.openxmlformats.org/officeDocument/2006/relationships/slide" Target="../slides/slide1739.xml"/><Relationship Id="rId1" Type="http://schemas.openxmlformats.org/officeDocument/2006/relationships/notesMaster" Target="../notesMasters/notesMaster1.xml"/></Relationships>
</file>

<file path=ppt/notesSlides/_rels/notesSlide1689.xml.rels><?xml version="1.0" encoding="UTF-8" standalone="yes"?>
<Relationships xmlns="http://schemas.openxmlformats.org/package/2006/relationships"><Relationship Id="rId2" Type="http://schemas.openxmlformats.org/officeDocument/2006/relationships/slide" Target="../slides/slide1740.xml"/><Relationship Id="rId1" Type="http://schemas.openxmlformats.org/officeDocument/2006/relationships/notesMaster" Target="../notesMasters/notesMaster1.xml"/></Relationships>
</file>

<file path=ppt/notesSlides/_rels/notesSlide1690.xml.rels><?xml version="1.0" encoding="UTF-8" standalone="yes"?>
<Relationships xmlns="http://schemas.openxmlformats.org/package/2006/relationships"><Relationship Id="rId2" Type="http://schemas.openxmlformats.org/officeDocument/2006/relationships/slide" Target="../slides/slide1741.xml"/><Relationship Id="rId1" Type="http://schemas.openxmlformats.org/officeDocument/2006/relationships/notesMaster" Target="../notesMasters/notesMaster1.xml"/></Relationships>
</file>

<file path=ppt/notesSlides/_rels/notesSlide1691.xml.rels><?xml version="1.0" encoding="UTF-8" standalone="yes"?>
<Relationships xmlns="http://schemas.openxmlformats.org/package/2006/relationships"><Relationship Id="rId2" Type="http://schemas.openxmlformats.org/officeDocument/2006/relationships/slide" Target="../slides/slide1742.xml"/><Relationship Id="rId1" Type="http://schemas.openxmlformats.org/officeDocument/2006/relationships/notesMaster" Target="../notesMasters/notesMaster1.xml"/></Relationships>
</file>

<file path=ppt/notesSlides/_rels/notesSlide1692.xml.rels><?xml version="1.0" encoding="UTF-8" standalone="yes"?>
<Relationships xmlns="http://schemas.openxmlformats.org/package/2006/relationships"><Relationship Id="rId2" Type="http://schemas.openxmlformats.org/officeDocument/2006/relationships/slide" Target="../slides/slide1743.xml"/><Relationship Id="rId1" Type="http://schemas.openxmlformats.org/officeDocument/2006/relationships/notesMaster" Target="../notesMasters/notesMaster1.xml"/></Relationships>
</file>

<file path=ppt/notesSlides/_rels/notesSlide1693.xml.rels><?xml version="1.0" encoding="UTF-8" standalone="yes"?>
<Relationships xmlns="http://schemas.openxmlformats.org/package/2006/relationships"><Relationship Id="rId2" Type="http://schemas.openxmlformats.org/officeDocument/2006/relationships/slide" Target="../slides/slide1744.xml"/><Relationship Id="rId1" Type="http://schemas.openxmlformats.org/officeDocument/2006/relationships/notesMaster" Target="../notesMasters/notesMaster1.xml"/></Relationships>
</file>

<file path=ppt/notesSlides/_rels/notesSlide1694.xml.rels><?xml version="1.0" encoding="UTF-8" standalone="yes"?>
<Relationships xmlns="http://schemas.openxmlformats.org/package/2006/relationships"><Relationship Id="rId2" Type="http://schemas.openxmlformats.org/officeDocument/2006/relationships/slide" Target="../slides/slide1745.xml"/><Relationship Id="rId1" Type="http://schemas.openxmlformats.org/officeDocument/2006/relationships/notesMaster" Target="../notesMasters/notesMaster1.xml"/></Relationships>
</file>

<file path=ppt/notesSlides/_rels/notesSlide1695.xml.rels><?xml version="1.0" encoding="UTF-8" standalone="yes"?>
<Relationships xmlns="http://schemas.openxmlformats.org/package/2006/relationships"><Relationship Id="rId2" Type="http://schemas.openxmlformats.org/officeDocument/2006/relationships/slide" Target="../slides/slide1746.xml"/><Relationship Id="rId1" Type="http://schemas.openxmlformats.org/officeDocument/2006/relationships/notesMaster" Target="../notesMasters/notesMaster1.xml"/></Relationships>
</file>

<file path=ppt/notesSlides/_rels/notesSlide1696.xml.rels><?xml version="1.0" encoding="UTF-8" standalone="yes"?>
<Relationships xmlns="http://schemas.openxmlformats.org/package/2006/relationships"><Relationship Id="rId2" Type="http://schemas.openxmlformats.org/officeDocument/2006/relationships/slide" Target="../slides/slide1747.xml"/><Relationship Id="rId1" Type="http://schemas.openxmlformats.org/officeDocument/2006/relationships/notesMaster" Target="../notesMasters/notesMaster1.xml"/></Relationships>
</file>

<file path=ppt/notesSlides/_rels/notesSlide1697.xml.rels><?xml version="1.0" encoding="UTF-8" standalone="yes"?>
<Relationships xmlns="http://schemas.openxmlformats.org/package/2006/relationships"><Relationship Id="rId2" Type="http://schemas.openxmlformats.org/officeDocument/2006/relationships/slide" Target="../slides/slide1748.xml"/><Relationship Id="rId1" Type="http://schemas.openxmlformats.org/officeDocument/2006/relationships/notesMaster" Target="../notesMasters/notesMaster1.xml"/></Relationships>
</file>

<file path=ppt/notesSlides/_rels/notesSlide1698.xml.rels><?xml version="1.0" encoding="UTF-8" standalone="yes"?>
<Relationships xmlns="http://schemas.openxmlformats.org/package/2006/relationships"><Relationship Id="rId2" Type="http://schemas.openxmlformats.org/officeDocument/2006/relationships/slide" Target="../slides/slide1749.xml"/><Relationship Id="rId1" Type="http://schemas.openxmlformats.org/officeDocument/2006/relationships/notesMaster" Target="../notesMasters/notesMaster1.xml"/></Relationships>
</file>

<file path=ppt/notesSlides/_rels/notesSlide1699.xml.rels><?xml version="1.0" encoding="UTF-8" standalone="yes"?>
<Relationships xmlns="http://schemas.openxmlformats.org/package/2006/relationships"><Relationship Id="rId2" Type="http://schemas.openxmlformats.org/officeDocument/2006/relationships/slide" Target="../slides/slide1750.xml"/><Relationship Id="rId1" Type="http://schemas.openxmlformats.org/officeDocument/2006/relationships/notesMaster" Target="../notesMasters/notesMaster1.xml"/></Relationships>
</file>

<file path=ppt/notesSlides/_rels/notesSlide1700.xml.rels><?xml version="1.0" encoding="UTF-8" standalone="yes"?>
<Relationships xmlns="http://schemas.openxmlformats.org/package/2006/relationships"><Relationship Id="rId2" Type="http://schemas.openxmlformats.org/officeDocument/2006/relationships/slide" Target="../slides/slide1751.xml"/><Relationship Id="rId1" Type="http://schemas.openxmlformats.org/officeDocument/2006/relationships/notesMaster" Target="../notesMasters/notesMaster1.xml"/></Relationships>
</file>

<file path=ppt/notesSlides/_rels/notesSlide1701.xml.rels><?xml version="1.0" encoding="UTF-8" standalone="yes"?>
<Relationships xmlns="http://schemas.openxmlformats.org/package/2006/relationships"><Relationship Id="rId2" Type="http://schemas.openxmlformats.org/officeDocument/2006/relationships/slide" Target="../slides/slide1752.xml"/><Relationship Id="rId1" Type="http://schemas.openxmlformats.org/officeDocument/2006/relationships/notesMaster" Target="../notesMasters/notesMaster1.xml"/></Relationships>
</file>

<file path=ppt/notesSlides/_rels/notesSlide1702.xml.rels><?xml version="1.0" encoding="UTF-8" standalone="yes"?>
<Relationships xmlns="http://schemas.openxmlformats.org/package/2006/relationships"><Relationship Id="rId2" Type="http://schemas.openxmlformats.org/officeDocument/2006/relationships/slide" Target="../slides/slide1753.xml"/><Relationship Id="rId1" Type="http://schemas.openxmlformats.org/officeDocument/2006/relationships/notesMaster" Target="../notesMasters/notesMaster1.xml"/></Relationships>
</file>

<file path=ppt/notesSlides/_rels/notesSlide1703.xml.rels><?xml version="1.0" encoding="UTF-8" standalone="yes"?>
<Relationships xmlns="http://schemas.openxmlformats.org/package/2006/relationships"><Relationship Id="rId2" Type="http://schemas.openxmlformats.org/officeDocument/2006/relationships/slide" Target="../slides/slide1754.xml"/><Relationship Id="rId1" Type="http://schemas.openxmlformats.org/officeDocument/2006/relationships/notesMaster" Target="../notesMasters/notesMaster1.xml"/></Relationships>
</file>

<file path=ppt/notesSlides/_rels/notesSlide1704.xml.rels><?xml version="1.0" encoding="UTF-8" standalone="yes"?>
<Relationships xmlns="http://schemas.openxmlformats.org/package/2006/relationships"><Relationship Id="rId2" Type="http://schemas.openxmlformats.org/officeDocument/2006/relationships/slide" Target="../slides/slide1755.xml"/><Relationship Id="rId1" Type="http://schemas.openxmlformats.org/officeDocument/2006/relationships/notesMaster" Target="../notesMasters/notesMaster1.xml"/></Relationships>
</file>

<file path=ppt/notesSlides/_rels/notesSlide1705.xml.rels><?xml version="1.0" encoding="UTF-8" standalone="yes"?>
<Relationships xmlns="http://schemas.openxmlformats.org/package/2006/relationships"><Relationship Id="rId2" Type="http://schemas.openxmlformats.org/officeDocument/2006/relationships/slide" Target="../slides/slide1756.xml"/><Relationship Id="rId1" Type="http://schemas.openxmlformats.org/officeDocument/2006/relationships/notesMaster" Target="../notesMasters/notesMaster1.xml"/></Relationships>
</file>

<file path=ppt/notesSlides/_rels/notesSlide1706.xml.rels><?xml version="1.0" encoding="UTF-8" standalone="yes"?>
<Relationships xmlns="http://schemas.openxmlformats.org/package/2006/relationships"><Relationship Id="rId2" Type="http://schemas.openxmlformats.org/officeDocument/2006/relationships/slide" Target="../slides/slide1757.xml"/><Relationship Id="rId1" Type="http://schemas.openxmlformats.org/officeDocument/2006/relationships/notesMaster" Target="../notesMasters/notesMaster1.xml"/></Relationships>
</file>

<file path=ppt/notesSlides/_rels/notesSlide1707.xml.rels><?xml version="1.0" encoding="UTF-8" standalone="yes"?>
<Relationships xmlns="http://schemas.openxmlformats.org/package/2006/relationships"><Relationship Id="rId2" Type="http://schemas.openxmlformats.org/officeDocument/2006/relationships/slide" Target="../slides/slide1758.xml"/><Relationship Id="rId1" Type="http://schemas.openxmlformats.org/officeDocument/2006/relationships/notesMaster" Target="../notesMasters/notesMaster1.xml"/></Relationships>
</file>

<file path=ppt/notesSlides/_rels/notesSlide1708.xml.rels><?xml version="1.0" encoding="UTF-8" standalone="yes"?>
<Relationships xmlns="http://schemas.openxmlformats.org/package/2006/relationships"><Relationship Id="rId2" Type="http://schemas.openxmlformats.org/officeDocument/2006/relationships/slide" Target="../slides/slide1759.xml"/><Relationship Id="rId1" Type="http://schemas.openxmlformats.org/officeDocument/2006/relationships/notesMaster" Target="../notesMasters/notesMaster1.xml"/></Relationships>
</file>

<file path=ppt/notesSlides/_rels/notesSlide1709.xml.rels><?xml version="1.0" encoding="UTF-8" standalone="yes"?>
<Relationships xmlns="http://schemas.openxmlformats.org/package/2006/relationships"><Relationship Id="rId2" Type="http://schemas.openxmlformats.org/officeDocument/2006/relationships/slide" Target="../slides/slide1760.xml"/><Relationship Id="rId1" Type="http://schemas.openxmlformats.org/officeDocument/2006/relationships/notesMaster" Target="../notesMasters/notesMaster1.xml"/></Relationships>
</file>

<file path=ppt/notesSlides/_rels/notesSlide1710.xml.rels><?xml version="1.0" encoding="UTF-8" standalone="yes"?>
<Relationships xmlns="http://schemas.openxmlformats.org/package/2006/relationships"><Relationship Id="rId2" Type="http://schemas.openxmlformats.org/officeDocument/2006/relationships/slide" Target="../slides/slide1761.xml"/><Relationship Id="rId1" Type="http://schemas.openxmlformats.org/officeDocument/2006/relationships/notesMaster" Target="../notesMasters/notesMaster1.xml"/></Relationships>
</file>

<file path=ppt/notesSlides/_rels/notesSlide1711.xml.rels><?xml version="1.0" encoding="UTF-8" standalone="yes"?>
<Relationships xmlns="http://schemas.openxmlformats.org/package/2006/relationships"><Relationship Id="rId2" Type="http://schemas.openxmlformats.org/officeDocument/2006/relationships/slide" Target="../slides/slide1762.xml"/><Relationship Id="rId1" Type="http://schemas.openxmlformats.org/officeDocument/2006/relationships/notesMaster" Target="../notesMasters/notesMaster1.xml"/></Relationships>
</file>

<file path=ppt/notesSlides/_rels/notesSlide1712.xml.rels><?xml version="1.0" encoding="UTF-8" standalone="yes"?>
<Relationships xmlns="http://schemas.openxmlformats.org/package/2006/relationships"><Relationship Id="rId2" Type="http://schemas.openxmlformats.org/officeDocument/2006/relationships/slide" Target="../slides/slide1763.xml"/><Relationship Id="rId1" Type="http://schemas.openxmlformats.org/officeDocument/2006/relationships/notesMaster" Target="../notesMasters/notesMaster1.xml"/></Relationships>
</file>

<file path=ppt/notesSlides/_rels/notesSlide1713.xml.rels><?xml version="1.0" encoding="UTF-8" standalone="yes"?>
<Relationships xmlns="http://schemas.openxmlformats.org/package/2006/relationships"><Relationship Id="rId2" Type="http://schemas.openxmlformats.org/officeDocument/2006/relationships/slide" Target="../slides/slide1764.xml"/><Relationship Id="rId1" Type="http://schemas.openxmlformats.org/officeDocument/2006/relationships/notesMaster" Target="../notesMasters/notesMaster1.xml"/></Relationships>
</file>

<file path=ppt/notesSlides/_rels/notesSlide1714.xml.rels><?xml version="1.0" encoding="UTF-8" standalone="yes"?>
<Relationships xmlns="http://schemas.openxmlformats.org/package/2006/relationships"><Relationship Id="rId2" Type="http://schemas.openxmlformats.org/officeDocument/2006/relationships/slide" Target="../slides/slide1765.xml"/><Relationship Id="rId1" Type="http://schemas.openxmlformats.org/officeDocument/2006/relationships/notesMaster" Target="../notesMasters/notesMaster1.xml"/></Relationships>
</file>

<file path=ppt/notesSlides/_rels/notesSlide1715.xml.rels><?xml version="1.0" encoding="UTF-8" standalone="yes"?>
<Relationships xmlns="http://schemas.openxmlformats.org/package/2006/relationships"><Relationship Id="rId2" Type="http://schemas.openxmlformats.org/officeDocument/2006/relationships/slide" Target="../slides/slide1766.xml"/><Relationship Id="rId1" Type="http://schemas.openxmlformats.org/officeDocument/2006/relationships/notesMaster" Target="../notesMasters/notesMaster1.xml"/></Relationships>
</file>

<file path=ppt/notesSlides/_rels/notesSlide1716.xml.rels><?xml version="1.0" encoding="UTF-8" standalone="yes"?>
<Relationships xmlns="http://schemas.openxmlformats.org/package/2006/relationships"><Relationship Id="rId2" Type="http://schemas.openxmlformats.org/officeDocument/2006/relationships/slide" Target="../slides/slide1767.xml"/><Relationship Id="rId1" Type="http://schemas.openxmlformats.org/officeDocument/2006/relationships/notesMaster" Target="../notesMasters/notesMaster1.xml"/></Relationships>
</file>

<file path=ppt/notesSlides/_rels/notesSlide1717.xml.rels><?xml version="1.0" encoding="UTF-8" standalone="yes"?>
<Relationships xmlns="http://schemas.openxmlformats.org/package/2006/relationships"><Relationship Id="rId2" Type="http://schemas.openxmlformats.org/officeDocument/2006/relationships/slide" Target="../slides/slide1768.xml"/><Relationship Id="rId1" Type="http://schemas.openxmlformats.org/officeDocument/2006/relationships/notesMaster" Target="../notesMasters/notesMaster1.xml"/></Relationships>
</file>

<file path=ppt/notesSlides/_rels/notesSlide1718.xml.rels><?xml version="1.0" encoding="UTF-8" standalone="yes"?>
<Relationships xmlns="http://schemas.openxmlformats.org/package/2006/relationships"><Relationship Id="rId2" Type="http://schemas.openxmlformats.org/officeDocument/2006/relationships/slide" Target="../slides/slide1769.xml"/><Relationship Id="rId1" Type="http://schemas.openxmlformats.org/officeDocument/2006/relationships/notesMaster" Target="../notesMasters/notesMaster1.xml"/></Relationships>
</file>

<file path=ppt/notesSlides/_rels/notesSlide1719.xml.rels><?xml version="1.0" encoding="UTF-8" standalone="yes"?>
<Relationships xmlns="http://schemas.openxmlformats.org/package/2006/relationships"><Relationship Id="rId2" Type="http://schemas.openxmlformats.org/officeDocument/2006/relationships/slide" Target="../slides/slide1770.xml"/><Relationship Id="rId1" Type="http://schemas.openxmlformats.org/officeDocument/2006/relationships/notesMaster" Target="../notesMasters/notesMaster1.xml"/></Relationships>
</file>

<file path=ppt/notesSlides/_rels/notesSlide1720.xml.rels><?xml version="1.0" encoding="UTF-8" standalone="yes"?>
<Relationships xmlns="http://schemas.openxmlformats.org/package/2006/relationships"><Relationship Id="rId2" Type="http://schemas.openxmlformats.org/officeDocument/2006/relationships/slide" Target="../slides/slide1771.xml"/><Relationship Id="rId1" Type="http://schemas.openxmlformats.org/officeDocument/2006/relationships/notesMaster" Target="../notesMasters/notesMaster1.xml"/></Relationships>
</file>

<file path=ppt/notesSlides/_rels/notesSlide1721.xml.rels><?xml version="1.0" encoding="UTF-8" standalone="yes"?>
<Relationships xmlns="http://schemas.openxmlformats.org/package/2006/relationships"><Relationship Id="rId2" Type="http://schemas.openxmlformats.org/officeDocument/2006/relationships/slide" Target="../slides/slide1772.xml"/><Relationship Id="rId1" Type="http://schemas.openxmlformats.org/officeDocument/2006/relationships/notesMaster" Target="../notesMasters/notesMaster1.xml"/></Relationships>
</file>

<file path=ppt/notesSlides/_rels/notesSlide1722.xml.rels><?xml version="1.0" encoding="UTF-8" standalone="yes"?>
<Relationships xmlns="http://schemas.openxmlformats.org/package/2006/relationships"><Relationship Id="rId2" Type="http://schemas.openxmlformats.org/officeDocument/2006/relationships/slide" Target="../slides/slide1773.xml"/><Relationship Id="rId1" Type="http://schemas.openxmlformats.org/officeDocument/2006/relationships/notesMaster" Target="../notesMasters/notesMaster1.xml"/></Relationships>
</file>

<file path=ppt/notesSlides/_rels/notesSlide1723.xml.rels><?xml version="1.0" encoding="UTF-8" standalone="yes"?>
<Relationships xmlns="http://schemas.openxmlformats.org/package/2006/relationships"><Relationship Id="rId2" Type="http://schemas.openxmlformats.org/officeDocument/2006/relationships/slide" Target="../slides/slide1774.xml"/><Relationship Id="rId1" Type="http://schemas.openxmlformats.org/officeDocument/2006/relationships/notesMaster" Target="../notesMasters/notesMaster1.xml"/></Relationships>
</file>

<file path=ppt/notesSlides/_rels/notesSlide1724.xml.rels><?xml version="1.0" encoding="UTF-8" standalone="yes"?>
<Relationships xmlns="http://schemas.openxmlformats.org/package/2006/relationships"><Relationship Id="rId2" Type="http://schemas.openxmlformats.org/officeDocument/2006/relationships/slide" Target="../slides/slide1775.xml"/><Relationship Id="rId1" Type="http://schemas.openxmlformats.org/officeDocument/2006/relationships/notesMaster" Target="../notesMasters/notesMaster1.xml"/></Relationships>
</file>

<file path=ppt/notesSlides/_rels/notesSlide1725.xml.rels><?xml version="1.0" encoding="UTF-8" standalone="yes"?>
<Relationships xmlns="http://schemas.openxmlformats.org/package/2006/relationships"><Relationship Id="rId2" Type="http://schemas.openxmlformats.org/officeDocument/2006/relationships/slide" Target="../slides/slide1776.xml"/><Relationship Id="rId1" Type="http://schemas.openxmlformats.org/officeDocument/2006/relationships/notesMaster" Target="../notesMasters/notesMaster1.xml"/></Relationships>
</file>

<file path=ppt/notesSlides/_rels/notesSlide1726.xml.rels><?xml version="1.0" encoding="UTF-8" standalone="yes"?>
<Relationships xmlns="http://schemas.openxmlformats.org/package/2006/relationships"><Relationship Id="rId2" Type="http://schemas.openxmlformats.org/officeDocument/2006/relationships/slide" Target="../slides/slide1777.xml"/><Relationship Id="rId1" Type="http://schemas.openxmlformats.org/officeDocument/2006/relationships/notesMaster" Target="../notesMasters/notesMaster1.xml"/></Relationships>
</file>

<file path=ppt/notesSlides/_rels/notesSlide1727.xml.rels><?xml version="1.0" encoding="UTF-8" standalone="yes"?>
<Relationships xmlns="http://schemas.openxmlformats.org/package/2006/relationships"><Relationship Id="rId2" Type="http://schemas.openxmlformats.org/officeDocument/2006/relationships/slide" Target="../slides/slide1778.xml"/><Relationship Id="rId1" Type="http://schemas.openxmlformats.org/officeDocument/2006/relationships/notesMaster" Target="../notesMasters/notesMaster1.xml"/></Relationships>
</file>

<file path=ppt/notesSlides/_rels/notesSlide1728.xml.rels><?xml version="1.0" encoding="UTF-8" standalone="yes"?>
<Relationships xmlns="http://schemas.openxmlformats.org/package/2006/relationships"><Relationship Id="rId2" Type="http://schemas.openxmlformats.org/officeDocument/2006/relationships/slide" Target="../slides/slide1779.xml"/><Relationship Id="rId1" Type="http://schemas.openxmlformats.org/officeDocument/2006/relationships/notesMaster" Target="../notesMasters/notesMaster1.xml"/></Relationships>
</file>

<file path=ppt/notesSlides/_rels/notesSlide1729.xml.rels><?xml version="1.0" encoding="UTF-8" standalone="yes"?>
<Relationships xmlns="http://schemas.openxmlformats.org/package/2006/relationships"><Relationship Id="rId2" Type="http://schemas.openxmlformats.org/officeDocument/2006/relationships/slide" Target="../slides/slide1780.xml"/><Relationship Id="rId1" Type="http://schemas.openxmlformats.org/officeDocument/2006/relationships/notesMaster" Target="../notesMasters/notesMaster1.xml"/></Relationships>
</file>

<file path=ppt/notesSlides/_rels/notesSlide1730.xml.rels><?xml version="1.0" encoding="UTF-8" standalone="yes"?>
<Relationships xmlns="http://schemas.openxmlformats.org/package/2006/relationships"><Relationship Id="rId2" Type="http://schemas.openxmlformats.org/officeDocument/2006/relationships/slide" Target="../slides/slide1781.xml"/><Relationship Id="rId1" Type="http://schemas.openxmlformats.org/officeDocument/2006/relationships/notesMaster" Target="../notesMasters/notesMaster1.xml"/></Relationships>
</file>

<file path=ppt/notesSlides/_rels/notesSlide1731.xml.rels><?xml version="1.0" encoding="UTF-8" standalone="yes"?>
<Relationships xmlns="http://schemas.openxmlformats.org/package/2006/relationships"><Relationship Id="rId2" Type="http://schemas.openxmlformats.org/officeDocument/2006/relationships/slide" Target="../slides/slide1782.xml"/><Relationship Id="rId1" Type="http://schemas.openxmlformats.org/officeDocument/2006/relationships/notesMaster" Target="../notesMasters/notesMaster1.xml"/></Relationships>
</file>

<file path=ppt/notesSlides/_rels/notesSlide1732.xml.rels><?xml version="1.0" encoding="UTF-8" standalone="yes"?>
<Relationships xmlns="http://schemas.openxmlformats.org/package/2006/relationships"><Relationship Id="rId2" Type="http://schemas.openxmlformats.org/officeDocument/2006/relationships/slide" Target="../slides/slide1783.xml"/><Relationship Id="rId1" Type="http://schemas.openxmlformats.org/officeDocument/2006/relationships/notesMaster" Target="../notesMasters/notesMaster1.xml"/></Relationships>
</file>

<file path=ppt/notesSlides/_rels/notesSlide1733.xml.rels><?xml version="1.0" encoding="UTF-8" standalone="yes"?>
<Relationships xmlns="http://schemas.openxmlformats.org/package/2006/relationships"><Relationship Id="rId2" Type="http://schemas.openxmlformats.org/officeDocument/2006/relationships/slide" Target="../slides/slide1784.xml"/><Relationship Id="rId1" Type="http://schemas.openxmlformats.org/officeDocument/2006/relationships/notesMaster" Target="../notesMasters/notesMaster1.xml"/></Relationships>
</file>

<file path=ppt/notesSlides/_rels/notesSlide1734.xml.rels><?xml version="1.0" encoding="UTF-8" standalone="yes"?>
<Relationships xmlns="http://schemas.openxmlformats.org/package/2006/relationships"><Relationship Id="rId2" Type="http://schemas.openxmlformats.org/officeDocument/2006/relationships/slide" Target="../slides/slide1785.xml"/><Relationship Id="rId1" Type="http://schemas.openxmlformats.org/officeDocument/2006/relationships/notesMaster" Target="../notesMasters/notesMaster1.xml"/></Relationships>
</file>

<file path=ppt/notesSlides/_rels/notesSlide1735.xml.rels><?xml version="1.0" encoding="UTF-8" standalone="yes"?>
<Relationships xmlns="http://schemas.openxmlformats.org/package/2006/relationships"><Relationship Id="rId2" Type="http://schemas.openxmlformats.org/officeDocument/2006/relationships/slide" Target="../slides/slide1786.xml"/><Relationship Id="rId1" Type="http://schemas.openxmlformats.org/officeDocument/2006/relationships/notesMaster" Target="../notesMasters/notesMaster1.xml"/></Relationships>
</file>

<file path=ppt/notesSlides/_rels/notesSlide1736.xml.rels><?xml version="1.0" encoding="UTF-8" standalone="yes"?>
<Relationships xmlns="http://schemas.openxmlformats.org/package/2006/relationships"><Relationship Id="rId2" Type="http://schemas.openxmlformats.org/officeDocument/2006/relationships/slide" Target="../slides/slide1787.xml"/><Relationship Id="rId1" Type="http://schemas.openxmlformats.org/officeDocument/2006/relationships/notesMaster" Target="../notesMasters/notesMaster1.xml"/></Relationships>
</file>

<file path=ppt/notesSlides/_rels/notesSlide1737.xml.rels><?xml version="1.0" encoding="UTF-8" standalone="yes"?>
<Relationships xmlns="http://schemas.openxmlformats.org/package/2006/relationships"><Relationship Id="rId2" Type="http://schemas.openxmlformats.org/officeDocument/2006/relationships/slide" Target="../slides/slide1788.xml"/><Relationship Id="rId1" Type="http://schemas.openxmlformats.org/officeDocument/2006/relationships/notesMaster" Target="../notesMasters/notesMaster1.xml"/></Relationships>
</file>

<file path=ppt/notesSlides/_rels/notesSlide1738.xml.rels><?xml version="1.0" encoding="UTF-8" standalone="yes"?>
<Relationships xmlns="http://schemas.openxmlformats.org/package/2006/relationships"><Relationship Id="rId2" Type="http://schemas.openxmlformats.org/officeDocument/2006/relationships/slide" Target="../slides/slide1789.xml"/><Relationship Id="rId1" Type="http://schemas.openxmlformats.org/officeDocument/2006/relationships/notesMaster" Target="../notesMasters/notesMaster1.xml"/></Relationships>
</file>

<file path=ppt/notesSlides/_rels/notesSlide1739.xml.rels><?xml version="1.0" encoding="UTF-8" standalone="yes"?>
<Relationships xmlns="http://schemas.openxmlformats.org/package/2006/relationships"><Relationship Id="rId2" Type="http://schemas.openxmlformats.org/officeDocument/2006/relationships/slide" Target="../slides/slide1790.xml"/><Relationship Id="rId1" Type="http://schemas.openxmlformats.org/officeDocument/2006/relationships/notesMaster" Target="../notesMasters/notesMaster1.xml"/></Relationships>
</file>

<file path=ppt/notesSlides/_rels/notesSlide1740.xml.rels><?xml version="1.0" encoding="UTF-8" standalone="yes"?>
<Relationships xmlns="http://schemas.openxmlformats.org/package/2006/relationships"><Relationship Id="rId2" Type="http://schemas.openxmlformats.org/officeDocument/2006/relationships/slide" Target="../slides/slide1791.xml"/><Relationship Id="rId1" Type="http://schemas.openxmlformats.org/officeDocument/2006/relationships/notesMaster" Target="../notesMasters/notesMaster1.xml"/></Relationships>
</file>

<file path=ppt/notesSlides/_rels/notesSlide1741.xml.rels><?xml version="1.0" encoding="UTF-8" standalone="yes"?>
<Relationships xmlns="http://schemas.openxmlformats.org/package/2006/relationships"><Relationship Id="rId2" Type="http://schemas.openxmlformats.org/officeDocument/2006/relationships/slide" Target="../slides/slide1792.xml"/><Relationship Id="rId1" Type="http://schemas.openxmlformats.org/officeDocument/2006/relationships/notesMaster" Target="../notesMasters/notesMaster1.xml"/></Relationships>
</file>

<file path=ppt/notesSlides/_rels/notesSlide1742.xml.rels><?xml version="1.0" encoding="UTF-8" standalone="yes"?>
<Relationships xmlns="http://schemas.openxmlformats.org/package/2006/relationships"><Relationship Id="rId2" Type="http://schemas.openxmlformats.org/officeDocument/2006/relationships/slide" Target="../slides/slide1793.xml"/><Relationship Id="rId1" Type="http://schemas.openxmlformats.org/officeDocument/2006/relationships/notesMaster" Target="../notesMasters/notesMaster1.xml"/></Relationships>
</file>

<file path=ppt/notesSlides/_rels/notesSlide1743.xml.rels><?xml version="1.0" encoding="UTF-8" standalone="yes"?>
<Relationships xmlns="http://schemas.openxmlformats.org/package/2006/relationships"><Relationship Id="rId2" Type="http://schemas.openxmlformats.org/officeDocument/2006/relationships/slide" Target="../slides/slide1794.xml"/><Relationship Id="rId1" Type="http://schemas.openxmlformats.org/officeDocument/2006/relationships/notesMaster" Target="../notesMasters/notesMaster1.xml"/></Relationships>
</file>

<file path=ppt/notesSlides/_rels/notesSlide1744.xml.rels><?xml version="1.0" encoding="UTF-8" standalone="yes"?>
<Relationships xmlns="http://schemas.openxmlformats.org/package/2006/relationships"><Relationship Id="rId2" Type="http://schemas.openxmlformats.org/officeDocument/2006/relationships/slide" Target="../slides/slide1795.xml"/><Relationship Id="rId1" Type="http://schemas.openxmlformats.org/officeDocument/2006/relationships/notesMaster" Target="../notesMasters/notesMaster1.xml"/></Relationships>
</file>

<file path=ppt/notesSlides/_rels/notesSlide1745.xml.rels><?xml version="1.0" encoding="UTF-8" standalone="yes"?>
<Relationships xmlns="http://schemas.openxmlformats.org/package/2006/relationships"><Relationship Id="rId2" Type="http://schemas.openxmlformats.org/officeDocument/2006/relationships/slide" Target="../slides/slide1796.xml"/><Relationship Id="rId1" Type="http://schemas.openxmlformats.org/officeDocument/2006/relationships/notesMaster" Target="../notesMasters/notesMaster1.xml"/></Relationships>
</file>

<file path=ppt/notesSlides/_rels/notesSlide1746.xml.rels><?xml version="1.0" encoding="UTF-8" standalone="yes"?>
<Relationships xmlns="http://schemas.openxmlformats.org/package/2006/relationships"><Relationship Id="rId2" Type="http://schemas.openxmlformats.org/officeDocument/2006/relationships/slide" Target="../slides/slide1797.xml"/><Relationship Id="rId1" Type="http://schemas.openxmlformats.org/officeDocument/2006/relationships/notesMaster" Target="../notesMasters/notesMaster1.xml"/></Relationships>
</file>

<file path=ppt/notesSlides/_rels/notesSlide1747.xml.rels><?xml version="1.0" encoding="UTF-8" standalone="yes"?>
<Relationships xmlns="http://schemas.openxmlformats.org/package/2006/relationships"><Relationship Id="rId2" Type="http://schemas.openxmlformats.org/officeDocument/2006/relationships/slide" Target="../slides/slide1798.xml"/><Relationship Id="rId1" Type="http://schemas.openxmlformats.org/officeDocument/2006/relationships/notesMaster" Target="../notesMasters/notesMaster1.xml"/></Relationships>
</file>

<file path=ppt/notesSlides/_rels/notesSlide1748.xml.rels><?xml version="1.0" encoding="UTF-8" standalone="yes"?>
<Relationships xmlns="http://schemas.openxmlformats.org/package/2006/relationships"><Relationship Id="rId2" Type="http://schemas.openxmlformats.org/officeDocument/2006/relationships/slide" Target="../slides/slide1799.xml"/><Relationship Id="rId1" Type="http://schemas.openxmlformats.org/officeDocument/2006/relationships/notesMaster" Target="../notesMasters/notesMaster1.xml"/></Relationships>
</file>

<file path=ppt/notesSlides/_rels/notesSlide1749.xml.rels><?xml version="1.0" encoding="UTF-8" standalone="yes"?>
<Relationships xmlns="http://schemas.openxmlformats.org/package/2006/relationships"><Relationship Id="rId2" Type="http://schemas.openxmlformats.org/officeDocument/2006/relationships/slide" Target="../slides/slide1800.xml"/><Relationship Id="rId1" Type="http://schemas.openxmlformats.org/officeDocument/2006/relationships/notesMaster" Target="../notesMasters/notesMaster1.xml"/></Relationships>
</file>

<file path=ppt/notesSlides/_rels/notesSlide1750.xml.rels><?xml version="1.0" encoding="UTF-8" standalone="yes"?>
<Relationships xmlns="http://schemas.openxmlformats.org/package/2006/relationships"><Relationship Id="rId2" Type="http://schemas.openxmlformats.org/officeDocument/2006/relationships/slide" Target="../slides/slide1801.xml"/><Relationship Id="rId1" Type="http://schemas.openxmlformats.org/officeDocument/2006/relationships/notesMaster" Target="../notesMasters/notesMaster1.xml"/></Relationships>
</file>

<file path=ppt/notesSlides/_rels/notesSlide1751.xml.rels><?xml version="1.0" encoding="UTF-8" standalone="yes"?>
<Relationships xmlns="http://schemas.openxmlformats.org/package/2006/relationships"><Relationship Id="rId2" Type="http://schemas.openxmlformats.org/officeDocument/2006/relationships/slide" Target="../slides/slide1802.xml"/><Relationship Id="rId1" Type="http://schemas.openxmlformats.org/officeDocument/2006/relationships/notesMaster" Target="../notesMasters/notesMaster1.xml"/></Relationships>
</file>

<file path=ppt/notesSlides/_rels/notesSlide1752.xml.rels><?xml version="1.0" encoding="UTF-8" standalone="yes"?>
<Relationships xmlns="http://schemas.openxmlformats.org/package/2006/relationships"><Relationship Id="rId2" Type="http://schemas.openxmlformats.org/officeDocument/2006/relationships/slide" Target="../slides/slide1803.xml"/><Relationship Id="rId1" Type="http://schemas.openxmlformats.org/officeDocument/2006/relationships/notesMaster" Target="../notesMasters/notesMaster1.xml"/></Relationships>
</file>

<file path=ppt/notesSlides/_rels/notesSlide1753.xml.rels><?xml version="1.0" encoding="UTF-8" standalone="yes"?>
<Relationships xmlns="http://schemas.openxmlformats.org/package/2006/relationships"><Relationship Id="rId2" Type="http://schemas.openxmlformats.org/officeDocument/2006/relationships/slide" Target="../slides/slide1804.xml"/><Relationship Id="rId1" Type="http://schemas.openxmlformats.org/officeDocument/2006/relationships/notesMaster" Target="../notesMasters/notesMaster1.xml"/></Relationships>
</file>

<file path=ppt/notesSlides/_rels/notesSlide1754.xml.rels><?xml version="1.0" encoding="UTF-8" standalone="yes"?>
<Relationships xmlns="http://schemas.openxmlformats.org/package/2006/relationships"><Relationship Id="rId2" Type="http://schemas.openxmlformats.org/officeDocument/2006/relationships/slide" Target="../slides/slide1805.xml"/><Relationship Id="rId1" Type="http://schemas.openxmlformats.org/officeDocument/2006/relationships/notesMaster" Target="../notesMasters/notesMaster1.xml"/></Relationships>
</file>

<file path=ppt/notesSlides/_rels/notesSlide1755.xml.rels><?xml version="1.0" encoding="UTF-8" standalone="yes"?>
<Relationships xmlns="http://schemas.openxmlformats.org/package/2006/relationships"><Relationship Id="rId2" Type="http://schemas.openxmlformats.org/officeDocument/2006/relationships/slide" Target="../slides/slide1806.xml"/><Relationship Id="rId1" Type="http://schemas.openxmlformats.org/officeDocument/2006/relationships/notesMaster" Target="../notesMasters/notesMaster1.xml"/></Relationships>
</file>

<file path=ppt/notesSlides/_rels/notesSlide1756.xml.rels><?xml version="1.0" encoding="UTF-8" standalone="yes"?>
<Relationships xmlns="http://schemas.openxmlformats.org/package/2006/relationships"><Relationship Id="rId2" Type="http://schemas.openxmlformats.org/officeDocument/2006/relationships/slide" Target="../slides/slide1807.xml"/><Relationship Id="rId1" Type="http://schemas.openxmlformats.org/officeDocument/2006/relationships/notesMaster" Target="../notesMasters/notesMaster1.xml"/></Relationships>
</file>

<file path=ppt/notesSlides/_rels/notesSlide1757.xml.rels><?xml version="1.0" encoding="UTF-8" standalone="yes"?>
<Relationships xmlns="http://schemas.openxmlformats.org/package/2006/relationships"><Relationship Id="rId2" Type="http://schemas.openxmlformats.org/officeDocument/2006/relationships/slide" Target="../slides/slide1808.xml"/><Relationship Id="rId1" Type="http://schemas.openxmlformats.org/officeDocument/2006/relationships/notesMaster" Target="../notesMasters/notesMaster1.xml"/></Relationships>
</file>

<file path=ppt/notesSlides/_rels/notesSlide1758.xml.rels><?xml version="1.0" encoding="UTF-8" standalone="yes"?>
<Relationships xmlns="http://schemas.openxmlformats.org/package/2006/relationships"><Relationship Id="rId2" Type="http://schemas.openxmlformats.org/officeDocument/2006/relationships/slide" Target="../slides/slide1809.xml"/><Relationship Id="rId1" Type="http://schemas.openxmlformats.org/officeDocument/2006/relationships/notesMaster" Target="../notesMasters/notesMaster1.xml"/></Relationships>
</file>

<file path=ppt/notesSlides/_rels/notesSlide1759.xml.rels><?xml version="1.0" encoding="UTF-8" standalone="yes"?>
<Relationships xmlns="http://schemas.openxmlformats.org/package/2006/relationships"><Relationship Id="rId2" Type="http://schemas.openxmlformats.org/officeDocument/2006/relationships/slide" Target="../slides/slide1810.xml"/><Relationship Id="rId1" Type="http://schemas.openxmlformats.org/officeDocument/2006/relationships/notesMaster" Target="../notesMasters/notesMaster1.xml"/></Relationships>
</file>

<file path=ppt/notesSlides/_rels/notesSlide1760.xml.rels><?xml version="1.0" encoding="UTF-8" standalone="yes"?>
<Relationships xmlns="http://schemas.openxmlformats.org/package/2006/relationships"><Relationship Id="rId2" Type="http://schemas.openxmlformats.org/officeDocument/2006/relationships/slide" Target="../slides/slide1811.xml"/><Relationship Id="rId1" Type="http://schemas.openxmlformats.org/officeDocument/2006/relationships/notesMaster" Target="../notesMasters/notesMaster1.xml"/></Relationships>
</file>

<file path=ppt/notesSlides/_rels/notesSlide1761.xml.rels><?xml version="1.0" encoding="UTF-8" standalone="yes"?>
<Relationships xmlns="http://schemas.openxmlformats.org/package/2006/relationships"><Relationship Id="rId2" Type="http://schemas.openxmlformats.org/officeDocument/2006/relationships/slide" Target="../slides/slide1812.xml"/><Relationship Id="rId1" Type="http://schemas.openxmlformats.org/officeDocument/2006/relationships/notesMaster" Target="../notesMasters/notesMaster1.xml"/></Relationships>
</file>

<file path=ppt/notesSlides/_rels/notesSlide1762.xml.rels><?xml version="1.0" encoding="UTF-8" standalone="yes"?>
<Relationships xmlns="http://schemas.openxmlformats.org/package/2006/relationships"><Relationship Id="rId2" Type="http://schemas.openxmlformats.org/officeDocument/2006/relationships/slide" Target="../slides/slide1813.xml"/><Relationship Id="rId1" Type="http://schemas.openxmlformats.org/officeDocument/2006/relationships/notesMaster" Target="../notesMasters/notesMaster1.xml"/></Relationships>
</file>

<file path=ppt/notesSlides/_rels/notesSlide1763.xml.rels><?xml version="1.0" encoding="UTF-8" standalone="yes"?>
<Relationships xmlns="http://schemas.openxmlformats.org/package/2006/relationships"><Relationship Id="rId2" Type="http://schemas.openxmlformats.org/officeDocument/2006/relationships/slide" Target="../slides/slide1814.xml"/><Relationship Id="rId1" Type="http://schemas.openxmlformats.org/officeDocument/2006/relationships/notesMaster" Target="../notesMasters/notesMaster1.xml"/></Relationships>
</file>

<file path=ppt/notesSlides/_rels/notesSlide1764.xml.rels><?xml version="1.0" encoding="UTF-8" standalone="yes"?>
<Relationships xmlns="http://schemas.openxmlformats.org/package/2006/relationships"><Relationship Id="rId2" Type="http://schemas.openxmlformats.org/officeDocument/2006/relationships/slide" Target="../slides/slide1815.xml"/><Relationship Id="rId1" Type="http://schemas.openxmlformats.org/officeDocument/2006/relationships/notesMaster" Target="../notesMasters/notesMaster1.xml"/></Relationships>
</file>

<file path=ppt/notesSlides/_rels/notesSlide1765.xml.rels><?xml version="1.0" encoding="UTF-8" standalone="yes"?>
<Relationships xmlns="http://schemas.openxmlformats.org/package/2006/relationships"><Relationship Id="rId2" Type="http://schemas.openxmlformats.org/officeDocument/2006/relationships/slide" Target="../slides/slide1816.xml"/><Relationship Id="rId1" Type="http://schemas.openxmlformats.org/officeDocument/2006/relationships/notesMaster" Target="../notesMasters/notesMaster1.xml"/></Relationships>
</file>

<file path=ppt/notesSlides/_rels/notesSlide1766.xml.rels><?xml version="1.0" encoding="UTF-8" standalone="yes"?>
<Relationships xmlns="http://schemas.openxmlformats.org/package/2006/relationships"><Relationship Id="rId2" Type="http://schemas.openxmlformats.org/officeDocument/2006/relationships/slide" Target="../slides/slide1817.xml"/><Relationship Id="rId1" Type="http://schemas.openxmlformats.org/officeDocument/2006/relationships/notesMaster" Target="../notesMasters/notesMaster1.xml"/></Relationships>
</file>

<file path=ppt/notesSlides/_rels/notesSlide1767.xml.rels><?xml version="1.0" encoding="UTF-8" standalone="yes"?>
<Relationships xmlns="http://schemas.openxmlformats.org/package/2006/relationships"><Relationship Id="rId2" Type="http://schemas.openxmlformats.org/officeDocument/2006/relationships/slide" Target="../slides/slide1818.xml"/><Relationship Id="rId1" Type="http://schemas.openxmlformats.org/officeDocument/2006/relationships/notesMaster" Target="../notesMasters/notesMaster1.xml"/></Relationships>
</file>

<file path=ppt/notesSlides/_rels/notesSlide1768.xml.rels><?xml version="1.0" encoding="UTF-8" standalone="yes"?>
<Relationships xmlns="http://schemas.openxmlformats.org/package/2006/relationships"><Relationship Id="rId2" Type="http://schemas.openxmlformats.org/officeDocument/2006/relationships/slide" Target="../slides/slide1819.xml"/><Relationship Id="rId1" Type="http://schemas.openxmlformats.org/officeDocument/2006/relationships/notesMaster" Target="../notesMasters/notesMaster1.xml"/></Relationships>
</file>

<file path=ppt/notesSlides/_rels/notesSlide1769.xml.rels><?xml version="1.0" encoding="UTF-8" standalone="yes"?>
<Relationships xmlns="http://schemas.openxmlformats.org/package/2006/relationships"><Relationship Id="rId2" Type="http://schemas.openxmlformats.org/officeDocument/2006/relationships/slide" Target="../slides/slide1820.xml"/><Relationship Id="rId1" Type="http://schemas.openxmlformats.org/officeDocument/2006/relationships/notesMaster" Target="../notesMasters/notesMaster1.xml"/></Relationships>
</file>

<file path=ppt/notesSlides/_rels/notesSlide1770.xml.rels><?xml version="1.0" encoding="UTF-8" standalone="yes"?>
<Relationships xmlns="http://schemas.openxmlformats.org/package/2006/relationships"><Relationship Id="rId2" Type="http://schemas.openxmlformats.org/officeDocument/2006/relationships/slide" Target="../slides/slide1821.xml"/><Relationship Id="rId1" Type="http://schemas.openxmlformats.org/officeDocument/2006/relationships/notesMaster" Target="../notesMasters/notesMaster1.xml"/></Relationships>
</file>

<file path=ppt/notesSlides/_rels/notesSlide1771.xml.rels><?xml version="1.0" encoding="UTF-8" standalone="yes"?>
<Relationships xmlns="http://schemas.openxmlformats.org/package/2006/relationships"><Relationship Id="rId2" Type="http://schemas.openxmlformats.org/officeDocument/2006/relationships/slide" Target="../slides/slide1822.xml"/><Relationship Id="rId1" Type="http://schemas.openxmlformats.org/officeDocument/2006/relationships/notesMaster" Target="../notesMasters/notesMaster1.xml"/></Relationships>
</file>

<file path=ppt/notesSlides/_rels/notesSlide1772.xml.rels><?xml version="1.0" encoding="UTF-8" standalone="yes"?>
<Relationships xmlns="http://schemas.openxmlformats.org/package/2006/relationships"><Relationship Id="rId2" Type="http://schemas.openxmlformats.org/officeDocument/2006/relationships/slide" Target="../slides/slide1823.xml"/><Relationship Id="rId1" Type="http://schemas.openxmlformats.org/officeDocument/2006/relationships/notesMaster" Target="../notesMasters/notesMaster1.xml"/></Relationships>
</file>

<file path=ppt/notesSlides/_rels/notesSlide1773.xml.rels><?xml version="1.0" encoding="UTF-8" standalone="yes"?>
<Relationships xmlns="http://schemas.openxmlformats.org/package/2006/relationships"><Relationship Id="rId2" Type="http://schemas.openxmlformats.org/officeDocument/2006/relationships/slide" Target="../slides/slide1824.xml"/><Relationship Id="rId1" Type="http://schemas.openxmlformats.org/officeDocument/2006/relationships/notesMaster" Target="../notesMasters/notesMaster1.xml"/></Relationships>
</file>

<file path=ppt/notesSlides/_rels/notesSlide1774.xml.rels><?xml version="1.0" encoding="UTF-8" standalone="yes"?>
<Relationships xmlns="http://schemas.openxmlformats.org/package/2006/relationships"><Relationship Id="rId2" Type="http://schemas.openxmlformats.org/officeDocument/2006/relationships/slide" Target="../slides/slide1825.xml"/><Relationship Id="rId1" Type="http://schemas.openxmlformats.org/officeDocument/2006/relationships/notesMaster" Target="../notesMasters/notesMaster1.xml"/></Relationships>
</file>

<file path=ppt/notesSlides/_rels/notesSlide1775.xml.rels><?xml version="1.0" encoding="UTF-8" standalone="yes"?>
<Relationships xmlns="http://schemas.openxmlformats.org/package/2006/relationships"><Relationship Id="rId2" Type="http://schemas.openxmlformats.org/officeDocument/2006/relationships/slide" Target="../slides/slide1826.xml"/><Relationship Id="rId1" Type="http://schemas.openxmlformats.org/officeDocument/2006/relationships/notesMaster" Target="../notesMasters/notesMaster1.xml"/></Relationships>
</file>

<file path=ppt/notesSlides/_rels/notesSlide1776.xml.rels><?xml version="1.0" encoding="UTF-8" standalone="yes"?>
<Relationships xmlns="http://schemas.openxmlformats.org/package/2006/relationships"><Relationship Id="rId2" Type="http://schemas.openxmlformats.org/officeDocument/2006/relationships/slide" Target="../slides/slide1827.xml"/><Relationship Id="rId1" Type="http://schemas.openxmlformats.org/officeDocument/2006/relationships/notesMaster" Target="../notesMasters/notesMaster1.xml"/></Relationships>
</file>

<file path=ppt/notesSlides/_rels/notesSlide1777.xml.rels><?xml version="1.0" encoding="UTF-8" standalone="yes"?>
<Relationships xmlns="http://schemas.openxmlformats.org/package/2006/relationships"><Relationship Id="rId2" Type="http://schemas.openxmlformats.org/officeDocument/2006/relationships/slide" Target="../slides/slide1828.xml"/><Relationship Id="rId1" Type="http://schemas.openxmlformats.org/officeDocument/2006/relationships/notesMaster" Target="../notesMasters/notesMaster1.xml"/></Relationships>
</file>

<file path=ppt/notesSlides/_rels/notesSlide1778.xml.rels><?xml version="1.0" encoding="UTF-8" standalone="yes"?>
<Relationships xmlns="http://schemas.openxmlformats.org/package/2006/relationships"><Relationship Id="rId2" Type="http://schemas.openxmlformats.org/officeDocument/2006/relationships/slide" Target="../slides/slide1829.xml"/><Relationship Id="rId1" Type="http://schemas.openxmlformats.org/officeDocument/2006/relationships/notesMaster" Target="../notesMasters/notesMaster1.xml"/></Relationships>
</file>

<file path=ppt/notesSlides/_rels/notesSlide1779.xml.rels><?xml version="1.0" encoding="UTF-8" standalone="yes"?>
<Relationships xmlns="http://schemas.openxmlformats.org/package/2006/relationships"><Relationship Id="rId2" Type="http://schemas.openxmlformats.org/officeDocument/2006/relationships/slide" Target="../slides/slide1830.xml"/><Relationship Id="rId1" Type="http://schemas.openxmlformats.org/officeDocument/2006/relationships/notesMaster" Target="../notesMasters/notesMaster1.xml"/></Relationships>
</file>

<file path=ppt/notesSlides/_rels/notesSlide1780.xml.rels><?xml version="1.0" encoding="UTF-8" standalone="yes"?>
<Relationships xmlns="http://schemas.openxmlformats.org/package/2006/relationships"><Relationship Id="rId2" Type="http://schemas.openxmlformats.org/officeDocument/2006/relationships/slide" Target="../slides/slide1831.xml"/><Relationship Id="rId1" Type="http://schemas.openxmlformats.org/officeDocument/2006/relationships/notesMaster" Target="../notesMasters/notesMaster1.xml"/></Relationships>
</file>

<file path=ppt/notesSlides/_rels/notesSlide1781.xml.rels><?xml version="1.0" encoding="UTF-8" standalone="yes"?>
<Relationships xmlns="http://schemas.openxmlformats.org/package/2006/relationships"><Relationship Id="rId2" Type="http://schemas.openxmlformats.org/officeDocument/2006/relationships/slide" Target="../slides/slide1832.xml"/><Relationship Id="rId1" Type="http://schemas.openxmlformats.org/officeDocument/2006/relationships/notesMaster" Target="../notesMasters/notesMaster1.xml"/></Relationships>
</file>

<file path=ppt/notesSlides/_rels/notesSlide1782.xml.rels><?xml version="1.0" encoding="UTF-8" standalone="yes"?>
<Relationships xmlns="http://schemas.openxmlformats.org/package/2006/relationships"><Relationship Id="rId2" Type="http://schemas.openxmlformats.org/officeDocument/2006/relationships/slide" Target="../slides/slide1833.xml"/><Relationship Id="rId1" Type="http://schemas.openxmlformats.org/officeDocument/2006/relationships/notesMaster" Target="../notesMasters/notesMaster1.xml"/></Relationships>
</file>

<file path=ppt/notesSlides/_rels/notesSlide1783.xml.rels><?xml version="1.0" encoding="UTF-8" standalone="yes"?>
<Relationships xmlns="http://schemas.openxmlformats.org/package/2006/relationships"><Relationship Id="rId2" Type="http://schemas.openxmlformats.org/officeDocument/2006/relationships/slide" Target="../slides/slide1834.xml"/><Relationship Id="rId1" Type="http://schemas.openxmlformats.org/officeDocument/2006/relationships/notesMaster" Target="../notesMasters/notesMaster1.xml"/></Relationships>
</file>

<file path=ppt/notesSlides/_rels/notesSlide1784.xml.rels><?xml version="1.0" encoding="UTF-8" standalone="yes"?>
<Relationships xmlns="http://schemas.openxmlformats.org/package/2006/relationships"><Relationship Id="rId2" Type="http://schemas.openxmlformats.org/officeDocument/2006/relationships/slide" Target="../slides/slide1835.xml"/><Relationship Id="rId1" Type="http://schemas.openxmlformats.org/officeDocument/2006/relationships/notesMaster" Target="../notesMasters/notesMaster1.xml"/></Relationships>
</file>

<file path=ppt/notesSlides/_rels/notesSlide1785.xml.rels><?xml version="1.0" encoding="UTF-8" standalone="yes"?>
<Relationships xmlns="http://schemas.openxmlformats.org/package/2006/relationships"><Relationship Id="rId2" Type="http://schemas.openxmlformats.org/officeDocument/2006/relationships/slide" Target="../slides/slide1836.xml"/><Relationship Id="rId1" Type="http://schemas.openxmlformats.org/officeDocument/2006/relationships/notesMaster" Target="../notesMasters/notesMaster1.xml"/></Relationships>
</file>

<file path=ppt/notesSlides/_rels/notesSlide1786.xml.rels><?xml version="1.0" encoding="UTF-8" standalone="yes"?>
<Relationships xmlns="http://schemas.openxmlformats.org/package/2006/relationships"><Relationship Id="rId2" Type="http://schemas.openxmlformats.org/officeDocument/2006/relationships/slide" Target="../slides/slide1837.xml"/><Relationship Id="rId1" Type="http://schemas.openxmlformats.org/officeDocument/2006/relationships/notesMaster" Target="../notesMasters/notesMaster1.xml"/></Relationships>
</file>

<file path=ppt/notesSlides/_rels/notesSlide1787.xml.rels><?xml version="1.0" encoding="UTF-8" standalone="yes"?>
<Relationships xmlns="http://schemas.openxmlformats.org/package/2006/relationships"><Relationship Id="rId2" Type="http://schemas.openxmlformats.org/officeDocument/2006/relationships/slide" Target="../slides/slide1838.xml"/><Relationship Id="rId1" Type="http://schemas.openxmlformats.org/officeDocument/2006/relationships/notesMaster" Target="../notesMasters/notesMaster1.xml"/></Relationships>
</file>

<file path=ppt/notesSlides/_rels/notesSlide1788.xml.rels><?xml version="1.0" encoding="UTF-8" standalone="yes"?>
<Relationships xmlns="http://schemas.openxmlformats.org/package/2006/relationships"><Relationship Id="rId2" Type="http://schemas.openxmlformats.org/officeDocument/2006/relationships/slide" Target="../slides/slide1839.xml"/><Relationship Id="rId1" Type="http://schemas.openxmlformats.org/officeDocument/2006/relationships/notesMaster" Target="../notesMasters/notesMaster1.xml"/></Relationships>
</file>

<file path=ppt/notesSlides/_rels/notesSlide1789.xml.rels><?xml version="1.0" encoding="UTF-8" standalone="yes"?>
<Relationships xmlns="http://schemas.openxmlformats.org/package/2006/relationships"><Relationship Id="rId2" Type="http://schemas.openxmlformats.org/officeDocument/2006/relationships/slide" Target="../slides/slide1840.xml"/><Relationship Id="rId1" Type="http://schemas.openxmlformats.org/officeDocument/2006/relationships/notesMaster" Target="../notesMasters/notesMaster1.xml"/></Relationships>
</file>

<file path=ppt/notesSlides/_rels/notesSlide1790.xml.rels><?xml version="1.0" encoding="UTF-8" standalone="yes"?>
<Relationships xmlns="http://schemas.openxmlformats.org/package/2006/relationships"><Relationship Id="rId2" Type="http://schemas.openxmlformats.org/officeDocument/2006/relationships/slide" Target="../slides/slide1841.xml"/><Relationship Id="rId1" Type="http://schemas.openxmlformats.org/officeDocument/2006/relationships/notesMaster" Target="../notesMasters/notesMaster1.xml"/></Relationships>
</file>

<file path=ppt/notesSlides/_rels/notesSlide1791.xml.rels><?xml version="1.0" encoding="UTF-8" standalone="yes"?>
<Relationships xmlns="http://schemas.openxmlformats.org/package/2006/relationships"><Relationship Id="rId2" Type="http://schemas.openxmlformats.org/officeDocument/2006/relationships/slide" Target="../slides/slide1842.xml"/><Relationship Id="rId1" Type="http://schemas.openxmlformats.org/officeDocument/2006/relationships/notesMaster" Target="../notesMasters/notesMaster1.xml"/></Relationships>
</file>

<file path=ppt/notesSlides/_rels/notesSlide1792.xml.rels><?xml version="1.0" encoding="UTF-8" standalone="yes"?>
<Relationships xmlns="http://schemas.openxmlformats.org/package/2006/relationships"><Relationship Id="rId2" Type="http://schemas.openxmlformats.org/officeDocument/2006/relationships/slide" Target="../slides/slide1843.xml"/><Relationship Id="rId1" Type="http://schemas.openxmlformats.org/officeDocument/2006/relationships/notesMaster" Target="../notesMasters/notesMaster1.xml"/></Relationships>
</file>

<file path=ppt/notesSlides/_rels/notesSlide1793.xml.rels><?xml version="1.0" encoding="UTF-8" standalone="yes"?>
<Relationships xmlns="http://schemas.openxmlformats.org/package/2006/relationships"><Relationship Id="rId2" Type="http://schemas.openxmlformats.org/officeDocument/2006/relationships/slide" Target="../slides/slide1844.xml"/><Relationship Id="rId1" Type="http://schemas.openxmlformats.org/officeDocument/2006/relationships/notesMaster" Target="../notesMasters/notesMaster1.xml"/></Relationships>
</file>

<file path=ppt/notesSlides/_rels/notesSlide1794.xml.rels><?xml version="1.0" encoding="UTF-8" standalone="yes"?>
<Relationships xmlns="http://schemas.openxmlformats.org/package/2006/relationships"><Relationship Id="rId2" Type="http://schemas.openxmlformats.org/officeDocument/2006/relationships/slide" Target="../slides/slide1845.xml"/><Relationship Id="rId1" Type="http://schemas.openxmlformats.org/officeDocument/2006/relationships/notesMaster" Target="../notesMasters/notesMaster1.xml"/></Relationships>
</file>

<file path=ppt/notesSlides/_rels/notesSlide1795.xml.rels><?xml version="1.0" encoding="UTF-8" standalone="yes"?>
<Relationships xmlns="http://schemas.openxmlformats.org/package/2006/relationships"><Relationship Id="rId2" Type="http://schemas.openxmlformats.org/officeDocument/2006/relationships/slide" Target="../slides/slide1846.xml"/><Relationship Id="rId1" Type="http://schemas.openxmlformats.org/officeDocument/2006/relationships/notesMaster" Target="../notesMasters/notesMaster1.xml"/></Relationships>
</file>

<file path=ppt/notesSlides/_rels/notesSlide1796.xml.rels><?xml version="1.0" encoding="UTF-8" standalone="yes"?>
<Relationships xmlns="http://schemas.openxmlformats.org/package/2006/relationships"><Relationship Id="rId2" Type="http://schemas.openxmlformats.org/officeDocument/2006/relationships/slide" Target="../slides/slide1847.xml"/><Relationship Id="rId1" Type="http://schemas.openxmlformats.org/officeDocument/2006/relationships/notesMaster" Target="../notesMasters/notesMaster1.xml"/></Relationships>
</file>

<file path=ppt/notesSlides/_rels/notesSlide1797.xml.rels><?xml version="1.0" encoding="UTF-8" standalone="yes"?>
<Relationships xmlns="http://schemas.openxmlformats.org/package/2006/relationships"><Relationship Id="rId2" Type="http://schemas.openxmlformats.org/officeDocument/2006/relationships/slide" Target="../slides/slide1848.xml"/><Relationship Id="rId1" Type="http://schemas.openxmlformats.org/officeDocument/2006/relationships/notesMaster" Target="../notesMasters/notesMaster1.xml"/></Relationships>
</file>

<file path=ppt/notesSlides/_rels/notesSlide1798.xml.rels><?xml version="1.0" encoding="UTF-8" standalone="yes"?>
<Relationships xmlns="http://schemas.openxmlformats.org/package/2006/relationships"><Relationship Id="rId2" Type="http://schemas.openxmlformats.org/officeDocument/2006/relationships/slide" Target="../slides/slide1849.xml"/><Relationship Id="rId1" Type="http://schemas.openxmlformats.org/officeDocument/2006/relationships/notesMaster" Target="../notesMasters/notesMaster1.xml"/></Relationships>
</file>

<file path=ppt/notesSlides/_rels/notesSlide1799.xml.rels><?xml version="1.0" encoding="UTF-8" standalone="yes"?>
<Relationships xmlns="http://schemas.openxmlformats.org/package/2006/relationships"><Relationship Id="rId2" Type="http://schemas.openxmlformats.org/officeDocument/2006/relationships/slide" Target="../slides/slide1850.xml"/><Relationship Id="rId1" Type="http://schemas.openxmlformats.org/officeDocument/2006/relationships/notesMaster" Target="../notesMasters/notesMaster1.xml"/></Relationships>
</file>

<file path=ppt/notesSlides/_rels/notesSlide1800.xml.rels><?xml version="1.0" encoding="UTF-8" standalone="yes"?>
<Relationships xmlns="http://schemas.openxmlformats.org/package/2006/relationships"><Relationship Id="rId2" Type="http://schemas.openxmlformats.org/officeDocument/2006/relationships/slide" Target="../slides/slide1851.xml"/><Relationship Id="rId1" Type="http://schemas.openxmlformats.org/officeDocument/2006/relationships/notesMaster" Target="../notesMasters/notesMaster1.xml"/></Relationships>
</file>

<file path=ppt/notesSlides/_rels/notesSlide1801.xml.rels><?xml version="1.0" encoding="UTF-8" standalone="yes"?>
<Relationships xmlns="http://schemas.openxmlformats.org/package/2006/relationships"><Relationship Id="rId2" Type="http://schemas.openxmlformats.org/officeDocument/2006/relationships/slide" Target="../slides/slide1852.xml"/><Relationship Id="rId1" Type="http://schemas.openxmlformats.org/officeDocument/2006/relationships/notesMaster" Target="../notesMasters/notesMaster1.xml"/></Relationships>
</file>

<file path=ppt/notesSlides/_rels/notesSlide1802.xml.rels><?xml version="1.0" encoding="UTF-8" standalone="yes"?>
<Relationships xmlns="http://schemas.openxmlformats.org/package/2006/relationships"><Relationship Id="rId2" Type="http://schemas.openxmlformats.org/officeDocument/2006/relationships/slide" Target="../slides/slide1853.xml"/><Relationship Id="rId1" Type="http://schemas.openxmlformats.org/officeDocument/2006/relationships/notesMaster" Target="../notesMasters/notesMaster1.xml"/></Relationships>
</file>

<file path=ppt/notesSlides/_rels/notesSlide1803.xml.rels><?xml version="1.0" encoding="UTF-8" standalone="yes"?>
<Relationships xmlns="http://schemas.openxmlformats.org/package/2006/relationships"><Relationship Id="rId2" Type="http://schemas.openxmlformats.org/officeDocument/2006/relationships/slide" Target="../slides/slide1854.xml"/><Relationship Id="rId1" Type="http://schemas.openxmlformats.org/officeDocument/2006/relationships/notesMaster" Target="../notesMasters/notesMaster1.xml"/></Relationships>
</file>

<file path=ppt/notesSlides/_rels/notesSlide1804.xml.rels><?xml version="1.0" encoding="UTF-8" standalone="yes"?>
<Relationships xmlns="http://schemas.openxmlformats.org/package/2006/relationships"><Relationship Id="rId2" Type="http://schemas.openxmlformats.org/officeDocument/2006/relationships/slide" Target="../slides/slide1855.xml"/><Relationship Id="rId1" Type="http://schemas.openxmlformats.org/officeDocument/2006/relationships/notesMaster" Target="../notesMasters/notesMaster1.xml"/></Relationships>
</file>

<file path=ppt/notesSlides/_rels/notesSlide1805.xml.rels><?xml version="1.0" encoding="UTF-8" standalone="yes"?>
<Relationships xmlns="http://schemas.openxmlformats.org/package/2006/relationships"><Relationship Id="rId2" Type="http://schemas.openxmlformats.org/officeDocument/2006/relationships/slide" Target="../slides/slide1856.xml"/><Relationship Id="rId1" Type="http://schemas.openxmlformats.org/officeDocument/2006/relationships/notesMaster" Target="../notesMasters/notesMaster1.xml"/></Relationships>
</file>

<file path=ppt/notesSlides/_rels/notesSlide1806.xml.rels><?xml version="1.0" encoding="UTF-8" standalone="yes"?>
<Relationships xmlns="http://schemas.openxmlformats.org/package/2006/relationships"><Relationship Id="rId2" Type="http://schemas.openxmlformats.org/officeDocument/2006/relationships/slide" Target="../slides/slide1857.xml"/><Relationship Id="rId1" Type="http://schemas.openxmlformats.org/officeDocument/2006/relationships/notesMaster" Target="../notesMasters/notesMaster1.xml"/></Relationships>
</file>

<file path=ppt/notesSlides/_rels/notesSlide1807.xml.rels><?xml version="1.0" encoding="UTF-8" standalone="yes"?>
<Relationships xmlns="http://schemas.openxmlformats.org/package/2006/relationships"><Relationship Id="rId2" Type="http://schemas.openxmlformats.org/officeDocument/2006/relationships/slide" Target="../slides/slide1858.xml"/><Relationship Id="rId1" Type="http://schemas.openxmlformats.org/officeDocument/2006/relationships/notesMaster" Target="../notesMasters/notesMaster1.xml"/></Relationships>
</file>

<file path=ppt/notesSlides/_rels/notesSlide1808.xml.rels><?xml version="1.0" encoding="UTF-8" standalone="yes"?>
<Relationships xmlns="http://schemas.openxmlformats.org/package/2006/relationships"><Relationship Id="rId2" Type="http://schemas.openxmlformats.org/officeDocument/2006/relationships/slide" Target="../slides/slide1859.xml"/><Relationship Id="rId1" Type="http://schemas.openxmlformats.org/officeDocument/2006/relationships/notesMaster" Target="../notesMasters/notesMaster1.xml"/></Relationships>
</file>

<file path=ppt/notesSlides/_rels/notesSlide1809.xml.rels><?xml version="1.0" encoding="UTF-8" standalone="yes"?>
<Relationships xmlns="http://schemas.openxmlformats.org/package/2006/relationships"><Relationship Id="rId2" Type="http://schemas.openxmlformats.org/officeDocument/2006/relationships/slide" Target="../slides/slide1860.xml"/><Relationship Id="rId1" Type="http://schemas.openxmlformats.org/officeDocument/2006/relationships/notesMaster" Target="../notesMasters/notesMaster1.xml"/></Relationships>
</file>

<file path=ppt/notesSlides/_rels/notesSlide1810.xml.rels><?xml version="1.0" encoding="UTF-8" standalone="yes"?>
<Relationships xmlns="http://schemas.openxmlformats.org/package/2006/relationships"><Relationship Id="rId2" Type="http://schemas.openxmlformats.org/officeDocument/2006/relationships/slide" Target="../slides/slide1861.xml"/><Relationship Id="rId1" Type="http://schemas.openxmlformats.org/officeDocument/2006/relationships/notesMaster" Target="../notesMasters/notesMaster1.xml"/></Relationships>
</file>

<file path=ppt/notesSlides/_rels/notesSlide1811.xml.rels><?xml version="1.0" encoding="UTF-8" standalone="yes"?>
<Relationships xmlns="http://schemas.openxmlformats.org/package/2006/relationships"><Relationship Id="rId2" Type="http://schemas.openxmlformats.org/officeDocument/2006/relationships/slide" Target="../slides/slide1862.xml"/><Relationship Id="rId1" Type="http://schemas.openxmlformats.org/officeDocument/2006/relationships/notesMaster" Target="../notesMasters/notesMaster1.xml"/></Relationships>
</file>

<file path=ppt/notesSlides/_rels/notesSlide1812.xml.rels><?xml version="1.0" encoding="UTF-8" standalone="yes"?>
<Relationships xmlns="http://schemas.openxmlformats.org/package/2006/relationships"><Relationship Id="rId2" Type="http://schemas.openxmlformats.org/officeDocument/2006/relationships/slide" Target="../slides/slide1863.xml"/><Relationship Id="rId1" Type="http://schemas.openxmlformats.org/officeDocument/2006/relationships/notesMaster" Target="../notesMasters/notesMaster1.xml"/></Relationships>
</file>

<file path=ppt/notesSlides/_rels/notesSlide1813.xml.rels><?xml version="1.0" encoding="UTF-8" standalone="yes"?>
<Relationships xmlns="http://schemas.openxmlformats.org/package/2006/relationships"><Relationship Id="rId2" Type="http://schemas.openxmlformats.org/officeDocument/2006/relationships/slide" Target="../slides/slide1864.xml"/><Relationship Id="rId1" Type="http://schemas.openxmlformats.org/officeDocument/2006/relationships/notesMaster" Target="../notesMasters/notesMaster1.xml"/></Relationships>
</file>

<file path=ppt/notesSlides/_rels/notesSlide1814.xml.rels><?xml version="1.0" encoding="UTF-8" standalone="yes"?>
<Relationships xmlns="http://schemas.openxmlformats.org/package/2006/relationships"><Relationship Id="rId2" Type="http://schemas.openxmlformats.org/officeDocument/2006/relationships/slide" Target="../slides/slide1865.xml"/><Relationship Id="rId1" Type="http://schemas.openxmlformats.org/officeDocument/2006/relationships/notesMaster" Target="../notesMasters/notesMaster1.xml"/></Relationships>
</file>

<file path=ppt/notesSlides/_rels/notesSlide1815.xml.rels><?xml version="1.0" encoding="UTF-8" standalone="yes"?>
<Relationships xmlns="http://schemas.openxmlformats.org/package/2006/relationships"><Relationship Id="rId2" Type="http://schemas.openxmlformats.org/officeDocument/2006/relationships/slide" Target="../slides/slide1866.xml"/><Relationship Id="rId1" Type="http://schemas.openxmlformats.org/officeDocument/2006/relationships/notesMaster" Target="../notesMasters/notesMaster1.xml"/></Relationships>
</file>

<file path=ppt/notesSlides/_rels/notesSlide1816.xml.rels><?xml version="1.0" encoding="UTF-8" standalone="yes"?>
<Relationships xmlns="http://schemas.openxmlformats.org/package/2006/relationships"><Relationship Id="rId2" Type="http://schemas.openxmlformats.org/officeDocument/2006/relationships/slide" Target="../slides/slide1867.xml"/><Relationship Id="rId1" Type="http://schemas.openxmlformats.org/officeDocument/2006/relationships/notesMaster" Target="../notesMasters/notesMaster1.xml"/></Relationships>
</file>

<file path=ppt/notesSlides/_rels/notesSlide1817.xml.rels><?xml version="1.0" encoding="UTF-8" standalone="yes"?>
<Relationships xmlns="http://schemas.openxmlformats.org/package/2006/relationships"><Relationship Id="rId2" Type="http://schemas.openxmlformats.org/officeDocument/2006/relationships/slide" Target="../slides/slide1868.xml"/><Relationship Id="rId1" Type="http://schemas.openxmlformats.org/officeDocument/2006/relationships/notesMaster" Target="../notesMasters/notesMaster1.xml"/></Relationships>
</file>

<file path=ppt/notesSlides/_rels/notesSlide1818.xml.rels><?xml version="1.0" encoding="UTF-8" standalone="yes"?>
<Relationships xmlns="http://schemas.openxmlformats.org/package/2006/relationships"><Relationship Id="rId2" Type="http://schemas.openxmlformats.org/officeDocument/2006/relationships/slide" Target="../slides/slide1869.xml"/><Relationship Id="rId1" Type="http://schemas.openxmlformats.org/officeDocument/2006/relationships/notesMaster" Target="../notesMasters/notesMaster1.xml"/></Relationships>
</file>

<file path=ppt/notesSlides/_rels/notesSlide1819.xml.rels><?xml version="1.0" encoding="UTF-8" standalone="yes"?>
<Relationships xmlns="http://schemas.openxmlformats.org/package/2006/relationships"><Relationship Id="rId2" Type="http://schemas.openxmlformats.org/officeDocument/2006/relationships/slide" Target="../slides/slide1870.xml"/><Relationship Id="rId1" Type="http://schemas.openxmlformats.org/officeDocument/2006/relationships/notesMaster" Target="../notesMasters/notesMaster1.xml"/></Relationships>
</file>

<file path=ppt/notesSlides/_rels/notesSlide1820.xml.rels><?xml version="1.0" encoding="UTF-8" standalone="yes"?>
<Relationships xmlns="http://schemas.openxmlformats.org/package/2006/relationships"><Relationship Id="rId2" Type="http://schemas.openxmlformats.org/officeDocument/2006/relationships/slide" Target="../slides/slide1871.xml"/><Relationship Id="rId1" Type="http://schemas.openxmlformats.org/officeDocument/2006/relationships/notesMaster" Target="../notesMasters/notesMaster1.xml"/></Relationships>
</file>

<file path=ppt/notesSlides/_rels/notesSlide1821.xml.rels><?xml version="1.0" encoding="UTF-8" standalone="yes"?>
<Relationships xmlns="http://schemas.openxmlformats.org/package/2006/relationships"><Relationship Id="rId2" Type="http://schemas.openxmlformats.org/officeDocument/2006/relationships/slide" Target="../slides/slide1872.xml"/><Relationship Id="rId1" Type="http://schemas.openxmlformats.org/officeDocument/2006/relationships/notesMaster" Target="../notesMasters/notesMaster1.xml"/></Relationships>
</file>

<file path=ppt/notesSlides/_rels/notesSlide1822.xml.rels><?xml version="1.0" encoding="UTF-8" standalone="yes"?>
<Relationships xmlns="http://schemas.openxmlformats.org/package/2006/relationships"><Relationship Id="rId2" Type="http://schemas.openxmlformats.org/officeDocument/2006/relationships/slide" Target="../slides/slide1873.xml"/><Relationship Id="rId1" Type="http://schemas.openxmlformats.org/officeDocument/2006/relationships/notesMaster" Target="../notesMasters/notesMaster1.xml"/></Relationships>
</file>

<file path=ppt/notesSlides/_rels/notesSlide1823.xml.rels><?xml version="1.0" encoding="UTF-8" standalone="yes"?>
<Relationships xmlns="http://schemas.openxmlformats.org/package/2006/relationships"><Relationship Id="rId2" Type="http://schemas.openxmlformats.org/officeDocument/2006/relationships/slide" Target="../slides/slide1874.xml"/><Relationship Id="rId1" Type="http://schemas.openxmlformats.org/officeDocument/2006/relationships/notesMaster" Target="../notesMasters/notesMaster1.xml"/></Relationships>
</file>

<file path=ppt/notesSlides/_rels/notesSlide1824.xml.rels><?xml version="1.0" encoding="UTF-8" standalone="yes"?>
<Relationships xmlns="http://schemas.openxmlformats.org/package/2006/relationships"><Relationship Id="rId2" Type="http://schemas.openxmlformats.org/officeDocument/2006/relationships/slide" Target="../slides/slide1875.xml"/><Relationship Id="rId1" Type="http://schemas.openxmlformats.org/officeDocument/2006/relationships/notesMaster" Target="../notesMasters/notesMaster1.xml"/></Relationships>
</file>

<file path=ppt/notesSlides/_rels/notesSlide1825.xml.rels><?xml version="1.0" encoding="UTF-8" standalone="yes"?>
<Relationships xmlns="http://schemas.openxmlformats.org/package/2006/relationships"><Relationship Id="rId2" Type="http://schemas.openxmlformats.org/officeDocument/2006/relationships/slide" Target="../slides/slide1876.xml"/><Relationship Id="rId1" Type="http://schemas.openxmlformats.org/officeDocument/2006/relationships/notesMaster" Target="../notesMasters/notesMaster1.xml"/></Relationships>
</file>

<file path=ppt/notesSlides/_rels/notesSlide1826.xml.rels><?xml version="1.0" encoding="UTF-8" standalone="yes"?>
<Relationships xmlns="http://schemas.openxmlformats.org/package/2006/relationships"><Relationship Id="rId2" Type="http://schemas.openxmlformats.org/officeDocument/2006/relationships/slide" Target="../slides/slide1877.xml"/><Relationship Id="rId1" Type="http://schemas.openxmlformats.org/officeDocument/2006/relationships/notesMaster" Target="../notesMasters/notesMaster1.xml"/></Relationships>
</file>

<file path=ppt/notesSlides/_rels/notesSlide1827.xml.rels><?xml version="1.0" encoding="UTF-8" standalone="yes"?>
<Relationships xmlns="http://schemas.openxmlformats.org/package/2006/relationships"><Relationship Id="rId2" Type="http://schemas.openxmlformats.org/officeDocument/2006/relationships/slide" Target="../slides/slide1878.xml"/><Relationship Id="rId1" Type="http://schemas.openxmlformats.org/officeDocument/2006/relationships/notesMaster" Target="../notesMasters/notesMaster1.xml"/></Relationships>
</file>

<file path=ppt/notesSlides/_rels/notesSlide1828.xml.rels><?xml version="1.0" encoding="UTF-8" standalone="yes"?>
<Relationships xmlns="http://schemas.openxmlformats.org/package/2006/relationships"><Relationship Id="rId2" Type="http://schemas.openxmlformats.org/officeDocument/2006/relationships/slide" Target="../slides/slide1879.xml"/><Relationship Id="rId1" Type="http://schemas.openxmlformats.org/officeDocument/2006/relationships/notesMaster" Target="../notesMasters/notesMaster1.xml"/></Relationships>
</file>

<file path=ppt/notesSlides/_rels/notesSlide1829.xml.rels><?xml version="1.0" encoding="UTF-8" standalone="yes"?>
<Relationships xmlns="http://schemas.openxmlformats.org/package/2006/relationships"><Relationship Id="rId2" Type="http://schemas.openxmlformats.org/officeDocument/2006/relationships/slide" Target="../slides/slide1880.xml"/><Relationship Id="rId1" Type="http://schemas.openxmlformats.org/officeDocument/2006/relationships/notesMaster" Target="../notesMasters/notesMaster1.xml"/></Relationships>
</file>

<file path=ppt/notesSlides/_rels/notesSlide1830.xml.rels><?xml version="1.0" encoding="UTF-8" standalone="yes"?>
<Relationships xmlns="http://schemas.openxmlformats.org/package/2006/relationships"><Relationship Id="rId2" Type="http://schemas.openxmlformats.org/officeDocument/2006/relationships/slide" Target="../slides/slide1881.xml"/><Relationship Id="rId1" Type="http://schemas.openxmlformats.org/officeDocument/2006/relationships/notesMaster" Target="../notesMasters/notesMaster1.xml"/></Relationships>
</file>

<file path=ppt/notesSlides/_rels/notesSlide1831.xml.rels><?xml version="1.0" encoding="UTF-8" standalone="yes"?>
<Relationships xmlns="http://schemas.openxmlformats.org/package/2006/relationships"><Relationship Id="rId2" Type="http://schemas.openxmlformats.org/officeDocument/2006/relationships/slide" Target="../slides/slide1882.xml"/><Relationship Id="rId1" Type="http://schemas.openxmlformats.org/officeDocument/2006/relationships/notesMaster" Target="../notesMasters/notesMaster1.xml"/></Relationships>
</file>

<file path=ppt/notesSlides/_rels/notesSlide1832.xml.rels><?xml version="1.0" encoding="UTF-8" standalone="yes"?>
<Relationships xmlns="http://schemas.openxmlformats.org/package/2006/relationships"><Relationship Id="rId2" Type="http://schemas.openxmlformats.org/officeDocument/2006/relationships/slide" Target="../slides/slide1883.xml"/><Relationship Id="rId1" Type="http://schemas.openxmlformats.org/officeDocument/2006/relationships/notesMaster" Target="../notesMasters/notesMaster1.xml"/></Relationships>
</file>

<file path=ppt/notesSlides/_rels/notesSlide1833.xml.rels><?xml version="1.0" encoding="UTF-8" standalone="yes"?>
<Relationships xmlns="http://schemas.openxmlformats.org/package/2006/relationships"><Relationship Id="rId2" Type="http://schemas.openxmlformats.org/officeDocument/2006/relationships/slide" Target="../slides/slide1884.xml"/><Relationship Id="rId1" Type="http://schemas.openxmlformats.org/officeDocument/2006/relationships/notesMaster" Target="../notesMasters/notesMaster1.xml"/></Relationships>
</file>

<file path=ppt/notesSlides/_rels/notesSlide1834.xml.rels><?xml version="1.0" encoding="UTF-8" standalone="yes"?>
<Relationships xmlns="http://schemas.openxmlformats.org/package/2006/relationships"><Relationship Id="rId2" Type="http://schemas.openxmlformats.org/officeDocument/2006/relationships/slide" Target="../slides/slide1885.xml"/><Relationship Id="rId1" Type="http://schemas.openxmlformats.org/officeDocument/2006/relationships/notesMaster" Target="../notesMasters/notesMaster1.xml"/></Relationships>
</file>

<file path=ppt/notesSlides/_rels/notesSlide1835.xml.rels><?xml version="1.0" encoding="UTF-8" standalone="yes"?>
<Relationships xmlns="http://schemas.openxmlformats.org/package/2006/relationships"><Relationship Id="rId2" Type="http://schemas.openxmlformats.org/officeDocument/2006/relationships/slide" Target="../slides/slide1886.xml"/><Relationship Id="rId1" Type="http://schemas.openxmlformats.org/officeDocument/2006/relationships/notesMaster" Target="../notesMasters/notesMaster1.xml"/></Relationships>
</file>

<file path=ppt/notesSlides/_rels/notesSlide1836.xml.rels><?xml version="1.0" encoding="UTF-8" standalone="yes"?>
<Relationships xmlns="http://schemas.openxmlformats.org/package/2006/relationships"><Relationship Id="rId2" Type="http://schemas.openxmlformats.org/officeDocument/2006/relationships/slide" Target="../slides/slide1887.xml"/><Relationship Id="rId1" Type="http://schemas.openxmlformats.org/officeDocument/2006/relationships/notesMaster" Target="../notesMasters/notesMaster1.xml"/></Relationships>
</file>

<file path=ppt/notesSlides/_rels/notesSlide1837.xml.rels><?xml version="1.0" encoding="UTF-8" standalone="yes"?>
<Relationships xmlns="http://schemas.openxmlformats.org/package/2006/relationships"><Relationship Id="rId2" Type="http://schemas.openxmlformats.org/officeDocument/2006/relationships/slide" Target="../slides/slide1888.xml"/><Relationship Id="rId1" Type="http://schemas.openxmlformats.org/officeDocument/2006/relationships/notesMaster" Target="../notesMasters/notesMaster1.xml"/></Relationships>
</file>

<file path=ppt/notesSlides/_rels/notesSlide1838.xml.rels><?xml version="1.0" encoding="UTF-8" standalone="yes"?>
<Relationships xmlns="http://schemas.openxmlformats.org/package/2006/relationships"><Relationship Id="rId2" Type="http://schemas.openxmlformats.org/officeDocument/2006/relationships/slide" Target="../slides/slide1889.xml"/><Relationship Id="rId1" Type="http://schemas.openxmlformats.org/officeDocument/2006/relationships/notesMaster" Target="../notesMasters/notesMaster1.xml"/></Relationships>
</file>

<file path=ppt/notesSlides/_rels/notesSlide1839.xml.rels><?xml version="1.0" encoding="UTF-8" standalone="yes"?>
<Relationships xmlns="http://schemas.openxmlformats.org/package/2006/relationships"><Relationship Id="rId2" Type="http://schemas.openxmlformats.org/officeDocument/2006/relationships/slide" Target="../slides/slide1890.xml"/><Relationship Id="rId1" Type="http://schemas.openxmlformats.org/officeDocument/2006/relationships/notesMaster" Target="../notesMasters/notesMaster1.xml"/></Relationships>
</file>

<file path=ppt/notesSlides/_rels/notesSlide1840.xml.rels><?xml version="1.0" encoding="UTF-8" standalone="yes"?>
<Relationships xmlns="http://schemas.openxmlformats.org/package/2006/relationships"><Relationship Id="rId2" Type="http://schemas.openxmlformats.org/officeDocument/2006/relationships/slide" Target="../slides/slide1891.xml"/><Relationship Id="rId1" Type="http://schemas.openxmlformats.org/officeDocument/2006/relationships/notesMaster" Target="../notesMasters/notesMaster1.xml"/></Relationships>
</file>

<file path=ppt/notesSlides/_rels/notesSlide1841.xml.rels><?xml version="1.0" encoding="UTF-8" standalone="yes"?>
<Relationships xmlns="http://schemas.openxmlformats.org/package/2006/relationships"><Relationship Id="rId2" Type="http://schemas.openxmlformats.org/officeDocument/2006/relationships/slide" Target="../slides/slide1892.xml"/><Relationship Id="rId1" Type="http://schemas.openxmlformats.org/officeDocument/2006/relationships/notesMaster" Target="../notesMasters/notesMaster1.xml"/></Relationships>
</file>

<file path=ppt/notesSlides/_rels/notesSlide1842.xml.rels><?xml version="1.0" encoding="UTF-8" standalone="yes"?>
<Relationships xmlns="http://schemas.openxmlformats.org/package/2006/relationships"><Relationship Id="rId2" Type="http://schemas.openxmlformats.org/officeDocument/2006/relationships/slide" Target="../slides/slide1893.xml"/><Relationship Id="rId1" Type="http://schemas.openxmlformats.org/officeDocument/2006/relationships/notesMaster" Target="../notesMasters/notesMaster1.xml"/></Relationships>
</file>

<file path=ppt/notesSlides/_rels/notesSlide1843.xml.rels><?xml version="1.0" encoding="UTF-8" standalone="yes"?>
<Relationships xmlns="http://schemas.openxmlformats.org/package/2006/relationships"><Relationship Id="rId2" Type="http://schemas.openxmlformats.org/officeDocument/2006/relationships/slide" Target="../slides/slide1894.xml"/><Relationship Id="rId1" Type="http://schemas.openxmlformats.org/officeDocument/2006/relationships/notesMaster" Target="../notesMasters/notesMaster1.xml"/></Relationships>
</file>

<file path=ppt/notesSlides/_rels/notesSlide1844.xml.rels><?xml version="1.0" encoding="UTF-8" standalone="yes"?>
<Relationships xmlns="http://schemas.openxmlformats.org/package/2006/relationships"><Relationship Id="rId2" Type="http://schemas.openxmlformats.org/officeDocument/2006/relationships/slide" Target="../slides/slide1895.xml"/><Relationship Id="rId1" Type="http://schemas.openxmlformats.org/officeDocument/2006/relationships/notesMaster" Target="../notesMasters/notesMaster1.xml"/></Relationships>
</file>

<file path=ppt/notesSlides/_rels/notesSlide1845.xml.rels><?xml version="1.0" encoding="UTF-8" standalone="yes"?>
<Relationships xmlns="http://schemas.openxmlformats.org/package/2006/relationships"><Relationship Id="rId2" Type="http://schemas.openxmlformats.org/officeDocument/2006/relationships/slide" Target="../slides/slide1896.xml"/><Relationship Id="rId1" Type="http://schemas.openxmlformats.org/officeDocument/2006/relationships/notesMaster" Target="../notesMasters/notesMaster1.xml"/></Relationships>
</file>

<file path=ppt/notesSlides/_rels/notesSlide1846.xml.rels><?xml version="1.0" encoding="UTF-8" standalone="yes"?>
<Relationships xmlns="http://schemas.openxmlformats.org/package/2006/relationships"><Relationship Id="rId2" Type="http://schemas.openxmlformats.org/officeDocument/2006/relationships/slide" Target="../slides/slide1897.xml"/><Relationship Id="rId1" Type="http://schemas.openxmlformats.org/officeDocument/2006/relationships/notesMaster" Target="../notesMasters/notesMaster1.xml"/></Relationships>
</file>

<file path=ppt/notesSlides/_rels/notesSlide1847.xml.rels><?xml version="1.0" encoding="UTF-8" standalone="yes"?>
<Relationships xmlns="http://schemas.openxmlformats.org/package/2006/relationships"><Relationship Id="rId2" Type="http://schemas.openxmlformats.org/officeDocument/2006/relationships/slide" Target="../slides/slide1898.xml"/><Relationship Id="rId1" Type="http://schemas.openxmlformats.org/officeDocument/2006/relationships/notesMaster" Target="../notesMasters/notesMaster1.xml"/></Relationships>
</file>

<file path=ppt/notesSlides/_rels/notesSlide1848.xml.rels><?xml version="1.0" encoding="UTF-8" standalone="yes"?>
<Relationships xmlns="http://schemas.openxmlformats.org/package/2006/relationships"><Relationship Id="rId2" Type="http://schemas.openxmlformats.org/officeDocument/2006/relationships/slide" Target="../slides/slide1899.xml"/><Relationship Id="rId1" Type="http://schemas.openxmlformats.org/officeDocument/2006/relationships/notesMaster" Target="../notesMasters/notesMaster1.xml"/></Relationships>
</file>

<file path=ppt/notesSlides/_rels/notesSlide1849.xml.rels><?xml version="1.0" encoding="UTF-8" standalone="yes"?>
<Relationships xmlns="http://schemas.openxmlformats.org/package/2006/relationships"><Relationship Id="rId2" Type="http://schemas.openxmlformats.org/officeDocument/2006/relationships/slide" Target="../slides/slide1900.xml"/><Relationship Id="rId1" Type="http://schemas.openxmlformats.org/officeDocument/2006/relationships/notesMaster" Target="../notesMasters/notesMaster1.xml"/></Relationships>
</file>

<file path=ppt/notesSlides/_rels/notesSlide1850.xml.rels><?xml version="1.0" encoding="UTF-8" standalone="yes"?>
<Relationships xmlns="http://schemas.openxmlformats.org/package/2006/relationships"><Relationship Id="rId2" Type="http://schemas.openxmlformats.org/officeDocument/2006/relationships/slide" Target="../slides/slide1901.xml"/><Relationship Id="rId1" Type="http://schemas.openxmlformats.org/officeDocument/2006/relationships/notesMaster" Target="../notesMasters/notesMaster1.xml"/></Relationships>
</file>

<file path=ppt/notesSlides/_rels/notesSlide1851.xml.rels><?xml version="1.0" encoding="UTF-8" standalone="yes"?>
<Relationships xmlns="http://schemas.openxmlformats.org/package/2006/relationships"><Relationship Id="rId2" Type="http://schemas.openxmlformats.org/officeDocument/2006/relationships/slide" Target="../slides/slide1902.xml"/><Relationship Id="rId1" Type="http://schemas.openxmlformats.org/officeDocument/2006/relationships/notesMaster" Target="../notesMasters/notesMaster1.xml"/></Relationships>
</file>

<file path=ppt/notesSlides/_rels/notesSlide1852.xml.rels><?xml version="1.0" encoding="UTF-8" standalone="yes"?>
<Relationships xmlns="http://schemas.openxmlformats.org/package/2006/relationships"><Relationship Id="rId2" Type="http://schemas.openxmlformats.org/officeDocument/2006/relationships/slide" Target="../slides/slide1903.xml"/><Relationship Id="rId1" Type="http://schemas.openxmlformats.org/officeDocument/2006/relationships/notesMaster" Target="../notesMasters/notesMaster1.xml"/></Relationships>
</file>

<file path=ppt/notesSlides/_rels/notesSlide1853.xml.rels><?xml version="1.0" encoding="UTF-8" standalone="yes"?>
<Relationships xmlns="http://schemas.openxmlformats.org/package/2006/relationships"><Relationship Id="rId2" Type="http://schemas.openxmlformats.org/officeDocument/2006/relationships/slide" Target="../slides/slide1904.xml"/><Relationship Id="rId1" Type="http://schemas.openxmlformats.org/officeDocument/2006/relationships/notesMaster" Target="../notesMasters/notesMaster1.xml"/></Relationships>
</file>

<file path=ppt/notesSlides/_rels/notesSlide1854.xml.rels><?xml version="1.0" encoding="UTF-8" standalone="yes"?>
<Relationships xmlns="http://schemas.openxmlformats.org/package/2006/relationships"><Relationship Id="rId2" Type="http://schemas.openxmlformats.org/officeDocument/2006/relationships/slide" Target="../slides/slide1905.xml"/><Relationship Id="rId1" Type="http://schemas.openxmlformats.org/officeDocument/2006/relationships/notesMaster" Target="../notesMasters/notesMaster1.xml"/></Relationships>
</file>

<file path=ppt/notesSlides/_rels/notesSlide1855.xml.rels><?xml version="1.0" encoding="UTF-8" standalone="yes"?>
<Relationships xmlns="http://schemas.openxmlformats.org/package/2006/relationships"><Relationship Id="rId2" Type="http://schemas.openxmlformats.org/officeDocument/2006/relationships/slide" Target="../slides/slide1906.xml"/><Relationship Id="rId1" Type="http://schemas.openxmlformats.org/officeDocument/2006/relationships/notesMaster" Target="../notesMasters/notesMaster1.xml"/></Relationships>
</file>

<file path=ppt/notesSlides/_rels/notesSlide1856.xml.rels><?xml version="1.0" encoding="UTF-8" standalone="yes"?>
<Relationships xmlns="http://schemas.openxmlformats.org/package/2006/relationships"><Relationship Id="rId2" Type="http://schemas.openxmlformats.org/officeDocument/2006/relationships/slide" Target="../slides/slide1907.xml"/><Relationship Id="rId1" Type="http://schemas.openxmlformats.org/officeDocument/2006/relationships/notesMaster" Target="../notesMasters/notesMaster1.xml"/></Relationships>
</file>

<file path=ppt/notesSlides/_rels/notesSlide1857.xml.rels><?xml version="1.0" encoding="UTF-8" standalone="yes"?>
<Relationships xmlns="http://schemas.openxmlformats.org/package/2006/relationships"><Relationship Id="rId2" Type="http://schemas.openxmlformats.org/officeDocument/2006/relationships/slide" Target="../slides/slide1908.xml"/><Relationship Id="rId1" Type="http://schemas.openxmlformats.org/officeDocument/2006/relationships/notesMaster" Target="../notesMasters/notesMaster1.xml"/></Relationships>
</file>

<file path=ppt/notesSlides/_rels/notesSlide1858.xml.rels><?xml version="1.0" encoding="UTF-8" standalone="yes"?>
<Relationships xmlns="http://schemas.openxmlformats.org/package/2006/relationships"><Relationship Id="rId2" Type="http://schemas.openxmlformats.org/officeDocument/2006/relationships/slide" Target="../slides/slide1909.xml"/><Relationship Id="rId1" Type="http://schemas.openxmlformats.org/officeDocument/2006/relationships/notesMaster" Target="../notesMasters/notesMaster1.xml"/></Relationships>
</file>

<file path=ppt/notesSlides/_rels/notesSlide1859.xml.rels><?xml version="1.0" encoding="UTF-8" standalone="yes"?>
<Relationships xmlns="http://schemas.openxmlformats.org/package/2006/relationships"><Relationship Id="rId2" Type="http://schemas.openxmlformats.org/officeDocument/2006/relationships/slide" Target="../slides/slide1910.xml"/><Relationship Id="rId1" Type="http://schemas.openxmlformats.org/officeDocument/2006/relationships/notesMaster" Target="../notesMasters/notesMaster1.xml"/></Relationships>
</file>

<file path=ppt/notesSlides/_rels/notesSlide1860.xml.rels><?xml version="1.0" encoding="UTF-8" standalone="yes"?>
<Relationships xmlns="http://schemas.openxmlformats.org/package/2006/relationships"><Relationship Id="rId2" Type="http://schemas.openxmlformats.org/officeDocument/2006/relationships/slide" Target="../slides/slide1911.xml"/><Relationship Id="rId1" Type="http://schemas.openxmlformats.org/officeDocument/2006/relationships/notesMaster" Target="../notesMasters/notesMaster1.xml"/></Relationships>
</file>

<file path=ppt/notesSlides/_rels/notesSlide1861.xml.rels><?xml version="1.0" encoding="UTF-8" standalone="yes"?>
<Relationships xmlns="http://schemas.openxmlformats.org/package/2006/relationships"><Relationship Id="rId2" Type="http://schemas.openxmlformats.org/officeDocument/2006/relationships/slide" Target="../slides/slide1912.xml"/><Relationship Id="rId1" Type="http://schemas.openxmlformats.org/officeDocument/2006/relationships/notesMaster" Target="../notesMasters/notesMaster1.xml"/></Relationships>
</file>

<file path=ppt/notesSlides/_rels/notesSlide1862.xml.rels><?xml version="1.0" encoding="UTF-8" standalone="yes"?>
<Relationships xmlns="http://schemas.openxmlformats.org/package/2006/relationships"><Relationship Id="rId2" Type="http://schemas.openxmlformats.org/officeDocument/2006/relationships/slide" Target="../slides/slide1913.xml"/><Relationship Id="rId1" Type="http://schemas.openxmlformats.org/officeDocument/2006/relationships/notesMaster" Target="../notesMasters/notesMaster1.xml"/></Relationships>
</file>

<file path=ppt/notesSlides/_rels/notesSlide1863.xml.rels><?xml version="1.0" encoding="UTF-8" standalone="yes"?>
<Relationships xmlns="http://schemas.openxmlformats.org/package/2006/relationships"><Relationship Id="rId2" Type="http://schemas.openxmlformats.org/officeDocument/2006/relationships/slide" Target="../slides/slide1914.xml"/><Relationship Id="rId1" Type="http://schemas.openxmlformats.org/officeDocument/2006/relationships/notesMaster" Target="../notesMasters/notesMaster1.xml"/></Relationships>
</file>

<file path=ppt/notesSlides/_rels/notesSlide1864.xml.rels><?xml version="1.0" encoding="UTF-8" standalone="yes"?>
<Relationships xmlns="http://schemas.openxmlformats.org/package/2006/relationships"><Relationship Id="rId2" Type="http://schemas.openxmlformats.org/officeDocument/2006/relationships/slide" Target="../slides/slide1915.xml"/><Relationship Id="rId1" Type="http://schemas.openxmlformats.org/officeDocument/2006/relationships/notesMaster" Target="../notesMasters/notesMaster1.xml"/></Relationships>
</file>

<file path=ppt/notesSlides/_rels/notesSlide1865.xml.rels><?xml version="1.0" encoding="UTF-8" standalone="yes"?>
<Relationships xmlns="http://schemas.openxmlformats.org/package/2006/relationships"><Relationship Id="rId2" Type="http://schemas.openxmlformats.org/officeDocument/2006/relationships/slide" Target="../slides/slide1916.xml"/><Relationship Id="rId1" Type="http://schemas.openxmlformats.org/officeDocument/2006/relationships/notesMaster" Target="../notesMasters/notesMaster1.xml"/></Relationships>
</file>

<file path=ppt/notesSlides/_rels/notesSlide1866.xml.rels><?xml version="1.0" encoding="UTF-8" standalone="yes"?>
<Relationships xmlns="http://schemas.openxmlformats.org/package/2006/relationships"><Relationship Id="rId2" Type="http://schemas.openxmlformats.org/officeDocument/2006/relationships/slide" Target="../slides/slide1917.xml"/><Relationship Id="rId1" Type="http://schemas.openxmlformats.org/officeDocument/2006/relationships/notesMaster" Target="../notesMasters/notesMaster1.xml"/></Relationships>
</file>

<file path=ppt/notesSlides/_rels/notesSlide1867.xml.rels><?xml version="1.0" encoding="UTF-8" standalone="yes"?>
<Relationships xmlns="http://schemas.openxmlformats.org/package/2006/relationships"><Relationship Id="rId2" Type="http://schemas.openxmlformats.org/officeDocument/2006/relationships/slide" Target="../slides/slide1918.xml"/><Relationship Id="rId1" Type="http://schemas.openxmlformats.org/officeDocument/2006/relationships/notesMaster" Target="../notesMasters/notesMaster1.xml"/></Relationships>
</file>

<file path=ppt/notesSlides/_rels/notesSlide1868.xml.rels><?xml version="1.0" encoding="UTF-8" standalone="yes"?>
<Relationships xmlns="http://schemas.openxmlformats.org/package/2006/relationships"><Relationship Id="rId2" Type="http://schemas.openxmlformats.org/officeDocument/2006/relationships/slide" Target="../slides/slide1919.xml"/><Relationship Id="rId1" Type="http://schemas.openxmlformats.org/officeDocument/2006/relationships/notesMaster" Target="../notesMasters/notesMaster1.xml"/></Relationships>
</file>

<file path=ppt/notesSlides/_rels/notesSlide1869.xml.rels><?xml version="1.0" encoding="UTF-8" standalone="yes"?>
<Relationships xmlns="http://schemas.openxmlformats.org/package/2006/relationships"><Relationship Id="rId2" Type="http://schemas.openxmlformats.org/officeDocument/2006/relationships/slide" Target="../slides/slide1920.xml"/><Relationship Id="rId1" Type="http://schemas.openxmlformats.org/officeDocument/2006/relationships/notesMaster" Target="../notesMasters/notesMaster1.xml"/></Relationships>
</file>

<file path=ppt/notesSlides/_rels/notesSlide1870.xml.rels><?xml version="1.0" encoding="UTF-8" standalone="yes"?>
<Relationships xmlns="http://schemas.openxmlformats.org/package/2006/relationships"><Relationship Id="rId2" Type="http://schemas.openxmlformats.org/officeDocument/2006/relationships/slide" Target="../slides/slide1921.xml"/><Relationship Id="rId1" Type="http://schemas.openxmlformats.org/officeDocument/2006/relationships/notesMaster" Target="../notesMasters/notesMaster1.xml"/></Relationships>
</file>

<file path=ppt/notesSlides/_rels/notesSlide1871.xml.rels><?xml version="1.0" encoding="UTF-8" standalone="yes"?>
<Relationships xmlns="http://schemas.openxmlformats.org/package/2006/relationships"><Relationship Id="rId2" Type="http://schemas.openxmlformats.org/officeDocument/2006/relationships/slide" Target="../slides/slide1922.xml"/><Relationship Id="rId1" Type="http://schemas.openxmlformats.org/officeDocument/2006/relationships/notesMaster" Target="../notesMasters/notesMaster1.xml"/></Relationships>
</file>

<file path=ppt/notesSlides/_rels/notesSlide1872.xml.rels><?xml version="1.0" encoding="UTF-8" standalone="yes"?>
<Relationships xmlns="http://schemas.openxmlformats.org/package/2006/relationships"><Relationship Id="rId2" Type="http://schemas.openxmlformats.org/officeDocument/2006/relationships/slide" Target="../slides/slide1923.xml"/><Relationship Id="rId1" Type="http://schemas.openxmlformats.org/officeDocument/2006/relationships/notesMaster" Target="../notesMasters/notesMaster1.xml"/></Relationships>
</file>

<file path=ppt/notesSlides/_rels/notesSlide1873.xml.rels><?xml version="1.0" encoding="UTF-8" standalone="yes"?>
<Relationships xmlns="http://schemas.openxmlformats.org/package/2006/relationships"><Relationship Id="rId2" Type="http://schemas.openxmlformats.org/officeDocument/2006/relationships/slide" Target="../slides/slide1924.xml"/><Relationship Id="rId1" Type="http://schemas.openxmlformats.org/officeDocument/2006/relationships/notesMaster" Target="../notesMasters/notesMaster1.xml"/></Relationships>
</file>

<file path=ppt/notesSlides/_rels/notesSlide1874.xml.rels><?xml version="1.0" encoding="UTF-8" standalone="yes"?>
<Relationships xmlns="http://schemas.openxmlformats.org/package/2006/relationships"><Relationship Id="rId2" Type="http://schemas.openxmlformats.org/officeDocument/2006/relationships/slide" Target="../slides/slide1925.xml"/><Relationship Id="rId1" Type="http://schemas.openxmlformats.org/officeDocument/2006/relationships/notesMaster" Target="../notesMasters/notesMaster1.xml"/></Relationships>
</file>

<file path=ppt/notesSlides/_rels/notesSlide1875.xml.rels><?xml version="1.0" encoding="UTF-8" standalone="yes"?>
<Relationships xmlns="http://schemas.openxmlformats.org/package/2006/relationships"><Relationship Id="rId2" Type="http://schemas.openxmlformats.org/officeDocument/2006/relationships/slide" Target="../slides/slide1926.xml"/><Relationship Id="rId1" Type="http://schemas.openxmlformats.org/officeDocument/2006/relationships/notesMaster" Target="../notesMasters/notesMaster1.xml"/></Relationships>
</file>

<file path=ppt/notesSlides/_rels/notesSlide1876.xml.rels><?xml version="1.0" encoding="UTF-8" standalone="yes"?>
<Relationships xmlns="http://schemas.openxmlformats.org/package/2006/relationships"><Relationship Id="rId2" Type="http://schemas.openxmlformats.org/officeDocument/2006/relationships/slide" Target="../slides/slide1927.xml"/><Relationship Id="rId1" Type="http://schemas.openxmlformats.org/officeDocument/2006/relationships/notesMaster" Target="../notesMasters/notesMaster1.xml"/></Relationships>
</file>

<file path=ppt/notesSlides/_rels/notesSlide1877.xml.rels><?xml version="1.0" encoding="UTF-8" standalone="yes"?>
<Relationships xmlns="http://schemas.openxmlformats.org/package/2006/relationships"><Relationship Id="rId2" Type="http://schemas.openxmlformats.org/officeDocument/2006/relationships/slide" Target="../slides/slide1928.xml"/><Relationship Id="rId1" Type="http://schemas.openxmlformats.org/officeDocument/2006/relationships/notesMaster" Target="../notesMasters/notesMaster1.xml"/></Relationships>
</file>

<file path=ppt/notesSlides/_rels/notesSlide1878.xml.rels><?xml version="1.0" encoding="UTF-8" standalone="yes"?>
<Relationships xmlns="http://schemas.openxmlformats.org/package/2006/relationships"><Relationship Id="rId2" Type="http://schemas.openxmlformats.org/officeDocument/2006/relationships/slide" Target="../slides/slide1929.xml"/><Relationship Id="rId1" Type="http://schemas.openxmlformats.org/officeDocument/2006/relationships/notesMaster" Target="../notesMasters/notesMaster1.xml"/></Relationships>
</file>

<file path=ppt/notesSlides/_rels/notesSlide1879.xml.rels><?xml version="1.0" encoding="UTF-8" standalone="yes"?>
<Relationships xmlns="http://schemas.openxmlformats.org/package/2006/relationships"><Relationship Id="rId2" Type="http://schemas.openxmlformats.org/officeDocument/2006/relationships/slide" Target="../slides/slide1930.xml"/><Relationship Id="rId1" Type="http://schemas.openxmlformats.org/officeDocument/2006/relationships/notesMaster" Target="../notesMasters/notesMaster1.xml"/></Relationships>
</file>

<file path=ppt/notesSlides/_rels/notesSlide1880.xml.rels><?xml version="1.0" encoding="UTF-8" standalone="yes"?>
<Relationships xmlns="http://schemas.openxmlformats.org/package/2006/relationships"><Relationship Id="rId2" Type="http://schemas.openxmlformats.org/officeDocument/2006/relationships/slide" Target="../slides/slide1931.xml"/><Relationship Id="rId1" Type="http://schemas.openxmlformats.org/officeDocument/2006/relationships/notesMaster" Target="../notesMasters/notesMaster1.xml"/></Relationships>
</file>

<file path=ppt/notesSlides/_rels/notesSlide1881.xml.rels><?xml version="1.0" encoding="UTF-8" standalone="yes"?>
<Relationships xmlns="http://schemas.openxmlformats.org/package/2006/relationships"><Relationship Id="rId2" Type="http://schemas.openxmlformats.org/officeDocument/2006/relationships/slide" Target="../slides/slide1932.xml"/><Relationship Id="rId1" Type="http://schemas.openxmlformats.org/officeDocument/2006/relationships/notesMaster" Target="../notesMasters/notesMaster1.xml"/></Relationships>
</file>

<file path=ppt/notesSlides/_rels/notesSlide1882.xml.rels><?xml version="1.0" encoding="UTF-8" standalone="yes"?>
<Relationships xmlns="http://schemas.openxmlformats.org/package/2006/relationships"><Relationship Id="rId2" Type="http://schemas.openxmlformats.org/officeDocument/2006/relationships/slide" Target="../slides/slide1935.xml"/><Relationship Id="rId1" Type="http://schemas.openxmlformats.org/officeDocument/2006/relationships/notesMaster" Target="../notesMasters/notesMaster1.xml"/></Relationships>
</file>

<file path=ppt/notesSlides/_rels/notesSlide1883.xml.rels><?xml version="1.0" encoding="UTF-8" standalone="yes"?>
<Relationships xmlns="http://schemas.openxmlformats.org/package/2006/relationships"><Relationship Id="rId2" Type="http://schemas.openxmlformats.org/officeDocument/2006/relationships/slide" Target="../slides/slide1936.xml"/><Relationship Id="rId1" Type="http://schemas.openxmlformats.org/officeDocument/2006/relationships/notesMaster" Target="../notesMasters/notesMaster1.xml"/></Relationships>
</file>

<file path=ppt/notesSlides/_rels/notesSlide1884.xml.rels><?xml version="1.0" encoding="UTF-8" standalone="yes"?>
<Relationships xmlns="http://schemas.openxmlformats.org/package/2006/relationships"><Relationship Id="rId2" Type="http://schemas.openxmlformats.org/officeDocument/2006/relationships/slide" Target="../slides/slide1937.xml"/><Relationship Id="rId1" Type="http://schemas.openxmlformats.org/officeDocument/2006/relationships/notesMaster" Target="../notesMasters/notesMaster1.xml"/></Relationships>
</file>

<file path=ppt/notesSlides/_rels/notesSlide1885.xml.rels><?xml version="1.0" encoding="UTF-8" standalone="yes"?>
<Relationships xmlns="http://schemas.openxmlformats.org/package/2006/relationships"><Relationship Id="rId2" Type="http://schemas.openxmlformats.org/officeDocument/2006/relationships/slide" Target="../slides/slide1938.xml"/><Relationship Id="rId1" Type="http://schemas.openxmlformats.org/officeDocument/2006/relationships/notesMaster" Target="../notesMasters/notesMaster1.xml"/></Relationships>
</file>

<file path=ppt/notesSlides/_rels/notesSlide1886.xml.rels><?xml version="1.0" encoding="UTF-8" standalone="yes"?>
<Relationships xmlns="http://schemas.openxmlformats.org/package/2006/relationships"><Relationship Id="rId2" Type="http://schemas.openxmlformats.org/officeDocument/2006/relationships/slide" Target="../slides/slide1939.xml"/><Relationship Id="rId1" Type="http://schemas.openxmlformats.org/officeDocument/2006/relationships/notesMaster" Target="../notesMasters/notesMaster1.xml"/></Relationships>
</file>

<file path=ppt/notesSlides/_rels/notesSlide1887.xml.rels><?xml version="1.0" encoding="UTF-8" standalone="yes"?>
<Relationships xmlns="http://schemas.openxmlformats.org/package/2006/relationships"><Relationship Id="rId2" Type="http://schemas.openxmlformats.org/officeDocument/2006/relationships/slide" Target="../slides/slide1940.xml"/><Relationship Id="rId1" Type="http://schemas.openxmlformats.org/officeDocument/2006/relationships/notesMaster" Target="../notesMasters/notesMaster1.xml"/></Relationships>
</file>

<file path=ppt/notesSlides/_rels/notesSlide1888.xml.rels><?xml version="1.0" encoding="UTF-8" standalone="yes"?>
<Relationships xmlns="http://schemas.openxmlformats.org/package/2006/relationships"><Relationship Id="rId2" Type="http://schemas.openxmlformats.org/officeDocument/2006/relationships/slide" Target="../slides/slide1941.xml"/><Relationship Id="rId1" Type="http://schemas.openxmlformats.org/officeDocument/2006/relationships/notesMaster" Target="../notesMasters/notesMaster1.xml"/></Relationships>
</file>

<file path=ppt/notesSlides/_rels/notesSlide1889.xml.rels><?xml version="1.0" encoding="UTF-8" standalone="yes"?>
<Relationships xmlns="http://schemas.openxmlformats.org/package/2006/relationships"><Relationship Id="rId2" Type="http://schemas.openxmlformats.org/officeDocument/2006/relationships/slide" Target="../slides/slide1942.xml"/><Relationship Id="rId1" Type="http://schemas.openxmlformats.org/officeDocument/2006/relationships/notesMaster" Target="../notesMasters/notesMaster1.xml"/></Relationships>
</file>

<file path=ppt/notesSlides/_rels/notesSlide1890.xml.rels><?xml version="1.0" encoding="UTF-8" standalone="yes"?>
<Relationships xmlns="http://schemas.openxmlformats.org/package/2006/relationships"><Relationship Id="rId2" Type="http://schemas.openxmlformats.org/officeDocument/2006/relationships/slide" Target="../slides/slide1943.xml"/><Relationship Id="rId1" Type="http://schemas.openxmlformats.org/officeDocument/2006/relationships/notesMaster" Target="../notesMasters/notesMaster1.xml"/></Relationships>
</file>

<file path=ppt/notesSlides/_rels/notesSlide1891.xml.rels><?xml version="1.0" encoding="UTF-8" standalone="yes"?>
<Relationships xmlns="http://schemas.openxmlformats.org/package/2006/relationships"><Relationship Id="rId2" Type="http://schemas.openxmlformats.org/officeDocument/2006/relationships/slide" Target="../slides/slide1944.xml"/><Relationship Id="rId1" Type="http://schemas.openxmlformats.org/officeDocument/2006/relationships/notesMaster" Target="../notesMasters/notesMaster1.xml"/></Relationships>
</file>

<file path=ppt/notesSlides/_rels/notesSlide1892.xml.rels><?xml version="1.0" encoding="UTF-8" standalone="yes"?>
<Relationships xmlns="http://schemas.openxmlformats.org/package/2006/relationships"><Relationship Id="rId2" Type="http://schemas.openxmlformats.org/officeDocument/2006/relationships/slide" Target="../slides/slide1945.xml"/><Relationship Id="rId1" Type="http://schemas.openxmlformats.org/officeDocument/2006/relationships/notesMaster" Target="../notesMasters/notesMaster1.xml"/></Relationships>
</file>

<file path=ppt/notesSlides/_rels/notesSlide1893.xml.rels><?xml version="1.0" encoding="UTF-8" standalone="yes"?>
<Relationships xmlns="http://schemas.openxmlformats.org/package/2006/relationships"><Relationship Id="rId2" Type="http://schemas.openxmlformats.org/officeDocument/2006/relationships/slide" Target="../slides/slide1946.xml"/><Relationship Id="rId1" Type="http://schemas.openxmlformats.org/officeDocument/2006/relationships/notesMaster" Target="../notesMasters/notesMaster1.xml"/></Relationships>
</file>

<file path=ppt/notesSlides/_rels/notesSlide1894.xml.rels><?xml version="1.0" encoding="UTF-8" standalone="yes"?>
<Relationships xmlns="http://schemas.openxmlformats.org/package/2006/relationships"><Relationship Id="rId2" Type="http://schemas.openxmlformats.org/officeDocument/2006/relationships/slide" Target="../slides/slide1947.xml"/><Relationship Id="rId1" Type="http://schemas.openxmlformats.org/officeDocument/2006/relationships/notesMaster" Target="../notesMasters/notesMaster1.xml"/></Relationships>
</file>

<file path=ppt/notesSlides/_rels/notesSlide1895.xml.rels><?xml version="1.0" encoding="UTF-8" standalone="yes"?>
<Relationships xmlns="http://schemas.openxmlformats.org/package/2006/relationships"><Relationship Id="rId2" Type="http://schemas.openxmlformats.org/officeDocument/2006/relationships/slide" Target="../slides/slide1948.xml"/><Relationship Id="rId1" Type="http://schemas.openxmlformats.org/officeDocument/2006/relationships/notesMaster" Target="../notesMasters/notesMaster1.xml"/></Relationships>
</file>

<file path=ppt/notesSlides/_rels/notesSlide1896.xml.rels><?xml version="1.0" encoding="UTF-8" standalone="yes"?>
<Relationships xmlns="http://schemas.openxmlformats.org/package/2006/relationships"><Relationship Id="rId2" Type="http://schemas.openxmlformats.org/officeDocument/2006/relationships/slide" Target="../slides/slide1951.xml"/><Relationship Id="rId1" Type="http://schemas.openxmlformats.org/officeDocument/2006/relationships/notesMaster" Target="../notesMasters/notesMaster1.xml"/></Relationships>
</file>

<file path=ppt/notesSlides/_rels/notesSlide1897.xml.rels><?xml version="1.0" encoding="UTF-8" standalone="yes"?>
<Relationships xmlns="http://schemas.openxmlformats.org/package/2006/relationships"><Relationship Id="rId2" Type="http://schemas.openxmlformats.org/officeDocument/2006/relationships/slide" Target="../slides/slide1952.xml"/><Relationship Id="rId1" Type="http://schemas.openxmlformats.org/officeDocument/2006/relationships/notesMaster" Target="../notesMasters/notesMaster1.xml"/></Relationships>
</file>

<file path=ppt/notesSlides/_rels/notesSlide1898.xml.rels><?xml version="1.0" encoding="UTF-8" standalone="yes"?>
<Relationships xmlns="http://schemas.openxmlformats.org/package/2006/relationships"><Relationship Id="rId2" Type="http://schemas.openxmlformats.org/officeDocument/2006/relationships/slide" Target="../slides/slide1953.xml"/><Relationship Id="rId1" Type="http://schemas.openxmlformats.org/officeDocument/2006/relationships/notesMaster" Target="../notesMasters/notesMaster1.xml"/></Relationships>
</file>

<file path=ppt/notesSlides/_rels/notesSlide1899.xml.rels><?xml version="1.0" encoding="UTF-8" standalone="yes"?>
<Relationships xmlns="http://schemas.openxmlformats.org/package/2006/relationships"><Relationship Id="rId2" Type="http://schemas.openxmlformats.org/officeDocument/2006/relationships/slide" Target="../slides/slide1954.xml"/><Relationship Id="rId1" Type="http://schemas.openxmlformats.org/officeDocument/2006/relationships/notesMaster" Target="../notesMasters/notesMaster1.xml"/></Relationships>
</file>

<file path=ppt/notesSlides/_rels/notesSlide1900.xml.rels><?xml version="1.0" encoding="UTF-8" standalone="yes"?>
<Relationships xmlns="http://schemas.openxmlformats.org/package/2006/relationships"><Relationship Id="rId2" Type="http://schemas.openxmlformats.org/officeDocument/2006/relationships/slide" Target="../slides/slide1955.xml"/><Relationship Id="rId1" Type="http://schemas.openxmlformats.org/officeDocument/2006/relationships/notesMaster" Target="../notesMasters/notesMaster1.xml"/></Relationships>
</file>

<file path=ppt/notesSlides/_rels/notesSlide1901.xml.rels><?xml version="1.0" encoding="UTF-8" standalone="yes"?>
<Relationships xmlns="http://schemas.openxmlformats.org/package/2006/relationships"><Relationship Id="rId2" Type="http://schemas.openxmlformats.org/officeDocument/2006/relationships/slide" Target="../slides/slide1956.xml"/><Relationship Id="rId1" Type="http://schemas.openxmlformats.org/officeDocument/2006/relationships/notesMaster" Target="../notesMasters/notesMaster1.xml"/></Relationships>
</file>

<file path=ppt/notesSlides/_rels/notesSlide1902.xml.rels><?xml version="1.0" encoding="UTF-8" standalone="yes"?>
<Relationships xmlns="http://schemas.openxmlformats.org/package/2006/relationships"><Relationship Id="rId2" Type="http://schemas.openxmlformats.org/officeDocument/2006/relationships/slide" Target="../slides/slide1957.xml"/><Relationship Id="rId1" Type="http://schemas.openxmlformats.org/officeDocument/2006/relationships/notesMaster" Target="../notesMasters/notesMaster1.xml"/></Relationships>
</file>

<file path=ppt/notesSlides/_rels/notesSlide1903.xml.rels><?xml version="1.0" encoding="UTF-8" standalone="yes"?>
<Relationships xmlns="http://schemas.openxmlformats.org/package/2006/relationships"><Relationship Id="rId2" Type="http://schemas.openxmlformats.org/officeDocument/2006/relationships/slide" Target="../slides/slide1958.xml"/><Relationship Id="rId1" Type="http://schemas.openxmlformats.org/officeDocument/2006/relationships/notesMaster" Target="../notesMasters/notesMaster1.xml"/></Relationships>
</file>

<file path=ppt/notesSlides/_rels/notesSlide1904.xml.rels><?xml version="1.0" encoding="UTF-8" standalone="yes"?>
<Relationships xmlns="http://schemas.openxmlformats.org/package/2006/relationships"><Relationship Id="rId2" Type="http://schemas.openxmlformats.org/officeDocument/2006/relationships/slide" Target="../slides/slide1959.xml"/><Relationship Id="rId1" Type="http://schemas.openxmlformats.org/officeDocument/2006/relationships/notesMaster" Target="../notesMasters/notesMaster1.xml"/></Relationships>
</file>

<file path=ppt/notesSlides/_rels/notesSlide1905.xml.rels><?xml version="1.0" encoding="UTF-8" standalone="yes"?>
<Relationships xmlns="http://schemas.openxmlformats.org/package/2006/relationships"><Relationship Id="rId2" Type="http://schemas.openxmlformats.org/officeDocument/2006/relationships/slide" Target="../slides/slide1960.xml"/><Relationship Id="rId1" Type="http://schemas.openxmlformats.org/officeDocument/2006/relationships/notesMaster" Target="../notesMasters/notesMaster1.xml"/></Relationships>
</file>

<file path=ppt/notesSlides/_rels/notesSlide1906.xml.rels><?xml version="1.0" encoding="UTF-8" standalone="yes"?>
<Relationships xmlns="http://schemas.openxmlformats.org/package/2006/relationships"><Relationship Id="rId2" Type="http://schemas.openxmlformats.org/officeDocument/2006/relationships/slide" Target="../slides/slide1961.xml"/><Relationship Id="rId1" Type="http://schemas.openxmlformats.org/officeDocument/2006/relationships/notesMaster" Target="../notesMasters/notesMaster1.xml"/></Relationships>
</file>

<file path=ppt/notesSlides/_rels/notesSlide1907.xml.rels><?xml version="1.0" encoding="UTF-8" standalone="yes"?>
<Relationships xmlns="http://schemas.openxmlformats.org/package/2006/relationships"><Relationship Id="rId2" Type="http://schemas.openxmlformats.org/officeDocument/2006/relationships/slide" Target="../slides/slide1962.xml"/><Relationship Id="rId1" Type="http://schemas.openxmlformats.org/officeDocument/2006/relationships/notesMaster" Target="../notesMasters/notesMaster1.xml"/></Relationships>
</file>

<file path=ppt/notesSlides/_rels/notesSlide1908.xml.rels><?xml version="1.0" encoding="UTF-8" standalone="yes"?>
<Relationships xmlns="http://schemas.openxmlformats.org/package/2006/relationships"><Relationship Id="rId2" Type="http://schemas.openxmlformats.org/officeDocument/2006/relationships/slide" Target="../slides/slide1963.xml"/><Relationship Id="rId1" Type="http://schemas.openxmlformats.org/officeDocument/2006/relationships/notesMaster" Target="../notesMasters/notesMaster1.xml"/></Relationships>
</file>

<file path=ppt/notesSlides/_rels/notesSlide1909.xml.rels><?xml version="1.0" encoding="UTF-8" standalone="yes"?>
<Relationships xmlns="http://schemas.openxmlformats.org/package/2006/relationships"><Relationship Id="rId2" Type="http://schemas.openxmlformats.org/officeDocument/2006/relationships/slide" Target="../slides/slide1964.xml"/><Relationship Id="rId1" Type="http://schemas.openxmlformats.org/officeDocument/2006/relationships/notesMaster" Target="../notesMasters/notesMaster1.xml"/></Relationships>
</file>

<file path=ppt/notesSlides/_rels/notesSlide1910.xml.rels><?xml version="1.0" encoding="UTF-8" standalone="yes"?>
<Relationships xmlns="http://schemas.openxmlformats.org/package/2006/relationships"><Relationship Id="rId2" Type="http://schemas.openxmlformats.org/officeDocument/2006/relationships/slide" Target="../slides/slide1967.xml"/><Relationship Id="rId1" Type="http://schemas.openxmlformats.org/officeDocument/2006/relationships/notesMaster" Target="../notesMasters/notesMaster1.xml"/></Relationships>
</file>

<file path=ppt/notesSlides/_rels/notesSlide1911.xml.rels><?xml version="1.0" encoding="UTF-8" standalone="yes"?>
<Relationships xmlns="http://schemas.openxmlformats.org/package/2006/relationships"><Relationship Id="rId2" Type="http://schemas.openxmlformats.org/officeDocument/2006/relationships/slide" Target="../slides/slide1968.xml"/><Relationship Id="rId1" Type="http://schemas.openxmlformats.org/officeDocument/2006/relationships/notesMaster" Target="../notesMasters/notesMaster1.xml"/></Relationships>
</file>

<file path=ppt/notesSlides/_rels/notesSlide1912.xml.rels><?xml version="1.0" encoding="UTF-8" standalone="yes"?>
<Relationships xmlns="http://schemas.openxmlformats.org/package/2006/relationships"><Relationship Id="rId2" Type="http://schemas.openxmlformats.org/officeDocument/2006/relationships/slide" Target="../slides/slide1969.xml"/><Relationship Id="rId1" Type="http://schemas.openxmlformats.org/officeDocument/2006/relationships/notesMaster" Target="../notesMasters/notesMaster1.xml"/></Relationships>
</file>

<file path=ppt/notesSlides/_rels/notesSlide1913.xml.rels><?xml version="1.0" encoding="UTF-8" standalone="yes"?>
<Relationships xmlns="http://schemas.openxmlformats.org/package/2006/relationships"><Relationship Id="rId2" Type="http://schemas.openxmlformats.org/officeDocument/2006/relationships/slide" Target="../slides/slide1970.xml"/><Relationship Id="rId1" Type="http://schemas.openxmlformats.org/officeDocument/2006/relationships/notesMaster" Target="../notesMasters/notesMaster1.xml"/></Relationships>
</file>

<file path=ppt/notesSlides/_rels/notesSlide1914.xml.rels><?xml version="1.0" encoding="UTF-8" standalone="yes"?>
<Relationships xmlns="http://schemas.openxmlformats.org/package/2006/relationships"><Relationship Id="rId2" Type="http://schemas.openxmlformats.org/officeDocument/2006/relationships/slide" Target="../slides/slide1971.xml"/><Relationship Id="rId1" Type="http://schemas.openxmlformats.org/officeDocument/2006/relationships/notesMaster" Target="../notesMasters/notesMaster1.xml"/></Relationships>
</file>

<file path=ppt/notesSlides/_rels/notesSlide1915.xml.rels><?xml version="1.0" encoding="UTF-8" standalone="yes"?>
<Relationships xmlns="http://schemas.openxmlformats.org/package/2006/relationships"><Relationship Id="rId2" Type="http://schemas.openxmlformats.org/officeDocument/2006/relationships/slide" Target="../slides/slide1972.xml"/><Relationship Id="rId1" Type="http://schemas.openxmlformats.org/officeDocument/2006/relationships/notesMaster" Target="../notesMasters/notesMaster1.xml"/></Relationships>
</file>

<file path=ppt/notesSlides/_rels/notesSlide1916.xml.rels><?xml version="1.0" encoding="UTF-8" standalone="yes"?>
<Relationships xmlns="http://schemas.openxmlformats.org/package/2006/relationships"><Relationship Id="rId2" Type="http://schemas.openxmlformats.org/officeDocument/2006/relationships/slide" Target="../slides/slide1973.xml"/><Relationship Id="rId1" Type="http://schemas.openxmlformats.org/officeDocument/2006/relationships/notesMaster" Target="../notesMasters/notesMaster1.xml"/></Relationships>
</file>

<file path=ppt/notesSlides/_rels/notesSlide1917.xml.rels><?xml version="1.0" encoding="UTF-8" standalone="yes"?>
<Relationships xmlns="http://schemas.openxmlformats.org/package/2006/relationships"><Relationship Id="rId2" Type="http://schemas.openxmlformats.org/officeDocument/2006/relationships/slide" Target="../slides/slide1974.xml"/><Relationship Id="rId1" Type="http://schemas.openxmlformats.org/officeDocument/2006/relationships/notesMaster" Target="../notesMasters/notesMaster1.xml"/></Relationships>
</file>

<file path=ppt/notesSlides/_rels/notesSlide1918.xml.rels><?xml version="1.0" encoding="UTF-8" standalone="yes"?>
<Relationships xmlns="http://schemas.openxmlformats.org/package/2006/relationships"><Relationship Id="rId2" Type="http://schemas.openxmlformats.org/officeDocument/2006/relationships/slide" Target="../slides/slide1975.xml"/><Relationship Id="rId1" Type="http://schemas.openxmlformats.org/officeDocument/2006/relationships/notesMaster" Target="../notesMasters/notesMaster1.xml"/></Relationships>
</file>

<file path=ppt/notesSlides/_rels/notesSlide1919.xml.rels><?xml version="1.0" encoding="UTF-8" standalone="yes"?>
<Relationships xmlns="http://schemas.openxmlformats.org/package/2006/relationships"><Relationship Id="rId2" Type="http://schemas.openxmlformats.org/officeDocument/2006/relationships/slide" Target="../slides/slide1976.xml"/><Relationship Id="rId1" Type="http://schemas.openxmlformats.org/officeDocument/2006/relationships/notesMaster" Target="../notesMasters/notesMaster1.xml"/></Relationships>
</file>

<file path=ppt/notesSlides/_rels/notesSlide1920.xml.rels><?xml version="1.0" encoding="UTF-8" standalone="yes"?>
<Relationships xmlns="http://schemas.openxmlformats.org/package/2006/relationships"><Relationship Id="rId2" Type="http://schemas.openxmlformats.org/officeDocument/2006/relationships/slide" Target="../slides/slide1977.xml"/><Relationship Id="rId1" Type="http://schemas.openxmlformats.org/officeDocument/2006/relationships/notesMaster" Target="../notesMasters/notesMaster1.xml"/></Relationships>
</file>

<file path=ppt/notesSlides/_rels/notesSlide1921.xml.rels><?xml version="1.0" encoding="UTF-8" standalone="yes"?>
<Relationships xmlns="http://schemas.openxmlformats.org/package/2006/relationships"><Relationship Id="rId2" Type="http://schemas.openxmlformats.org/officeDocument/2006/relationships/slide" Target="../slides/slide1978.xml"/><Relationship Id="rId1" Type="http://schemas.openxmlformats.org/officeDocument/2006/relationships/notesMaster" Target="../notesMasters/notesMaster1.xml"/></Relationships>
</file>

<file path=ppt/notesSlides/_rels/notesSlide1922.xml.rels><?xml version="1.0" encoding="UTF-8" standalone="yes"?>
<Relationships xmlns="http://schemas.openxmlformats.org/package/2006/relationships"><Relationship Id="rId2" Type="http://schemas.openxmlformats.org/officeDocument/2006/relationships/slide" Target="../slides/slide1979.xml"/><Relationship Id="rId1" Type="http://schemas.openxmlformats.org/officeDocument/2006/relationships/notesMaster" Target="../notesMasters/notesMaster1.xml"/></Relationships>
</file>

<file path=ppt/notesSlides/_rels/notesSlide1923.xml.rels><?xml version="1.0" encoding="UTF-8" standalone="yes"?>
<Relationships xmlns="http://schemas.openxmlformats.org/package/2006/relationships"><Relationship Id="rId2" Type="http://schemas.openxmlformats.org/officeDocument/2006/relationships/slide" Target="../slides/slide1980.xml"/><Relationship Id="rId1" Type="http://schemas.openxmlformats.org/officeDocument/2006/relationships/notesMaster" Target="../notesMasters/notesMaster1.xml"/></Relationships>
</file>

<file path=ppt/notesSlides/_rels/notesSlide1924.xml.rels><?xml version="1.0" encoding="UTF-8" standalone="yes"?>
<Relationships xmlns="http://schemas.openxmlformats.org/package/2006/relationships"><Relationship Id="rId2" Type="http://schemas.openxmlformats.org/officeDocument/2006/relationships/slide" Target="../slides/slide1983.xml"/><Relationship Id="rId1" Type="http://schemas.openxmlformats.org/officeDocument/2006/relationships/notesMaster" Target="../notesMasters/notesMaster1.xml"/></Relationships>
</file>

<file path=ppt/notesSlides/_rels/notesSlide1925.xml.rels><?xml version="1.0" encoding="UTF-8" standalone="yes"?>
<Relationships xmlns="http://schemas.openxmlformats.org/package/2006/relationships"><Relationship Id="rId2" Type="http://schemas.openxmlformats.org/officeDocument/2006/relationships/slide" Target="../slides/slide1984.xml"/><Relationship Id="rId1" Type="http://schemas.openxmlformats.org/officeDocument/2006/relationships/notesMaster" Target="../notesMasters/notesMaster1.xml"/></Relationships>
</file>

<file path=ppt/notesSlides/_rels/notesSlide1926.xml.rels><?xml version="1.0" encoding="UTF-8" standalone="yes"?>
<Relationships xmlns="http://schemas.openxmlformats.org/package/2006/relationships"><Relationship Id="rId2" Type="http://schemas.openxmlformats.org/officeDocument/2006/relationships/slide" Target="../slides/slide1985.xml"/><Relationship Id="rId1" Type="http://schemas.openxmlformats.org/officeDocument/2006/relationships/notesMaster" Target="../notesMasters/notesMaster1.xml"/></Relationships>
</file>

<file path=ppt/notesSlides/_rels/notesSlide1927.xml.rels><?xml version="1.0" encoding="UTF-8" standalone="yes"?>
<Relationships xmlns="http://schemas.openxmlformats.org/package/2006/relationships"><Relationship Id="rId2" Type="http://schemas.openxmlformats.org/officeDocument/2006/relationships/slide" Target="../slides/slide1986.xml"/><Relationship Id="rId1" Type="http://schemas.openxmlformats.org/officeDocument/2006/relationships/notesMaster" Target="../notesMasters/notesMaster1.xml"/></Relationships>
</file>

<file path=ppt/notesSlides/_rels/notesSlide1928.xml.rels><?xml version="1.0" encoding="UTF-8" standalone="yes"?>
<Relationships xmlns="http://schemas.openxmlformats.org/package/2006/relationships"><Relationship Id="rId2" Type="http://schemas.openxmlformats.org/officeDocument/2006/relationships/slide" Target="../slides/slide1987.xml"/><Relationship Id="rId1" Type="http://schemas.openxmlformats.org/officeDocument/2006/relationships/notesMaster" Target="../notesMasters/notesMaster1.xml"/></Relationships>
</file>

<file path=ppt/notesSlides/_rels/notesSlide1929.xml.rels><?xml version="1.0" encoding="UTF-8" standalone="yes"?>
<Relationships xmlns="http://schemas.openxmlformats.org/package/2006/relationships"><Relationship Id="rId2" Type="http://schemas.openxmlformats.org/officeDocument/2006/relationships/slide" Target="../slides/slide1988.xml"/><Relationship Id="rId1" Type="http://schemas.openxmlformats.org/officeDocument/2006/relationships/notesMaster" Target="../notesMasters/notesMaster1.xml"/></Relationships>
</file>

<file path=ppt/notesSlides/_rels/notesSlide1930.xml.rels><?xml version="1.0" encoding="UTF-8" standalone="yes"?>
<Relationships xmlns="http://schemas.openxmlformats.org/package/2006/relationships"><Relationship Id="rId2" Type="http://schemas.openxmlformats.org/officeDocument/2006/relationships/slide" Target="../slides/slide1989.xml"/><Relationship Id="rId1" Type="http://schemas.openxmlformats.org/officeDocument/2006/relationships/notesMaster" Target="../notesMasters/notesMaster1.xml"/></Relationships>
</file>

<file path=ppt/notesSlides/_rels/notesSlide1931.xml.rels><?xml version="1.0" encoding="UTF-8" standalone="yes"?>
<Relationships xmlns="http://schemas.openxmlformats.org/package/2006/relationships"><Relationship Id="rId2" Type="http://schemas.openxmlformats.org/officeDocument/2006/relationships/slide" Target="../slides/slide1990.xml"/><Relationship Id="rId1" Type="http://schemas.openxmlformats.org/officeDocument/2006/relationships/notesMaster" Target="../notesMasters/notesMaster1.xml"/></Relationships>
</file>

<file path=ppt/notesSlides/_rels/notesSlide1932.xml.rels><?xml version="1.0" encoding="UTF-8" standalone="yes"?>
<Relationships xmlns="http://schemas.openxmlformats.org/package/2006/relationships"><Relationship Id="rId2" Type="http://schemas.openxmlformats.org/officeDocument/2006/relationships/slide" Target="../slides/slide1991.xml"/><Relationship Id="rId1" Type="http://schemas.openxmlformats.org/officeDocument/2006/relationships/notesMaster" Target="../notesMasters/notesMaster1.xml"/></Relationships>
</file>

<file path=ppt/notesSlides/_rels/notesSlide1933.xml.rels><?xml version="1.0" encoding="UTF-8" standalone="yes"?>
<Relationships xmlns="http://schemas.openxmlformats.org/package/2006/relationships"><Relationship Id="rId2" Type="http://schemas.openxmlformats.org/officeDocument/2006/relationships/slide" Target="../slides/slide1992.xml"/><Relationship Id="rId1" Type="http://schemas.openxmlformats.org/officeDocument/2006/relationships/notesMaster" Target="../notesMasters/notesMaster1.xml"/></Relationships>
</file>

<file path=ppt/notesSlides/_rels/notesSlide1934.xml.rels><?xml version="1.0" encoding="UTF-8" standalone="yes"?>
<Relationships xmlns="http://schemas.openxmlformats.org/package/2006/relationships"><Relationship Id="rId2" Type="http://schemas.openxmlformats.org/officeDocument/2006/relationships/slide" Target="../slides/slide1993.xml"/><Relationship Id="rId1" Type="http://schemas.openxmlformats.org/officeDocument/2006/relationships/notesMaster" Target="../notesMasters/notesMaster1.xml"/></Relationships>
</file>

<file path=ppt/notesSlides/_rels/notesSlide1935.xml.rels><?xml version="1.0" encoding="UTF-8" standalone="yes"?>
<Relationships xmlns="http://schemas.openxmlformats.org/package/2006/relationships"><Relationship Id="rId2" Type="http://schemas.openxmlformats.org/officeDocument/2006/relationships/slide" Target="../slides/slide1994.xml"/><Relationship Id="rId1" Type="http://schemas.openxmlformats.org/officeDocument/2006/relationships/notesMaster" Target="../notesMasters/notesMaster1.xml"/></Relationships>
</file>

<file path=ppt/notesSlides/_rels/notesSlide1936.xml.rels><?xml version="1.0" encoding="UTF-8" standalone="yes"?>
<Relationships xmlns="http://schemas.openxmlformats.org/package/2006/relationships"><Relationship Id="rId2" Type="http://schemas.openxmlformats.org/officeDocument/2006/relationships/slide" Target="../slides/slide1995.xml"/><Relationship Id="rId1" Type="http://schemas.openxmlformats.org/officeDocument/2006/relationships/notesMaster" Target="../notesMasters/notesMaster1.xml"/></Relationships>
</file>

<file path=ppt/notesSlides/_rels/notesSlide1937.xml.rels><?xml version="1.0" encoding="UTF-8" standalone="yes"?>
<Relationships xmlns="http://schemas.openxmlformats.org/package/2006/relationships"><Relationship Id="rId2" Type="http://schemas.openxmlformats.org/officeDocument/2006/relationships/slide" Target="../slides/slide1996.xml"/><Relationship Id="rId1" Type="http://schemas.openxmlformats.org/officeDocument/2006/relationships/notesMaster" Target="../notesMasters/notesMaster1.xml"/></Relationships>
</file>

<file path=ppt/notesSlides/_rels/notesSlide1938.xml.rels><?xml version="1.0" encoding="UTF-8" standalone="yes"?>
<Relationships xmlns="http://schemas.openxmlformats.org/package/2006/relationships"><Relationship Id="rId2" Type="http://schemas.openxmlformats.org/officeDocument/2006/relationships/slide" Target="../slides/slide1999.xml"/><Relationship Id="rId1" Type="http://schemas.openxmlformats.org/officeDocument/2006/relationships/notesMaster" Target="../notesMasters/notesMaster1.xml"/></Relationships>
</file>

<file path=ppt/notesSlides/_rels/notesSlide1939.xml.rels><?xml version="1.0" encoding="UTF-8" standalone="yes"?>
<Relationships xmlns="http://schemas.openxmlformats.org/package/2006/relationships"><Relationship Id="rId2" Type="http://schemas.openxmlformats.org/officeDocument/2006/relationships/slide" Target="../slides/slide2000.xml"/><Relationship Id="rId1" Type="http://schemas.openxmlformats.org/officeDocument/2006/relationships/notesMaster" Target="../notesMasters/notesMaster1.xml"/></Relationships>
</file>

<file path=ppt/notesSlides/_rels/notesSlide1940.xml.rels><?xml version="1.0" encoding="UTF-8" standalone="yes"?>
<Relationships xmlns="http://schemas.openxmlformats.org/package/2006/relationships"><Relationship Id="rId2" Type="http://schemas.openxmlformats.org/officeDocument/2006/relationships/slide" Target="../slides/slide2001.xml"/><Relationship Id="rId1" Type="http://schemas.openxmlformats.org/officeDocument/2006/relationships/notesMaster" Target="../notesMasters/notesMaster1.xml"/></Relationships>
</file>

<file path=ppt/notesSlides/_rels/notesSlide1941.xml.rels><?xml version="1.0" encoding="UTF-8" standalone="yes"?>
<Relationships xmlns="http://schemas.openxmlformats.org/package/2006/relationships"><Relationship Id="rId2" Type="http://schemas.openxmlformats.org/officeDocument/2006/relationships/slide" Target="../slides/slide2002.xml"/><Relationship Id="rId1" Type="http://schemas.openxmlformats.org/officeDocument/2006/relationships/notesMaster" Target="../notesMasters/notesMaster1.xml"/></Relationships>
</file>

<file path=ppt/notesSlides/_rels/notesSlide1942.xml.rels><?xml version="1.0" encoding="UTF-8" standalone="yes"?>
<Relationships xmlns="http://schemas.openxmlformats.org/package/2006/relationships"><Relationship Id="rId2" Type="http://schemas.openxmlformats.org/officeDocument/2006/relationships/slide" Target="../slides/slide2003.xml"/><Relationship Id="rId1" Type="http://schemas.openxmlformats.org/officeDocument/2006/relationships/notesMaster" Target="../notesMasters/notesMaster1.xml"/></Relationships>
</file>

<file path=ppt/notesSlides/_rels/notesSlide1943.xml.rels><?xml version="1.0" encoding="UTF-8" standalone="yes"?>
<Relationships xmlns="http://schemas.openxmlformats.org/package/2006/relationships"><Relationship Id="rId2" Type="http://schemas.openxmlformats.org/officeDocument/2006/relationships/slide" Target="../slides/slide2004.xml"/><Relationship Id="rId1" Type="http://schemas.openxmlformats.org/officeDocument/2006/relationships/notesMaster" Target="../notesMasters/notesMaster1.xml"/></Relationships>
</file>

<file path=ppt/notesSlides/_rels/notesSlide1944.xml.rels><?xml version="1.0" encoding="UTF-8" standalone="yes"?>
<Relationships xmlns="http://schemas.openxmlformats.org/package/2006/relationships"><Relationship Id="rId2" Type="http://schemas.openxmlformats.org/officeDocument/2006/relationships/slide" Target="../slides/slide2005.xml"/><Relationship Id="rId1" Type="http://schemas.openxmlformats.org/officeDocument/2006/relationships/notesMaster" Target="../notesMasters/notesMaster1.xml"/></Relationships>
</file>

<file path=ppt/notesSlides/_rels/notesSlide1945.xml.rels><?xml version="1.0" encoding="UTF-8" standalone="yes"?>
<Relationships xmlns="http://schemas.openxmlformats.org/package/2006/relationships"><Relationship Id="rId2" Type="http://schemas.openxmlformats.org/officeDocument/2006/relationships/slide" Target="../slides/slide2006.xml"/><Relationship Id="rId1" Type="http://schemas.openxmlformats.org/officeDocument/2006/relationships/notesMaster" Target="../notesMasters/notesMaster1.xml"/></Relationships>
</file>

<file path=ppt/notesSlides/_rels/notesSlide1946.xml.rels><?xml version="1.0" encoding="UTF-8" standalone="yes"?>
<Relationships xmlns="http://schemas.openxmlformats.org/package/2006/relationships"><Relationship Id="rId2" Type="http://schemas.openxmlformats.org/officeDocument/2006/relationships/slide" Target="../slides/slide2007.xml"/><Relationship Id="rId1" Type="http://schemas.openxmlformats.org/officeDocument/2006/relationships/notesMaster" Target="../notesMasters/notesMaster1.xml"/></Relationships>
</file>

<file path=ppt/notesSlides/_rels/notesSlide1947.xml.rels><?xml version="1.0" encoding="UTF-8" standalone="yes"?>
<Relationships xmlns="http://schemas.openxmlformats.org/package/2006/relationships"><Relationship Id="rId2" Type="http://schemas.openxmlformats.org/officeDocument/2006/relationships/slide" Target="../slides/slide2008.xml"/><Relationship Id="rId1" Type="http://schemas.openxmlformats.org/officeDocument/2006/relationships/notesMaster" Target="../notesMasters/notesMaster1.xml"/></Relationships>
</file>

<file path=ppt/notesSlides/_rels/notesSlide1948.xml.rels><?xml version="1.0" encoding="UTF-8" standalone="yes"?>
<Relationships xmlns="http://schemas.openxmlformats.org/package/2006/relationships"><Relationship Id="rId2" Type="http://schemas.openxmlformats.org/officeDocument/2006/relationships/slide" Target="../slides/slide2009.xml"/><Relationship Id="rId1" Type="http://schemas.openxmlformats.org/officeDocument/2006/relationships/notesMaster" Target="../notesMasters/notesMaster1.xml"/></Relationships>
</file>

<file path=ppt/notesSlides/_rels/notesSlide1949.xml.rels><?xml version="1.0" encoding="UTF-8" standalone="yes"?>
<Relationships xmlns="http://schemas.openxmlformats.org/package/2006/relationships"><Relationship Id="rId2" Type="http://schemas.openxmlformats.org/officeDocument/2006/relationships/slide" Target="../slides/slide2010.xml"/><Relationship Id="rId1" Type="http://schemas.openxmlformats.org/officeDocument/2006/relationships/notesMaster" Target="../notesMasters/notesMaster1.xml"/></Relationships>
</file>

<file path=ppt/notesSlides/_rels/notesSlide1950.xml.rels><?xml version="1.0" encoding="UTF-8" standalone="yes"?>
<Relationships xmlns="http://schemas.openxmlformats.org/package/2006/relationships"><Relationship Id="rId2" Type="http://schemas.openxmlformats.org/officeDocument/2006/relationships/slide" Target="../slides/slide2011.xml"/><Relationship Id="rId1" Type="http://schemas.openxmlformats.org/officeDocument/2006/relationships/notesMaster" Target="../notesMasters/notesMaster1.xml"/></Relationships>
</file>

<file path=ppt/notesSlides/_rels/notesSlide1951.xml.rels><?xml version="1.0" encoding="UTF-8" standalone="yes"?>
<Relationships xmlns="http://schemas.openxmlformats.org/package/2006/relationships"><Relationship Id="rId2" Type="http://schemas.openxmlformats.org/officeDocument/2006/relationships/slide" Target="../slides/slide2012.xml"/><Relationship Id="rId1" Type="http://schemas.openxmlformats.org/officeDocument/2006/relationships/notesMaster" Target="../notesMasters/notesMaster1.xml"/></Relationships>
</file>

<file path=ppt/notesSlides/_rels/notesSlide1952.xml.rels><?xml version="1.0" encoding="UTF-8" standalone="yes"?>
<Relationships xmlns="http://schemas.openxmlformats.org/package/2006/relationships"><Relationship Id="rId2" Type="http://schemas.openxmlformats.org/officeDocument/2006/relationships/slide" Target="../slides/slide2015.xml"/><Relationship Id="rId1" Type="http://schemas.openxmlformats.org/officeDocument/2006/relationships/notesMaster" Target="../notesMasters/notesMaster1.xml"/></Relationships>
</file>

<file path=ppt/notesSlides/_rels/notesSlide1953.xml.rels><?xml version="1.0" encoding="UTF-8" standalone="yes"?>
<Relationships xmlns="http://schemas.openxmlformats.org/package/2006/relationships"><Relationship Id="rId2" Type="http://schemas.openxmlformats.org/officeDocument/2006/relationships/slide" Target="../slides/slide2016.xml"/><Relationship Id="rId1" Type="http://schemas.openxmlformats.org/officeDocument/2006/relationships/notesMaster" Target="../notesMasters/notesMaster1.xml"/></Relationships>
</file>

<file path=ppt/notesSlides/_rels/notesSlide1954.xml.rels><?xml version="1.0" encoding="UTF-8" standalone="yes"?>
<Relationships xmlns="http://schemas.openxmlformats.org/package/2006/relationships"><Relationship Id="rId2" Type="http://schemas.openxmlformats.org/officeDocument/2006/relationships/slide" Target="../slides/slide2017.xml"/><Relationship Id="rId1" Type="http://schemas.openxmlformats.org/officeDocument/2006/relationships/notesMaster" Target="../notesMasters/notesMaster1.xml"/></Relationships>
</file>

<file path=ppt/notesSlides/_rels/notesSlide1955.xml.rels><?xml version="1.0" encoding="UTF-8" standalone="yes"?>
<Relationships xmlns="http://schemas.openxmlformats.org/package/2006/relationships"><Relationship Id="rId2" Type="http://schemas.openxmlformats.org/officeDocument/2006/relationships/slide" Target="../slides/slide2018.xml"/><Relationship Id="rId1" Type="http://schemas.openxmlformats.org/officeDocument/2006/relationships/notesMaster" Target="../notesMasters/notesMaster1.xml"/></Relationships>
</file>

<file path=ppt/notesSlides/_rels/notesSlide1956.xml.rels><?xml version="1.0" encoding="UTF-8" standalone="yes"?>
<Relationships xmlns="http://schemas.openxmlformats.org/package/2006/relationships"><Relationship Id="rId2" Type="http://schemas.openxmlformats.org/officeDocument/2006/relationships/slide" Target="../slides/slide2019.xml"/><Relationship Id="rId1" Type="http://schemas.openxmlformats.org/officeDocument/2006/relationships/notesMaster" Target="../notesMasters/notesMaster1.xml"/></Relationships>
</file>

<file path=ppt/notesSlides/_rels/notesSlide1957.xml.rels><?xml version="1.0" encoding="UTF-8" standalone="yes"?>
<Relationships xmlns="http://schemas.openxmlformats.org/package/2006/relationships"><Relationship Id="rId2" Type="http://schemas.openxmlformats.org/officeDocument/2006/relationships/slide" Target="../slides/slide2020.xml"/><Relationship Id="rId1" Type="http://schemas.openxmlformats.org/officeDocument/2006/relationships/notesMaster" Target="../notesMasters/notesMaster1.xml"/></Relationships>
</file>

<file path=ppt/notesSlides/_rels/notesSlide1958.xml.rels><?xml version="1.0" encoding="UTF-8" standalone="yes"?>
<Relationships xmlns="http://schemas.openxmlformats.org/package/2006/relationships"><Relationship Id="rId2" Type="http://schemas.openxmlformats.org/officeDocument/2006/relationships/slide" Target="../slides/slide2021.xml"/><Relationship Id="rId1" Type="http://schemas.openxmlformats.org/officeDocument/2006/relationships/notesMaster" Target="../notesMasters/notesMaster1.xml"/></Relationships>
</file>

<file path=ppt/notesSlides/_rels/notesSlide1959.xml.rels><?xml version="1.0" encoding="UTF-8" standalone="yes"?>
<Relationships xmlns="http://schemas.openxmlformats.org/package/2006/relationships"><Relationship Id="rId2" Type="http://schemas.openxmlformats.org/officeDocument/2006/relationships/slide" Target="../slides/slide2022.xml"/><Relationship Id="rId1" Type="http://schemas.openxmlformats.org/officeDocument/2006/relationships/notesMaster" Target="../notesMasters/notesMaster1.xml"/></Relationships>
</file>

<file path=ppt/notesSlides/_rels/notesSlide1960.xml.rels><?xml version="1.0" encoding="UTF-8" standalone="yes"?>
<Relationships xmlns="http://schemas.openxmlformats.org/package/2006/relationships"><Relationship Id="rId2" Type="http://schemas.openxmlformats.org/officeDocument/2006/relationships/slide" Target="../slides/slide2023.xml"/><Relationship Id="rId1" Type="http://schemas.openxmlformats.org/officeDocument/2006/relationships/notesMaster" Target="../notesMasters/notesMaster1.xml"/></Relationships>
</file>

<file path=ppt/notesSlides/_rels/notesSlide1961.xml.rels><?xml version="1.0" encoding="UTF-8" standalone="yes"?>
<Relationships xmlns="http://schemas.openxmlformats.org/package/2006/relationships"><Relationship Id="rId2" Type="http://schemas.openxmlformats.org/officeDocument/2006/relationships/slide" Target="../slides/slide2024.xml"/><Relationship Id="rId1" Type="http://schemas.openxmlformats.org/officeDocument/2006/relationships/notesMaster" Target="../notesMasters/notesMaster1.xml"/></Relationships>
</file>

<file path=ppt/notesSlides/_rels/notesSlide1962.xml.rels><?xml version="1.0" encoding="UTF-8" standalone="yes"?>
<Relationships xmlns="http://schemas.openxmlformats.org/package/2006/relationships"><Relationship Id="rId2" Type="http://schemas.openxmlformats.org/officeDocument/2006/relationships/slide" Target="../slides/slide2025.xml"/><Relationship Id="rId1" Type="http://schemas.openxmlformats.org/officeDocument/2006/relationships/notesMaster" Target="../notesMasters/notesMaster1.xml"/></Relationships>
</file>

<file path=ppt/notesSlides/_rels/notesSlide1963.xml.rels><?xml version="1.0" encoding="UTF-8" standalone="yes"?>
<Relationships xmlns="http://schemas.openxmlformats.org/package/2006/relationships"><Relationship Id="rId2" Type="http://schemas.openxmlformats.org/officeDocument/2006/relationships/slide" Target="../slides/slide2026.xml"/><Relationship Id="rId1" Type="http://schemas.openxmlformats.org/officeDocument/2006/relationships/notesMaster" Target="../notesMasters/notesMaster1.xml"/></Relationships>
</file>

<file path=ppt/notesSlides/_rels/notesSlide1964.xml.rels><?xml version="1.0" encoding="UTF-8" standalone="yes"?>
<Relationships xmlns="http://schemas.openxmlformats.org/package/2006/relationships"><Relationship Id="rId2" Type="http://schemas.openxmlformats.org/officeDocument/2006/relationships/slide" Target="../slides/slide2027.xml"/><Relationship Id="rId1" Type="http://schemas.openxmlformats.org/officeDocument/2006/relationships/notesMaster" Target="../notesMasters/notesMaster1.xml"/></Relationships>
</file>

<file path=ppt/notesSlides/_rels/notesSlide1965.xml.rels><?xml version="1.0" encoding="UTF-8" standalone="yes"?>
<Relationships xmlns="http://schemas.openxmlformats.org/package/2006/relationships"><Relationship Id="rId2" Type="http://schemas.openxmlformats.org/officeDocument/2006/relationships/slide" Target="../slides/slide2028.xml"/><Relationship Id="rId1" Type="http://schemas.openxmlformats.org/officeDocument/2006/relationships/notesMaster" Target="../notesMasters/notesMaster1.xml"/></Relationships>
</file>

<file path=ppt/notesSlides/_rels/notesSlide1966.xml.rels><?xml version="1.0" encoding="UTF-8" standalone="yes"?>
<Relationships xmlns="http://schemas.openxmlformats.org/package/2006/relationships"><Relationship Id="rId2" Type="http://schemas.openxmlformats.org/officeDocument/2006/relationships/slide" Target="../slides/slide2031.xml"/><Relationship Id="rId1" Type="http://schemas.openxmlformats.org/officeDocument/2006/relationships/notesMaster" Target="../notesMasters/notesMaster1.xml"/></Relationships>
</file>

<file path=ppt/notesSlides/_rels/notesSlide1967.xml.rels><?xml version="1.0" encoding="UTF-8" standalone="yes"?>
<Relationships xmlns="http://schemas.openxmlformats.org/package/2006/relationships"><Relationship Id="rId2" Type="http://schemas.openxmlformats.org/officeDocument/2006/relationships/slide" Target="../slides/slide2032.xml"/><Relationship Id="rId1" Type="http://schemas.openxmlformats.org/officeDocument/2006/relationships/notesMaster" Target="../notesMasters/notesMaster1.xml"/></Relationships>
</file>

<file path=ppt/notesSlides/_rels/notesSlide1968.xml.rels><?xml version="1.0" encoding="UTF-8" standalone="yes"?>
<Relationships xmlns="http://schemas.openxmlformats.org/package/2006/relationships"><Relationship Id="rId2" Type="http://schemas.openxmlformats.org/officeDocument/2006/relationships/slide" Target="../slides/slide2033.xml"/><Relationship Id="rId1" Type="http://schemas.openxmlformats.org/officeDocument/2006/relationships/notesMaster" Target="../notesMasters/notesMaster1.xml"/></Relationships>
</file>

<file path=ppt/notesSlides/_rels/notesSlide1969.xml.rels><?xml version="1.0" encoding="UTF-8" standalone="yes"?>
<Relationships xmlns="http://schemas.openxmlformats.org/package/2006/relationships"><Relationship Id="rId2" Type="http://schemas.openxmlformats.org/officeDocument/2006/relationships/slide" Target="../slides/slide2034.xml"/><Relationship Id="rId1" Type="http://schemas.openxmlformats.org/officeDocument/2006/relationships/notesMaster" Target="../notesMasters/notesMaster1.xml"/></Relationships>
</file>

<file path=ppt/notesSlides/_rels/notesSlide1970.xml.rels><?xml version="1.0" encoding="UTF-8" standalone="yes"?>
<Relationships xmlns="http://schemas.openxmlformats.org/package/2006/relationships"><Relationship Id="rId2" Type="http://schemas.openxmlformats.org/officeDocument/2006/relationships/slide" Target="../slides/slide2035.xml"/><Relationship Id="rId1" Type="http://schemas.openxmlformats.org/officeDocument/2006/relationships/notesMaster" Target="../notesMasters/notesMaster1.xml"/></Relationships>
</file>

<file path=ppt/notesSlides/_rels/notesSlide1971.xml.rels><?xml version="1.0" encoding="UTF-8" standalone="yes"?>
<Relationships xmlns="http://schemas.openxmlformats.org/package/2006/relationships"><Relationship Id="rId2" Type="http://schemas.openxmlformats.org/officeDocument/2006/relationships/slide" Target="../slides/slide2036.xml"/><Relationship Id="rId1" Type="http://schemas.openxmlformats.org/officeDocument/2006/relationships/notesMaster" Target="../notesMasters/notesMaster1.xml"/></Relationships>
</file>

<file path=ppt/notesSlides/_rels/notesSlide1972.xml.rels><?xml version="1.0" encoding="UTF-8" standalone="yes"?>
<Relationships xmlns="http://schemas.openxmlformats.org/package/2006/relationships"><Relationship Id="rId2" Type="http://schemas.openxmlformats.org/officeDocument/2006/relationships/slide" Target="../slides/slide2037.xml"/><Relationship Id="rId1" Type="http://schemas.openxmlformats.org/officeDocument/2006/relationships/notesMaster" Target="../notesMasters/notesMaster1.xml"/></Relationships>
</file>

<file path=ppt/notesSlides/_rels/notesSlide1973.xml.rels><?xml version="1.0" encoding="UTF-8" standalone="yes"?>
<Relationships xmlns="http://schemas.openxmlformats.org/package/2006/relationships"><Relationship Id="rId2" Type="http://schemas.openxmlformats.org/officeDocument/2006/relationships/slide" Target="../slides/slide2038.xml"/><Relationship Id="rId1" Type="http://schemas.openxmlformats.org/officeDocument/2006/relationships/notesMaster" Target="../notesMasters/notesMaster1.xml"/></Relationships>
</file>

<file path=ppt/notesSlides/_rels/notesSlide1974.xml.rels><?xml version="1.0" encoding="UTF-8" standalone="yes"?>
<Relationships xmlns="http://schemas.openxmlformats.org/package/2006/relationships"><Relationship Id="rId2" Type="http://schemas.openxmlformats.org/officeDocument/2006/relationships/slide" Target="../slides/slide2039.xml"/><Relationship Id="rId1" Type="http://schemas.openxmlformats.org/officeDocument/2006/relationships/notesMaster" Target="../notesMasters/notesMaster1.xml"/></Relationships>
</file>

<file path=ppt/notesSlides/_rels/notesSlide1975.xml.rels><?xml version="1.0" encoding="UTF-8" standalone="yes"?>
<Relationships xmlns="http://schemas.openxmlformats.org/package/2006/relationships"><Relationship Id="rId2" Type="http://schemas.openxmlformats.org/officeDocument/2006/relationships/slide" Target="../slides/slide2040.xml"/><Relationship Id="rId1" Type="http://schemas.openxmlformats.org/officeDocument/2006/relationships/notesMaster" Target="../notesMasters/notesMaster1.xml"/></Relationships>
</file>

<file path=ppt/notesSlides/_rels/notesSlide1976.xml.rels><?xml version="1.0" encoding="UTF-8" standalone="yes"?>
<Relationships xmlns="http://schemas.openxmlformats.org/package/2006/relationships"><Relationship Id="rId2" Type="http://schemas.openxmlformats.org/officeDocument/2006/relationships/slide" Target="../slides/slide2041.xml"/><Relationship Id="rId1" Type="http://schemas.openxmlformats.org/officeDocument/2006/relationships/notesMaster" Target="../notesMasters/notesMaster1.xml"/></Relationships>
</file>

<file path=ppt/notesSlides/_rels/notesSlide1977.xml.rels><?xml version="1.0" encoding="UTF-8" standalone="yes"?>
<Relationships xmlns="http://schemas.openxmlformats.org/package/2006/relationships"><Relationship Id="rId2" Type="http://schemas.openxmlformats.org/officeDocument/2006/relationships/slide" Target="../slides/slide2042.xml"/><Relationship Id="rId1" Type="http://schemas.openxmlformats.org/officeDocument/2006/relationships/notesMaster" Target="../notesMasters/notesMaster1.xml"/></Relationships>
</file>

<file path=ppt/notesSlides/_rels/notesSlide1978.xml.rels><?xml version="1.0" encoding="UTF-8" standalone="yes"?>
<Relationships xmlns="http://schemas.openxmlformats.org/package/2006/relationships"><Relationship Id="rId2" Type="http://schemas.openxmlformats.org/officeDocument/2006/relationships/slide" Target="../slides/slide2043.xml"/><Relationship Id="rId1" Type="http://schemas.openxmlformats.org/officeDocument/2006/relationships/notesMaster" Target="../notesMasters/notesMaster1.xml"/></Relationships>
</file>

<file path=ppt/notesSlides/_rels/notesSlide1979.xml.rels><?xml version="1.0" encoding="UTF-8" standalone="yes"?>
<Relationships xmlns="http://schemas.openxmlformats.org/package/2006/relationships"><Relationship Id="rId2" Type="http://schemas.openxmlformats.org/officeDocument/2006/relationships/slide" Target="../slides/slide2044.xml"/><Relationship Id="rId1" Type="http://schemas.openxmlformats.org/officeDocument/2006/relationships/notesMaster" Target="../notesMasters/notesMaster1.xml"/></Relationships>
</file>

<file path=ppt/notesSlides/_rels/notesSlide1980.xml.rels><?xml version="1.0" encoding="UTF-8" standalone="yes"?>
<Relationships xmlns="http://schemas.openxmlformats.org/package/2006/relationships"><Relationship Id="rId2" Type="http://schemas.openxmlformats.org/officeDocument/2006/relationships/slide" Target="../slides/slide2047.xml"/><Relationship Id="rId1" Type="http://schemas.openxmlformats.org/officeDocument/2006/relationships/notesMaster" Target="../notesMasters/notesMaster1.xml"/></Relationships>
</file>

<file path=ppt/notesSlides/_rels/notesSlide1981.xml.rels><?xml version="1.0" encoding="UTF-8" standalone="yes"?>
<Relationships xmlns="http://schemas.openxmlformats.org/package/2006/relationships"><Relationship Id="rId2" Type="http://schemas.openxmlformats.org/officeDocument/2006/relationships/slide" Target="../slides/slide2048.xml"/><Relationship Id="rId1" Type="http://schemas.openxmlformats.org/officeDocument/2006/relationships/notesMaster" Target="../notesMasters/notesMaster1.xml"/></Relationships>
</file>

<file path=ppt/notesSlides/_rels/notesSlide1982.xml.rels><?xml version="1.0" encoding="UTF-8" standalone="yes"?>
<Relationships xmlns="http://schemas.openxmlformats.org/package/2006/relationships"><Relationship Id="rId2" Type="http://schemas.openxmlformats.org/officeDocument/2006/relationships/slide" Target="../slides/slide2049.xml"/><Relationship Id="rId1" Type="http://schemas.openxmlformats.org/officeDocument/2006/relationships/notesMaster" Target="../notesMasters/notesMaster1.xml"/></Relationships>
</file>

<file path=ppt/notesSlides/_rels/notesSlide1983.xml.rels><?xml version="1.0" encoding="UTF-8" standalone="yes"?>
<Relationships xmlns="http://schemas.openxmlformats.org/package/2006/relationships"><Relationship Id="rId2" Type="http://schemas.openxmlformats.org/officeDocument/2006/relationships/slide" Target="../slides/slide2050.xml"/><Relationship Id="rId1" Type="http://schemas.openxmlformats.org/officeDocument/2006/relationships/notesMaster" Target="../notesMasters/notesMaster1.xml"/></Relationships>
</file>

<file path=ppt/notesSlides/_rels/notesSlide1984.xml.rels><?xml version="1.0" encoding="UTF-8" standalone="yes"?>
<Relationships xmlns="http://schemas.openxmlformats.org/package/2006/relationships"><Relationship Id="rId2" Type="http://schemas.openxmlformats.org/officeDocument/2006/relationships/slide" Target="../slides/slide2051.xml"/><Relationship Id="rId1" Type="http://schemas.openxmlformats.org/officeDocument/2006/relationships/notesMaster" Target="../notesMasters/notesMaster1.xml"/></Relationships>
</file>

<file path=ppt/notesSlides/_rels/notesSlide1985.xml.rels><?xml version="1.0" encoding="UTF-8" standalone="yes"?>
<Relationships xmlns="http://schemas.openxmlformats.org/package/2006/relationships"><Relationship Id="rId2" Type="http://schemas.openxmlformats.org/officeDocument/2006/relationships/slide" Target="../slides/slide2052.xml"/><Relationship Id="rId1" Type="http://schemas.openxmlformats.org/officeDocument/2006/relationships/notesMaster" Target="../notesMasters/notesMaster1.xml"/></Relationships>
</file>

<file path=ppt/notesSlides/_rels/notesSlide1986.xml.rels><?xml version="1.0" encoding="UTF-8" standalone="yes"?>
<Relationships xmlns="http://schemas.openxmlformats.org/package/2006/relationships"><Relationship Id="rId2" Type="http://schemas.openxmlformats.org/officeDocument/2006/relationships/slide" Target="../slides/slide2053.xml"/><Relationship Id="rId1" Type="http://schemas.openxmlformats.org/officeDocument/2006/relationships/notesMaster" Target="../notesMasters/notesMaster1.xml"/></Relationships>
</file>

<file path=ppt/notesSlides/_rels/notesSlide1987.xml.rels><?xml version="1.0" encoding="UTF-8" standalone="yes"?>
<Relationships xmlns="http://schemas.openxmlformats.org/package/2006/relationships"><Relationship Id="rId2" Type="http://schemas.openxmlformats.org/officeDocument/2006/relationships/slide" Target="../slides/slide2054.xml"/><Relationship Id="rId1" Type="http://schemas.openxmlformats.org/officeDocument/2006/relationships/notesMaster" Target="../notesMasters/notesMaster1.xml"/></Relationships>
</file>

<file path=ppt/notesSlides/_rels/notesSlide1988.xml.rels><?xml version="1.0" encoding="UTF-8" standalone="yes"?>
<Relationships xmlns="http://schemas.openxmlformats.org/package/2006/relationships"><Relationship Id="rId2" Type="http://schemas.openxmlformats.org/officeDocument/2006/relationships/slide" Target="../slides/slide2055.xml"/><Relationship Id="rId1" Type="http://schemas.openxmlformats.org/officeDocument/2006/relationships/notesMaster" Target="../notesMasters/notesMaster1.xml"/></Relationships>
</file>

<file path=ppt/notesSlides/_rels/notesSlide1989.xml.rels><?xml version="1.0" encoding="UTF-8" standalone="yes"?>
<Relationships xmlns="http://schemas.openxmlformats.org/package/2006/relationships"><Relationship Id="rId2" Type="http://schemas.openxmlformats.org/officeDocument/2006/relationships/slide" Target="../slides/slide2056.xml"/><Relationship Id="rId1" Type="http://schemas.openxmlformats.org/officeDocument/2006/relationships/notesMaster" Target="../notesMasters/notesMaster1.xml"/></Relationships>
</file>

<file path=ppt/notesSlides/_rels/notesSlide1990.xml.rels><?xml version="1.0" encoding="UTF-8" standalone="yes"?>
<Relationships xmlns="http://schemas.openxmlformats.org/package/2006/relationships"><Relationship Id="rId2" Type="http://schemas.openxmlformats.org/officeDocument/2006/relationships/slide" Target="../slides/slide2057.xml"/><Relationship Id="rId1" Type="http://schemas.openxmlformats.org/officeDocument/2006/relationships/notesMaster" Target="../notesMasters/notesMaster1.xml"/></Relationships>
</file>

<file path=ppt/notesSlides/_rels/notesSlide1991.xml.rels><?xml version="1.0" encoding="UTF-8" standalone="yes"?>
<Relationships xmlns="http://schemas.openxmlformats.org/package/2006/relationships"><Relationship Id="rId2" Type="http://schemas.openxmlformats.org/officeDocument/2006/relationships/slide" Target="../slides/slide2058.xml"/><Relationship Id="rId1" Type="http://schemas.openxmlformats.org/officeDocument/2006/relationships/notesMaster" Target="../notesMasters/notesMaster1.xml"/></Relationships>
</file>

<file path=ppt/notesSlides/_rels/notesSlide1992.xml.rels><?xml version="1.0" encoding="UTF-8" standalone="yes"?>
<Relationships xmlns="http://schemas.openxmlformats.org/package/2006/relationships"><Relationship Id="rId2" Type="http://schemas.openxmlformats.org/officeDocument/2006/relationships/slide" Target="../slides/slide2059.xml"/><Relationship Id="rId1" Type="http://schemas.openxmlformats.org/officeDocument/2006/relationships/notesMaster" Target="../notesMasters/notesMaster1.xml"/></Relationships>
</file>

<file path=ppt/notesSlides/_rels/notesSlide1993.xml.rels><?xml version="1.0" encoding="UTF-8" standalone="yes"?>
<Relationships xmlns="http://schemas.openxmlformats.org/package/2006/relationships"><Relationship Id="rId2" Type="http://schemas.openxmlformats.org/officeDocument/2006/relationships/slide" Target="../slides/slide2060.xml"/><Relationship Id="rId1" Type="http://schemas.openxmlformats.org/officeDocument/2006/relationships/notesMaster" Target="../notesMasters/notesMaster1.xml"/></Relationships>
</file>

<file path=ppt/notesSlides/_rels/notesSlide1994.xml.rels><?xml version="1.0" encoding="UTF-8" standalone="yes"?>
<Relationships xmlns="http://schemas.openxmlformats.org/package/2006/relationships"><Relationship Id="rId2" Type="http://schemas.openxmlformats.org/officeDocument/2006/relationships/slide" Target="../slides/slide2063.xml"/><Relationship Id="rId1" Type="http://schemas.openxmlformats.org/officeDocument/2006/relationships/notesMaster" Target="../notesMasters/notesMaster1.xml"/></Relationships>
</file>

<file path=ppt/notesSlides/_rels/notesSlide1995.xml.rels><?xml version="1.0" encoding="UTF-8" standalone="yes"?>
<Relationships xmlns="http://schemas.openxmlformats.org/package/2006/relationships"><Relationship Id="rId2" Type="http://schemas.openxmlformats.org/officeDocument/2006/relationships/slide" Target="../slides/slide2064.xml"/><Relationship Id="rId1" Type="http://schemas.openxmlformats.org/officeDocument/2006/relationships/notesMaster" Target="../notesMasters/notesMaster1.xml"/></Relationships>
</file>

<file path=ppt/notesSlides/_rels/notesSlide1996.xml.rels><?xml version="1.0" encoding="UTF-8" standalone="yes"?>
<Relationships xmlns="http://schemas.openxmlformats.org/package/2006/relationships"><Relationship Id="rId2" Type="http://schemas.openxmlformats.org/officeDocument/2006/relationships/slide" Target="../slides/slide2065.xml"/><Relationship Id="rId1" Type="http://schemas.openxmlformats.org/officeDocument/2006/relationships/notesMaster" Target="../notesMasters/notesMaster1.xml"/></Relationships>
</file>

<file path=ppt/notesSlides/_rels/notesSlide1997.xml.rels><?xml version="1.0" encoding="UTF-8" standalone="yes"?>
<Relationships xmlns="http://schemas.openxmlformats.org/package/2006/relationships"><Relationship Id="rId2" Type="http://schemas.openxmlformats.org/officeDocument/2006/relationships/slide" Target="../slides/slide2066.xml"/><Relationship Id="rId1" Type="http://schemas.openxmlformats.org/officeDocument/2006/relationships/notesMaster" Target="../notesMasters/notesMaster1.xml"/></Relationships>
</file>

<file path=ppt/notesSlides/_rels/notesSlide1998.xml.rels><?xml version="1.0" encoding="UTF-8" standalone="yes"?>
<Relationships xmlns="http://schemas.openxmlformats.org/package/2006/relationships"><Relationship Id="rId2" Type="http://schemas.openxmlformats.org/officeDocument/2006/relationships/slide" Target="../slides/slide2067.xml"/><Relationship Id="rId1" Type="http://schemas.openxmlformats.org/officeDocument/2006/relationships/notesMaster" Target="../notesMasters/notesMaster1.xml"/></Relationships>
</file>

<file path=ppt/notesSlides/_rels/notesSlide1999.xml.rels><?xml version="1.0" encoding="UTF-8" standalone="yes"?>
<Relationships xmlns="http://schemas.openxmlformats.org/package/2006/relationships"><Relationship Id="rId2" Type="http://schemas.openxmlformats.org/officeDocument/2006/relationships/slide" Target="../slides/slide2068.xml"/><Relationship Id="rId1" Type="http://schemas.openxmlformats.org/officeDocument/2006/relationships/notesMaster" Target="../notesMasters/notesMaster1.xml"/></Relationships>
</file>

<file path=ppt/notesSlides/_rels/notesSlide2000.xml.rels><?xml version="1.0" encoding="UTF-8" standalone="yes"?>
<Relationships xmlns="http://schemas.openxmlformats.org/package/2006/relationships"><Relationship Id="rId2" Type="http://schemas.openxmlformats.org/officeDocument/2006/relationships/slide" Target="../slides/slide2069.xml"/><Relationship Id="rId1" Type="http://schemas.openxmlformats.org/officeDocument/2006/relationships/notesMaster" Target="../notesMasters/notesMaster1.xml"/></Relationships>
</file>

<file path=ppt/notesSlides/_rels/notesSlide2001.xml.rels><?xml version="1.0" encoding="UTF-8" standalone="yes"?>
<Relationships xmlns="http://schemas.openxmlformats.org/package/2006/relationships"><Relationship Id="rId2" Type="http://schemas.openxmlformats.org/officeDocument/2006/relationships/slide" Target="../slides/slide2070.xml"/><Relationship Id="rId1" Type="http://schemas.openxmlformats.org/officeDocument/2006/relationships/notesMaster" Target="../notesMasters/notesMaster1.xml"/></Relationships>
</file>

<file path=ppt/notesSlides/_rels/notesSlide2002.xml.rels><?xml version="1.0" encoding="UTF-8" standalone="yes"?>
<Relationships xmlns="http://schemas.openxmlformats.org/package/2006/relationships"><Relationship Id="rId2" Type="http://schemas.openxmlformats.org/officeDocument/2006/relationships/slide" Target="../slides/slide2071.xml"/><Relationship Id="rId1" Type="http://schemas.openxmlformats.org/officeDocument/2006/relationships/notesMaster" Target="../notesMasters/notesMaster1.xml"/></Relationships>
</file>

<file path=ppt/notesSlides/_rels/notesSlide2003.xml.rels><?xml version="1.0" encoding="UTF-8" standalone="yes"?>
<Relationships xmlns="http://schemas.openxmlformats.org/package/2006/relationships"><Relationship Id="rId2" Type="http://schemas.openxmlformats.org/officeDocument/2006/relationships/slide" Target="../slides/slide2072.xml"/><Relationship Id="rId1" Type="http://schemas.openxmlformats.org/officeDocument/2006/relationships/notesMaster" Target="../notesMasters/notesMaster1.xml"/></Relationships>
</file>

<file path=ppt/notesSlides/_rels/notesSlide2004.xml.rels><?xml version="1.0" encoding="UTF-8" standalone="yes"?>
<Relationships xmlns="http://schemas.openxmlformats.org/package/2006/relationships"><Relationship Id="rId2" Type="http://schemas.openxmlformats.org/officeDocument/2006/relationships/slide" Target="../slides/slide2073.xml"/><Relationship Id="rId1" Type="http://schemas.openxmlformats.org/officeDocument/2006/relationships/notesMaster" Target="../notesMasters/notesMaster1.xml"/></Relationships>
</file>

<file path=ppt/notesSlides/_rels/notesSlide2005.xml.rels><?xml version="1.0" encoding="UTF-8" standalone="yes"?>
<Relationships xmlns="http://schemas.openxmlformats.org/package/2006/relationships"><Relationship Id="rId2" Type="http://schemas.openxmlformats.org/officeDocument/2006/relationships/slide" Target="../slides/slide2074.xml"/><Relationship Id="rId1" Type="http://schemas.openxmlformats.org/officeDocument/2006/relationships/notesMaster" Target="../notesMasters/notesMaster1.xml"/></Relationships>
</file>

<file path=ppt/notesSlides/_rels/notesSlide2006.xml.rels><?xml version="1.0" encoding="UTF-8" standalone="yes"?>
<Relationships xmlns="http://schemas.openxmlformats.org/package/2006/relationships"><Relationship Id="rId2" Type="http://schemas.openxmlformats.org/officeDocument/2006/relationships/slide" Target="../slides/slide2075.xml"/><Relationship Id="rId1" Type="http://schemas.openxmlformats.org/officeDocument/2006/relationships/notesMaster" Target="../notesMasters/notesMaster1.xml"/></Relationships>
</file>

<file path=ppt/notesSlides/_rels/notesSlide2007.xml.rels><?xml version="1.0" encoding="UTF-8" standalone="yes"?>
<Relationships xmlns="http://schemas.openxmlformats.org/package/2006/relationships"><Relationship Id="rId2" Type="http://schemas.openxmlformats.org/officeDocument/2006/relationships/slide" Target="../slides/slide2076.xml"/><Relationship Id="rId1" Type="http://schemas.openxmlformats.org/officeDocument/2006/relationships/notesMaster" Target="../notesMasters/notesMaster1.xml"/></Relationships>
</file>

<file path=ppt/notesSlides/_rels/notesSlide2008.xml.rels><?xml version="1.0" encoding="UTF-8" standalone="yes"?>
<Relationships xmlns="http://schemas.openxmlformats.org/package/2006/relationships"><Relationship Id="rId2" Type="http://schemas.openxmlformats.org/officeDocument/2006/relationships/slide" Target="../slides/slide2079.xml"/><Relationship Id="rId1" Type="http://schemas.openxmlformats.org/officeDocument/2006/relationships/notesMaster" Target="../notesMasters/notesMaster1.xml"/></Relationships>
</file>

<file path=ppt/notesSlides/_rels/notesSlide2009.xml.rels><?xml version="1.0" encoding="UTF-8" standalone="yes"?>
<Relationships xmlns="http://schemas.openxmlformats.org/package/2006/relationships"><Relationship Id="rId2" Type="http://schemas.openxmlformats.org/officeDocument/2006/relationships/slide" Target="../slides/slide2080.xml"/><Relationship Id="rId1" Type="http://schemas.openxmlformats.org/officeDocument/2006/relationships/notesMaster" Target="../notesMasters/notesMaster1.xml"/></Relationships>
</file>

<file path=ppt/notesSlides/_rels/notesSlide2010.xml.rels><?xml version="1.0" encoding="UTF-8" standalone="yes"?>
<Relationships xmlns="http://schemas.openxmlformats.org/package/2006/relationships"><Relationship Id="rId2" Type="http://schemas.openxmlformats.org/officeDocument/2006/relationships/slide" Target="../slides/slide2081.xml"/><Relationship Id="rId1" Type="http://schemas.openxmlformats.org/officeDocument/2006/relationships/notesMaster" Target="../notesMasters/notesMaster1.xml"/></Relationships>
</file>

<file path=ppt/notesSlides/_rels/notesSlide2011.xml.rels><?xml version="1.0" encoding="UTF-8" standalone="yes"?>
<Relationships xmlns="http://schemas.openxmlformats.org/package/2006/relationships"><Relationship Id="rId2" Type="http://schemas.openxmlformats.org/officeDocument/2006/relationships/slide" Target="../slides/slide2082.xml"/><Relationship Id="rId1" Type="http://schemas.openxmlformats.org/officeDocument/2006/relationships/notesMaster" Target="../notesMasters/notesMaster1.xml"/></Relationships>
</file>

<file path=ppt/notesSlides/_rels/notesSlide2012.xml.rels><?xml version="1.0" encoding="UTF-8" standalone="yes"?>
<Relationships xmlns="http://schemas.openxmlformats.org/package/2006/relationships"><Relationship Id="rId2" Type="http://schemas.openxmlformats.org/officeDocument/2006/relationships/slide" Target="../slides/slide2083.xml"/><Relationship Id="rId1" Type="http://schemas.openxmlformats.org/officeDocument/2006/relationships/notesMaster" Target="../notesMasters/notesMaster1.xml"/></Relationships>
</file>

<file path=ppt/notesSlides/_rels/notesSlide2013.xml.rels><?xml version="1.0" encoding="UTF-8" standalone="yes"?>
<Relationships xmlns="http://schemas.openxmlformats.org/package/2006/relationships"><Relationship Id="rId2" Type="http://schemas.openxmlformats.org/officeDocument/2006/relationships/slide" Target="../slides/slide2084.xml"/><Relationship Id="rId1" Type="http://schemas.openxmlformats.org/officeDocument/2006/relationships/notesMaster" Target="../notesMasters/notesMaster1.xml"/></Relationships>
</file>

<file path=ppt/notesSlides/_rels/notesSlide2014.xml.rels><?xml version="1.0" encoding="UTF-8" standalone="yes"?>
<Relationships xmlns="http://schemas.openxmlformats.org/package/2006/relationships"><Relationship Id="rId2" Type="http://schemas.openxmlformats.org/officeDocument/2006/relationships/slide" Target="../slides/slide2085.xml"/><Relationship Id="rId1" Type="http://schemas.openxmlformats.org/officeDocument/2006/relationships/notesMaster" Target="../notesMasters/notesMaster1.xml"/></Relationships>
</file>

<file path=ppt/notesSlides/_rels/notesSlide2015.xml.rels><?xml version="1.0" encoding="UTF-8" standalone="yes"?>
<Relationships xmlns="http://schemas.openxmlformats.org/package/2006/relationships"><Relationship Id="rId2" Type="http://schemas.openxmlformats.org/officeDocument/2006/relationships/slide" Target="../slides/slide2086.xml"/><Relationship Id="rId1" Type="http://schemas.openxmlformats.org/officeDocument/2006/relationships/notesMaster" Target="../notesMasters/notesMaster1.xml"/></Relationships>
</file>

<file path=ppt/notesSlides/_rels/notesSlide2016.xml.rels><?xml version="1.0" encoding="UTF-8" standalone="yes"?>
<Relationships xmlns="http://schemas.openxmlformats.org/package/2006/relationships"><Relationship Id="rId2" Type="http://schemas.openxmlformats.org/officeDocument/2006/relationships/slide" Target="../slides/slide2087.xml"/><Relationship Id="rId1" Type="http://schemas.openxmlformats.org/officeDocument/2006/relationships/notesMaster" Target="../notesMasters/notesMaster1.xml"/></Relationships>
</file>

<file path=ppt/notesSlides/_rels/notesSlide2017.xml.rels><?xml version="1.0" encoding="UTF-8" standalone="yes"?>
<Relationships xmlns="http://schemas.openxmlformats.org/package/2006/relationships"><Relationship Id="rId2" Type="http://schemas.openxmlformats.org/officeDocument/2006/relationships/slide" Target="../slides/slide2088.xml"/><Relationship Id="rId1" Type="http://schemas.openxmlformats.org/officeDocument/2006/relationships/notesMaster" Target="../notesMasters/notesMaster1.xml"/></Relationships>
</file>

<file path=ppt/notesSlides/_rels/notesSlide2018.xml.rels><?xml version="1.0" encoding="UTF-8" standalone="yes"?>
<Relationships xmlns="http://schemas.openxmlformats.org/package/2006/relationships"><Relationship Id="rId2" Type="http://schemas.openxmlformats.org/officeDocument/2006/relationships/slide" Target="../slides/slide2089.xml"/><Relationship Id="rId1" Type="http://schemas.openxmlformats.org/officeDocument/2006/relationships/notesMaster" Target="../notesMasters/notesMaster1.xml"/></Relationships>
</file>

<file path=ppt/notesSlides/_rels/notesSlide2019.xml.rels><?xml version="1.0" encoding="UTF-8" standalone="yes"?>
<Relationships xmlns="http://schemas.openxmlformats.org/package/2006/relationships"><Relationship Id="rId2" Type="http://schemas.openxmlformats.org/officeDocument/2006/relationships/slide" Target="../slides/slide2090.xml"/><Relationship Id="rId1" Type="http://schemas.openxmlformats.org/officeDocument/2006/relationships/notesMaster" Target="../notesMasters/notesMaster1.xml"/></Relationships>
</file>

<file path=ppt/notesSlides/_rels/notesSlide2020.xml.rels><?xml version="1.0" encoding="UTF-8" standalone="yes"?>
<Relationships xmlns="http://schemas.openxmlformats.org/package/2006/relationships"><Relationship Id="rId2" Type="http://schemas.openxmlformats.org/officeDocument/2006/relationships/slide" Target="../slides/slide2091.xml"/><Relationship Id="rId1" Type="http://schemas.openxmlformats.org/officeDocument/2006/relationships/notesMaster" Target="../notesMasters/notesMaster1.xml"/></Relationships>
</file>

<file path=ppt/notesSlides/_rels/notesSlide2021.xml.rels><?xml version="1.0" encoding="UTF-8" standalone="yes"?>
<Relationships xmlns="http://schemas.openxmlformats.org/package/2006/relationships"><Relationship Id="rId2" Type="http://schemas.openxmlformats.org/officeDocument/2006/relationships/slide" Target="../slides/slide2092.xml"/><Relationship Id="rId1" Type="http://schemas.openxmlformats.org/officeDocument/2006/relationships/notesMaster" Target="../notesMasters/notesMaster1.xml"/></Relationships>
</file>

<file path=ppt/notesSlides/_rels/notesSlide2022.xml.rels><?xml version="1.0" encoding="UTF-8" standalone="yes"?>
<Relationships xmlns="http://schemas.openxmlformats.org/package/2006/relationships"><Relationship Id="rId2" Type="http://schemas.openxmlformats.org/officeDocument/2006/relationships/slide" Target="../slides/slide2095.xml"/><Relationship Id="rId1" Type="http://schemas.openxmlformats.org/officeDocument/2006/relationships/notesMaster" Target="../notesMasters/notesMaster1.xml"/></Relationships>
</file>

<file path=ppt/notesSlides/_rels/notesSlide2023.xml.rels><?xml version="1.0" encoding="UTF-8" standalone="yes"?>
<Relationships xmlns="http://schemas.openxmlformats.org/package/2006/relationships"><Relationship Id="rId2" Type="http://schemas.openxmlformats.org/officeDocument/2006/relationships/slide" Target="../slides/slide2096.xml"/><Relationship Id="rId1" Type="http://schemas.openxmlformats.org/officeDocument/2006/relationships/notesMaster" Target="../notesMasters/notesMaster1.xml"/></Relationships>
</file>

<file path=ppt/notesSlides/_rels/notesSlide2024.xml.rels><?xml version="1.0" encoding="UTF-8" standalone="yes"?>
<Relationships xmlns="http://schemas.openxmlformats.org/package/2006/relationships"><Relationship Id="rId2" Type="http://schemas.openxmlformats.org/officeDocument/2006/relationships/slide" Target="../slides/slide2097.xml"/><Relationship Id="rId1" Type="http://schemas.openxmlformats.org/officeDocument/2006/relationships/notesMaster" Target="../notesMasters/notesMaster1.xml"/></Relationships>
</file>

<file path=ppt/notesSlides/_rels/notesSlide2025.xml.rels><?xml version="1.0" encoding="UTF-8" standalone="yes"?>
<Relationships xmlns="http://schemas.openxmlformats.org/package/2006/relationships"><Relationship Id="rId2" Type="http://schemas.openxmlformats.org/officeDocument/2006/relationships/slide" Target="../slides/slide2098.xml"/><Relationship Id="rId1" Type="http://schemas.openxmlformats.org/officeDocument/2006/relationships/notesMaster" Target="../notesMasters/notesMaster1.xml"/></Relationships>
</file>

<file path=ppt/notesSlides/_rels/notesSlide2026.xml.rels><?xml version="1.0" encoding="UTF-8" standalone="yes"?>
<Relationships xmlns="http://schemas.openxmlformats.org/package/2006/relationships"><Relationship Id="rId2" Type="http://schemas.openxmlformats.org/officeDocument/2006/relationships/slide" Target="../slides/slide2099.xml"/><Relationship Id="rId1" Type="http://schemas.openxmlformats.org/officeDocument/2006/relationships/notesMaster" Target="../notesMasters/notesMaster1.xml"/></Relationships>
</file>

<file path=ppt/notesSlides/_rels/notesSlide2027.xml.rels><?xml version="1.0" encoding="UTF-8" standalone="yes"?>
<Relationships xmlns="http://schemas.openxmlformats.org/package/2006/relationships"><Relationship Id="rId2" Type="http://schemas.openxmlformats.org/officeDocument/2006/relationships/slide" Target="../slides/slide2100.xml"/><Relationship Id="rId1" Type="http://schemas.openxmlformats.org/officeDocument/2006/relationships/notesMaster" Target="../notesMasters/notesMaster1.xml"/></Relationships>
</file>

<file path=ppt/notesSlides/_rels/notesSlide2028.xml.rels><?xml version="1.0" encoding="UTF-8" standalone="yes"?>
<Relationships xmlns="http://schemas.openxmlformats.org/package/2006/relationships"><Relationship Id="rId2" Type="http://schemas.openxmlformats.org/officeDocument/2006/relationships/slide" Target="../slides/slide2101.xml"/><Relationship Id="rId1" Type="http://schemas.openxmlformats.org/officeDocument/2006/relationships/notesMaster" Target="../notesMasters/notesMaster1.xml"/></Relationships>
</file>

<file path=ppt/notesSlides/_rels/notesSlide2029.xml.rels><?xml version="1.0" encoding="UTF-8" standalone="yes"?>
<Relationships xmlns="http://schemas.openxmlformats.org/package/2006/relationships"><Relationship Id="rId2" Type="http://schemas.openxmlformats.org/officeDocument/2006/relationships/slide" Target="../slides/slide2102.xml"/><Relationship Id="rId1" Type="http://schemas.openxmlformats.org/officeDocument/2006/relationships/notesMaster" Target="../notesMasters/notesMaster1.xml"/></Relationships>
</file>

<file path=ppt/notesSlides/_rels/notesSlide2030.xml.rels><?xml version="1.0" encoding="UTF-8" standalone="yes"?>
<Relationships xmlns="http://schemas.openxmlformats.org/package/2006/relationships"><Relationship Id="rId2" Type="http://schemas.openxmlformats.org/officeDocument/2006/relationships/slide" Target="../slides/slide2103.xml"/><Relationship Id="rId1" Type="http://schemas.openxmlformats.org/officeDocument/2006/relationships/notesMaster" Target="../notesMasters/notesMaster1.xml"/></Relationships>
</file>

<file path=ppt/notesSlides/_rels/notesSlide2031.xml.rels><?xml version="1.0" encoding="UTF-8" standalone="yes"?>
<Relationships xmlns="http://schemas.openxmlformats.org/package/2006/relationships"><Relationship Id="rId2" Type="http://schemas.openxmlformats.org/officeDocument/2006/relationships/slide" Target="../slides/slide2104.xml"/><Relationship Id="rId1" Type="http://schemas.openxmlformats.org/officeDocument/2006/relationships/notesMaster" Target="../notesMasters/notesMaster1.xml"/></Relationships>
</file>

<file path=ppt/notesSlides/_rels/notesSlide2032.xml.rels><?xml version="1.0" encoding="UTF-8" standalone="yes"?>
<Relationships xmlns="http://schemas.openxmlformats.org/package/2006/relationships"><Relationship Id="rId2" Type="http://schemas.openxmlformats.org/officeDocument/2006/relationships/slide" Target="../slides/slide2105.xml"/><Relationship Id="rId1" Type="http://schemas.openxmlformats.org/officeDocument/2006/relationships/notesMaster" Target="../notesMasters/notesMaster1.xml"/></Relationships>
</file>

<file path=ppt/notesSlides/_rels/notesSlide2033.xml.rels><?xml version="1.0" encoding="UTF-8" standalone="yes"?>
<Relationships xmlns="http://schemas.openxmlformats.org/package/2006/relationships"><Relationship Id="rId2" Type="http://schemas.openxmlformats.org/officeDocument/2006/relationships/slide" Target="../slides/slide2106.xml"/><Relationship Id="rId1" Type="http://schemas.openxmlformats.org/officeDocument/2006/relationships/notesMaster" Target="../notesMasters/notesMaster1.xml"/></Relationships>
</file>

<file path=ppt/notesSlides/_rels/notesSlide2034.xml.rels><?xml version="1.0" encoding="UTF-8" standalone="yes"?>
<Relationships xmlns="http://schemas.openxmlformats.org/package/2006/relationships"><Relationship Id="rId2" Type="http://schemas.openxmlformats.org/officeDocument/2006/relationships/slide" Target="../slides/slide2107.xml"/><Relationship Id="rId1" Type="http://schemas.openxmlformats.org/officeDocument/2006/relationships/notesMaster" Target="../notesMasters/notesMaster1.xml"/></Relationships>
</file>

<file path=ppt/notesSlides/_rels/notesSlide2035.xml.rels><?xml version="1.0" encoding="UTF-8" standalone="yes"?>
<Relationships xmlns="http://schemas.openxmlformats.org/package/2006/relationships"><Relationship Id="rId2" Type="http://schemas.openxmlformats.org/officeDocument/2006/relationships/slide" Target="../slides/slide2108.xml"/><Relationship Id="rId1" Type="http://schemas.openxmlformats.org/officeDocument/2006/relationships/notesMaster" Target="../notesMasters/notesMaster1.xml"/></Relationships>
</file>

<file path=ppt/notesSlides/_rels/notesSlide2036.xml.rels><?xml version="1.0" encoding="UTF-8" standalone="yes"?>
<Relationships xmlns="http://schemas.openxmlformats.org/package/2006/relationships"><Relationship Id="rId2" Type="http://schemas.openxmlformats.org/officeDocument/2006/relationships/slide" Target="../slides/slide2112.xml"/><Relationship Id="rId1" Type="http://schemas.openxmlformats.org/officeDocument/2006/relationships/notesMaster" Target="../notesMasters/notesMaster1.xml"/></Relationships>
</file>

<file path=ppt/notesSlides/_rels/notesSlide2037.xml.rels><?xml version="1.0" encoding="UTF-8" standalone="yes"?>
<Relationships xmlns="http://schemas.openxmlformats.org/package/2006/relationships"><Relationship Id="rId2" Type="http://schemas.openxmlformats.org/officeDocument/2006/relationships/slide" Target="../slides/slide2113.xml"/><Relationship Id="rId1" Type="http://schemas.openxmlformats.org/officeDocument/2006/relationships/notesMaster" Target="../notesMasters/notesMaster1.xml"/></Relationships>
</file>

<file path=ppt/notesSlides/_rels/notesSlide2038.xml.rels><?xml version="1.0" encoding="UTF-8" standalone="yes"?>
<Relationships xmlns="http://schemas.openxmlformats.org/package/2006/relationships"><Relationship Id="rId2" Type="http://schemas.openxmlformats.org/officeDocument/2006/relationships/slide" Target="../slides/slide2114.xml"/><Relationship Id="rId1" Type="http://schemas.openxmlformats.org/officeDocument/2006/relationships/notesMaster" Target="../notesMasters/notesMaster1.xml"/></Relationships>
</file>

<file path=ppt/notesSlides/_rels/notesSlide2039.xml.rels><?xml version="1.0" encoding="UTF-8" standalone="yes"?>
<Relationships xmlns="http://schemas.openxmlformats.org/package/2006/relationships"><Relationship Id="rId2" Type="http://schemas.openxmlformats.org/officeDocument/2006/relationships/slide" Target="../slides/slide2115.xml"/><Relationship Id="rId1" Type="http://schemas.openxmlformats.org/officeDocument/2006/relationships/notesMaster" Target="../notesMasters/notesMaster1.xml"/></Relationships>
</file>

<file path=ppt/notesSlides/_rels/notesSlide2040.xml.rels><?xml version="1.0" encoding="UTF-8" standalone="yes"?>
<Relationships xmlns="http://schemas.openxmlformats.org/package/2006/relationships"><Relationship Id="rId2" Type="http://schemas.openxmlformats.org/officeDocument/2006/relationships/slide" Target="../slides/slide2116.xml"/><Relationship Id="rId1" Type="http://schemas.openxmlformats.org/officeDocument/2006/relationships/notesMaster" Target="../notesMasters/notesMaster1.xml"/></Relationships>
</file>

<file path=ppt/notesSlides/_rels/notesSlide2041.xml.rels><?xml version="1.0" encoding="UTF-8" standalone="yes"?>
<Relationships xmlns="http://schemas.openxmlformats.org/package/2006/relationships"><Relationship Id="rId2" Type="http://schemas.openxmlformats.org/officeDocument/2006/relationships/slide" Target="../slides/slide2117.xml"/><Relationship Id="rId1" Type="http://schemas.openxmlformats.org/officeDocument/2006/relationships/notesMaster" Target="../notesMasters/notesMaster1.xml"/></Relationships>
</file>

<file path=ppt/notesSlides/_rels/notesSlide2042.xml.rels><?xml version="1.0" encoding="UTF-8" standalone="yes"?>
<Relationships xmlns="http://schemas.openxmlformats.org/package/2006/relationships"><Relationship Id="rId2" Type="http://schemas.openxmlformats.org/officeDocument/2006/relationships/slide" Target="../slides/slide2118.xml"/><Relationship Id="rId1" Type="http://schemas.openxmlformats.org/officeDocument/2006/relationships/notesMaster" Target="../notesMasters/notesMaster1.xml"/></Relationships>
</file>

<file path=ppt/notesSlides/_rels/notesSlide2043.xml.rels><?xml version="1.0" encoding="UTF-8" standalone="yes"?>
<Relationships xmlns="http://schemas.openxmlformats.org/package/2006/relationships"><Relationship Id="rId2" Type="http://schemas.openxmlformats.org/officeDocument/2006/relationships/slide" Target="../slides/slide2119.xml"/><Relationship Id="rId1" Type="http://schemas.openxmlformats.org/officeDocument/2006/relationships/notesMaster" Target="../notesMasters/notesMaster1.xml"/></Relationships>
</file>

<file path=ppt/notesSlides/_rels/notesSlide2044.xml.rels><?xml version="1.0" encoding="UTF-8" standalone="yes"?>
<Relationships xmlns="http://schemas.openxmlformats.org/package/2006/relationships"><Relationship Id="rId2" Type="http://schemas.openxmlformats.org/officeDocument/2006/relationships/slide" Target="../slides/slide2120.xml"/><Relationship Id="rId1" Type="http://schemas.openxmlformats.org/officeDocument/2006/relationships/notesMaster" Target="../notesMasters/notesMaster1.xml"/></Relationships>
</file>

<file path=ppt/notesSlides/_rels/notesSlide2045.xml.rels><?xml version="1.0" encoding="UTF-8" standalone="yes"?>
<Relationships xmlns="http://schemas.openxmlformats.org/package/2006/relationships"><Relationship Id="rId2" Type="http://schemas.openxmlformats.org/officeDocument/2006/relationships/slide" Target="../slides/slide2121.xml"/><Relationship Id="rId1" Type="http://schemas.openxmlformats.org/officeDocument/2006/relationships/notesMaster" Target="../notesMasters/notesMaster1.xml"/></Relationships>
</file>

<file path=ppt/notesSlides/_rels/notesSlide2046.xml.rels><?xml version="1.0" encoding="UTF-8" standalone="yes"?>
<Relationships xmlns="http://schemas.openxmlformats.org/package/2006/relationships"><Relationship Id="rId2" Type="http://schemas.openxmlformats.org/officeDocument/2006/relationships/slide" Target="../slides/slide2122.xml"/><Relationship Id="rId1" Type="http://schemas.openxmlformats.org/officeDocument/2006/relationships/notesMaster" Target="../notesMasters/notesMaster1.xml"/></Relationships>
</file>

<file path=ppt/notesSlides/_rels/notesSlide2047.xml.rels><?xml version="1.0" encoding="UTF-8" standalone="yes"?>
<Relationships xmlns="http://schemas.openxmlformats.org/package/2006/relationships"><Relationship Id="rId2" Type="http://schemas.openxmlformats.org/officeDocument/2006/relationships/slide" Target="../slides/slide2123.xml"/><Relationship Id="rId1" Type="http://schemas.openxmlformats.org/officeDocument/2006/relationships/notesMaster" Target="../notesMasters/notesMaster1.xml"/></Relationships>
</file>

<file path=ppt/notesSlides/_rels/notesSlide2048.xml.rels><?xml version="1.0" encoding="UTF-8" standalone="yes"?>
<Relationships xmlns="http://schemas.openxmlformats.org/package/2006/relationships"><Relationship Id="rId2" Type="http://schemas.openxmlformats.org/officeDocument/2006/relationships/slide" Target="../slides/slide2124.xml"/><Relationship Id="rId1" Type="http://schemas.openxmlformats.org/officeDocument/2006/relationships/notesMaster" Target="../notesMasters/notesMaster1.xml"/></Relationships>
</file>

<file path=ppt/notesSlides/_rels/notesSlide2049.xml.rels><?xml version="1.0" encoding="UTF-8" standalone="yes"?>
<Relationships xmlns="http://schemas.openxmlformats.org/package/2006/relationships"><Relationship Id="rId2" Type="http://schemas.openxmlformats.org/officeDocument/2006/relationships/slide" Target="../slides/slide2125.xml"/><Relationship Id="rId1" Type="http://schemas.openxmlformats.org/officeDocument/2006/relationships/notesMaster" Target="../notesMasters/notesMaster1.xml"/></Relationships>
</file>

<file path=ppt/notesSlides/_rels/notesSlide2050.xml.rels><?xml version="1.0" encoding="UTF-8" standalone="yes"?>
<Relationships xmlns="http://schemas.openxmlformats.org/package/2006/relationships"><Relationship Id="rId2" Type="http://schemas.openxmlformats.org/officeDocument/2006/relationships/slide" Target="../slides/slide2128.xml"/><Relationship Id="rId1" Type="http://schemas.openxmlformats.org/officeDocument/2006/relationships/notesMaster" Target="../notesMasters/notesMaster1.xml"/></Relationships>
</file>

<file path=ppt/notesSlides/_rels/notesSlide2051.xml.rels><?xml version="1.0" encoding="UTF-8" standalone="yes"?>
<Relationships xmlns="http://schemas.openxmlformats.org/package/2006/relationships"><Relationship Id="rId2" Type="http://schemas.openxmlformats.org/officeDocument/2006/relationships/slide" Target="../slides/slide2129.xml"/><Relationship Id="rId1" Type="http://schemas.openxmlformats.org/officeDocument/2006/relationships/notesMaster" Target="../notesMasters/notesMaster1.xml"/></Relationships>
</file>

<file path=ppt/notesSlides/_rels/notesSlide2052.xml.rels><?xml version="1.0" encoding="UTF-8" standalone="yes"?>
<Relationships xmlns="http://schemas.openxmlformats.org/package/2006/relationships"><Relationship Id="rId2" Type="http://schemas.openxmlformats.org/officeDocument/2006/relationships/slide" Target="../slides/slide2130.xml"/><Relationship Id="rId1" Type="http://schemas.openxmlformats.org/officeDocument/2006/relationships/notesMaster" Target="../notesMasters/notesMaster1.xml"/></Relationships>
</file>

<file path=ppt/notesSlides/_rels/notesSlide2053.xml.rels><?xml version="1.0" encoding="UTF-8" standalone="yes"?>
<Relationships xmlns="http://schemas.openxmlformats.org/package/2006/relationships"><Relationship Id="rId2" Type="http://schemas.openxmlformats.org/officeDocument/2006/relationships/slide" Target="../slides/slide2131.xml"/><Relationship Id="rId1" Type="http://schemas.openxmlformats.org/officeDocument/2006/relationships/notesMaster" Target="../notesMasters/notesMaster1.xml"/></Relationships>
</file>

<file path=ppt/notesSlides/_rels/notesSlide2054.xml.rels><?xml version="1.0" encoding="UTF-8" standalone="yes"?>
<Relationships xmlns="http://schemas.openxmlformats.org/package/2006/relationships"><Relationship Id="rId2" Type="http://schemas.openxmlformats.org/officeDocument/2006/relationships/slide" Target="../slides/slide2132.xml"/><Relationship Id="rId1" Type="http://schemas.openxmlformats.org/officeDocument/2006/relationships/notesMaster" Target="../notesMasters/notesMaster1.xml"/></Relationships>
</file>

<file path=ppt/notesSlides/_rels/notesSlide2055.xml.rels><?xml version="1.0" encoding="UTF-8" standalone="yes"?>
<Relationships xmlns="http://schemas.openxmlformats.org/package/2006/relationships"><Relationship Id="rId2" Type="http://schemas.openxmlformats.org/officeDocument/2006/relationships/slide" Target="../slides/slide2133.xml"/><Relationship Id="rId1" Type="http://schemas.openxmlformats.org/officeDocument/2006/relationships/notesMaster" Target="../notesMasters/notesMaster1.xml"/></Relationships>
</file>

<file path=ppt/notesSlides/_rels/notesSlide2056.xml.rels><?xml version="1.0" encoding="UTF-8" standalone="yes"?>
<Relationships xmlns="http://schemas.openxmlformats.org/package/2006/relationships"><Relationship Id="rId2" Type="http://schemas.openxmlformats.org/officeDocument/2006/relationships/slide" Target="../slides/slide2134.xml"/><Relationship Id="rId1" Type="http://schemas.openxmlformats.org/officeDocument/2006/relationships/notesMaster" Target="../notesMasters/notesMaster1.xml"/></Relationships>
</file>

<file path=ppt/notesSlides/_rels/notesSlide2057.xml.rels><?xml version="1.0" encoding="UTF-8" standalone="yes"?>
<Relationships xmlns="http://schemas.openxmlformats.org/package/2006/relationships"><Relationship Id="rId2" Type="http://schemas.openxmlformats.org/officeDocument/2006/relationships/slide" Target="../slides/slide2135.xml"/><Relationship Id="rId1" Type="http://schemas.openxmlformats.org/officeDocument/2006/relationships/notesMaster" Target="../notesMasters/notesMaster1.xml"/></Relationships>
</file>

<file path=ppt/notesSlides/_rels/notesSlide2058.xml.rels><?xml version="1.0" encoding="UTF-8" standalone="yes"?>
<Relationships xmlns="http://schemas.openxmlformats.org/package/2006/relationships"><Relationship Id="rId2" Type="http://schemas.openxmlformats.org/officeDocument/2006/relationships/slide" Target="../slides/slide2136.xml"/><Relationship Id="rId1" Type="http://schemas.openxmlformats.org/officeDocument/2006/relationships/notesMaster" Target="../notesMasters/notesMaster1.xml"/></Relationships>
</file>

<file path=ppt/notesSlides/_rels/notesSlide2059.xml.rels><?xml version="1.0" encoding="UTF-8" standalone="yes"?>
<Relationships xmlns="http://schemas.openxmlformats.org/package/2006/relationships"><Relationship Id="rId2" Type="http://schemas.openxmlformats.org/officeDocument/2006/relationships/slide" Target="../slides/slide2137.xml"/><Relationship Id="rId1" Type="http://schemas.openxmlformats.org/officeDocument/2006/relationships/notesMaster" Target="../notesMasters/notesMaster1.xml"/></Relationships>
</file>

<file path=ppt/notesSlides/_rels/notesSlide2060.xml.rels><?xml version="1.0" encoding="UTF-8" standalone="yes"?>
<Relationships xmlns="http://schemas.openxmlformats.org/package/2006/relationships"><Relationship Id="rId2" Type="http://schemas.openxmlformats.org/officeDocument/2006/relationships/slide" Target="../slides/slide2138.xml"/><Relationship Id="rId1" Type="http://schemas.openxmlformats.org/officeDocument/2006/relationships/notesMaster" Target="../notesMasters/notesMaster1.xml"/></Relationships>
</file>

<file path=ppt/notesSlides/_rels/notesSlide2061.xml.rels><?xml version="1.0" encoding="UTF-8" standalone="yes"?>
<Relationships xmlns="http://schemas.openxmlformats.org/package/2006/relationships"><Relationship Id="rId2" Type="http://schemas.openxmlformats.org/officeDocument/2006/relationships/slide" Target="../slides/slide2139.xml"/><Relationship Id="rId1" Type="http://schemas.openxmlformats.org/officeDocument/2006/relationships/notesMaster" Target="../notesMasters/notesMaster1.xml"/></Relationships>
</file>

<file path=ppt/notesSlides/_rels/notesSlide2062.xml.rels><?xml version="1.0" encoding="UTF-8" standalone="yes"?>
<Relationships xmlns="http://schemas.openxmlformats.org/package/2006/relationships"><Relationship Id="rId2" Type="http://schemas.openxmlformats.org/officeDocument/2006/relationships/slide" Target="../slides/slide2140.xml"/><Relationship Id="rId1" Type="http://schemas.openxmlformats.org/officeDocument/2006/relationships/notesMaster" Target="../notesMasters/notesMaster1.xml"/></Relationships>
</file>

<file path=ppt/notesSlides/_rels/notesSlide2063.xml.rels><?xml version="1.0" encoding="UTF-8" standalone="yes"?>
<Relationships xmlns="http://schemas.openxmlformats.org/package/2006/relationships"><Relationship Id="rId2" Type="http://schemas.openxmlformats.org/officeDocument/2006/relationships/slide" Target="../slides/slide2141.xml"/><Relationship Id="rId1" Type="http://schemas.openxmlformats.org/officeDocument/2006/relationships/notesMaster" Target="../notesMasters/notesMaster1.xml"/></Relationships>
</file>

<file path=ppt/notesSlides/_rels/notesSlide2064.xml.rels><?xml version="1.0" encoding="UTF-8" standalone="yes"?>
<Relationships xmlns="http://schemas.openxmlformats.org/package/2006/relationships"><Relationship Id="rId2" Type="http://schemas.openxmlformats.org/officeDocument/2006/relationships/slide" Target="../slides/slide2144.xml"/><Relationship Id="rId1" Type="http://schemas.openxmlformats.org/officeDocument/2006/relationships/notesMaster" Target="../notesMasters/notesMaster1.xml"/></Relationships>
</file>

<file path=ppt/notesSlides/_rels/notesSlide2065.xml.rels><?xml version="1.0" encoding="UTF-8" standalone="yes"?>
<Relationships xmlns="http://schemas.openxmlformats.org/package/2006/relationships"><Relationship Id="rId2" Type="http://schemas.openxmlformats.org/officeDocument/2006/relationships/slide" Target="../slides/slide2145.xml"/><Relationship Id="rId1" Type="http://schemas.openxmlformats.org/officeDocument/2006/relationships/notesMaster" Target="../notesMasters/notesMaster1.xml"/></Relationships>
</file>

<file path=ppt/notesSlides/_rels/notesSlide2066.xml.rels><?xml version="1.0" encoding="UTF-8" standalone="yes"?>
<Relationships xmlns="http://schemas.openxmlformats.org/package/2006/relationships"><Relationship Id="rId2" Type="http://schemas.openxmlformats.org/officeDocument/2006/relationships/slide" Target="../slides/slide2146.xml"/><Relationship Id="rId1" Type="http://schemas.openxmlformats.org/officeDocument/2006/relationships/notesMaster" Target="../notesMasters/notesMaster1.xml"/></Relationships>
</file>

<file path=ppt/notesSlides/_rels/notesSlide2067.xml.rels><?xml version="1.0" encoding="UTF-8" standalone="yes"?>
<Relationships xmlns="http://schemas.openxmlformats.org/package/2006/relationships"><Relationship Id="rId2" Type="http://schemas.openxmlformats.org/officeDocument/2006/relationships/slide" Target="../slides/slide2147.xml"/><Relationship Id="rId1" Type="http://schemas.openxmlformats.org/officeDocument/2006/relationships/notesMaster" Target="../notesMasters/notesMaster1.xml"/></Relationships>
</file>

<file path=ppt/notesSlides/_rels/notesSlide2068.xml.rels><?xml version="1.0" encoding="UTF-8" standalone="yes"?>
<Relationships xmlns="http://schemas.openxmlformats.org/package/2006/relationships"><Relationship Id="rId2" Type="http://schemas.openxmlformats.org/officeDocument/2006/relationships/slide" Target="../slides/slide2148.xml"/><Relationship Id="rId1" Type="http://schemas.openxmlformats.org/officeDocument/2006/relationships/notesMaster" Target="../notesMasters/notesMaster1.xml"/></Relationships>
</file>

<file path=ppt/notesSlides/_rels/notesSlide2069.xml.rels><?xml version="1.0" encoding="UTF-8" standalone="yes"?>
<Relationships xmlns="http://schemas.openxmlformats.org/package/2006/relationships"><Relationship Id="rId2" Type="http://schemas.openxmlformats.org/officeDocument/2006/relationships/slide" Target="../slides/slide2149.xml"/><Relationship Id="rId1" Type="http://schemas.openxmlformats.org/officeDocument/2006/relationships/notesMaster" Target="../notesMasters/notesMaster1.xml"/></Relationships>
</file>

<file path=ppt/notesSlides/_rels/notesSlide2070.xml.rels><?xml version="1.0" encoding="UTF-8" standalone="yes"?>
<Relationships xmlns="http://schemas.openxmlformats.org/package/2006/relationships"><Relationship Id="rId2" Type="http://schemas.openxmlformats.org/officeDocument/2006/relationships/slide" Target="../slides/slide2150.xml"/><Relationship Id="rId1" Type="http://schemas.openxmlformats.org/officeDocument/2006/relationships/notesMaster" Target="../notesMasters/notesMaster1.xml"/></Relationships>
</file>

<file path=ppt/notesSlides/_rels/notesSlide2071.xml.rels><?xml version="1.0" encoding="UTF-8" standalone="yes"?>
<Relationships xmlns="http://schemas.openxmlformats.org/package/2006/relationships"><Relationship Id="rId2" Type="http://schemas.openxmlformats.org/officeDocument/2006/relationships/slide" Target="../slides/slide2151.xml"/><Relationship Id="rId1" Type="http://schemas.openxmlformats.org/officeDocument/2006/relationships/notesMaster" Target="../notesMasters/notesMaster1.xml"/></Relationships>
</file>

<file path=ppt/notesSlides/_rels/notesSlide2072.xml.rels><?xml version="1.0" encoding="UTF-8" standalone="yes"?>
<Relationships xmlns="http://schemas.openxmlformats.org/package/2006/relationships"><Relationship Id="rId2" Type="http://schemas.openxmlformats.org/officeDocument/2006/relationships/slide" Target="../slides/slide2152.xml"/><Relationship Id="rId1" Type="http://schemas.openxmlformats.org/officeDocument/2006/relationships/notesMaster" Target="../notesMasters/notesMaster1.xml"/></Relationships>
</file>

<file path=ppt/notesSlides/_rels/notesSlide2073.xml.rels><?xml version="1.0" encoding="UTF-8" standalone="yes"?>
<Relationships xmlns="http://schemas.openxmlformats.org/package/2006/relationships"><Relationship Id="rId2" Type="http://schemas.openxmlformats.org/officeDocument/2006/relationships/slide" Target="../slides/slide2153.xml"/><Relationship Id="rId1" Type="http://schemas.openxmlformats.org/officeDocument/2006/relationships/notesMaster" Target="../notesMasters/notesMaster1.xml"/></Relationships>
</file>

<file path=ppt/notesSlides/_rels/notesSlide2074.xml.rels><?xml version="1.0" encoding="UTF-8" standalone="yes"?>
<Relationships xmlns="http://schemas.openxmlformats.org/package/2006/relationships"><Relationship Id="rId2" Type="http://schemas.openxmlformats.org/officeDocument/2006/relationships/slide" Target="../slides/slide2154.xml"/><Relationship Id="rId1" Type="http://schemas.openxmlformats.org/officeDocument/2006/relationships/notesMaster" Target="../notesMasters/notesMaster1.xml"/></Relationships>
</file>

<file path=ppt/notesSlides/_rels/notesSlide2075.xml.rels><?xml version="1.0" encoding="UTF-8" standalone="yes"?>
<Relationships xmlns="http://schemas.openxmlformats.org/package/2006/relationships"><Relationship Id="rId2" Type="http://schemas.openxmlformats.org/officeDocument/2006/relationships/slide" Target="../slides/slide2155.xml"/><Relationship Id="rId1" Type="http://schemas.openxmlformats.org/officeDocument/2006/relationships/notesMaster" Target="../notesMasters/notesMaster1.xml"/></Relationships>
</file>

<file path=ppt/notesSlides/_rels/notesSlide2076.xml.rels><?xml version="1.0" encoding="UTF-8" standalone="yes"?>
<Relationships xmlns="http://schemas.openxmlformats.org/package/2006/relationships"><Relationship Id="rId2" Type="http://schemas.openxmlformats.org/officeDocument/2006/relationships/slide" Target="../slides/slide2156.xml"/><Relationship Id="rId1" Type="http://schemas.openxmlformats.org/officeDocument/2006/relationships/notesMaster" Target="../notesMasters/notesMaster1.xml"/></Relationships>
</file>

<file path=ppt/notesSlides/_rels/notesSlide2077.xml.rels><?xml version="1.0" encoding="UTF-8" standalone="yes"?>
<Relationships xmlns="http://schemas.openxmlformats.org/package/2006/relationships"><Relationship Id="rId2" Type="http://schemas.openxmlformats.org/officeDocument/2006/relationships/slide" Target="../slides/slide2157.xml"/><Relationship Id="rId1" Type="http://schemas.openxmlformats.org/officeDocument/2006/relationships/notesMaster" Target="../notesMasters/notesMaster1.xml"/></Relationships>
</file>

<file path=ppt/notesSlides/_rels/notesSlide2078.xml.rels><?xml version="1.0" encoding="UTF-8" standalone="yes"?>
<Relationships xmlns="http://schemas.openxmlformats.org/package/2006/relationships"><Relationship Id="rId2" Type="http://schemas.openxmlformats.org/officeDocument/2006/relationships/slide" Target="../slides/slide2160.xml"/><Relationship Id="rId1" Type="http://schemas.openxmlformats.org/officeDocument/2006/relationships/notesMaster" Target="../notesMasters/notesMaster1.xml"/></Relationships>
</file>

<file path=ppt/notesSlides/_rels/notesSlide2079.xml.rels><?xml version="1.0" encoding="UTF-8" standalone="yes"?>
<Relationships xmlns="http://schemas.openxmlformats.org/package/2006/relationships"><Relationship Id="rId2" Type="http://schemas.openxmlformats.org/officeDocument/2006/relationships/slide" Target="../slides/slide2161.xml"/><Relationship Id="rId1" Type="http://schemas.openxmlformats.org/officeDocument/2006/relationships/notesMaster" Target="../notesMasters/notesMaster1.xml"/></Relationships>
</file>

<file path=ppt/notesSlides/_rels/notesSlide2080.xml.rels><?xml version="1.0" encoding="UTF-8" standalone="yes"?>
<Relationships xmlns="http://schemas.openxmlformats.org/package/2006/relationships"><Relationship Id="rId2" Type="http://schemas.openxmlformats.org/officeDocument/2006/relationships/slide" Target="../slides/slide2162.xml"/><Relationship Id="rId1" Type="http://schemas.openxmlformats.org/officeDocument/2006/relationships/notesMaster" Target="../notesMasters/notesMaster1.xml"/></Relationships>
</file>

<file path=ppt/notesSlides/_rels/notesSlide2081.xml.rels><?xml version="1.0" encoding="UTF-8" standalone="yes"?>
<Relationships xmlns="http://schemas.openxmlformats.org/package/2006/relationships"><Relationship Id="rId2" Type="http://schemas.openxmlformats.org/officeDocument/2006/relationships/slide" Target="../slides/slide2163.xml"/><Relationship Id="rId1" Type="http://schemas.openxmlformats.org/officeDocument/2006/relationships/notesMaster" Target="../notesMasters/notesMaster1.xml"/></Relationships>
</file>

<file path=ppt/notesSlides/_rels/notesSlide2082.xml.rels><?xml version="1.0" encoding="UTF-8" standalone="yes"?>
<Relationships xmlns="http://schemas.openxmlformats.org/package/2006/relationships"><Relationship Id="rId2" Type="http://schemas.openxmlformats.org/officeDocument/2006/relationships/slide" Target="../slides/slide2164.xml"/><Relationship Id="rId1" Type="http://schemas.openxmlformats.org/officeDocument/2006/relationships/notesMaster" Target="../notesMasters/notesMaster1.xml"/></Relationships>
</file>

<file path=ppt/notesSlides/_rels/notesSlide2083.xml.rels><?xml version="1.0" encoding="UTF-8" standalone="yes"?>
<Relationships xmlns="http://schemas.openxmlformats.org/package/2006/relationships"><Relationship Id="rId2" Type="http://schemas.openxmlformats.org/officeDocument/2006/relationships/slide" Target="../slides/slide2165.xml"/><Relationship Id="rId1" Type="http://schemas.openxmlformats.org/officeDocument/2006/relationships/notesMaster" Target="../notesMasters/notesMaster1.xml"/></Relationships>
</file>

<file path=ppt/notesSlides/_rels/notesSlide2084.xml.rels><?xml version="1.0" encoding="UTF-8" standalone="yes"?>
<Relationships xmlns="http://schemas.openxmlformats.org/package/2006/relationships"><Relationship Id="rId2" Type="http://schemas.openxmlformats.org/officeDocument/2006/relationships/slide" Target="../slides/slide2166.xml"/><Relationship Id="rId1" Type="http://schemas.openxmlformats.org/officeDocument/2006/relationships/notesMaster" Target="../notesMasters/notesMaster1.xml"/></Relationships>
</file>

<file path=ppt/notesSlides/_rels/notesSlide2085.xml.rels><?xml version="1.0" encoding="UTF-8" standalone="yes"?>
<Relationships xmlns="http://schemas.openxmlformats.org/package/2006/relationships"><Relationship Id="rId2" Type="http://schemas.openxmlformats.org/officeDocument/2006/relationships/slide" Target="../slides/slide2167.xml"/><Relationship Id="rId1" Type="http://schemas.openxmlformats.org/officeDocument/2006/relationships/notesMaster" Target="../notesMasters/notesMaster1.xml"/></Relationships>
</file>

<file path=ppt/notesSlides/_rels/notesSlide2086.xml.rels><?xml version="1.0" encoding="UTF-8" standalone="yes"?>
<Relationships xmlns="http://schemas.openxmlformats.org/package/2006/relationships"><Relationship Id="rId2" Type="http://schemas.openxmlformats.org/officeDocument/2006/relationships/slide" Target="../slides/slide2168.xml"/><Relationship Id="rId1" Type="http://schemas.openxmlformats.org/officeDocument/2006/relationships/notesMaster" Target="../notesMasters/notesMaster1.xml"/></Relationships>
</file>

<file path=ppt/notesSlides/_rels/notesSlide2087.xml.rels><?xml version="1.0" encoding="UTF-8" standalone="yes"?>
<Relationships xmlns="http://schemas.openxmlformats.org/package/2006/relationships"><Relationship Id="rId2" Type="http://schemas.openxmlformats.org/officeDocument/2006/relationships/slide" Target="../slides/slide2169.xml"/><Relationship Id="rId1" Type="http://schemas.openxmlformats.org/officeDocument/2006/relationships/notesMaster" Target="../notesMasters/notesMaster1.xml"/></Relationships>
</file>

<file path=ppt/notesSlides/_rels/notesSlide2088.xml.rels><?xml version="1.0" encoding="UTF-8" standalone="yes"?>
<Relationships xmlns="http://schemas.openxmlformats.org/package/2006/relationships"><Relationship Id="rId2" Type="http://schemas.openxmlformats.org/officeDocument/2006/relationships/slide" Target="../slides/slide2170.xml"/><Relationship Id="rId1" Type="http://schemas.openxmlformats.org/officeDocument/2006/relationships/notesMaster" Target="../notesMasters/notesMaster1.xml"/></Relationships>
</file>

<file path=ppt/notesSlides/_rels/notesSlide2089.xml.rels><?xml version="1.0" encoding="UTF-8" standalone="yes"?>
<Relationships xmlns="http://schemas.openxmlformats.org/package/2006/relationships"><Relationship Id="rId2" Type="http://schemas.openxmlformats.org/officeDocument/2006/relationships/slide" Target="../slides/slide2171.xml"/><Relationship Id="rId1" Type="http://schemas.openxmlformats.org/officeDocument/2006/relationships/notesMaster" Target="../notesMasters/notesMaster1.xml"/></Relationships>
</file>

<file path=ppt/notesSlides/_rels/notesSlide2090.xml.rels><?xml version="1.0" encoding="UTF-8" standalone="yes"?>
<Relationships xmlns="http://schemas.openxmlformats.org/package/2006/relationships"><Relationship Id="rId2" Type="http://schemas.openxmlformats.org/officeDocument/2006/relationships/slide" Target="../slides/slide2172.xml"/><Relationship Id="rId1" Type="http://schemas.openxmlformats.org/officeDocument/2006/relationships/notesMaster" Target="../notesMasters/notesMaster1.xml"/></Relationships>
</file>

<file path=ppt/notesSlides/_rels/notesSlide2091.xml.rels><?xml version="1.0" encoding="UTF-8" standalone="yes"?>
<Relationships xmlns="http://schemas.openxmlformats.org/package/2006/relationships"><Relationship Id="rId2" Type="http://schemas.openxmlformats.org/officeDocument/2006/relationships/slide" Target="../slides/slide2173.xml"/><Relationship Id="rId1" Type="http://schemas.openxmlformats.org/officeDocument/2006/relationships/notesMaster" Target="../notesMasters/notesMaster1.xml"/></Relationships>
</file>

<file path=ppt/notesSlides/_rels/notesSlide2092.xml.rels><?xml version="1.0" encoding="UTF-8" standalone="yes"?>
<Relationships xmlns="http://schemas.openxmlformats.org/package/2006/relationships"><Relationship Id="rId2" Type="http://schemas.openxmlformats.org/officeDocument/2006/relationships/slide" Target="../slides/slide2175.xml"/><Relationship Id="rId1" Type="http://schemas.openxmlformats.org/officeDocument/2006/relationships/notesMaster" Target="../notesMasters/notesMaster1.xml"/></Relationships>
</file>

<file path=ppt/notesSlides/_rels/notesSlide2093.xml.rels><?xml version="1.0" encoding="UTF-8" standalone="yes"?>
<Relationships xmlns="http://schemas.openxmlformats.org/package/2006/relationships"><Relationship Id="rId2" Type="http://schemas.openxmlformats.org/officeDocument/2006/relationships/slide" Target="../slides/slide2176.xml"/><Relationship Id="rId1" Type="http://schemas.openxmlformats.org/officeDocument/2006/relationships/notesMaster" Target="../notesMasters/notesMaster1.xml"/></Relationships>
</file>

<file path=ppt/notesSlides/_rels/notesSlide2094.xml.rels><?xml version="1.0" encoding="UTF-8" standalone="yes"?>
<Relationships xmlns="http://schemas.openxmlformats.org/package/2006/relationships"><Relationship Id="rId2" Type="http://schemas.openxmlformats.org/officeDocument/2006/relationships/slide" Target="../slides/slide2177.xml"/><Relationship Id="rId1" Type="http://schemas.openxmlformats.org/officeDocument/2006/relationships/notesMaster" Target="../notesMasters/notesMaster1.xml"/></Relationships>
</file>

<file path=ppt/notesSlides/_rels/notesSlide2095.xml.rels><?xml version="1.0" encoding="UTF-8" standalone="yes"?>
<Relationships xmlns="http://schemas.openxmlformats.org/package/2006/relationships"><Relationship Id="rId2" Type="http://schemas.openxmlformats.org/officeDocument/2006/relationships/slide" Target="../slides/slide2178.xml"/><Relationship Id="rId1" Type="http://schemas.openxmlformats.org/officeDocument/2006/relationships/notesMaster" Target="../notesMasters/notesMaster1.xml"/></Relationships>
</file>

<file path=ppt/notesSlides/_rels/notesSlide2096.xml.rels><?xml version="1.0" encoding="UTF-8" standalone="yes"?>
<Relationships xmlns="http://schemas.openxmlformats.org/package/2006/relationships"><Relationship Id="rId2" Type="http://schemas.openxmlformats.org/officeDocument/2006/relationships/slide" Target="../slides/slide2179.xml"/><Relationship Id="rId1" Type="http://schemas.openxmlformats.org/officeDocument/2006/relationships/notesMaster" Target="../notesMasters/notesMaster1.xml"/></Relationships>
</file>

<file path=ppt/notesSlides/_rels/notesSlide2097.xml.rels><?xml version="1.0" encoding="UTF-8" standalone="yes"?>
<Relationships xmlns="http://schemas.openxmlformats.org/package/2006/relationships"><Relationship Id="rId2" Type="http://schemas.openxmlformats.org/officeDocument/2006/relationships/slide" Target="../slides/slide2180.xml"/><Relationship Id="rId1" Type="http://schemas.openxmlformats.org/officeDocument/2006/relationships/notesMaster" Target="../notesMasters/notesMaster1.xml"/></Relationships>
</file>

<file path=ppt/notesSlides/_rels/notesSlide2098.xml.rels><?xml version="1.0" encoding="UTF-8" standalone="yes"?>
<Relationships xmlns="http://schemas.openxmlformats.org/package/2006/relationships"><Relationship Id="rId2" Type="http://schemas.openxmlformats.org/officeDocument/2006/relationships/slide" Target="../slides/slide2181.xml"/><Relationship Id="rId1" Type="http://schemas.openxmlformats.org/officeDocument/2006/relationships/notesMaster" Target="../notesMasters/notesMaster1.xml"/></Relationships>
</file>

<file path=ppt/notesSlides/_rels/notesSlide2099.xml.rels><?xml version="1.0" encoding="UTF-8" standalone="yes"?>
<Relationships xmlns="http://schemas.openxmlformats.org/package/2006/relationships"><Relationship Id="rId2" Type="http://schemas.openxmlformats.org/officeDocument/2006/relationships/slide" Target="../slides/slide2182.xml"/><Relationship Id="rId1" Type="http://schemas.openxmlformats.org/officeDocument/2006/relationships/notesMaster" Target="../notesMasters/notesMaster1.xml"/></Relationships>
</file>

<file path=ppt/notesSlides/_rels/notesSlide2100.xml.rels><?xml version="1.0" encoding="UTF-8" standalone="yes"?>
<Relationships xmlns="http://schemas.openxmlformats.org/package/2006/relationships"><Relationship Id="rId2" Type="http://schemas.openxmlformats.org/officeDocument/2006/relationships/slide" Target="../slides/slide2183.xml"/><Relationship Id="rId1" Type="http://schemas.openxmlformats.org/officeDocument/2006/relationships/notesMaster" Target="../notesMasters/notesMaster1.xml"/></Relationships>
</file>

<file path=ppt/notesSlides/_rels/notesSlide2101.xml.rels><?xml version="1.0" encoding="UTF-8" standalone="yes"?>
<Relationships xmlns="http://schemas.openxmlformats.org/package/2006/relationships"><Relationship Id="rId2" Type="http://schemas.openxmlformats.org/officeDocument/2006/relationships/slide" Target="../slides/slide2184.xml"/><Relationship Id="rId1" Type="http://schemas.openxmlformats.org/officeDocument/2006/relationships/notesMaster" Target="../notesMasters/notesMaster1.xml"/></Relationships>
</file>

<file path=ppt/notesSlides/_rels/notesSlide2102.xml.rels><?xml version="1.0" encoding="UTF-8" standalone="yes"?>
<Relationships xmlns="http://schemas.openxmlformats.org/package/2006/relationships"><Relationship Id="rId2" Type="http://schemas.openxmlformats.org/officeDocument/2006/relationships/slide" Target="../slides/slide2185.xml"/><Relationship Id="rId1" Type="http://schemas.openxmlformats.org/officeDocument/2006/relationships/notesMaster" Target="../notesMasters/notesMaster1.xml"/></Relationships>
</file>

<file path=ppt/notesSlides/_rels/notesSlide2103.xml.rels><?xml version="1.0" encoding="UTF-8" standalone="yes"?>
<Relationships xmlns="http://schemas.openxmlformats.org/package/2006/relationships"><Relationship Id="rId2" Type="http://schemas.openxmlformats.org/officeDocument/2006/relationships/slide" Target="../slides/slide2186.xml"/><Relationship Id="rId1" Type="http://schemas.openxmlformats.org/officeDocument/2006/relationships/notesMaster" Target="../notesMasters/notesMaster1.xml"/></Relationships>
</file>

<file path=ppt/notesSlides/_rels/notesSlide2104.xml.rels><?xml version="1.0" encoding="UTF-8" standalone="yes"?>
<Relationships xmlns="http://schemas.openxmlformats.org/package/2006/relationships"><Relationship Id="rId2" Type="http://schemas.openxmlformats.org/officeDocument/2006/relationships/slide" Target="../slides/slide2187.xml"/><Relationship Id="rId1" Type="http://schemas.openxmlformats.org/officeDocument/2006/relationships/notesMaster" Target="../notesMasters/notesMaster1.xml"/></Relationships>
</file>

<file path=ppt/notesSlides/_rels/notesSlide2105.xml.rels><?xml version="1.0" encoding="UTF-8" standalone="yes"?>
<Relationships xmlns="http://schemas.openxmlformats.org/package/2006/relationships"><Relationship Id="rId2" Type="http://schemas.openxmlformats.org/officeDocument/2006/relationships/slide" Target="../slides/slide2188.xml"/><Relationship Id="rId1" Type="http://schemas.openxmlformats.org/officeDocument/2006/relationships/notesMaster" Target="../notesMasters/notesMaster1.xml"/></Relationships>
</file>

<file path=ppt/notesSlides/_rels/notesSlide2106.xml.rels><?xml version="1.0" encoding="UTF-8" standalone="yes"?>
<Relationships xmlns="http://schemas.openxmlformats.org/package/2006/relationships"><Relationship Id="rId2" Type="http://schemas.openxmlformats.org/officeDocument/2006/relationships/slide" Target="../slides/slide2189.xml"/><Relationship Id="rId1" Type="http://schemas.openxmlformats.org/officeDocument/2006/relationships/notesMaster" Target="../notesMasters/notesMaster1.xml"/></Relationships>
</file>

<file path=ppt/notesSlides/_rels/notesSlide2107.xml.rels><?xml version="1.0" encoding="UTF-8" standalone="yes"?>
<Relationships xmlns="http://schemas.openxmlformats.org/package/2006/relationships"><Relationship Id="rId2" Type="http://schemas.openxmlformats.org/officeDocument/2006/relationships/slide" Target="../slides/slide2192.xml"/><Relationship Id="rId1" Type="http://schemas.openxmlformats.org/officeDocument/2006/relationships/notesMaster" Target="../notesMasters/notesMaster1.xml"/></Relationships>
</file>

<file path=ppt/notesSlides/_rels/notesSlide2108.xml.rels><?xml version="1.0" encoding="UTF-8" standalone="yes"?>
<Relationships xmlns="http://schemas.openxmlformats.org/package/2006/relationships"><Relationship Id="rId2" Type="http://schemas.openxmlformats.org/officeDocument/2006/relationships/slide" Target="../slides/slide2193.xml"/><Relationship Id="rId1" Type="http://schemas.openxmlformats.org/officeDocument/2006/relationships/notesMaster" Target="../notesMasters/notesMaster1.xml"/></Relationships>
</file>

<file path=ppt/notesSlides/_rels/notesSlide2109.xml.rels><?xml version="1.0" encoding="UTF-8" standalone="yes"?>
<Relationships xmlns="http://schemas.openxmlformats.org/package/2006/relationships"><Relationship Id="rId2" Type="http://schemas.openxmlformats.org/officeDocument/2006/relationships/slide" Target="../slides/slide2194.xml"/><Relationship Id="rId1" Type="http://schemas.openxmlformats.org/officeDocument/2006/relationships/notesMaster" Target="../notesMasters/notesMaster1.xml"/></Relationships>
</file>

<file path=ppt/notesSlides/_rels/notesSlide2110.xml.rels><?xml version="1.0" encoding="UTF-8" standalone="yes"?>
<Relationships xmlns="http://schemas.openxmlformats.org/package/2006/relationships"><Relationship Id="rId2" Type="http://schemas.openxmlformats.org/officeDocument/2006/relationships/slide" Target="../slides/slide2195.xml"/><Relationship Id="rId1" Type="http://schemas.openxmlformats.org/officeDocument/2006/relationships/notesMaster" Target="../notesMasters/notesMaster1.xml"/></Relationships>
</file>

<file path=ppt/notesSlides/_rels/notesSlide2111.xml.rels><?xml version="1.0" encoding="UTF-8" standalone="yes"?>
<Relationships xmlns="http://schemas.openxmlformats.org/package/2006/relationships"><Relationship Id="rId2" Type="http://schemas.openxmlformats.org/officeDocument/2006/relationships/slide" Target="../slides/slide2196.xml"/><Relationship Id="rId1" Type="http://schemas.openxmlformats.org/officeDocument/2006/relationships/notesMaster" Target="../notesMasters/notesMaster1.xml"/></Relationships>
</file>

<file path=ppt/notesSlides/_rels/notesSlide2112.xml.rels><?xml version="1.0" encoding="UTF-8" standalone="yes"?>
<Relationships xmlns="http://schemas.openxmlformats.org/package/2006/relationships"><Relationship Id="rId2" Type="http://schemas.openxmlformats.org/officeDocument/2006/relationships/slide" Target="../slides/slide2197.xml"/><Relationship Id="rId1" Type="http://schemas.openxmlformats.org/officeDocument/2006/relationships/notesMaster" Target="../notesMasters/notesMaster1.xml"/></Relationships>
</file>

<file path=ppt/notesSlides/_rels/notesSlide2113.xml.rels><?xml version="1.0" encoding="UTF-8" standalone="yes"?>
<Relationships xmlns="http://schemas.openxmlformats.org/package/2006/relationships"><Relationship Id="rId2" Type="http://schemas.openxmlformats.org/officeDocument/2006/relationships/slide" Target="../slides/slide2198.xml"/><Relationship Id="rId1" Type="http://schemas.openxmlformats.org/officeDocument/2006/relationships/notesMaster" Target="../notesMasters/notesMaster1.xml"/></Relationships>
</file>

<file path=ppt/notesSlides/_rels/notesSlide2114.xml.rels><?xml version="1.0" encoding="UTF-8" standalone="yes"?>
<Relationships xmlns="http://schemas.openxmlformats.org/package/2006/relationships"><Relationship Id="rId2" Type="http://schemas.openxmlformats.org/officeDocument/2006/relationships/slide" Target="../slides/slide2199.xml"/><Relationship Id="rId1" Type="http://schemas.openxmlformats.org/officeDocument/2006/relationships/notesMaster" Target="../notesMasters/notesMaster1.xml"/></Relationships>
</file>

<file path=ppt/notesSlides/_rels/notesSlide2115.xml.rels><?xml version="1.0" encoding="UTF-8" standalone="yes"?>
<Relationships xmlns="http://schemas.openxmlformats.org/package/2006/relationships"><Relationship Id="rId2" Type="http://schemas.openxmlformats.org/officeDocument/2006/relationships/slide" Target="../slides/slide2200.xml"/><Relationship Id="rId1" Type="http://schemas.openxmlformats.org/officeDocument/2006/relationships/notesMaster" Target="../notesMasters/notesMaster1.xml"/></Relationships>
</file>

<file path=ppt/notesSlides/_rels/notesSlide2116.xml.rels><?xml version="1.0" encoding="UTF-8" standalone="yes"?>
<Relationships xmlns="http://schemas.openxmlformats.org/package/2006/relationships"><Relationship Id="rId2" Type="http://schemas.openxmlformats.org/officeDocument/2006/relationships/slide" Target="../slides/slide2201.xml"/><Relationship Id="rId1" Type="http://schemas.openxmlformats.org/officeDocument/2006/relationships/notesMaster" Target="../notesMasters/notesMaster1.xml"/></Relationships>
</file>

<file path=ppt/notesSlides/_rels/notesSlide2117.xml.rels><?xml version="1.0" encoding="UTF-8" standalone="yes"?>
<Relationships xmlns="http://schemas.openxmlformats.org/package/2006/relationships"><Relationship Id="rId2" Type="http://schemas.openxmlformats.org/officeDocument/2006/relationships/slide" Target="../slides/slide2202.xml"/><Relationship Id="rId1" Type="http://schemas.openxmlformats.org/officeDocument/2006/relationships/notesMaster" Target="../notesMasters/notesMaster1.xml"/></Relationships>
</file>

<file path=ppt/notesSlides/_rels/notesSlide2118.xml.rels><?xml version="1.0" encoding="UTF-8" standalone="yes"?>
<Relationships xmlns="http://schemas.openxmlformats.org/package/2006/relationships"><Relationship Id="rId2" Type="http://schemas.openxmlformats.org/officeDocument/2006/relationships/slide" Target="../slides/slide2203.xml"/><Relationship Id="rId1" Type="http://schemas.openxmlformats.org/officeDocument/2006/relationships/notesMaster" Target="../notesMasters/notesMaster1.xml"/></Relationships>
</file>

<file path=ppt/notesSlides/_rels/notesSlide2119.xml.rels><?xml version="1.0" encoding="UTF-8" standalone="yes"?>
<Relationships xmlns="http://schemas.openxmlformats.org/package/2006/relationships"><Relationship Id="rId2" Type="http://schemas.openxmlformats.org/officeDocument/2006/relationships/slide" Target="../slides/slide2204.xml"/><Relationship Id="rId1" Type="http://schemas.openxmlformats.org/officeDocument/2006/relationships/notesMaster" Target="../notesMasters/notesMaster1.xml"/></Relationships>
</file>

<file path=ppt/notesSlides/_rels/notesSlide2120.xml.rels><?xml version="1.0" encoding="UTF-8" standalone="yes"?>
<Relationships xmlns="http://schemas.openxmlformats.org/package/2006/relationships"><Relationship Id="rId2" Type="http://schemas.openxmlformats.org/officeDocument/2006/relationships/slide" Target="../slides/slide2205.xml"/><Relationship Id="rId1" Type="http://schemas.openxmlformats.org/officeDocument/2006/relationships/notesMaster" Target="../notesMasters/notesMaster1.xml"/></Relationships>
</file>

<file path=ppt/notesSlides/_rels/notesSlide2121.xml.rels><?xml version="1.0" encoding="UTF-8" standalone="yes"?>
<Relationships xmlns="http://schemas.openxmlformats.org/package/2006/relationships"><Relationship Id="rId2" Type="http://schemas.openxmlformats.org/officeDocument/2006/relationships/slide" Target="../slides/slide2208.xml"/><Relationship Id="rId1" Type="http://schemas.openxmlformats.org/officeDocument/2006/relationships/notesMaster" Target="../notesMasters/notesMaster1.xml"/></Relationships>
</file>

<file path=ppt/notesSlides/_rels/notesSlide2122.xml.rels><?xml version="1.0" encoding="UTF-8" standalone="yes"?>
<Relationships xmlns="http://schemas.openxmlformats.org/package/2006/relationships"><Relationship Id="rId2" Type="http://schemas.openxmlformats.org/officeDocument/2006/relationships/slide" Target="../slides/slide2209.xml"/><Relationship Id="rId1" Type="http://schemas.openxmlformats.org/officeDocument/2006/relationships/notesMaster" Target="../notesMasters/notesMaster1.xml"/></Relationships>
</file>

<file path=ppt/notesSlides/_rels/notesSlide2123.xml.rels><?xml version="1.0" encoding="UTF-8" standalone="yes"?>
<Relationships xmlns="http://schemas.openxmlformats.org/package/2006/relationships"><Relationship Id="rId2" Type="http://schemas.openxmlformats.org/officeDocument/2006/relationships/slide" Target="../slides/slide2210.xml"/><Relationship Id="rId1" Type="http://schemas.openxmlformats.org/officeDocument/2006/relationships/notesMaster" Target="../notesMasters/notesMaster1.xml"/></Relationships>
</file>

<file path=ppt/notesSlides/_rels/notesSlide2124.xml.rels><?xml version="1.0" encoding="UTF-8" standalone="yes"?>
<Relationships xmlns="http://schemas.openxmlformats.org/package/2006/relationships"><Relationship Id="rId2" Type="http://schemas.openxmlformats.org/officeDocument/2006/relationships/slide" Target="../slides/slide2211.xml"/><Relationship Id="rId1" Type="http://schemas.openxmlformats.org/officeDocument/2006/relationships/notesMaster" Target="../notesMasters/notesMaster1.xml"/></Relationships>
</file>

<file path=ppt/notesSlides/_rels/notesSlide2125.xml.rels><?xml version="1.0" encoding="UTF-8" standalone="yes"?>
<Relationships xmlns="http://schemas.openxmlformats.org/package/2006/relationships"><Relationship Id="rId2" Type="http://schemas.openxmlformats.org/officeDocument/2006/relationships/slide" Target="../slides/slide2212.xml"/><Relationship Id="rId1" Type="http://schemas.openxmlformats.org/officeDocument/2006/relationships/notesMaster" Target="../notesMasters/notesMaster1.xml"/></Relationships>
</file>

<file path=ppt/notesSlides/_rels/notesSlide2126.xml.rels><?xml version="1.0" encoding="UTF-8" standalone="yes"?>
<Relationships xmlns="http://schemas.openxmlformats.org/package/2006/relationships"><Relationship Id="rId2" Type="http://schemas.openxmlformats.org/officeDocument/2006/relationships/slide" Target="../slides/slide2213.xml"/><Relationship Id="rId1" Type="http://schemas.openxmlformats.org/officeDocument/2006/relationships/notesMaster" Target="../notesMasters/notesMaster1.xml"/></Relationships>
</file>

<file path=ppt/notesSlides/_rels/notesSlide2127.xml.rels><?xml version="1.0" encoding="UTF-8" standalone="yes"?>
<Relationships xmlns="http://schemas.openxmlformats.org/package/2006/relationships"><Relationship Id="rId2" Type="http://schemas.openxmlformats.org/officeDocument/2006/relationships/slide" Target="../slides/slide2214.xml"/><Relationship Id="rId1" Type="http://schemas.openxmlformats.org/officeDocument/2006/relationships/notesMaster" Target="../notesMasters/notesMaster1.xml"/></Relationships>
</file>

<file path=ppt/notesSlides/_rels/notesSlide2128.xml.rels><?xml version="1.0" encoding="UTF-8" standalone="yes"?>
<Relationships xmlns="http://schemas.openxmlformats.org/package/2006/relationships"><Relationship Id="rId2" Type="http://schemas.openxmlformats.org/officeDocument/2006/relationships/slide" Target="../slides/slide2215.xml"/><Relationship Id="rId1" Type="http://schemas.openxmlformats.org/officeDocument/2006/relationships/notesMaster" Target="../notesMasters/notesMaster1.xml"/></Relationships>
</file>

<file path=ppt/notesSlides/_rels/notesSlide2129.xml.rels><?xml version="1.0" encoding="UTF-8" standalone="yes"?>
<Relationships xmlns="http://schemas.openxmlformats.org/package/2006/relationships"><Relationship Id="rId2" Type="http://schemas.openxmlformats.org/officeDocument/2006/relationships/slide" Target="../slides/slide2216.xml"/><Relationship Id="rId1" Type="http://schemas.openxmlformats.org/officeDocument/2006/relationships/notesMaster" Target="../notesMasters/notesMaster1.xml"/></Relationships>
</file>

<file path=ppt/notesSlides/_rels/notesSlide2130.xml.rels><?xml version="1.0" encoding="UTF-8" standalone="yes"?>
<Relationships xmlns="http://schemas.openxmlformats.org/package/2006/relationships"><Relationship Id="rId2" Type="http://schemas.openxmlformats.org/officeDocument/2006/relationships/slide" Target="../slides/slide2217.xml"/><Relationship Id="rId1" Type="http://schemas.openxmlformats.org/officeDocument/2006/relationships/notesMaster" Target="../notesMasters/notesMaster1.xml"/></Relationships>
</file>

<file path=ppt/notesSlides/_rels/notesSlide2131.xml.rels><?xml version="1.0" encoding="UTF-8" standalone="yes"?>
<Relationships xmlns="http://schemas.openxmlformats.org/package/2006/relationships"><Relationship Id="rId2" Type="http://schemas.openxmlformats.org/officeDocument/2006/relationships/slide" Target="../slides/slide2218.xml"/><Relationship Id="rId1" Type="http://schemas.openxmlformats.org/officeDocument/2006/relationships/notesMaster" Target="../notesMasters/notesMaster1.xml"/></Relationships>
</file>

<file path=ppt/notesSlides/_rels/notesSlide2132.xml.rels><?xml version="1.0" encoding="UTF-8" standalone="yes"?>
<Relationships xmlns="http://schemas.openxmlformats.org/package/2006/relationships"><Relationship Id="rId2" Type="http://schemas.openxmlformats.org/officeDocument/2006/relationships/slide" Target="../slides/slide2219.xml"/><Relationship Id="rId1" Type="http://schemas.openxmlformats.org/officeDocument/2006/relationships/notesMaster" Target="../notesMasters/notesMaster1.xml"/></Relationships>
</file>

<file path=ppt/notesSlides/_rels/notesSlide2133.xml.rels><?xml version="1.0" encoding="UTF-8" standalone="yes"?>
<Relationships xmlns="http://schemas.openxmlformats.org/package/2006/relationships"><Relationship Id="rId2" Type="http://schemas.openxmlformats.org/officeDocument/2006/relationships/slide" Target="../slides/slide2220.xml"/><Relationship Id="rId1" Type="http://schemas.openxmlformats.org/officeDocument/2006/relationships/notesMaster" Target="../notesMasters/notesMaster1.xml"/></Relationships>
</file>

<file path=ppt/notesSlides/_rels/notesSlide2134.xml.rels><?xml version="1.0" encoding="UTF-8" standalone="yes"?>
<Relationships xmlns="http://schemas.openxmlformats.org/package/2006/relationships"><Relationship Id="rId2" Type="http://schemas.openxmlformats.org/officeDocument/2006/relationships/slide" Target="../slides/slide2221.xml"/><Relationship Id="rId1" Type="http://schemas.openxmlformats.org/officeDocument/2006/relationships/notesMaster" Target="../notesMasters/notesMaster1.xml"/></Relationships>
</file>

<file path=ppt/notesSlides/_rels/notesSlide2135.xml.rels><?xml version="1.0" encoding="UTF-8" standalone="yes"?>
<Relationships xmlns="http://schemas.openxmlformats.org/package/2006/relationships"><Relationship Id="rId2" Type="http://schemas.openxmlformats.org/officeDocument/2006/relationships/slide" Target="../slides/slide2224.xml"/><Relationship Id="rId1" Type="http://schemas.openxmlformats.org/officeDocument/2006/relationships/notesMaster" Target="../notesMasters/notesMaster1.xml"/></Relationships>
</file>

<file path=ppt/notesSlides/_rels/notesSlide2136.xml.rels><?xml version="1.0" encoding="UTF-8" standalone="yes"?>
<Relationships xmlns="http://schemas.openxmlformats.org/package/2006/relationships"><Relationship Id="rId2" Type="http://schemas.openxmlformats.org/officeDocument/2006/relationships/slide" Target="../slides/slide2225.xml"/><Relationship Id="rId1" Type="http://schemas.openxmlformats.org/officeDocument/2006/relationships/notesMaster" Target="../notesMasters/notesMaster1.xml"/></Relationships>
</file>

<file path=ppt/notesSlides/_rels/notesSlide2137.xml.rels><?xml version="1.0" encoding="UTF-8" standalone="yes"?>
<Relationships xmlns="http://schemas.openxmlformats.org/package/2006/relationships"><Relationship Id="rId2" Type="http://schemas.openxmlformats.org/officeDocument/2006/relationships/slide" Target="../slides/slide2226.xml"/><Relationship Id="rId1" Type="http://schemas.openxmlformats.org/officeDocument/2006/relationships/notesMaster" Target="../notesMasters/notesMaster1.xml"/></Relationships>
</file>

<file path=ppt/notesSlides/_rels/notesSlide2138.xml.rels><?xml version="1.0" encoding="UTF-8" standalone="yes"?>
<Relationships xmlns="http://schemas.openxmlformats.org/package/2006/relationships"><Relationship Id="rId2" Type="http://schemas.openxmlformats.org/officeDocument/2006/relationships/slide" Target="../slides/slide2227.xml"/><Relationship Id="rId1" Type="http://schemas.openxmlformats.org/officeDocument/2006/relationships/notesMaster" Target="../notesMasters/notesMaster1.xml"/></Relationships>
</file>

<file path=ppt/notesSlides/_rels/notesSlide2139.xml.rels><?xml version="1.0" encoding="UTF-8" standalone="yes"?>
<Relationships xmlns="http://schemas.openxmlformats.org/package/2006/relationships"><Relationship Id="rId2" Type="http://schemas.openxmlformats.org/officeDocument/2006/relationships/slide" Target="../slides/slide2228.xml"/><Relationship Id="rId1" Type="http://schemas.openxmlformats.org/officeDocument/2006/relationships/notesMaster" Target="../notesMasters/notesMaster1.xml"/></Relationships>
</file>

<file path=ppt/notesSlides/_rels/notesSlide2140.xml.rels><?xml version="1.0" encoding="UTF-8" standalone="yes"?>
<Relationships xmlns="http://schemas.openxmlformats.org/package/2006/relationships"><Relationship Id="rId2" Type="http://schemas.openxmlformats.org/officeDocument/2006/relationships/slide" Target="../slides/slide2229.xml"/><Relationship Id="rId1" Type="http://schemas.openxmlformats.org/officeDocument/2006/relationships/notesMaster" Target="../notesMasters/notesMaster1.xml"/></Relationships>
</file>

<file path=ppt/notesSlides/_rels/notesSlide2141.xml.rels><?xml version="1.0" encoding="UTF-8" standalone="yes"?>
<Relationships xmlns="http://schemas.openxmlformats.org/package/2006/relationships"><Relationship Id="rId2" Type="http://schemas.openxmlformats.org/officeDocument/2006/relationships/slide" Target="../slides/slide2230.xml"/><Relationship Id="rId1" Type="http://schemas.openxmlformats.org/officeDocument/2006/relationships/notesMaster" Target="../notesMasters/notesMaster1.xml"/></Relationships>
</file>

<file path=ppt/notesSlides/_rels/notesSlide2142.xml.rels><?xml version="1.0" encoding="UTF-8" standalone="yes"?>
<Relationships xmlns="http://schemas.openxmlformats.org/package/2006/relationships"><Relationship Id="rId2" Type="http://schemas.openxmlformats.org/officeDocument/2006/relationships/slide" Target="../slides/slide2231.xml"/><Relationship Id="rId1" Type="http://schemas.openxmlformats.org/officeDocument/2006/relationships/notesMaster" Target="../notesMasters/notesMaster1.xml"/></Relationships>
</file>

<file path=ppt/notesSlides/_rels/notesSlide2143.xml.rels><?xml version="1.0" encoding="UTF-8" standalone="yes"?>
<Relationships xmlns="http://schemas.openxmlformats.org/package/2006/relationships"><Relationship Id="rId2" Type="http://schemas.openxmlformats.org/officeDocument/2006/relationships/slide" Target="../slides/slide2232.xml"/><Relationship Id="rId1" Type="http://schemas.openxmlformats.org/officeDocument/2006/relationships/notesMaster" Target="../notesMasters/notesMaster1.xml"/></Relationships>
</file>

<file path=ppt/notesSlides/_rels/notesSlide2144.xml.rels><?xml version="1.0" encoding="UTF-8" standalone="yes"?>
<Relationships xmlns="http://schemas.openxmlformats.org/package/2006/relationships"><Relationship Id="rId2" Type="http://schemas.openxmlformats.org/officeDocument/2006/relationships/slide" Target="../slides/slide2233.xml"/><Relationship Id="rId1" Type="http://schemas.openxmlformats.org/officeDocument/2006/relationships/notesMaster" Target="../notesMasters/notesMaster1.xml"/></Relationships>
</file>

<file path=ppt/notesSlides/_rels/notesSlide2145.xml.rels><?xml version="1.0" encoding="UTF-8" standalone="yes"?>
<Relationships xmlns="http://schemas.openxmlformats.org/package/2006/relationships"><Relationship Id="rId2" Type="http://schemas.openxmlformats.org/officeDocument/2006/relationships/slide" Target="../slides/slide2234.xml"/><Relationship Id="rId1" Type="http://schemas.openxmlformats.org/officeDocument/2006/relationships/notesMaster" Target="../notesMasters/notesMaster1.xml"/></Relationships>
</file>

<file path=ppt/notesSlides/_rels/notesSlide2146.xml.rels><?xml version="1.0" encoding="UTF-8" standalone="yes"?>
<Relationships xmlns="http://schemas.openxmlformats.org/package/2006/relationships"><Relationship Id="rId2" Type="http://schemas.openxmlformats.org/officeDocument/2006/relationships/slide" Target="../slides/slide2235.xml"/><Relationship Id="rId1" Type="http://schemas.openxmlformats.org/officeDocument/2006/relationships/notesMaster" Target="../notesMasters/notesMaster1.xml"/></Relationships>
</file>

<file path=ppt/notesSlides/_rels/notesSlide2147.xml.rels><?xml version="1.0" encoding="UTF-8" standalone="yes"?>
<Relationships xmlns="http://schemas.openxmlformats.org/package/2006/relationships"><Relationship Id="rId2" Type="http://schemas.openxmlformats.org/officeDocument/2006/relationships/slide" Target="../slides/slide2236.xml"/><Relationship Id="rId1" Type="http://schemas.openxmlformats.org/officeDocument/2006/relationships/notesMaster" Target="../notesMasters/notesMaster1.xml"/></Relationships>
</file>

<file path=ppt/notesSlides/_rels/notesSlide2148.xml.rels><?xml version="1.0" encoding="UTF-8" standalone="yes"?>
<Relationships xmlns="http://schemas.openxmlformats.org/package/2006/relationships"><Relationship Id="rId2" Type="http://schemas.openxmlformats.org/officeDocument/2006/relationships/slide" Target="../slides/slide2237.xml"/><Relationship Id="rId1" Type="http://schemas.openxmlformats.org/officeDocument/2006/relationships/notesMaster" Target="../notesMasters/notesMaster1.xml"/></Relationships>
</file>

<file path=ppt/notesSlides/_rels/notesSlide2149.xml.rels><?xml version="1.0" encoding="UTF-8" standalone="yes"?>
<Relationships xmlns="http://schemas.openxmlformats.org/package/2006/relationships"><Relationship Id="rId2" Type="http://schemas.openxmlformats.org/officeDocument/2006/relationships/slide" Target="../slides/slide2240.xml"/><Relationship Id="rId1" Type="http://schemas.openxmlformats.org/officeDocument/2006/relationships/notesMaster" Target="../notesMasters/notesMaster1.xml"/></Relationships>
</file>

<file path=ppt/notesSlides/_rels/notesSlide2150.xml.rels><?xml version="1.0" encoding="UTF-8" standalone="yes"?>
<Relationships xmlns="http://schemas.openxmlformats.org/package/2006/relationships"><Relationship Id="rId2" Type="http://schemas.openxmlformats.org/officeDocument/2006/relationships/slide" Target="../slides/slide2241.xml"/><Relationship Id="rId1" Type="http://schemas.openxmlformats.org/officeDocument/2006/relationships/notesMaster" Target="../notesMasters/notesMaster1.xml"/></Relationships>
</file>

<file path=ppt/notesSlides/_rels/notesSlide2151.xml.rels><?xml version="1.0" encoding="UTF-8" standalone="yes"?>
<Relationships xmlns="http://schemas.openxmlformats.org/package/2006/relationships"><Relationship Id="rId2" Type="http://schemas.openxmlformats.org/officeDocument/2006/relationships/slide" Target="../slides/slide2242.xml"/><Relationship Id="rId1" Type="http://schemas.openxmlformats.org/officeDocument/2006/relationships/notesMaster" Target="../notesMasters/notesMaster1.xml"/></Relationships>
</file>

<file path=ppt/notesSlides/_rels/notesSlide2152.xml.rels><?xml version="1.0" encoding="UTF-8" standalone="yes"?>
<Relationships xmlns="http://schemas.openxmlformats.org/package/2006/relationships"><Relationship Id="rId2" Type="http://schemas.openxmlformats.org/officeDocument/2006/relationships/slide" Target="../slides/slide2243.xml"/><Relationship Id="rId1" Type="http://schemas.openxmlformats.org/officeDocument/2006/relationships/notesMaster" Target="../notesMasters/notesMaster1.xml"/></Relationships>
</file>

<file path=ppt/notesSlides/_rels/notesSlide2153.xml.rels><?xml version="1.0" encoding="UTF-8" standalone="yes"?>
<Relationships xmlns="http://schemas.openxmlformats.org/package/2006/relationships"><Relationship Id="rId2" Type="http://schemas.openxmlformats.org/officeDocument/2006/relationships/slide" Target="../slides/slide2244.xml"/><Relationship Id="rId1" Type="http://schemas.openxmlformats.org/officeDocument/2006/relationships/notesMaster" Target="../notesMasters/notesMaster1.xml"/></Relationships>
</file>

<file path=ppt/notesSlides/_rels/notesSlide2154.xml.rels><?xml version="1.0" encoding="UTF-8" standalone="yes"?>
<Relationships xmlns="http://schemas.openxmlformats.org/package/2006/relationships"><Relationship Id="rId2" Type="http://schemas.openxmlformats.org/officeDocument/2006/relationships/slide" Target="../slides/slide2245.xml"/><Relationship Id="rId1" Type="http://schemas.openxmlformats.org/officeDocument/2006/relationships/notesMaster" Target="../notesMasters/notesMaster1.xml"/></Relationships>
</file>

<file path=ppt/notesSlides/_rels/notesSlide2155.xml.rels><?xml version="1.0" encoding="UTF-8" standalone="yes"?>
<Relationships xmlns="http://schemas.openxmlformats.org/package/2006/relationships"><Relationship Id="rId2" Type="http://schemas.openxmlformats.org/officeDocument/2006/relationships/slide" Target="../slides/slide2246.xml"/><Relationship Id="rId1" Type="http://schemas.openxmlformats.org/officeDocument/2006/relationships/notesMaster" Target="../notesMasters/notesMaster1.xml"/></Relationships>
</file>

<file path=ppt/notesSlides/_rels/notesSlide2156.xml.rels><?xml version="1.0" encoding="UTF-8" standalone="yes"?>
<Relationships xmlns="http://schemas.openxmlformats.org/package/2006/relationships"><Relationship Id="rId2" Type="http://schemas.openxmlformats.org/officeDocument/2006/relationships/slide" Target="../slides/slide2247.xml"/><Relationship Id="rId1" Type="http://schemas.openxmlformats.org/officeDocument/2006/relationships/notesMaster" Target="../notesMasters/notesMaster1.xml"/></Relationships>
</file>

<file path=ppt/notesSlides/_rels/notesSlide2157.xml.rels><?xml version="1.0" encoding="UTF-8" standalone="yes"?>
<Relationships xmlns="http://schemas.openxmlformats.org/package/2006/relationships"><Relationship Id="rId2" Type="http://schemas.openxmlformats.org/officeDocument/2006/relationships/slide" Target="../slides/slide2248.xml"/><Relationship Id="rId1" Type="http://schemas.openxmlformats.org/officeDocument/2006/relationships/notesMaster" Target="../notesMasters/notesMaster1.xml"/></Relationships>
</file>

<file path=ppt/notesSlides/_rels/notesSlide2158.xml.rels><?xml version="1.0" encoding="UTF-8" standalone="yes"?>
<Relationships xmlns="http://schemas.openxmlformats.org/package/2006/relationships"><Relationship Id="rId2" Type="http://schemas.openxmlformats.org/officeDocument/2006/relationships/slide" Target="../slides/slide2249.xml"/><Relationship Id="rId1" Type="http://schemas.openxmlformats.org/officeDocument/2006/relationships/notesMaster" Target="../notesMasters/notesMaster1.xml"/></Relationships>
</file>

<file path=ppt/notesSlides/_rels/notesSlide2159.xml.rels><?xml version="1.0" encoding="UTF-8" standalone="yes"?>
<Relationships xmlns="http://schemas.openxmlformats.org/package/2006/relationships"><Relationship Id="rId2" Type="http://schemas.openxmlformats.org/officeDocument/2006/relationships/slide" Target="../slides/slide2250.xml"/><Relationship Id="rId1" Type="http://schemas.openxmlformats.org/officeDocument/2006/relationships/notesMaster" Target="../notesMasters/notesMaster1.xml"/></Relationships>
</file>

<file path=ppt/notesSlides/_rels/notesSlide2160.xml.rels><?xml version="1.0" encoding="UTF-8" standalone="yes"?>
<Relationships xmlns="http://schemas.openxmlformats.org/package/2006/relationships"><Relationship Id="rId2" Type="http://schemas.openxmlformats.org/officeDocument/2006/relationships/slide" Target="../slides/slide2251.xml"/><Relationship Id="rId1" Type="http://schemas.openxmlformats.org/officeDocument/2006/relationships/notesMaster" Target="../notesMasters/notesMaster1.xml"/></Relationships>
</file>

<file path=ppt/notesSlides/_rels/notesSlide2161.xml.rels><?xml version="1.0" encoding="UTF-8" standalone="yes"?>
<Relationships xmlns="http://schemas.openxmlformats.org/package/2006/relationships"><Relationship Id="rId2" Type="http://schemas.openxmlformats.org/officeDocument/2006/relationships/slide" Target="../slides/slide2252.xml"/><Relationship Id="rId1" Type="http://schemas.openxmlformats.org/officeDocument/2006/relationships/notesMaster" Target="../notesMasters/notesMaster1.xml"/></Relationships>
</file>

<file path=ppt/notesSlides/_rels/notesSlide2162.xml.rels><?xml version="1.0" encoding="UTF-8" standalone="yes"?>
<Relationships xmlns="http://schemas.openxmlformats.org/package/2006/relationships"><Relationship Id="rId2" Type="http://schemas.openxmlformats.org/officeDocument/2006/relationships/slide" Target="../slides/slide2253.xml"/><Relationship Id="rId1" Type="http://schemas.openxmlformats.org/officeDocument/2006/relationships/notesMaster" Target="../notesMasters/notesMaster1.xml"/></Relationships>
</file>

<file path=ppt/notesSlides/_rels/notesSlide2163.xml.rels><?xml version="1.0" encoding="UTF-8" standalone="yes"?>
<Relationships xmlns="http://schemas.openxmlformats.org/package/2006/relationships"><Relationship Id="rId2" Type="http://schemas.openxmlformats.org/officeDocument/2006/relationships/slide" Target="../slides/slide2256.xml"/><Relationship Id="rId1" Type="http://schemas.openxmlformats.org/officeDocument/2006/relationships/notesMaster" Target="../notesMasters/notesMaster1.xml"/></Relationships>
</file>

<file path=ppt/notesSlides/_rels/notesSlide2164.xml.rels><?xml version="1.0" encoding="UTF-8" standalone="yes"?>
<Relationships xmlns="http://schemas.openxmlformats.org/package/2006/relationships"><Relationship Id="rId2" Type="http://schemas.openxmlformats.org/officeDocument/2006/relationships/slide" Target="../slides/slide2257.xml"/><Relationship Id="rId1" Type="http://schemas.openxmlformats.org/officeDocument/2006/relationships/notesMaster" Target="../notesMasters/notesMaster1.xml"/></Relationships>
</file>

<file path=ppt/notesSlides/_rels/notesSlide2165.xml.rels><?xml version="1.0" encoding="UTF-8" standalone="yes"?>
<Relationships xmlns="http://schemas.openxmlformats.org/package/2006/relationships"><Relationship Id="rId2" Type="http://schemas.openxmlformats.org/officeDocument/2006/relationships/slide" Target="../slides/slide2258.xml"/><Relationship Id="rId1" Type="http://schemas.openxmlformats.org/officeDocument/2006/relationships/notesMaster" Target="../notesMasters/notesMaster1.xml"/></Relationships>
</file>

<file path=ppt/notesSlides/_rels/notesSlide2166.xml.rels><?xml version="1.0" encoding="UTF-8" standalone="yes"?>
<Relationships xmlns="http://schemas.openxmlformats.org/package/2006/relationships"><Relationship Id="rId2" Type="http://schemas.openxmlformats.org/officeDocument/2006/relationships/slide" Target="../slides/slide2259.xml"/><Relationship Id="rId1" Type="http://schemas.openxmlformats.org/officeDocument/2006/relationships/notesMaster" Target="../notesMasters/notesMaster1.xml"/></Relationships>
</file>

<file path=ppt/notesSlides/_rels/notesSlide2167.xml.rels><?xml version="1.0" encoding="UTF-8" standalone="yes"?>
<Relationships xmlns="http://schemas.openxmlformats.org/package/2006/relationships"><Relationship Id="rId2" Type="http://schemas.openxmlformats.org/officeDocument/2006/relationships/slide" Target="../slides/slide2260.xml"/><Relationship Id="rId1" Type="http://schemas.openxmlformats.org/officeDocument/2006/relationships/notesMaster" Target="../notesMasters/notesMaster1.xml"/></Relationships>
</file>

<file path=ppt/notesSlides/_rels/notesSlide2168.xml.rels><?xml version="1.0" encoding="UTF-8" standalone="yes"?>
<Relationships xmlns="http://schemas.openxmlformats.org/package/2006/relationships"><Relationship Id="rId2" Type="http://schemas.openxmlformats.org/officeDocument/2006/relationships/slide" Target="../slides/slide2261.xml"/><Relationship Id="rId1" Type="http://schemas.openxmlformats.org/officeDocument/2006/relationships/notesMaster" Target="../notesMasters/notesMaster1.xml"/></Relationships>
</file>

<file path=ppt/notesSlides/_rels/notesSlide2169.xml.rels><?xml version="1.0" encoding="UTF-8" standalone="yes"?>
<Relationships xmlns="http://schemas.openxmlformats.org/package/2006/relationships"><Relationship Id="rId2" Type="http://schemas.openxmlformats.org/officeDocument/2006/relationships/slide" Target="../slides/slide2262.xml"/><Relationship Id="rId1" Type="http://schemas.openxmlformats.org/officeDocument/2006/relationships/notesMaster" Target="../notesMasters/notesMaster1.xml"/></Relationships>
</file>

<file path=ppt/notesSlides/_rels/notesSlide2170.xml.rels><?xml version="1.0" encoding="UTF-8" standalone="yes"?>
<Relationships xmlns="http://schemas.openxmlformats.org/package/2006/relationships"><Relationship Id="rId2" Type="http://schemas.openxmlformats.org/officeDocument/2006/relationships/slide" Target="../slides/slide2263.xml"/><Relationship Id="rId1" Type="http://schemas.openxmlformats.org/officeDocument/2006/relationships/notesMaster" Target="../notesMasters/notesMaster1.xml"/></Relationships>
</file>

<file path=ppt/notesSlides/_rels/notesSlide2171.xml.rels><?xml version="1.0" encoding="UTF-8" standalone="yes"?>
<Relationships xmlns="http://schemas.openxmlformats.org/package/2006/relationships"><Relationship Id="rId2" Type="http://schemas.openxmlformats.org/officeDocument/2006/relationships/slide" Target="../slides/slide2264.xml"/><Relationship Id="rId1" Type="http://schemas.openxmlformats.org/officeDocument/2006/relationships/notesMaster" Target="../notesMasters/notesMaster1.xml"/></Relationships>
</file>

<file path=ppt/notesSlides/_rels/notesSlide2172.xml.rels><?xml version="1.0" encoding="UTF-8" standalone="yes"?>
<Relationships xmlns="http://schemas.openxmlformats.org/package/2006/relationships"><Relationship Id="rId2" Type="http://schemas.openxmlformats.org/officeDocument/2006/relationships/slide" Target="../slides/slide2265.xml"/><Relationship Id="rId1" Type="http://schemas.openxmlformats.org/officeDocument/2006/relationships/notesMaster" Target="../notesMasters/notesMaster1.xml"/></Relationships>
</file>

<file path=ppt/notesSlides/_rels/notesSlide2173.xml.rels><?xml version="1.0" encoding="UTF-8" standalone="yes"?>
<Relationships xmlns="http://schemas.openxmlformats.org/package/2006/relationships"><Relationship Id="rId2" Type="http://schemas.openxmlformats.org/officeDocument/2006/relationships/slide" Target="../slides/slide2266.xml"/><Relationship Id="rId1" Type="http://schemas.openxmlformats.org/officeDocument/2006/relationships/notesMaster" Target="../notesMasters/notesMaster1.xml"/></Relationships>
</file>

<file path=ppt/notesSlides/_rels/notesSlide2174.xml.rels><?xml version="1.0" encoding="UTF-8" standalone="yes"?>
<Relationships xmlns="http://schemas.openxmlformats.org/package/2006/relationships"><Relationship Id="rId2" Type="http://schemas.openxmlformats.org/officeDocument/2006/relationships/slide" Target="../slides/slide2267.xml"/><Relationship Id="rId1" Type="http://schemas.openxmlformats.org/officeDocument/2006/relationships/notesMaster" Target="../notesMasters/notesMaster1.xml"/></Relationships>
</file>

<file path=ppt/notesSlides/_rels/notesSlide2175.xml.rels><?xml version="1.0" encoding="UTF-8" standalone="yes"?>
<Relationships xmlns="http://schemas.openxmlformats.org/package/2006/relationships"><Relationship Id="rId2" Type="http://schemas.openxmlformats.org/officeDocument/2006/relationships/slide" Target="../slides/slide2268.xml"/><Relationship Id="rId1" Type="http://schemas.openxmlformats.org/officeDocument/2006/relationships/notesMaster" Target="../notesMasters/notesMaster1.xml"/></Relationships>
</file>

<file path=ppt/notesSlides/_rels/notesSlide2176.xml.rels><?xml version="1.0" encoding="UTF-8" standalone="yes"?>
<Relationships xmlns="http://schemas.openxmlformats.org/package/2006/relationships"><Relationship Id="rId2" Type="http://schemas.openxmlformats.org/officeDocument/2006/relationships/slide" Target="../slides/slide2269.xml"/><Relationship Id="rId1" Type="http://schemas.openxmlformats.org/officeDocument/2006/relationships/notesMaster" Target="../notesMasters/notesMaster1.xml"/></Relationships>
</file>

<file path=ppt/notesSlides/_rels/notesSlide2177.xml.rels><?xml version="1.0" encoding="UTF-8" standalone="yes"?>
<Relationships xmlns="http://schemas.openxmlformats.org/package/2006/relationships"><Relationship Id="rId2" Type="http://schemas.openxmlformats.org/officeDocument/2006/relationships/slide" Target="../slides/slide2272.xml"/><Relationship Id="rId1" Type="http://schemas.openxmlformats.org/officeDocument/2006/relationships/notesMaster" Target="../notesMasters/notesMaster1.xml"/></Relationships>
</file>

<file path=ppt/notesSlides/_rels/notesSlide2178.xml.rels><?xml version="1.0" encoding="UTF-8" standalone="yes"?>
<Relationships xmlns="http://schemas.openxmlformats.org/package/2006/relationships"><Relationship Id="rId2" Type="http://schemas.openxmlformats.org/officeDocument/2006/relationships/slide" Target="../slides/slide2273.xml"/><Relationship Id="rId1" Type="http://schemas.openxmlformats.org/officeDocument/2006/relationships/notesMaster" Target="../notesMasters/notesMaster1.xml"/></Relationships>
</file>

<file path=ppt/notesSlides/_rels/notesSlide2179.xml.rels><?xml version="1.0" encoding="UTF-8" standalone="yes"?>
<Relationships xmlns="http://schemas.openxmlformats.org/package/2006/relationships"><Relationship Id="rId2" Type="http://schemas.openxmlformats.org/officeDocument/2006/relationships/slide" Target="../slides/slide2274.xml"/><Relationship Id="rId1" Type="http://schemas.openxmlformats.org/officeDocument/2006/relationships/notesMaster" Target="../notesMasters/notesMaster1.xml"/></Relationships>
</file>

<file path=ppt/notesSlides/_rels/notesSlide2180.xml.rels><?xml version="1.0" encoding="UTF-8" standalone="yes"?>
<Relationships xmlns="http://schemas.openxmlformats.org/package/2006/relationships"><Relationship Id="rId2" Type="http://schemas.openxmlformats.org/officeDocument/2006/relationships/slide" Target="../slides/slide2275.xml"/><Relationship Id="rId1" Type="http://schemas.openxmlformats.org/officeDocument/2006/relationships/notesMaster" Target="../notesMasters/notesMaster1.xml"/></Relationships>
</file>

<file path=ppt/notesSlides/_rels/notesSlide2181.xml.rels><?xml version="1.0" encoding="UTF-8" standalone="yes"?>
<Relationships xmlns="http://schemas.openxmlformats.org/package/2006/relationships"><Relationship Id="rId2" Type="http://schemas.openxmlformats.org/officeDocument/2006/relationships/slide" Target="../slides/slide2276.xml"/><Relationship Id="rId1" Type="http://schemas.openxmlformats.org/officeDocument/2006/relationships/notesMaster" Target="../notesMasters/notesMaster1.xml"/></Relationships>
</file>

<file path=ppt/notesSlides/_rels/notesSlide2182.xml.rels><?xml version="1.0" encoding="UTF-8" standalone="yes"?>
<Relationships xmlns="http://schemas.openxmlformats.org/package/2006/relationships"><Relationship Id="rId2" Type="http://schemas.openxmlformats.org/officeDocument/2006/relationships/slide" Target="../slides/slide2277.xml"/><Relationship Id="rId1" Type="http://schemas.openxmlformats.org/officeDocument/2006/relationships/notesMaster" Target="../notesMasters/notesMaster1.xml"/></Relationships>
</file>

<file path=ppt/notesSlides/_rels/notesSlide2183.xml.rels><?xml version="1.0" encoding="UTF-8" standalone="yes"?>
<Relationships xmlns="http://schemas.openxmlformats.org/package/2006/relationships"><Relationship Id="rId2" Type="http://schemas.openxmlformats.org/officeDocument/2006/relationships/slide" Target="../slides/slide2278.xml"/><Relationship Id="rId1" Type="http://schemas.openxmlformats.org/officeDocument/2006/relationships/notesMaster" Target="../notesMasters/notesMaster1.xml"/></Relationships>
</file>

<file path=ppt/notesSlides/_rels/notesSlide2184.xml.rels><?xml version="1.0" encoding="UTF-8" standalone="yes"?>
<Relationships xmlns="http://schemas.openxmlformats.org/package/2006/relationships"><Relationship Id="rId2" Type="http://schemas.openxmlformats.org/officeDocument/2006/relationships/slide" Target="../slides/slide2279.xml"/><Relationship Id="rId1" Type="http://schemas.openxmlformats.org/officeDocument/2006/relationships/notesMaster" Target="../notesMasters/notesMaster1.xml"/></Relationships>
</file>

<file path=ppt/notesSlides/_rels/notesSlide2185.xml.rels><?xml version="1.0" encoding="UTF-8" standalone="yes"?>
<Relationships xmlns="http://schemas.openxmlformats.org/package/2006/relationships"><Relationship Id="rId2" Type="http://schemas.openxmlformats.org/officeDocument/2006/relationships/slide" Target="../slides/slide2280.xml"/><Relationship Id="rId1" Type="http://schemas.openxmlformats.org/officeDocument/2006/relationships/notesMaster" Target="../notesMasters/notesMaster1.xml"/></Relationships>
</file>

<file path=ppt/notesSlides/_rels/notesSlide2186.xml.rels><?xml version="1.0" encoding="UTF-8" standalone="yes"?>
<Relationships xmlns="http://schemas.openxmlformats.org/package/2006/relationships"><Relationship Id="rId2" Type="http://schemas.openxmlformats.org/officeDocument/2006/relationships/slide" Target="../slides/slide2281.xml"/><Relationship Id="rId1" Type="http://schemas.openxmlformats.org/officeDocument/2006/relationships/notesMaster" Target="../notesMasters/notesMaster1.xml"/></Relationships>
</file>

<file path=ppt/notesSlides/_rels/notesSlide2187.xml.rels><?xml version="1.0" encoding="UTF-8" standalone="yes"?>
<Relationships xmlns="http://schemas.openxmlformats.org/package/2006/relationships"><Relationship Id="rId2" Type="http://schemas.openxmlformats.org/officeDocument/2006/relationships/slide" Target="../slides/slide2282.xml"/><Relationship Id="rId1" Type="http://schemas.openxmlformats.org/officeDocument/2006/relationships/notesMaster" Target="../notesMasters/notesMaster1.xml"/></Relationships>
</file>

<file path=ppt/notesSlides/_rels/notesSlide2188.xml.rels><?xml version="1.0" encoding="UTF-8" standalone="yes"?>
<Relationships xmlns="http://schemas.openxmlformats.org/package/2006/relationships"><Relationship Id="rId2" Type="http://schemas.openxmlformats.org/officeDocument/2006/relationships/slide" Target="../slides/slide2283.xml"/><Relationship Id="rId1" Type="http://schemas.openxmlformats.org/officeDocument/2006/relationships/notesMaster" Target="../notesMasters/notesMaster1.xml"/></Relationships>
</file>

<file path=ppt/notesSlides/_rels/notesSlide2189.xml.rels><?xml version="1.0" encoding="UTF-8" standalone="yes"?>
<Relationships xmlns="http://schemas.openxmlformats.org/package/2006/relationships"><Relationship Id="rId2" Type="http://schemas.openxmlformats.org/officeDocument/2006/relationships/slide" Target="../slides/slide2284.xml"/><Relationship Id="rId1" Type="http://schemas.openxmlformats.org/officeDocument/2006/relationships/notesMaster" Target="../notesMasters/notesMaster1.xml"/></Relationships>
</file>

<file path=ppt/notesSlides/_rels/notesSlide2190.xml.rels><?xml version="1.0" encoding="UTF-8" standalone="yes"?>
<Relationships xmlns="http://schemas.openxmlformats.org/package/2006/relationships"><Relationship Id="rId2" Type="http://schemas.openxmlformats.org/officeDocument/2006/relationships/slide" Target="../slides/slide2285.xml"/><Relationship Id="rId1" Type="http://schemas.openxmlformats.org/officeDocument/2006/relationships/notesMaster" Target="../notesMasters/notesMaster1.xml"/></Relationships>
</file>

<file path=ppt/notesSlides/_rels/notesSlide2191.xml.rels><?xml version="1.0" encoding="UTF-8" standalone="yes"?>
<Relationships xmlns="http://schemas.openxmlformats.org/package/2006/relationships"><Relationship Id="rId2" Type="http://schemas.openxmlformats.org/officeDocument/2006/relationships/slide" Target="../slides/slide2288.xml"/><Relationship Id="rId1" Type="http://schemas.openxmlformats.org/officeDocument/2006/relationships/notesMaster" Target="../notesMasters/notesMaster1.xml"/></Relationships>
</file>

<file path=ppt/notesSlides/_rels/notesSlide2192.xml.rels><?xml version="1.0" encoding="UTF-8" standalone="yes"?>
<Relationships xmlns="http://schemas.openxmlformats.org/package/2006/relationships"><Relationship Id="rId2" Type="http://schemas.openxmlformats.org/officeDocument/2006/relationships/slide" Target="../slides/slide2289.xml"/><Relationship Id="rId1" Type="http://schemas.openxmlformats.org/officeDocument/2006/relationships/notesMaster" Target="../notesMasters/notesMaster1.xml"/></Relationships>
</file>

<file path=ppt/notesSlides/_rels/notesSlide2193.xml.rels><?xml version="1.0" encoding="UTF-8" standalone="yes"?>
<Relationships xmlns="http://schemas.openxmlformats.org/package/2006/relationships"><Relationship Id="rId2" Type="http://schemas.openxmlformats.org/officeDocument/2006/relationships/slide" Target="../slides/slide2290.xml"/><Relationship Id="rId1" Type="http://schemas.openxmlformats.org/officeDocument/2006/relationships/notesMaster" Target="../notesMasters/notesMaster1.xml"/></Relationships>
</file>

<file path=ppt/notesSlides/_rels/notesSlide2194.xml.rels><?xml version="1.0" encoding="UTF-8" standalone="yes"?>
<Relationships xmlns="http://schemas.openxmlformats.org/package/2006/relationships"><Relationship Id="rId2" Type="http://schemas.openxmlformats.org/officeDocument/2006/relationships/slide" Target="../slides/slide2291.xml"/><Relationship Id="rId1" Type="http://schemas.openxmlformats.org/officeDocument/2006/relationships/notesMaster" Target="../notesMasters/notesMaster1.xml"/></Relationships>
</file>

<file path=ppt/notesSlides/_rels/notesSlide2195.xml.rels><?xml version="1.0" encoding="UTF-8" standalone="yes"?>
<Relationships xmlns="http://schemas.openxmlformats.org/package/2006/relationships"><Relationship Id="rId2" Type="http://schemas.openxmlformats.org/officeDocument/2006/relationships/slide" Target="../slides/slide2292.xml"/><Relationship Id="rId1" Type="http://schemas.openxmlformats.org/officeDocument/2006/relationships/notesMaster" Target="../notesMasters/notesMaster1.xml"/></Relationships>
</file>

<file path=ppt/notesSlides/_rels/notesSlide2196.xml.rels><?xml version="1.0" encoding="UTF-8" standalone="yes"?>
<Relationships xmlns="http://schemas.openxmlformats.org/package/2006/relationships"><Relationship Id="rId2" Type="http://schemas.openxmlformats.org/officeDocument/2006/relationships/slide" Target="../slides/slide2293.xml"/><Relationship Id="rId1" Type="http://schemas.openxmlformats.org/officeDocument/2006/relationships/notesMaster" Target="../notesMasters/notesMaster1.xml"/></Relationships>
</file>

<file path=ppt/notesSlides/_rels/notesSlide2197.xml.rels><?xml version="1.0" encoding="UTF-8" standalone="yes"?>
<Relationships xmlns="http://schemas.openxmlformats.org/package/2006/relationships"><Relationship Id="rId2" Type="http://schemas.openxmlformats.org/officeDocument/2006/relationships/slide" Target="../slides/slide2294.xml"/><Relationship Id="rId1" Type="http://schemas.openxmlformats.org/officeDocument/2006/relationships/notesMaster" Target="../notesMasters/notesMaster1.xml"/></Relationships>
</file>

<file path=ppt/notesSlides/_rels/notesSlide2198.xml.rels><?xml version="1.0" encoding="UTF-8" standalone="yes"?>
<Relationships xmlns="http://schemas.openxmlformats.org/package/2006/relationships"><Relationship Id="rId2" Type="http://schemas.openxmlformats.org/officeDocument/2006/relationships/slide" Target="../slides/slide2295.xml"/><Relationship Id="rId1" Type="http://schemas.openxmlformats.org/officeDocument/2006/relationships/notesMaster" Target="../notesMasters/notesMaster1.xml"/></Relationships>
</file>

<file path=ppt/notesSlides/_rels/notesSlide2199.xml.rels><?xml version="1.0" encoding="UTF-8" standalone="yes"?>
<Relationships xmlns="http://schemas.openxmlformats.org/package/2006/relationships"><Relationship Id="rId2" Type="http://schemas.openxmlformats.org/officeDocument/2006/relationships/slide" Target="../slides/slide2296.xml"/><Relationship Id="rId1" Type="http://schemas.openxmlformats.org/officeDocument/2006/relationships/notesMaster" Target="../notesMasters/notesMaster1.xml"/></Relationships>
</file>

<file path=ppt/notesSlides/_rels/notesSlide2200.xml.rels><?xml version="1.0" encoding="UTF-8" standalone="yes"?>
<Relationships xmlns="http://schemas.openxmlformats.org/package/2006/relationships"><Relationship Id="rId2" Type="http://schemas.openxmlformats.org/officeDocument/2006/relationships/slide" Target="../slides/slide2297.xml"/><Relationship Id="rId1" Type="http://schemas.openxmlformats.org/officeDocument/2006/relationships/notesMaster" Target="../notesMasters/notesMaster1.xml"/></Relationships>
</file>

<file path=ppt/notesSlides/_rels/notesSlide2201.xml.rels><?xml version="1.0" encoding="UTF-8" standalone="yes"?>
<Relationships xmlns="http://schemas.openxmlformats.org/package/2006/relationships"><Relationship Id="rId2" Type="http://schemas.openxmlformats.org/officeDocument/2006/relationships/slide" Target="../slides/slide2298.xml"/><Relationship Id="rId1" Type="http://schemas.openxmlformats.org/officeDocument/2006/relationships/notesMaster" Target="../notesMasters/notesMaster1.xml"/></Relationships>
</file>

<file path=ppt/notesSlides/_rels/notesSlide2202.xml.rels><?xml version="1.0" encoding="UTF-8" standalone="yes"?>
<Relationships xmlns="http://schemas.openxmlformats.org/package/2006/relationships"><Relationship Id="rId2" Type="http://schemas.openxmlformats.org/officeDocument/2006/relationships/slide" Target="../slides/slide2299.xml"/><Relationship Id="rId1" Type="http://schemas.openxmlformats.org/officeDocument/2006/relationships/notesMaster" Target="../notesMasters/notesMaster1.xml"/></Relationships>
</file>

<file path=ppt/notesSlides/_rels/notesSlide2203.xml.rels><?xml version="1.0" encoding="UTF-8" standalone="yes"?>
<Relationships xmlns="http://schemas.openxmlformats.org/package/2006/relationships"><Relationship Id="rId2" Type="http://schemas.openxmlformats.org/officeDocument/2006/relationships/slide" Target="../slides/slide2300.xml"/><Relationship Id="rId1" Type="http://schemas.openxmlformats.org/officeDocument/2006/relationships/notesMaster" Target="../notesMasters/notesMaster1.xml"/></Relationships>
</file>

<file path=ppt/notesSlides/_rels/notesSlide2204.xml.rels><?xml version="1.0" encoding="UTF-8" standalone="yes"?>
<Relationships xmlns="http://schemas.openxmlformats.org/package/2006/relationships"><Relationship Id="rId2" Type="http://schemas.openxmlformats.org/officeDocument/2006/relationships/slide" Target="../slides/slide2301.xml"/><Relationship Id="rId1" Type="http://schemas.openxmlformats.org/officeDocument/2006/relationships/notesMaster" Target="../notesMasters/notesMaster1.xml"/></Relationships>
</file>

<file path=ppt/notesSlides/_rels/notesSlide2205.xml.rels><?xml version="1.0" encoding="UTF-8" standalone="yes"?>
<Relationships xmlns="http://schemas.openxmlformats.org/package/2006/relationships"><Relationship Id="rId2" Type="http://schemas.openxmlformats.org/officeDocument/2006/relationships/slide" Target="../slides/slide2305.xml"/><Relationship Id="rId1" Type="http://schemas.openxmlformats.org/officeDocument/2006/relationships/notesMaster" Target="../notesMasters/notesMaster1.xml"/></Relationships>
</file>

<file path=ppt/notesSlides/_rels/notesSlide2206.xml.rels><?xml version="1.0" encoding="UTF-8" standalone="yes"?>
<Relationships xmlns="http://schemas.openxmlformats.org/package/2006/relationships"><Relationship Id="rId2" Type="http://schemas.openxmlformats.org/officeDocument/2006/relationships/slide" Target="../slides/slide2306.xml"/><Relationship Id="rId1" Type="http://schemas.openxmlformats.org/officeDocument/2006/relationships/notesMaster" Target="../notesMasters/notesMaster1.xml"/></Relationships>
</file>

<file path=ppt/notesSlides/_rels/notesSlide2207.xml.rels><?xml version="1.0" encoding="UTF-8" standalone="yes"?>
<Relationships xmlns="http://schemas.openxmlformats.org/package/2006/relationships"><Relationship Id="rId2" Type="http://schemas.openxmlformats.org/officeDocument/2006/relationships/slide" Target="../slides/slide2307.xml"/><Relationship Id="rId1" Type="http://schemas.openxmlformats.org/officeDocument/2006/relationships/notesMaster" Target="../notesMasters/notesMaster1.xml"/></Relationships>
</file>

<file path=ppt/notesSlides/_rels/notesSlide2208.xml.rels><?xml version="1.0" encoding="UTF-8" standalone="yes"?>
<Relationships xmlns="http://schemas.openxmlformats.org/package/2006/relationships"><Relationship Id="rId2" Type="http://schemas.openxmlformats.org/officeDocument/2006/relationships/slide" Target="../slides/slide2308.xml"/><Relationship Id="rId1" Type="http://schemas.openxmlformats.org/officeDocument/2006/relationships/notesMaster" Target="../notesMasters/notesMaster1.xml"/></Relationships>
</file>

<file path=ppt/notesSlides/_rels/notesSlide2209.xml.rels><?xml version="1.0" encoding="UTF-8" standalone="yes"?>
<Relationships xmlns="http://schemas.openxmlformats.org/package/2006/relationships"><Relationship Id="rId2" Type="http://schemas.openxmlformats.org/officeDocument/2006/relationships/slide" Target="../slides/slide2309.xml"/><Relationship Id="rId1" Type="http://schemas.openxmlformats.org/officeDocument/2006/relationships/notesMaster" Target="../notesMasters/notesMaster1.xml"/></Relationships>
</file>

<file path=ppt/notesSlides/_rels/notesSlide2210.xml.rels><?xml version="1.0" encoding="UTF-8" standalone="yes"?>
<Relationships xmlns="http://schemas.openxmlformats.org/package/2006/relationships"><Relationship Id="rId2" Type="http://schemas.openxmlformats.org/officeDocument/2006/relationships/slide" Target="../slides/slide2310.xml"/><Relationship Id="rId1" Type="http://schemas.openxmlformats.org/officeDocument/2006/relationships/notesMaster" Target="../notesMasters/notesMaster1.xml"/></Relationships>
</file>

<file path=ppt/notesSlides/_rels/notesSlide2211.xml.rels><?xml version="1.0" encoding="UTF-8" standalone="yes"?>
<Relationships xmlns="http://schemas.openxmlformats.org/package/2006/relationships"><Relationship Id="rId2" Type="http://schemas.openxmlformats.org/officeDocument/2006/relationships/slide" Target="../slides/slide2311.xml"/><Relationship Id="rId1" Type="http://schemas.openxmlformats.org/officeDocument/2006/relationships/notesMaster" Target="../notesMasters/notesMaster1.xml"/></Relationships>
</file>

<file path=ppt/notesSlides/_rels/notesSlide2212.xml.rels><?xml version="1.0" encoding="UTF-8" standalone="yes"?>
<Relationships xmlns="http://schemas.openxmlformats.org/package/2006/relationships"><Relationship Id="rId2" Type="http://schemas.openxmlformats.org/officeDocument/2006/relationships/slide" Target="../slides/slide2312.xml"/><Relationship Id="rId1" Type="http://schemas.openxmlformats.org/officeDocument/2006/relationships/notesMaster" Target="../notesMasters/notesMaster1.xml"/></Relationships>
</file>

<file path=ppt/notesSlides/_rels/notesSlide2213.xml.rels><?xml version="1.0" encoding="UTF-8" standalone="yes"?>
<Relationships xmlns="http://schemas.openxmlformats.org/package/2006/relationships"><Relationship Id="rId2" Type="http://schemas.openxmlformats.org/officeDocument/2006/relationships/slide" Target="../slides/slide2313.xml"/><Relationship Id="rId1" Type="http://schemas.openxmlformats.org/officeDocument/2006/relationships/notesMaster" Target="../notesMasters/notesMaster1.xml"/></Relationships>
</file>

<file path=ppt/notesSlides/_rels/notesSlide2214.xml.rels><?xml version="1.0" encoding="UTF-8" standalone="yes"?>
<Relationships xmlns="http://schemas.openxmlformats.org/package/2006/relationships"><Relationship Id="rId2" Type="http://schemas.openxmlformats.org/officeDocument/2006/relationships/slide" Target="../slides/slide2314.xml"/><Relationship Id="rId1" Type="http://schemas.openxmlformats.org/officeDocument/2006/relationships/notesMaster" Target="../notesMasters/notesMaster1.xml"/></Relationships>
</file>

<file path=ppt/notesSlides/_rels/notesSlide2215.xml.rels><?xml version="1.0" encoding="UTF-8" standalone="yes"?>
<Relationships xmlns="http://schemas.openxmlformats.org/package/2006/relationships"><Relationship Id="rId2" Type="http://schemas.openxmlformats.org/officeDocument/2006/relationships/slide" Target="../slides/slide2315.xml"/><Relationship Id="rId1" Type="http://schemas.openxmlformats.org/officeDocument/2006/relationships/notesMaster" Target="../notesMasters/notesMaster1.xml"/></Relationships>
</file>

<file path=ppt/notesSlides/_rels/notesSlide2216.xml.rels><?xml version="1.0" encoding="UTF-8" standalone="yes"?>
<Relationships xmlns="http://schemas.openxmlformats.org/package/2006/relationships"><Relationship Id="rId2" Type="http://schemas.openxmlformats.org/officeDocument/2006/relationships/slide" Target="../slides/slide2316.xml"/><Relationship Id="rId1" Type="http://schemas.openxmlformats.org/officeDocument/2006/relationships/notesMaster" Target="../notesMasters/notesMaster1.xml"/></Relationships>
</file>

<file path=ppt/notesSlides/_rels/notesSlide2217.xml.rels><?xml version="1.0" encoding="UTF-8" standalone="yes"?>
<Relationships xmlns="http://schemas.openxmlformats.org/package/2006/relationships"><Relationship Id="rId2" Type="http://schemas.openxmlformats.org/officeDocument/2006/relationships/slide" Target="../slides/slide2317.xml"/><Relationship Id="rId1" Type="http://schemas.openxmlformats.org/officeDocument/2006/relationships/notesMaster" Target="../notesMasters/notesMaster1.xml"/></Relationships>
</file>

<file path=ppt/notesSlides/_rels/notesSlide2218.xml.rels><?xml version="1.0" encoding="UTF-8" standalone="yes"?>
<Relationships xmlns="http://schemas.openxmlformats.org/package/2006/relationships"><Relationship Id="rId2" Type="http://schemas.openxmlformats.org/officeDocument/2006/relationships/slide" Target="../slides/slide2318.xml"/><Relationship Id="rId1" Type="http://schemas.openxmlformats.org/officeDocument/2006/relationships/notesMaster" Target="../notesMasters/notesMaster1.xml"/></Relationships>
</file>

<file path=ppt/notesSlides/_rels/notesSlide2219.xml.rels><?xml version="1.0" encoding="UTF-8" standalone="yes"?>
<Relationships xmlns="http://schemas.openxmlformats.org/package/2006/relationships"><Relationship Id="rId2" Type="http://schemas.openxmlformats.org/officeDocument/2006/relationships/slide" Target="../slides/slide2321.xml"/><Relationship Id="rId1" Type="http://schemas.openxmlformats.org/officeDocument/2006/relationships/notesMaster" Target="../notesMasters/notesMaster1.xml"/></Relationships>
</file>

<file path=ppt/notesSlides/_rels/notesSlide2220.xml.rels><?xml version="1.0" encoding="UTF-8" standalone="yes"?>
<Relationships xmlns="http://schemas.openxmlformats.org/package/2006/relationships"><Relationship Id="rId2" Type="http://schemas.openxmlformats.org/officeDocument/2006/relationships/slide" Target="../slides/slide2322.xml"/><Relationship Id="rId1" Type="http://schemas.openxmlformats.org/officeDocument/2006/relationships/notesMaster" Target="../notesMasters/notesMaster1.xml"/></Relationships>
</file>

<file path=ppt/notesSlides/_rels/notesSlide2221.xml.rels><?xml version="1.0" encoding="UTF-8" standalone="yes"?>
<Relationships xmlns="http://schemas.openxmlformats.org/package/2006/relationships"><Relationship Id="rId2" Type="http://schemas.openxmlformats.org/officeDocument/2006/relationships/slide" Target="../slides/slide2323.xml"/><Relationship Id="rId1" Type="http://schemas.openxmlformats.org/officeDocument/2006/relationships/notesMaster" Target="../notesMasters/notesMaster1.xml"/></Relationships>
</file>

<file path=ppt/notesSlides/_rels/notesSlide2222.xml.rels><?xml version="1.0" encoding="UTF-8" standalone="yes"?>
<Relationships xmlns="http://schemas.openxmlformats.org/package/2006/relationships"><Relationship Id="rId2" Type="http://schemas.openxmlformats.org/officeDocument/2006/relationships/slide" Target="../slides/slide2324.xml"/><Relationship Id="rId1" Type="http://schemas.openxmlformats.org/officeDocument/2006/relationships/notesMaster" Target="../notesMasters/notesMaster1.xml"/></Relationships>
</file>

<file path=ppt/notesSlides/_rels/notesSlide2223.xml.rels><?xml version="1.0" encoding="UTF-8" standalone="yes"?>
<Relationships xmlns="http://schemas.openxmlformats.org/package/2006/relationships"><Relationship Id="rId2" Type="http://schemas.openxmlformats.org/officeDocument/2006/relationships/slide" Target="../slides/slide2325.xml"/><Relationship Id="rId1" Type="http://schemas.openxmlformats.org/officeDocument/2006/relationships/notesMaster" Target="../notesMasters/notesMaster1.xml"/></Relationships>
</file>

<file path=ppt/notesSlides/_rels/notesSlide2224.xml.rels><?xml version="1.0" encoding="UTF-8" standalone="yes"?>
<Relationships xmlns="http://schemas.openxmlformats.org/package/2006/relationships"><Relationship Id="rId2" Type="http://schemas.openxmlformats.org/officeDocument/2006/relationships/slide" Target="../slides/slide2326.xml"/><Relationship Id="rId1" Type="http://schemas.openxmlformats.org/officeDocument/2006/relationships/notesMaster" Target="../notesMasters/notesMaster1.xml"/></Relationships>
</file>

<file path=ppt/notesSlides/_rels/notesSlide2225.xml.rels><?xml version="1.0" encoding="UTF-8" standalone="yes"?>
<Relationships xmlns="http://schemas.openxmlformats.org/package/2006/relationships"><Relationship Id="rId2" Type="http://schemas.openxmlformats.org/officeDocument/2006/relationships/slide" Target="../slides/slide2327.xml"/><Relationship Id="rId1" Type="http://schemas.openxmlformats.org/officeDocument/2006/relationships/notesMaster" Target="../notesMasters/notesMaster1.xml"/></Relationships>
</file>

<file path=ppt/notesSlides/_rels/notesSlide2226.xml.rels><?xml version="1.0" encoding="UTF-8" standalone="yes"?>
<Relationships xmlns="http://schemas.openxmlformats.org/package/2006/relationships"><Relationship Id="rId2" Type="http://schemas.openxmlformats.org/officeDocument/2006/relationships/slide" Target="../slides/slide2328.xml"/><Relationship Id="rId1" Type="http://schemas.openxmlformats.org/officeDocument/2006/relationships/notesMaster" Target="../notesMasters/notesMaster1.xml"/></Relationships>
</file>

<file path=ppt/notesSlides/_rels/notesSlide2227.xml.rels><?xml version="1.0" encoding="UTF-8" standalone="yes"?>
<Relationships xmlns="http://schemas.openxmlformats.org/package/2006/relationships"><Relationship Id="rId2" Type="http://schemas.openxmlformats.org/officeDocument/2006/relationships/slide" Target="../slides/slide2329.xml"/><Relationship Id="rId1" Type="http://schemas.openxmlformats.org/officeDocument/2006/relationships/notesMaster" Target="../notesMasters/notesMaster1.xml"/></Relationships>
</file>

<file path=ppt/notesSlides/_rels/notesSlide2228.xml.rels><?xml version="1.0" encoding="UTF-8" standalone="yes"?>
<Relationships xmlns="http://schemas.openxmlformats.org/package/2006/relationships"><Relationship Id="rId2" Type="http://schemas.openxmlformats.org/officeDocument/2006/relationships/slide" Target="../slides/slide2330.xml"/><Relationship Id="rId1" Type="http://schemas.openxmlformats.org/officeDocument/2006/relationships/notesMaster" Target="../notesMasters/notesMaster1.xml"/></Relationships>
</file>

<file path=ppt/notesSlides/_rels/notesSlide2229.xml.rels><?xml version="1.0" encoding="UTF-8" standalone="yes"?>
<Relationships xmlns="http://schemas.openxmlformats.org/package/2006/relationships"><Relationship Id="rId2" Type="http://schemas.openxmlformats.org/officeDocument/2006/relationships/slide" Target="../slides/slide2331.xml"/><Relationship Id="rId1" Type="http://schemas.openxmlformats.org/officeDocument/2006/relationships/notesMaster" Target="../notesMasters/notesMaster1.xml"/></Relationships>
</file>

<file path=ppt/notesSlides/_rels/notesSlide2230.xml.rels><?xml version="1.0" encoding="UTF-8" standalone="yes"?>
<Relationships xmlns="http://schemas.openxmlformats.org/package/2006/relationships"><Relationship Id="rId2" Type="http://schemas.openxmlformats.org/officeDocument/2006/relationships/slide" Target="../slides/slide2332.xml"/><Relationship Id="rId1" Type="http://schemas.openxmlformats.org/officeDocument/2006/relationships/notesMaster" Target="../notesMasters/notesMaster1.xml"/></Relationships>
</file>

<file path=ppt/notesSlides/_rels/notesSlide2231.xml.rels><?xml version="1.0" encoding="UTF-8" standalone="yes"?>
<Relationships xmlns="http://schemas.openxmlformats.org/package/2006/relationships"><Relationship Id="rId2" Type="http://schemas.openxmlformats.org/officeDocument/2006/relationships/slide" Target="../slides/slide2333.xml"/><Relationship Id="rId1" Type="http://schemas.openxmlformats.org/officeDocument/2006/relationships/notesMaster" Target="../notesMasters/notesMaster1.xml"/></Relationships>
</file>

<file path=ppt/notesSlides/_rels/notesSlide2232.xml.rels><?xml version="1.0" encoding="UTF-8" standalone="yes"?>
<Relationships xmlns="http://schemas.openxmlformats.org/package/2006/relationships"><Relationship Id="rId2" Type="http://schemas.openxmlformats.org/officeDocument/2006/relationships/slide" Target="../slides/slide2334.xml"/><Relationship Id="rId1" Type="http://schemas.openxmlformats.org/officeDocument/2006/relationships/notesMaster" Target="../notesMasters/notesMaster1.xml"/></Relationships>
</file>

<file path=ppt/notesSlides/_rels/notesSlide2233.xml.rels><?xml version="1.0" encoding="UTF-8" standalone="yes"?>
<Relationships xmlns="http://schemas.openxmlformats.org/package/2006/relationships"><Relationship Id="rId2" Type="http://schemas.openxmlformats.org/officeDocument/2006/relationships/slide" Target="../slides/slide2337.xml"/><Relationship Id="rId1" Type="http://schemas.openxmlformats.org/officeDocument/2006/relationships/notesMaster" Target="../notesMasters/notesMaster1.xml"/></Relationships>
</file>

<file path=ppt/notesSlides/_rels/notesSlide2234.xml.rels><?xml version="1.0" encoding="UTF-8" standalone="yes"?>
<Relationships xmlns="http://schemas.openxmlformats.org/package/2006/relationships"><Relationship Id="rId2" Type="http://schemas.openxmlformats.org/officeDocument/2006/relationships/slide" Target="../slides/slide2338.xml"/><Relationship Id="rId1" Type="http://schemas.openxmlformats.org/officeDocument/2006/relationships/notesMaster" Target="../notesMasters/notesMaster1.xml"/></Relationships>
</file>

<file path=ppt/notesSlides/_rels/notesSlide2235.xml.rels><?xml version="1.0" encoding="UTF-8" standalone="yes"?>
<Relationships xmlns="http://schemas.openxmlformats.org/package/2006/relationships"><Relationship Id="rId2" Type="http://schemas.openxmlformats.org/officeDocument/2006/relationships/slide" Target="../slides/slide2339.xml"/><Relationship Id="rId1" Type="http://schemas.openxmlformats.org/officeDocument/2006/relationships/notesMaster" Target="../notesMasters/notesMaster1.xml"/></Relationships>
</file>

<file path=ppt/notesSlides/_rels/notesSlide2236.xml.rels><?xml version="1.0" encoding="UTF-8" standalone="yes"?>
<Relationships xmlns="http://schemas.openxmlformats.org/package/2006/relationships"><Relationship Id="rId2" Type="http://schemas.openxmlformats.org/officeDocument/2006/relationships/slide" Target="../slides/slide2340.xml"/><Relationship Id="rId1" Type="http://schemas.openxmlformats.org/officeDocument/2006/relationships/notesMaster" Target="../notesMasters/notesMaster1.xml"/></Relationships>
</file>

<file path=ppt/notesSlides/_rels/notesSlide2237.xml.rels><?xml version="1.0" encoding="UTF-8" standalone="yes"?>
<Relationships xmlns="http://schemas.openxmlformats.org/package/2006/relationships"><Relationship Id="rId2" Type="http://schemas.openxmlformats.org/officeDocument/2006/relationships/slide" Target="../slides/slide2341.xml"/><Relationship Id="rId1" Type="http://schemas.openxmlformats.org/officeDocument/2006/relationships/notesMaster" Target="../notesMasters/notesMaster1.xml"/></Relationships>
</file>

<file path=ppt/notesSlides/_rels/notesSlide2238.xml.rels><?xml version="1.0" encoding="UTF-8" standalone="yes"?>
<Relationships xmlns="http://schemas.openxmlformats.org/package/2006/relationships"><Relationship Id="rId2" Type="http://schemas.openxmlformats.org/officeDocument/2006/relationships/slide" Target="../slides/slide2342.xml"/><Relationship Id="rId1" Type="http://schemas.openxmlformats.org/officeDocument/2006/relationships/notesMaster" Target="../notesMasters/notesMaster1.xml"/></Relationships>
</file>

<file path=ppt/notesSlides/_rels/notesSlide2239.xml.rels><?xml version="1.0" encoding="UTF-8" standalone="yes"?>
<Relationships xmlns="http://schemas.openxmlformats.org/package/2006/relationships"><Relationship Id="rId2" Type="http://schemas.openxmlformats.org/officeDocument/2006/relationships/slide" Target="../slides/slide2343.xml"/><Relationship Id="rId1" Type="http://schemas.openxmlformats.org/officeDocument/2006/relationships/notesMaster" Target="../notesMasters/notesMaster1.xml"/></Relationships>
</file>

<file path=ppt/notesSlides/_rels/notesSlide2240.xml.rels><?xml version="1.0" encoding="UTF-8" standalone="yes"?>
<Relationships xmlns="http://schemas.openxmlformats.org/package/2006/relationships"><Relationship Id="rId2" Type="http://schemas.openxmlformats.org/officeDocument/2006/relationships/slide" Target="../slides/slide2344.xml"/><Relationship Id="rId1" Type="http://schemas.openxmlformats.org/officeDocument/2006/relationships/notesMaster" Target="../notesMasters/notesMaster1.xml"/></Relationships>
</file>

<file path=ppt/notesSlides/_rels/notesSlide2241.xml.rels><?xml version="1.0" encoding="UTF-8" standalone="yes"?>
<Relationships xmlns="http://schemas.openxmlformats.org/package/2006/relationships"><Relationship Id="rId2" Type="http://schemas.openxmlformats.org/officeDocument/2006/relationships/slide" Target="../slides/slide2345.xml"/><Relationship Id="rId1" Type="http://schemas.openxmlformats.org/officeDocument/2006/relationships/notesMaster" Target="../notesMasters/notesMaster1.xml"/></Relationships>
</file>

<file path=ppt/notesSlides/_rels/notesSlide2242.xml.rels><?xml version="1.0" encoding="UTF-8" standalone="yes"?>
<Relationships xmlns="http://schemas.openxmlformats.org/package/2006/relationships"><Relationship Id="rId2" Type="http://schemas.openxmlformats.org/officeDocument/2006/relationships/slide" Target="../slides/slide2346.xml"/><Relationship Id="rId1" Type="http://schemas.openxmlformats.org/officeDocument/2006/relationships/notesMaster" Target="../notesMasters/notesMaster1.xml"/></Relationships>
</file>

<file path=ppt/notesSlides/_rels/notesSlide2243.xml.rels><?xml version="1.0" encoding="UTF-8" standalone="yes"?>
<Relationships xmlns="http://schemas.openxmlformats.org/package/2006/relationships"><Relationship Id="rId2" Type="http://schemas.openxmlformats.org/officeDocument/2006/relationships/slide" Target="../slides/slide2347.xml"/><Relationship Id="rId1" Type="http://schemas.openxmlformats.org/officeDocument/2006/relationships/notesMaster" Target="../notesMasters/notesMaster1.xml"/></Relationships>
</file>

<file path=ppt/notesSlides/_rels/notesSlide2244.xml.rels><?xml version="1.0" encoding="UTF-8" standalone="yes"?>
<Relationships xmlns="http://schemas.openxmlformats.org/package/2006/relationships"><Relationship Id="rId2" Type="http://schemas.openxmlformats.org/officeDocument/2006/relationships/slide" Target="../slides/slide2348.xml"/><Relationship Id="rId1" Type="http://schemas.openxmlformats.org/officeDocument/2006/relationships/notesMaster" Target="../notesMasters/notesMaster1.xml"/></Relationships>
</file>

<file path=ppt/notesSlides/_rels/notesSlide2245.xml.rels><?xml version="1.0" encoding="UTF-8" standalone="yes"?>
<Relationships xmlns="http://schemas.openxmlformats.org/package/2006/relationships"><Relationship Id="rId2" Type="http://schemas.openxmlformats.org/officeDocument/2006/relationships/slide" Target="../slides/slide2349.xml"/><Relationship Id="rId1" Type="http://schemas.openxmlformats.org/officeDocument/2006/relationships/notesMaster" Target="../notesMasters/notesMaster1.xml"/></Relationships>
</file>

<file path=ppt/notesSlides/_rels/notesSlide2246.xml.rels><?xml version="1.0" encoding="UTF-8" standalone="yes"?>
<Relationships xmlns="http://schemas.openxmlformats.org/package/2006/relationships"><Relationship Id="rId2" Type="http://schemas.openxmlformats.org/officeDocument/2006/relationships/slide" Target="../slides/slide2350.xml"/><Relationship Id="rId1" Type="http://schemas.openxmlformats.org/officeDocument/2006/relationships/notesMaster" Target="../notesMasters/notesMaster1.xml"/></Relationships>
</file>

<file path=ppt/notesSlides/_rels/notesSlide2247.xml.rels><?xml version="1.0" encoding="UTF-8" standalone="yes"?>
<Relationships xmlns="http://schemas.openxmlformats.org/package/2006/relationships"><Relationship Id="rId2" Type="http://schemas.openxmlformats.org/officeDocument/2006/relationships/slide" Target="../slides/slide2353.xml"/><Relationship Id="rId1" Type="http://schemas.openxmlformats.org/officeDocument/2006/relationships/notesMaster" Target="../notesMasters/notesMaster1.xml"/></Relationships>
</file>

<file path=ppt/notesSlides/_rels/notesSlide2248.xml.rels><?xml version="1.0" encoding="UTF-8" standalone="yes"?>
<Relationships xmlns="http://schemas.openxmlformats.org/package/2006/relationships"><Relationship Id="rId2" Type="http://schemas.openxmlformats.org/officeDocument/2006/relationships/slide" Target="../slides/slide2354.xml"/><Relationship Id="rId1" Type="http://schemas.openxmlformats.org/officeDocument/2006/relationships/notesMaster" Target="../notesMasters/notesMaster1.xml"/></Relationships>
</file>

<file path=ppt/notesSlides/_rels/notesSlide2249.xml.rels><?xml version="1.0" encoding="UTF-8" standalone="yes"?>
<Relationships xmlns="http://schemas.openxmlformats.org/package/2006/relationships"><Relationship Id="rId2" Type="http://schemas.openxmlformats.org/officeDocument/2006/relationships/slide" Target="../slides/slide2355.xml"/><Relationship Id="rId1" Type="http://schemas.openxmlformats.org/officeDocument/2006/relationships/notesMaster" Target="../notesMasters/notesMaster1.xml"/></Relationships>
</file>

<file path=ppt/notesSlides/_rels/notesSlide2250.xml.rels><?xml version="1.0" encoding="UTF-8" standalone="yes"?>
<Relationships xmlns="http://schemas.openxmlformats.org/package/2006/relationships"><Relationship Id="rId2" Type="http://schemas.openxmlformats.org/officeDocument/2006/relationships/slide" Target="../slides/slide2356.xml"/><Relationship Id="rId1" Type="http://schemas.openxmlformats.org/officeDocument/2006/relationships/notesMaster" Target="../notesMasters/notesMaster1.xml"/></Relationships>
</file>

<file path=ppt/notesSlides/_rels/notesSlide2251.xml.rels><?xml version="1.0" encoding="UTF-8" standalone="yes"?>
<Relationships xmlns="http://schemas.openxmlformats.org/package/2006/relationships"><Relationship Id="rId2" Type="http://schemas.openxmlformats.org/officeDocument/2006/relationships/slide" Target="../slides/slide2357.xml"/><Relationship Id="rId1" Type="http://schemas.openxmlformats.org/officeDocument/2006/relationships/notesMaster" Target="../notesMasters/notesMaster1.xml"/></Relationships>
</file>

<file path=ppt/notesSlides/_rels/notesSlide2252.xml.rels><?xml version="1.0" encoding="UTF-8" standalone="yes"?>
<Relationships xmlns="http://schemas.openxmlformats.org/package/2006/relationships"><Relationship Id="rId2" Type="http://schemas.openxmlformats.org/officeDocument/2006/relationships/slide" Target="../slides/slide2358.xml"/><Relationship Id="rId1" Type="http://schemas.openxmlformats.org/officeDocument/2006/relationships/notesMaster" Target="../notesMasters/notesMaster1.xml"/></Relationships>
</file>

<file path=ppt/notesSlides/_rels/notesSlide2253.xml.rels><?xml version="1.0" encoding="UTF-8" standalone="yes"?>
<Relationships xmlns="http://schemas.openxmlformats.org/package/2006/relationships"><Relationship Id="rId2" Type="http://schemas.openxmlformats.org/officeDocument/2006/relationships/slide" Target="../slides/slide2359.xml"/><Relationship Id="rId1" Type="http://schemas.openxmlformats.org/officeDocument/2006/relationships/notesMaster" Target="../notesMasters/notesMaster1.xml"/></Relationships>
</file>

<file path=ppt/notesSlides/_rels/notesSlide2254.xml.rels><?xml version="1.0" encoding="UTF-8" standalone="yes"?>
<Relationships xmlns="http://schemas.openxmlformats.org/package/2006/relationships"><Relationship Id="rId2" Type="http://schemas.openxmlformats.org/officeDocument/2006/relationships/slide" Target="../slides/slide2360.xml"/><Relationship Id="rId1" Type="http://schemas.openxmlformats.org/officeDocument/2006/relationships/notesMaster" Target="../notesMasters/notesMaster1.xml"/></Relationships>
</file>

<file path=ppt/notesSlides/_rels/notesSlide2255.xml.rels><?xml version="1.0" encoding="UTF-8" standalone="yes"?>
<Relationships xmlns="http://schemas.openxmlformats.org/package/2006/relationships"><Relationship Id="rId2" Type="http://schemas.openxmlformats.org/officeDocument/2006/relationships/slide" Target="../slides/slide2361.xml"/><Relationship Id="rId1" Type="http://schemas.openxmlformats.org/officeDocument/2006/relationships/notesMaster" Target="../notesMasters/notesMaster1.xml"/></Relationships>
</file>

<file path=ppt/notesSlides/_rels/notesSlide2256.xml.rels><?xml version="1.0" encoding="UTF-8" standalone="yes"?>
<Relationships xmlns="http://schemas.openxmlformats.org/package/2006/relationships"><Relationship Id="rId2" Type="http://schemas.openxmlformats.org/officeDocument/2006/relationships/slide" Target="../slides/slide2362.xml"/><Relationship Id="rId1" Type="http://schemas.openxmlformats.org/officeDocument/2006/relationships/notesMaster" Target="../notesMasters/notesMaster1.xml"/></Relationships>
</file>

<file path=ppt/notesSlides/_rels/notesSlide2257.xml.rels><?xml version="1.0" encoding="UTF-8" standalone="yes"?>
<Relationships xmlns="http://schemas.openxmlformats.org/package/2006/relationships"><Relationship Id="rId2" Type="http://schemas.openxmlformats.org/officeDocument/2006/relationships/slide" Target="../slides/slide2363.xml"/><Relationship Id="rId1" Type="http://schemas.openxmlformats.org/officeDocument/2006/relationships/notesMaster" Target="../notesMasters/notesMaster1.xml"/></Relationships>
</file>

<file path=ppt/notesSlides/_rels/notesSlide2258.xml.rels><?xml version="1.0" encoding="UTF-8" standalone="yes"?>
<Relationships xmlns="http://schemas.openxmlformats.org/package/2006/relationships"><Relationship Id="rId2" Type="http://schemas.openxmlformats.org/officeDocument/2006/relationships/slide" Target="../slides/slide2364.xml"/><Relationship Id="rId1" Type="http://schemas.openxmlformats.org/officeDocument/2006/relationships/notesMaster" Target="../notesMasters/notesMaster1.xml"/></Relationships>
</file>

<file path=ppt/notesSlides/_rels/notesSlide2259.xml.rels><?xml version="1.0" encoding="UTF-8" standalone="yes"?>
<Relationships xmlns="http://schemas.openxmlformats.org/package/2006/relationships"><Relationship Id="rId2" Type="http://schemas.openxmlformats.org/officeDocument/2006/relationships/slide" Target="../slides/slide2365.xml"/><Relationship Id="rId1" Type="http://schemas.openxmlformats.org/officeDocument/2006/relationships/notesMaster" Target="../notesMasters/notesMaster1.xml"/></Relationships>
</file>

<file path=ppt/notesSlides/_rels/notesSlide2260.xml.rels><?xml version="1.0" encoding="UTF-8" standalone="yes"?>
<Relationships xmlns="http://schemas.openxmlformats.org/package/2006/relationships"><Relationship Id="rId2" Type="http://schemas.openxmlformats.org/officeDocument/2006/relationships/slide" Target="../slides/slide2366.xml"/><Relationship Id="rId1" Type="http://schemas.openxmlformats.org/officeDocument/2006/relationships/notesMaster" Target="../notesMasters/notesMaster1.xml"/></Relationships>
</file>

<file path=ppt/notesSlides/_rels/notesSlide2261.xml.rels><?xml version="1.0" encoding="UTF-8" standalone="yes"?>
<Relationships xmlns="http://schemas.openxmlformats.org/package/2006/relationships"><Relationship Id="rId2" Type="http://schemas.openxmlformats.org/officeDocument/2006/relationships/slide" Target="../slides/slide2369.xml"/><Relationship Id="rId1" Type="http://schemas.openxmlformats.org/officeDocument/2006/relationships/notesMaster" Target="../notesMasters/notesMaster1.xml"/></Relationships>
</file>

<file path=ppt/notesSlides/_rels/notesSlide2262.xml.rels><?xml version="1.0" encoding="UTF-8" standalone="yes"?>
<Relationships xmlns="http://schemas.openxmlformats.org/package/2006/relationships"><Relationship Id="rId2" Type="http://schemas.openxmlformats.org/officeDocument/2006/relationships/slide" Target="../slides/slide2370.xml"/><Relationship Id="rId1" Type="http://schemas.openxmlformats.org/officeDocument/2006/relationships/notesMaster" Target="../notesMasters/notesMaster1.xml"/></Relationships>
</file>

<file path=ppt/notesSlides/_rels/notesSlide2263.xml.rels><?xml version="1.0" encoding="UTF-8" standalone="yes"?>
<Relationships xmlns="http://schemas.openxmlformats.org/package/2006/relationships"><Relationship Id="rId2" Type="http://schemas.openxmlformats.org/officeDocument/2006/relationships/slide" Target="../slides/slide2371.xml"/><Relationship Id="rId1" Type="http://schemas.openxmlformats.org/officeDocument/2006/relationships/notesMaster" Target="../notesMasters/notesMaster1.xml"/></Relationships>
</file>

<file path=ppt/notesSlides/_rels/notesSlide2264.xml.rels><?xml version="1.0" encoding="UTF-8" standalone="yes"?>
<Relationships xmlns="http://schemas.openxmlformats.org/package/2006/relationships"><Relationship Id="rId2" Type="http://schemas.openxmlformats.org/officeDocument/2006/relationships/slide" Target="../slides/slide2372.xml"/><Relationship Id="rId1" Type="http://schemas.openxmlformats.org/officeDocument/2006/relationships/notesMaster" Target="../notesMasters/notesMaster1.xml"/></Relationships>
</file>

<file path=ppt/notesSlides/_rels/notesSlide2265.xml.rels><?xml version="1.0" encoding="UTF-8" standalone="yes"?>
<Relationships xmlns="http://schemas.openxmlformats.org/package/2006/relationships"><Relationship Id="rId2" Type="http://schemas.openxmlformats.org/officeDocument/2006/relationships/slide" Target="../slides/slide2373.xml"/><Relationship Id="rId1" Type="http://schemas.openxmlformats.org/officeDocument/2006/relationships/notesMaster" Target="../notesMasters/notesMaster1.xml"/></Relationships>
</file>

<file path=ppt/notesSlides/_rels/notesSlide2266.xml.rels><?xml version="1.0" encoding="UTF-8" standalone="yes"?>
<Relationships xmlns="http://schemas.openxmlformats.org/package/2006/relationships"><Relationship Id="rId2" Type="http://schemas.openxmlformats.org/officeDocument/2006/relationships/slide" Target="../slides/slide2374.xml"/><Relationship Id="rId1" Type="http://schemas.openxmlformats.org/officeDocument/2006/relationships/notesMaster" Target="../notesMasters/notesMaster1.xml"/></Relationships>
</file>

<file path=ppt/notesSlides/_rels/notesSlide2267.xml.rels><?xml version="1.0" encoding="UTF-8" standalone="yes"?>
<Relationships xmlns="http://schemas.openxmlformats.org/package/2006/relationships"><Relationship Id="rId2" Type="http://schemas.openxmlformats.org/officeDocument/2006/relationships/slide" Target="../slides/slide2375.xml"/><Relationship Id="rId1" Type="http://schemas.openxmlformats.org/officeDocument/2006/relationships/notesMaster" Target="../notesMasters/notesMaster1.xml"/></Relationships>
</file>

<file path=ppt/notesSlides/_rels/notesSlide2268.xml.rels><?xml version="1.0" encoding="UTF-8" standalone="yes"?>
<Relationships xmlns="http://schemas.openxmlformats.org/package/2006/relationships"><Relationship Id="rId2" Type="http://schemas.openxmlformats.org/officeDocument/2006/relationships/slide" Target="../slides/slide2376.xml"/><Relationship Id="rId1" Type="http://schemas.openxmlformats.org/officeDocument/2006/relationships/notesMaster" Target="../notesMasters/notesMaster1.xml"/></Relationships>
</file>

<file path=ppt/notesSlides/_rels/notesSlide2269.xml.rels><?xml version="1.0" encoding="UTF-8" standalone="yes"?>
<Relationships xmlns="http://schemas.openxmlformats.org/package/2006/relationships"><Relationship Id="rId2" Type="http://schemas.openxmlformats.org/officeDocument/2006/relationships/slide" Target="../slides/slide2377.xml"/><Relationship Id="rId1" Type="http://schemas.openxmlformats.org/officeDocument/2006/relationships/notesMaster" Target="../notesMasters/notesMaster1.xml"/></Relationships>
</file>

<file path=ppt/notesSlides/_rels/notesSlide2270.xml.rels><?xml version="1.0" encoding="UTF-8" standalone="yes"?>
<Relationships xmlns="http://schemas.openxmlformats.org/package/2006/relationships"><Relationship Id="rId2" Type="http://schemas.openxmlformats.org/officeDocument/2006/relationships/slide" Target="../slides/slide2378.xml"/><Relationship Id="rId1" Type="http://schemas.openxmlformats.org/officeDocument/2006/relationships/notesMaster" Target="../notesMasters/notesMaster1.xml"/></Relationships>
</file>

<file path=ppt/notesSlides/_rels/notesSlide2271.xml.rels><?xml version="1.0" encoding="UTF-8" standalone="yes"?>
<Relationships xmlns="http://schemas.openxmlformats.org/package/2006/relationships"><Relationship Id="rId2" Type="http://schemas.openxmlformats.org/officeDocument/2006/relationships/slide" Target="../slides/slide2379.xml"/><Relationship Id="rId1" Type="http://schemas.openxmlformats.org/officeDocument/2006/relationships/notesMaster" Target="../notesMasters/notesMaster1.xml"/></Relationships>
</file>

<file path=ppt/notesSlides/_rels/notesSlide2272.xml.rels><?xml version="1.0" encoding="UTF-8" standalone="yes"?>
<Relationships xmlns="http://schemas.openxmlformats.org/package/2006/relationships"><Relationship Id="rId2" Type="http://schemas.openxmlformats.org/officeDocument/2006/relationships/slide" Target="../slides/slide2380.xml"/><Relationship Id="rId1" Type="http://schemas.openxmlformats.org/officeDocument/2006/relationships/notesMaster" Target="../notesMasters/notesMaster1.xml"/></Relationships>
</file>

<file path=ppt/notesSlides/_rels/notesSlide2273.xml.rels><?xml version="1.0" encoding="UTF-8" standalone="yes"?>
<Relationships xmlns="http://schemas.openxmlformats.org/package/2006/relationships"><Relationship Id="rId2" Type="http://schemas.openxmlformats.org/officeDocument/2006/relationships/slide" Target="../slides/slide2381.xml"/><Relationship Id="rId1" Type="http://schemas.openxmlformats.org/officeDocument/2006/relationships/notesMaster" Target="../notesMasters/notesMaster1.xml"/></Relationships>
</file>

<file path=ppt/notesSlides/_rels/notesSlide2274.xml.rels><?xml version="1.0" encoding="UTF-8" standalone="yes"?>
<Relationships xmlns="http://schemas.openxmlformats.org/package/2006/relationships"><Relationship Id="rId2" Type="http://schemas.openxmlformats.org/officeDocument/2006/relationships/slide" Target="../slides/slide2382.xml"/><Relationship Id="rId1" Type="http://schemas.openxmlformats.org/officeDocument/2006/relationships/notesMaster" Target="../notesMasters/notesMaster1.xml"/></Relationships>
</file>

<file path=ppt/notesSlides/_rels/notesSlide2275.xml.rels><?xml version="1.0" encoding="UTF-8" standalone="yes"?>
<Relationships xmlns="http://schemas.openxmlformats.org/package/2006/relationships"><Relationship Id="rId2" Type="http://schemas.openxmlformats.org/officeDocument/2006/relationships/slide" Target="../slides/slide2385.xml"/><Relationship Id="rId1" Type="http://schemas.openxmlformats.org/officeDocument/2006/relationships/notesMaster" Target="../notesMasters/notesMaster1.xml"/></Relationships>
</file>

<file path=ppt/notesSlides/_rels/notesSlide2276.xml.rels><?xml version="1.0" encoding="UTF-8" standalone="yes"?>
<Relationships xmlns="http://schemas.openxmlformats.org/package/2006/relationships"><Relationship Id="rId2" Type="http://schemas.openxmlformats.org/officeDocument/2006/relationships/slide" Target="../slides/slide2386.xml"/><Relationship Id="rId1" Type="http://schemas.openxmlformats.org/officeDocument/2006/relationships/notesMaster" Target="../notesMasters/notesMaster1.xml"/></Relationships>
</file>

<file path=ppt/notesSlides/_rels/notesSlide2277.xml.rels><?xml version="1.0" encoding="UTF-8" standalone="yes"?>
<Relationships xmlns="http://schemas.openxmlformats.org/package/2006/relationships"><Relationship Id="rId2" Type="http://schemas.openxmlformats.org/officeDocument/2006/relationships/slide" Target="../slides/slide2387.xml"/><Relationship Id="rId1" Type="http://schemas.openxmlformats.org/officeDocument/2006/relationships/notesMaster" Target="../notesMasters/notesMaster1.xml"/></Relationships>
</file>

<file path=ppt/notesSlides/_rels/notesSlide2278.xml.rels><?xml version="1.0" encoding="UTF-8" standalone="yes"?>
<Relationships xmlns="http://schemas.openxmlformats.org/package/2006/relationships"><Relationship Id="rId2" Type="http://schemas.openxmlformats.org/officeDocument/2006/relationships/slide" Target="../slides/slide2388.xml"/><Relationship Id="rId1" Type="http://schemas.openxmlformats.org/officeDocument/2006/relationships/notesMaster" Target="../notesMasters/notesMaster1.xml"/></Relationships>
</file>

<file path=ppt/notesSlides/_rels/notesSlide2279.xml.rels><?xml version="1.0" encoding="UTF-8" standalone="yes"?>
<Relationships xmlns="http://schemas.openxmlformats.org/package/2006/relationships"><Relationship Id="rId2" Type="http://schemas.openxmlformats.org/officeDocument/2006/relationships/slide" Target="../slides/slide2389.xml"/><Relationship Id="rId1" Type="http://schemas.openxmlformats.org/officeDocument/2006/relationships/notesMaster" Target="../notesMasters/notesMaster1.xml"/></Relationships>
</file>

<file path=ppt/notesSlides/_rels/notesSlide2280.xml.rels><?xml version="1.0" encoding="UTF-8" standalone="yes"?>
<Relationships xmlns="http://schemas.openxmlformats.org/package/2006/relationships"><Relationship Id="rId2" Type="http://schemas.openxmlformats.org/officeDocument/2006/relationships/slide" Target="../slides/slide2390.xml"/><Relationship Id="rId1" Type="http://schemas.openxmlformats.org/officeDocument/2006/relationships/notesMaster" Target="../notesMasters/notesMaster1.xml"/></Relationships>
</file>

<file path=ppt/notesSlides/_rels/notesSlide2281.xml.rels><?xml version="1.0" encoding="UTF-8" standalone="yes"?>
<Relationships xmlns="http://schemas.openxmlformats.org/package/2006/relationships"><Relationship Id="rId2" Type="http://schemas.openxmlformats.org/officeDocument/2006/relationships/slide" Target="../slides/slide2391.xml"/><Relationship Id="rId1" Type="http://schemas.openxmlformats.org/officeDocument/2006/relationships/notesMaster" Target="../notesMasters/notesMaster1.xml"/></Relationships>
</file>

<file path=ppt/notesSlides/_rels/notesSlide2282.xml.rels><?xml version="1.0" encoding="UTF-8" standalone="yes"?>
<Relationships xmlns="http://schemas.openxmlformats.org/package/2006/relationships"><Relationship Id="rId2" Type="http://schemas.openxmlformats.org/officeDocument/2006/relationships/slide" Target="../slides/slide2392.xml"/><Relationship Id="rId1" Type="http://schemas.openxmlformats.org/officeDocument/2006/relationships/notesMaster" Target="../notesMasters/notesMaster1.xml"/></Relationships>
</file>

<file path=ppt/notesSlides/_rels/notesSlide2283.xml.rels><?xml version="1.0" encoding="UTF-8" standalone="yes"?>
<Relationships xmlns="http://schemas.openxmlformats.org/package/2006/relationships"><Relationship Id="rId2" Type="http://schemas.openxmlformats.org/officeDocument/2006/relationships/slide" Target="../slides/slide2393.xml"/><Relationship Id="rId1" Type="http://schemas.openxmlformats.org/officeDocument/2006/relationships/notesMaster" Target="../notesMasters/notesMaster1.xml"/></Relationships>
</file>

<file path=ppt/notesSlides/_rels/notesSlide2284.xml.rels><?xml version="1.0" encoding="UTF-8" standalone="yes"?>
<Relationships xmlns="http://schemas.openxmlformats.org/package/2006/relationships"><Relationship Id="rId2" Type="http://schemas.openxmlformats.org/officeDocument/2006/relationships/slide" Target="../slides/slide2394.xml"/><Relationship Id="rId1" Type="http://schemas.openxmlformats.org/officeDocument/2006/relationships/notesMaster" Target="../notesMasters/notesMaster1.xml"/></Relationships>
</file>

<file path=ppt/notesSlides/_rels/notesSlide2285.xml.rels><?xml version="1.0" encoding="UTF-8" standalone="yes"?>
<Relationships xmlns="http://schemas.openxmlformats.org/package/2006/relationships"><Relationship Id="rId2" Type="http://schemas.openxmlformats.org/officeDocument/2006/relationships/slide" Target="../slides/slide2395.xml"/><Relationship Id="rId1" Type="http://schemas.openxmlformats.org/officeDocument/2006/relationships/notesMaster" Target="../notesMasters/notesMaster1.xml"/></Relationships>
</file>

<file path=ppt/notesSlides/_rels/notesSlide2286.xml.rels><?xml version="1.0" encoding="UTF-8" standalone="yes"?>
<Relationships xmlns="http://schemas.openxmlformats.org/package/2006/relationships"><Relationship Id="rId2" Type="http://schemas.openxmlformats.org/officeDocument/2006/relationships/slide" Target="../slides/slide2396.xml"/><Relationship Id="rId1" Type="http://schemas.openxmlformats.org/officeDocument/2006/relationships/notesMaster" Target="../notesMasters/notesMaster1.xml"/></Relationships>
</file>

<file path=ppt/notesSlides/_rels/notesSlide2287.xml.rels><?xml version="1.0" encoding="UTF-8" standalone="yes"?>
<Relationships xmlns="http://schemas.openxmlformats.org/package/2006/relationships"><Relationship Id="rId2" Type="http://schemas.openxmlformats.org/officeDocument/2006/relationships/slide" Target="../slides/slide2397.xml"/><Relationship Id="rId1" Type="http://schemas.openxmlformats.org/officeDocument/2006/relationships/notesMaster" Target="../notesMasters/notesMaster1.xml"/></Relationships>
</file>

<file path=ppt/notesSlides/_rels/notesSlide2288.xml.rels><?xml version="1.0" encoding="UTF-8" standalone="yes"?>
<Relationships xmlns="http://schemas.openxmlformats.org/package/2006/relationships"><Relationship Id="rId2" Type="http://schemas.openxmlformats.org/officeDocument/2006/relationships/slide" Target="../slides/slide2398.xml"/><Relationship Id="rId1" Type="http://schemas.openxmlformats.org/officeDocument/2006/relationships/notesMaster" Target="../notesMasters/notesMaster1.xml"/></Relationships>
</file>

<file path=ppt/notesSlides/_rels/notesSlide2289.xml.rels><?xml version="1.0" encoding="UTF-8" standalone="yes"?>
<Relationships xmlns="http://schemas.openxmlformats.org/package/2006/relationships"><Relationship Id="rId2" Type="http://schemas.openxmlformats.org/officeDocument/2006/relationships/slide" Target="../slides/slide2401.xml"/><Relationship Id="rId1" Type="http://schemas.openxmlformats.org/officeDocument/2006/relationships/notesMaster" Target="../notesMasters/notesMaster1.xml"/></Relationships>
</file>

<file path=ppt/notesSlides/_rels/notesSlide2290.xml.rels><?xml version="1.0" encoding="UTF-8" standalone="yes"?>
<Relationships xmlns="http://schemas.openxmlformats.org/package/2006/relationships"><Relationship Id="rId2" Type="http://schemas.openxmlformats.org/officeDocument/2006/relationships/slide" Target="../slides/slide2402.xml"/><Relationship Id="rId1" Type="http://schemas.openxmlformats.org/officeDocument/2006/relationships/notesMaster" Target="../notesMasters/notesMaster1.xml"/></Relationships>
</file>

<file path=ppt/notesSlides/_rels/notesSlide2291.xml.rels><?xml version="1.0" encoding="UTF-8" standalone="yes"?>
<Relationships xmlns="http://schemas.openxmlformats.org/package/2006/relationships"><Relationship Id="rId2" Type="http://schemas.openxmlformats.org/officeDocument/2006/relationships/slide" Target="../slides/slide2403.xml"/><Relationship Id="rId1" Type="http://schemas.openxmlformats.org/officeDocument/2006/relationships/notesMaster" Target="../notesMasters/notesMaster1.xml"/></Relationships>
</file>

<file path=ppt/notesSlides/_rels/notesSlide2292.xml.rels><?xml version="1.0" encoding="UTF-8" standalone="yes"?>
<Relationships xmlns="http://schemas.openxmlformats.org/package/2006/relationships"><Relationship Id="rId2" Type="http://schemas.openxmlformats.org/officeDocument/2006/relationships/slide" Target="../slides/slide2404.xml"/><Relationship Id="rId1" Type="http://schemas.openxmlformats.org/officeDocument/2006/relationships/notesMaster" Target="../notesMasters/notesMaster1.xml"/></Relationships>
</file>

<file path=ppt/notesSlides/_rels/notesSlide2293.xml.rels><?xml version="1.0" encoding="UTF-8" standalone="yes"?>
<Relationships xmlns="http://schemas.openxmlformats.org/package/2006/relationships"><Relationship Id="rId2" Type="http://schemas.openxmlformats.org/officeDocument/2006/relationships/slide" Target="../slides/slide2405.xml"/><Relationship Id="rId1" Type="http://schemas.openxmlformats.org/officeDocument/2006/relationships/notesMaster" Target="../notesMasters/notesMaster1.xml"/></Relationships>
</file>

<file path=ppt/notesSlides/_rels/notesSlide2294.xml.rels><?xml version="1.0" encoding="UTF-8" standalone="yes"?>
<Relationships xmlns="http://schemas.openxmlformats.org/package/2006/relationships"><Relationship Id="rId2" Type="http://schemas.openxmlformats.org/officeDocument/2006/relationships/slide" Target="../slides/slide2406.xml"/><Relationship Id="rId1" Type="http://schemas.openxmlformats.org/officeDocument/2006/relationships/notesMaster" Target="../notesMasters/notesMaster1.xml"/></Relationships>
</file>

<file path=ppt/notesSlides/_rels/notesSlide2295.xml.rels><?xml version="1.0" encoding="UTF-8" standalone="yes"?>
<Relationships xmlns="http://schemas.openxmlformats.org/package/2006/relationships"><Relationship Id="rId2" Type="http://schemas.openxmlformats.org/officeDocument/2006/relationships/slide" Target="../slides/slide2407.xml"/><Relationship Id="rId1" Type="http://schemas.openxmlformats.org/officeDocument/2006/relationships/notesMaster" Target="../notesMasters/notesMaster1.xml"/></Relationships>
</file>

<file path=ppt/notesSlides/_rels/notesSlide2296.xml.rels><?xml version="1.0" encoding="UTF-8" standalone="yes"?>
<Relationships xmlns="http://schemas.openxmlformats.org/package/2006/relationships"><Relationship Id="rId2" Type="http://schemas.openxmlformats.org/officeDocument/2006/relationships/slide" Target="../slides/slide2408.xml"/><Relationship Id="rId1" Type="http://schemas.openxmlformats.org/officeDocument/2006/relationships/notesMaster" Target="../notesMasters/notesMaster1.xml"/></Relationships>
</file>

<file path=ppt/notesSlides/_rels/notesSlide2297.xml.rels><?xml version="1.0" encoding="UTF-8" standalone="yes"?>
<Relationships xmlns="http://schemas.openxmlformats.org/package/2006/relationships"><Relationship Id="rId2" Type="http://schemas.openxmlformats.org/officeDocument/2006/relationships/slide" Target="../slides/slide2409.xml"/><Relationship Id="rId1" Type="http://schemas.openxmlformats.org/officeDocument/2006/relationships/notesMaster" Target="../notesMasters/notesMaster1.xml"/></Relationships>
</file>

<file path=ppt/notesSlides/_rels/notesSlide2298.xml.rels><?xml version="1.0" encoding="UTF-8" standalone="yes"?>
<Relationships xmlns="http://schemas.openxmlformats.org/package/2006/relationships"><Relationship Id="rId2" Type="http://schemas.openxmlformats.org/officeDocument/2006/relationships/slide" Target="../slides/slide2410.xml"/><Relationship Id="rId1" Type="http://schemas.openxmlformats.org/officeDocument/2006/relationships/notesMaster" Target="../notesMasters/notesMaster1.xml"/></Relationships>
</file>

<file path=ppt/notesSlides/_rels/notesSlide2299.xml.rels><?xml version="1.0" encoding="UTF-8" standalone="yes"?>
<Relationships xmlns="http://schemas.openxmlformats.org/package/2006/relationships"><Relationship Id="rId2" Type="http://schemas.openxmlformats.org/officeDocument/2006/relationships/slide" Target="../slides/slide2411.xml"/><Relationship Id="rId1" Type="http://schemas.openxmlformats.org/officeDocument/2006/relationships/notesMaster" Target="../notesMasters/notesMaster1.xml"/></Relationships>
</file>

<file path=ppt/notesSlides/_rels/notesSlide2300.xml.rels><?xml version="1.0" encoding="UTF-8" standalone="yes"?>
<Relationships xmlns="http://schemas.openxmlformats.org/package/2006/relationships"><Relationship Id="rId2" Type="http://schemas.openxmlformats.org/officeDocument/2006/relationships/slide" Target="../slides/slide2412.xml"/><Relationship Id="rId1" Type="http://schemas.openxmlformats.org/officeDocument/2006/relationships/notesMaster" Target="../notesMasters/notesMaster1.xml"/></Relationships>
</file>

<file path=ppt/notesSlides/_rels/notesSlide2301.xml.rels><?xml version="1.0" encoding="UTF-8" standalone="yes"?>
<Relationships xmlns="http://schemas.openxmlformats.org/package/2006/relationships"><Relationship Id="rId2" Type="http://schemas.openxmlformats.org/officeDocument/2006/relationships/slide" Target="../slides/slide2413.xml"/><Relationship Id="rId1" Type="http://schemas.openxmlformats.org/officeDocument/2006/relationships/notesMaster" Target="../notesMasters/notesMaster1.xml"/></Relationships>
</file>

<file path=ppt/notesSlides/_rels/notesSlide2302.xml.rels><?xml version="1.0" encoding="UTF-8" standalone="yes"?>
<Relationships xmlns="http://schemas.openxmlformats.org/package/2006/relationships"><Relationship Id="rId2" Type="http://schemas.openxmlformats.org/officeDocument/2006/relationships/slide" Target="../slides/slide2414.xml"/><Relationship Id="rId1" Type="http://schemas.openxmlformats.org/officeDocument/2006/relationships/notesMaster" Target="../notesMasters/notesMaster1.xml"/></Relationships>
</file>

<file path=ppt/notesSlides/_rels/notesSlide2303.xml.rels><?xml version="1.0" encoding="UTF-8" standalone="yes"?>
<Relationships xmlns="http://schemas.openxmlformats.org/package/2006/relationships"><Relationship Id="rId2" Type="http://schemas.openxmlformats.org/officeDocument/2006/relationships/slide" Target="../slides/slide2417.xml"/><Relationship Id="rId1" Type="http://schemas.openxmlformats.org/officeDocument/2006/relationships/notesMaster" Target="../notesMasters/notesMaster1.xml"/></Relationships>
</file>

<file path=ppt/notesSlides/_rels/notesSlide2304.xml.rels><?xml version="1.0" encoding="UTF-8" standalone="yes"?>
<Relationships xmlns="http://schemas.openxmlformats.org/package/2006/relationships"><Relationship Id="rId2" Type="http://schemas.openxmlformats.org/officeDocument/2006/relationships/slide" Target="../slides/slide2418.xml"/><Relationship Id="rId1" Type="http://schemas.openxmlformats.org/officeDocument/2006/relationships/notesMaster" Target="../notesMasters/notesMaster1.xml"/></Relationships>
</file>

<file path=ppt/notesSlides/_rels/notesSlide2305.xml.rels><?xml version="1.0" encoding="UTF-8" standalone="yes"?>
<Relationships xmlns="http://schemas.openxmlformats.org/package/2006/relationships"><Relationship Id="rId2" Type="http://schemas.openxmlformats.org/officeDocument/2006/relationships/slide" Target="../slides/slide2419.xml"/><Relationship Id="rId1" Type="http://schemas.openxmlformats.org/officeDocument/2006/relationships/notesMaster" Target="../notesMasters/notesMaster1.xml"/></Relationships>
</file>

<file path=ppt/notesSlides/_rels/notesSlide2306.xml.rels><?xml version="1.0" encoding="UTF-8" standalone="yes"?>
<Relationships xmlns="http://schemas.openxmlformats.org/package/2006/relationships"><Relationship Id="rId2" Type="http://schemas.openxmlformats.org/officeDocument/2006/relationships/slide" Target="../slides/slide2420.xml"/><Relationship Id="rId1" Type="http://schemas.openxmlformats.org/officeDocument/2006/relationships/notesMaster" Target="../notesMasters/notesMaster1.xml"/></Relationships>
</file>

<file path=ppt/notesSlides/_rels/notesSlide2307.xml.rels><?xml version="1.0" encoding="UTF-8" standalone="yes"?>
<Relationships xmlns="http://schemas.openxmlformats.org/package/2006/relationships"><Relationship Id="rId2" Type="http://schemas.openxmlformats.org/officeDocument/2006/relationships/slide" Target="../slides/slide2421.xml"/><Relationship Id="rId1" Type="http://schemas.openxmlformats.org/officeDocument/2006/relationships/notesMaster" Target="../notesMasters/notesMaster1.xml"/></Relationships>
</file>

<file path=ppt/notesSlides/_rels/notesSlide2308.xml.rels><?xml version="1.0" encoding="UTF-8" standalone="yes"?>
<Relationships xmlns="http://schemas.openxmlformats.org/package/2006/relationships"><Relationship Id="rId2" Type="http://schemas.openxmlformats.org/officeDocument/2006/relationships/slide" Target="../slides/slide2422.xml"/><Relationship Id="rId1" Type="http://schemas.openxmlformats.org/officeDocument/2006/relationships/notesMaster" Target="../notesMasters/notesMaster1.xml"/></Relationships>
</file>

<file path=ppt/notesSlides/_rels/notesSlide2309.xml.rels><?xml version="1.0" encoding="UTF-8" standalone="yes"?>
<Relationships xmlns="http://schemas.openxmlformats.org/package/2006/relationships"><Relationship Id="rId2" Type="http://schemas.openxmlformats.org/officeDocument/2006/relationships/slide" Target="../slides/slide2423.xml"/><Relationship Id="rId1" Type="http://schemas.openxmlformats.org/officeDocument/2006/relationships/notesMaster" Target="../notesMasters/notesMaster1.xml"/></Relationships>
</file>

<file path=ppt/notesSlides/_rels/notesSlide2310.xml.rels><?xml version="1.0" encoding="UTF-8" standalone="yes"?>
<Relationships xmlns="http://schemas.openxmlformats.org/package/2006/relationships"><Relationship Id="rId2" Type="http://schemas.openxmlformats.org/officeDocument/2006/relationships/slide" Target="../slides/slide2424.xml"/><Relationship Id="rId1" Type="http://schemas.openxmlformats.org/officeDocument/2006/relationships/notesMaster" Target="../notesMasters/notesMaster1.xml"/></Relationships>
</file>

<file path=ppt/notesSlides/_rels/notesSlide2311.xml.rels><?xml version="1.0" encoding="UTF-8" standalone="yes"?>
<Relationships xmlns="http://schemas.openxmlformats.org/package/2006/relationships"><Relationship Id="rId2" Type="http://schemas.openxmlformats.org/officeDocument/2006/relationships/slide" Target="../slides/slide2425.xml"/><Relationship Id="rId1" Type="http://schemas.openxmlformats.org/officeDocument/2006/relationships/notesMaster" Target="../notesMasters/notesMaster1.xml"/></Relationships>
</file>

<file path=ppt/notesSlides/_rels/notesSlide2312.xml.rels><?xml version="1.0" encoding="UTF-8" standalone="yes"?>
<Relationships xmlns="http://schemas.openxmlformats.org/package/2006/relationships"><Relationship Id="rId2" Type="http://schemas.openxmlformats.org/officeDocument/2006/relationships/slide" Target="../slides/slide2426.xml"/><Relationship Id="rId1" Type="http://schemas.openxmlformats.org/officeDocument/2006/relationships/notesMaster" Target="../notesMasters/notesMaster1.xml"/></Relationships>
</file>

<file path=ppt/notesSlides/_rels/notesSlide2313.xml.rels><?xml version="1.0" encoding="UTF-8" standalone="yes"?>
<Relationships xmlns="http://schemas.openxmlformats.org/package/2006/relationships"><Relationship Id="rId2" Type="http://schemas.openxmlformats.org/officeDocument/2006/relationships/slide" Target="../slides/slide2427.xml"/><Relationship Id="rId1" Type="http://schemas.openxmlformats.org/officeDocument/2006/relationships/notesMaster" Target="../notesMasters/notesMaster1.xml"/></Relationships>
</file>

<file path=ppt/notesSlides/_rels/notesSlide2314.xml.rels><?xml version="1.0" encoding="UTF-8" standalone="yes"?>
<Relationships xmlns="http://schemas.openxmlformats.org/package/2006/relationships"><Relationship Id="rId2" Type="http://schemas.openxmlformats.org/officeDocument/2006/relationships/slide" Target="../slides/slide2428.xml"/><Relationship Id="rId1" Type="http://schemas.openxmlformats.org/officeDocument/2006/relationships/notesMaster" Target="../notesMasters/notesMaster1.xml"/></Relationships>
</file>

<file path=ppt/notesSlides/_rels/notesSlide2315.xml.rels><?xml version="1.0" encoding="UTF-8" standalone="yes"?>
<Relationships xmlns="http://schemas.openxmlformats.org/package/2006/relationships"><Relationship Id="rId2" Type="http://schemas.openxmlformats.org/officeDocument/2006/relationships/slide" Target="../slides/slide2429.xml"/><Relationship Id="rId1" Type="http://schemas.openxmlformats.org/officeDocument/2006/relationships/notesMaster" Target="../notesMasters/notesMaster1.xml"/></Relationships>
</file>

<file path=ppt/notesSlides/_rels/notesSlide2316.xml.rels><?xml version="1.0" encoding="UTF-8" standalone="yes"?>
<Relationships xmlns="http://schemas.openxmlformats.org/package/2006/relationships"><Relationship Id="rId2" Type="http://schemas.openxmlformats.org/officeDocument/2006/relationships/slide" Target="../slides/slide2430.xml"/><Relationship Id="rId1" Type="http://schemas.openxmlformats.org/officeDocument/2006/relationships/notesMaster" Target="../notesMasters/notesMaster1.xml"/></Relationships>
</file>

<file path=ppt/notesSlides/_rels/notesSlide2317.xml.rels><?xml version="1.0" encoding="UTF-8" standalone="yes"?>
<Relationships xmlns="http://schemas.openxmlformats.org/package/2006/relationships"><Relationship Id="rId2" Type="http://schemas.openxmlformats.org/officeDocument/2006/relationships/slide" Target="../slides/slide2433.xml"/><Relationship Id="rId1" Type="http://schemas.openxmlformats.org/officeDocument/2006/relationships/notesMaster" Target="../notesMasters/notesMaster1.xml"/></Relationships>
</file>

<file path=ppt/notesSlides/_rels/notesSlide2318.xml.rels><?xml version="1.0" encoding="UTF-8" standalone="yes"?>
<Relationships xmlns="http://schemas.openxmlformats.org/package/2006/relationships"><Relationship Id="rId2" Type="http://schemas.openxmlformats.org/officeDocument/2006/relationships/slide" Target="../slides/slide2434.xml"/><Relationship Id="rId1" Type="http://schemas.openxmlformats.org/officeDocument/2006/relationships/notesMaster" Target="../notesMasters/notesMaster1.xml"/></Relationships>
</file>

<file path=ppt/notesSlides/_rels/notesSlide2319.xml.rels><?xml version="1.0" encoding="UTF-8" standalone="yes"?>
<Relationships xmlns="http://schemas.openxmlformats.org/package/2006/relationships"><Relationship Id="rId2" Type="http://schemas.openxmlformats.org/officeDocument/2006/relationships/slide" Target="../slides/slide2435.xml"/><Relationship Id="rId1" Type="http://schemas.openxmlformats.org/officeDocument/2006/relationships/notesMaster" Target="../notesMasters/notesMaster1.xml"/></Relationships>
</file>

<file path=ppt/notesSlides/_rels/notesSlide2320.xml.rels><?xml version="1.0" encoding="UTF-8" standalone="yes"?>
<Relationships xmlns="http://schemas.openxmlformats.org/package/2006/relationships"><Relationship Id="rId2" Type="http://schemas.openxmlformats.org/officeDocument/2006/relationships/slide" Target="../slides/slide2436.xml"/><Relationship Id="rId1" Type="http://schemas.openxmlformats.org/officeDocument/2006/relationships/notesMaster" Target="../notesMasters/notesMaster1.xml"/></Relationships>
</file>

<file path=ppt/notesSlides/_rels/notesSlide2321.xml.rels><?xml version="1.0" encoding="UTF-8" standalone="yes"?>
<Relationships xmlns="http://schemas.openxmlformats.org/package/2006/relationships"><Relationship Id="rId2" Type="http://schemas.openxmlformats.org/officeDocument/2006/relationships/slide" Target="../slides/slide2437.xml"/><Relationship Id="rId1" Type="http://schemas.openxmlformats.org/officeDocument/2006/relationships/notesMaster" Target="../notesMasters/notesMaster1.xml"/></Relationships>
</file>

<file path=ppt/notesSlides/_rels/notesSlide2322.xml.rels><?xml version="1.0" encoding="UTF-8" standalone="yes"?>
<Relationships xmlns="http://schemas.openxmlformats.org/package/2006/relationships"><Relationship Id="rId2" Type="http://schemas.openxmlformats.org/officeDocument/2006/relationships/slide" Target="../slides/slide2438.xml"/><Relationship Id="rId1" Type="http://schemas.openxmlformats.org/officeDocument/2006/relationships/notesMaster" Target="../notesMasters/notesMaster1.xml"/></Relationships>
</file>

<file path=ppt/notesSlides/_rels/notesSlide2323.xml.rels><?xml version="1.0" encoding="UTF-8" standalone="yes"?>
<Relationships xmlns="http://schemas.openxmlformats.org/package/2006/relationships"><Relationship Id="rId2" Type="http://schemas.openxmlformats.org/officeDocument/2006/relationships/slide" Target="../slides/slide2439.xml"/><Relationship Id="rId1" Type="http://schemas.openxmlformats.org/officeDocument/2006/relationships/notesMaster" Target="../notesMasters/notesMaster1.xml"/></Relationships>
</file>

<file path=ppt/notesSlides/_rels/notesSlide2324.xml.rels><?xml version="1.0" encoding="UTF-8" standalone="yes"?>
<Relationships xmlns="http://schemas.openxmlformats.org/package/2006/relationships"><Relationship Id="rId2" Type="http://schemas.openxmlformats.org/officeDocument/2006/relationships/slide" Target="../slides/slide2440.xml"/><Relationship Id="rId1" Type="http://schemas.openxmlformats.org/officeDocument/2006/relationships/notesMaster" Target="../notesMasters/notesMaster1.xml"/></Relationships>
</file>

<file path=ppt/notesSlides/_rels/notesSlide2325.xml.rels><?xml version="1.0" encoding="UTF-8" standalone="yes"?>
<Relationships xmlns="http://schemas.openxmlformats.org/package/2006/relationships"><Relationship Id="rId2" Type="http://schemas.openxmlformats.org/officeDocument/2006/relationships/slide" Target="../slides/slide2441.xml"/><Relationship Id="rId1" Type="http://schemas.openxmlformats.org/officeDocument/2006/relationships/notesMaster" Target="../notesMasters/notesMaster1.xml"/></Relationships>
</file>

<file path=ppt/notesSlides/_rels/notesSlide2326.xml.rels><?xml version="1.0" encoding="UTF-8" standalone="yes"?>
<Relationships xmlns="http://schemas.openxmlformats.org/package/2006/relationships"><Relationship Id="rId2" Type="http://schemas.openxmlformats.org/officeDocument/2006/relationships/slide" Target="../slides/slide2442.xml"/><Relationship Id="rId1" Type="http://schemas.openxmlformats.org/officeDocument/2006/relationships/notesMaster" Target="../notesMasters/notesMaster1.xml"/></Relationships>
</file>

<file path=ppt/notesSlides/_rels/notesSlide2327.xml.rels><?xml version="1.0" encoding="UTF-8" standalone="yes"?>
<Relationships xmlns="http://schemas.openxmlformats.org/package/2006/relationships"><Relationship Id="rId2" Type="http://schemas.openxmlformats.org/officeDocument/2006/relationships/slide" Target="../slides/slide2443.xml"/><Relationship Id="rId1" Type="http://schemas.openxmlformats.org/officeDocument/2006/relationships/notesMaster" Target="../notesMasters/notesMaster1.xml"/></Relationships>
</file>

<file path=ppt/notesSlides/_rels/notesSlide2328.xml.rels><?xml version="1.0" encoding="UTF-8" standalone="yes"?>
<Relationships xmlns="http://schemas.openxmlformats.org/package/2006/relationships"><Relationship Id="rId2" Type="http://schemas.openxmlformats.org/officeDocument/2006/relationships/slide" Target="../slides/slide2444.xml"/><Relationship Id="rId1" Type="http://schemas.openxmlformats.org/officeDocument/2006/relationships/notesMaster" Target="../notesMasters/notesMaster1.xml"/></Relationships>
</file>

<file path=ppt/notesSlides/_rels/notesSlide2329.xml.rels><?xml version="1.0" encoding="UTF-8" standalone="yes"?>
<Relationships xmlns="http://schemas.openxmlformats.org/package/2006/relationships"><Relationship Id="rId2" Type="http://schemas.openxmlformats.org/officeDocument/2006/relationships/slide" Target="../slides/slide2445.xml"/><Relationship Id="rId1" Type="http://schemas.openxmlformats.org/officeDocument/2006/relationships/notesMaster" Target="../notesMasters/notesMaster1.xml"/></Relationships>
</file>

<file path=ppt/notesSlides/_rels/notesSlide2330.xml.rels><?xml version="1.0" encoding="UTF-8" standalone="yes"?>
<Relationships xmlns="http://schemas.openxmlformats.org/package/2006/relationships"><Relationship Id="rId2" Type="http://schemas.openxmlformats.org/officeDocument/2006/relationships/slide" Target="../slides/slide2446.xml"/><Relationship Id="rId1" Type="http://schemas.openxmlformats.org/officeDocument/2006/relationships/notesMaster" Target="../notesMasters/notesMaster1.xml"/></Relationships>
</file>

<file path=ppt/notesSlides/_rels/notesSlide2331.xml.rels><?xml version="1.0" encoding="UTF-8" standalone="yes"?>
<Relationships xmlns="http://schemas.openxmlformats.org/package/2006/relationships"><Relationship Id="rId2" Type="http://schemas.openxmlformats.org/officeDocument/2006/relationships/slide" Target="../slides/slide2449.xml"/><Relationship Id="rId1" Type="http://schemas.openxmlformats.org/officeDocument/2006/relationships/notesMaster" Target="../notesMasters/notesMaster1.xml"/></Relationships>
</file>

<file path=ppt/notesSlides/_rels/notesSlide2332.xml.rels><?xml version="1.0" encoding="UTF-8" standalone="yes"?>
<Relationships xmlns="http://schemas.openxmlformats.org/package/2006/relationships"><Relationship Id="rId2" Type="http://schemas.openxmlformats.org/officeDocument/2006/relationships/slide" Target="../slides/slide2450.xml"/><Relationship Id="rId1" Type="http://schemas.openxmlformats.org/officeDocument/2006/relationships/notesMaster" Target="../notesMasters/notesMaster1.xml"/></Relationships>
</file>

<file path=ppt/notesSlides/_rels/notesSlide2333.xml.rels><?xml version="1.0" encoding="UTF-8" standalone="yes"?>
<Relationships xmlns="http://schemas.openxmlformats.org/package/2006/relationships"><Relationship Id="rId2" Type="http://schemas.openxmlformats.org/officeDocument/2006/relationships/slide" Target="../slides/slide2451.xml"/><Relationship Id="rId1" Type="http://schemas.openxmlformats.org/officeDocument/2006/relationships/notesMaster" Target="../notesMasters/notesMaster1.xml"/></Relationships>
</file>

<file path=ppt/notesSlides/_rels/notesSlide2334.xml.rels><?xml version="1.0" encoding="UTF-8" standalone="yes"?>
<Relationships xmlns="http://schemas.openxmlformats.org/package/2006/relationships"><Relationship Id="rId2" Type="http://schemas.openxmlformats.org/officeDocument/2006/relationships/slide" Target="../slides/slide2452.xml"/><Relationship Id="rId1" Type="http://schemas.openxmlformats.org/officeDocument/2006/relationships/notesMaster" Target="../notesMasters/notesMaster1.xml"/></Relationships>
</file>

<file path=ppt/notesSlides/_rels/notesSlide2335.xml.rels><?xml version="1.0" encoding="UTF-8" standalone="yes"?>
<Relationships xmlns="http://schemas.openxmlformats.org/package/2006/relationships"><Relationship Id="rId2" Type="http://schemas.openxmlformats.org/officeDocument/2006/relationships/slide" Target="../slides/slide2453.xml"/><Relationship Id="rId1" Type="http://schemas.openxmlformats.org/officeDocument/2006/relationships/notesMaster" Target="../notesMasters/notesMaster1.xml"/></Relationships>
</file>

<file path=ppt/notesSlides/_rels/notesSlide2336.xml.rels><?xml version="1.0" encoding="UTF-8" standalone="yes"?>
<Relationships xmlns="http://schemas.openxmlformats.org/package/2006/relationships"><Relationship Id="rId2" Type="http://schemas.openxmlformats.org/officeDocument/2006/relationships/slide" Target="../slides/slide2454.xml"/><Relationship Id="rId1" Type="http://schemas.openxmlformats.org/officeDocument/2006/relationships/notesMaster" Target="../notesMasters/notesMaster1.xml"/></Relationships>
</file>

<file path=ppt/notesSlides/_rels/notesSlide2337.xml.rels><?xml version="1.0" encoding="UTF-8" standalone="yes"?>
<Relationships xmlns="http://schemas.openxmlformats.org/package/2006/relationships"><Relationship Id="rId2" Type="http://schemas.openxmlformats.org/officeDocument/2006/relationships/slide" Target="../slides/slide2455.xml"/><Relationship Id="rId1" Type="http://schemas.openxmlformats.org/officeDocument/2006/relationships/notesMaster" Target="../notesMasters/notesMaster1.xml"/></Relationships>
</file>

<file path=ppt/notesSlides/_rels/notesSlide2338.xml.rels><?xml version="1.0" encoding="UTF-8" standalone="yes"?>
<Relationships xmlns="http://schemas.openxmlformats.org/package/2006/relationships"><Relationship Id="rId2" Type="http://schemas.openxmlformats.org/officeDocument/2006/relationships/slide" Target="../slides/slide2456.xml"/><Relationship Id="rId1" Type="http://schemas.openxmlformats.org/officeDocument/2006/relationships/notesMaster" Target="../notesMasters/notesMaster1.xml"/></Relationships>
</file>

<file path=ppt/notesSlides/_rels/notesSlide2339.xml.rels><?xml version="1.0" encoding="UTF-8" standalone="yes"?>
<Relationships xmlns="http://schemas.openxmlformats.org/package/2006/relationships"><Relationship Id="rId2" Type="http://schemas.openxmlformats.org/officeDocument/2006/relationships/slide" Target="../slides/slide2457.xml"/><Relationship Id="rId1" Type="http://schemas.openxmlformats.org/officeDocument/2006/relationships/notesMaster" Target="../notesMasters/notesMaster1.xml"/></Relationships>
</file>

<file path=ppt/notesSlides/_rels/notesSlide2340.xml.rels><?xml version="1.0" encoding="UTF-8" standalone="yes"?>
<Relationships xmlns="http://schemas.openxmlformats.org/package/2006/relationships"><Relationship Id="rId2" Type="http://schemas.openxmlformats.org/officeDocument/2006/relationships/slide" Target="../slides/slide2458.xml"/><Relationship Id="rId1" Type="http://schemas.openxmlformats.org/officeDocument/2006/relationships/notesMaster" Target="../notesMasters/notesMaster1.xml"/></Relationships>
</file>

<file path=ppt/notesSlides/_rels/notesSlide2341.xml.rels><?xml version="1.0" encoding="UTF-8" standalone="yes"?>
<Relationships xmlns="http://schemas.openxmlformats.org/package/2006/relationships"><Relationship Id="rId2" Type="http://schemas.openxmlformats.org/officeDocument/2006/relationships/slide" Target="../slides/slide2459.xml"/><Relationship Id="rId1" Type="http://schemas.openxmlformats.org/officeDocument/2006/relationships/notesMaster" Target="../notesMasters/notesMaster1.xml"/></Relationships>
</file>

<file path=ppt/notesSlides/_rels/notesSlide2342.xml.rels><?xml version="1.0" encoding="UTF-8" standalone="yes"?>
<Relationships xmlns="http://schemas.openxmlformats.org/package/2006/relationships"><Relationship Id="rId2" Type="http://schemas.openxmlformats.org/officeDocument/2006/relationships/slide" Target="../slides/slide2460.xml"/><Relationship Id="rId1" Type="http://schemas.openxmlformats.org/officeDocument/2006/relationships/notesMaster" Target="../notesMasters/notesMaster1.xml"/></Relationships>
</file>

<file path=ppt/notesSlides/_rels/notesSlide2343.xml.rels><?xml version="1.0" encoding="UTF-8" standalone="yes"?>
<Relationships xmlns="http://schemas.openxmlformats.org/package/2006/relationships"><Relationship Id="rId2" Type="http://schemas.openxmlformats.org/officeDocument/2006/relationships/slide" Target="../slides/slide2461.xml"/><Relationship Id="rId1" Type="http://schemas.openxmlformats.org/officeDocument/2006/relationships/notesMaster" Target="../notesMasters/notesMaster1.xml"/></Relationships>
</file>

<file path=ppt/notesSlides/_rels/notesSlide2344.xml.rels><?xml version="1.0" encoding="UTF-8" standalone="yes"?>
<Relationships xmlns="http://schemas.openxmlformats.org/package/2006/relationships"><Relationship Id="rId2" Type="http://schemas.openxmlformats.org/officeDocument/2006/relationships/slide" Target="../slides/slide2462.xml"/><Relationship Id="rId1" Type="http://schemas.openxmlformats.org/officeDocument/2006/relationships/notesMaster" Target="../notesMasters/notesMaster1.xml"/></Relationships>
</file>

<file path=ppt/notesSlides/_rels/notesSlide2345.xml.rels><?xml version="1.0" encoding="UTF-8" standalone="yes"?>
<Relationships xmlns="http://schemas.openxmlformats.org/package/2006/relationships"><Relationship Id="rId2" Type="http://schemas.openxmlformats.org/officeDocument/2006/relationships/slide" Target="../slides/slide2465.xml"/><Relationship Id="rId1" Type="http://schemas.openxmlformats.org/officeDocument/2006/relationships/notesMaster" Target="../notesMasters/notesMaster1.xml"/></Relationships>
</file>

<file path=ppt/notesSlides/_rels/notesSlide2346.xml.rels><?xml version="1.0" encoding="UTF-8" standalone="yes"?>
<Relationships xmlns="http://schemas.openxmlformats.org/package/2006/relationships"><Relationship Id="rId2" Type="http://schemas.openxmlformats.org/officeDocument/2006/relationships/slide" Target="../slides/slide2466.xml"/><Relationship Id="rId1" Type="http://schemas.openxmlformats.org/officeDocument/2006/relationships/notesMaster" Target="../notesMasters/notesMaster1.xml"/></Relationships>
</file>

<file path=ppt/notesSlides/_rels/notesSlide2347.xml.rels><?xml version="1.0" encoding="UTF-8" standalone="yes"?>
<Relationships xmlns="http://schemas.openxmlformats.org/package/2006/relationships"><Relationship Id="rId2" Type="http://schemas.openxmlformats.org/officeDocument/2006/relationships/slide" Target="../slides/slide2467.xml"/><Relationship Id="rId1" Type="http://schemas.openxmlformats.org/officeDocument/2006/relationships/notesMaster" Target="../notesMasters/notesMaster1.xml"/></Relationships>
</file>

<file path=ppt/notesSlides/_rels/notesSlide2348.xml.rels><?xml version="1.0" encoding="UTF-8" standalone="yes"?>
<Relationships xmlns="http://schemas.openxmlformats.org/package/2006/relationships"><Relationship Id="rId2" Type="http://schemas.openxmlformats.org/officeDocument/2006/relationships/slide" Target="../slides/slide2468.xml"/><Relationship Id="rId1" Type="http://schemas.openxmlformats.org/officeDocument/2006/relationships/notesMaster" Target="../notesMasters/notesMaster1.xml"/></Relationships>
</file>

<file path=ppt/notesSlides/_rels/notesSlide2349.xml.rels><?xml version="1.0" encoding="UTF-8" standalone="yes"?>
<Relationships xmlns="http://schemas.openxmlformats.org/package/2006/relationships"><Relationship Id="rId2" Type="http://schemas.openxmlformats.org/officeDocument/2006/relationships/slide" Target="../slides/slide2469.xml"/><Relationship Id="rId1" Type="http://schemas.openxmlformats.org/officeDocument/2006/relationships/notesMaster" Target="../notesMasters/notesMaster1.xml"/></Relationships>
</file>

<file path=ppt/notesSlides/_rels/notesSlide2350.xml.rels><?xml version="1.0" encoding="UTF-8" standalone="yes"?>
<Relationships xmlns="http://schemas.openxmlformats.org/package/2006/relationships"><Relationship Id="rId2" Type="http://schemas.openxmlformats.org/officeDocument/2006/relationships/slide" Target="../slides/slide2470.xml"/><Relationship Id="rId1" Type="http://schemas.openxmlformats.org/officeDocument/2006/relationships/notesMaster" Target="../notesMasters/notesMaster1.xml"/></Relationships>
</file>

<file path=ppt/notesSlides/_rels/notesSlide2351.xml.rels><?xml version="1.0" encoding="UTF-8" standalone="yes"?>
<Relationships xmlns="http://schemas.openxmlformats.org/package/2006/relationships"><Relationship Id="rId2" Type="http://schemas.openxmlformats.org/officeDocument/2006/relationships/slide" Target="../slides/slide2471.xml"/><Relationship Id="rId1" Type="http://schemas.openxmlformats.org/officeDocument/2006/relationships/notesMaster" Target="../notesMasters/notesMaster1.xml"/></Relationships>
</file>

<file path=ppt/notesSlides/_rels/notesSlide2352.xml.rels><?xml version="1.0" encoding="UTF-8" standalone="yes"?>
<Relationships xmlns="http://schemas.openxmlformats.org/package/2006/relationships"><Relationship Id="rId2" Type="http://schemas.openxmlformats.org/officeDocument/2006/relationships/slide" Target="../slides/slide2472.xml"/><Relationship Id="rId1" Type="http://schemas.openxmlformats.org/officeDocument/2006/relationships/notesMaster" Target="../notesMasters/notesMaster1.xml"/></Relationships>
</file>

<file path=ppt/notesSlides/_rels/notesSlide2353.xml.rels><?xml version="1.0" encoding="UTF-8" standalone="yes"?>
<Relationships xmlns="http://schemas.openxmlformats.org/package/2006/relationships"><Relationship Id="rId2" Type="http://schemas.openxmlformats.org/officeDocument/2006/relationships/slide" Target="../slides/slide2473.xml"/><Relationship Id="rId1" Type="http://schemas.openxmlformats.org/officeDocument/2006/relationships/notesMaster" Target="../notesMasters/notesMaster1.xml"/></Relationships>
</file>

<file path=ppt/notesSlides/_rels/notesSlide2354.xml.rels><?xml version="1.0" encoding="UTF-8" standalone="yes"?>
<Relationships xmlns="http://schemas.openxmlformats.org/package/2006/relationships"><Relationship Id="rId2" Type="http://schemas.openxmlformats.org/officeDocument/2006/relationships/slide" Target="../slides/slide2474.xml"/><Relationship Id="rId1" Type="http://schemas.openxmlformats.org/officeDocument/2006/relationships/notesMaster" Target="../notesMasters/notesMaster1.xml"/></Relationships>
</file>

<file path=ppt/notesSlides/_rels/notesSlide2355.xml.rels><?xml version="1.0" encoding="UTF-8" standalone="yes"?>
<Relationships xmlns="http://schemas.openxmlformats.org/package/2006/relationships"><Relationship Id="rId2" Type="http://schemas.openxmlformats.org/officeDocument/2006/relationships/slide" Target="../slides/slide2475.xml"/><Relationship Id="rId1" Type="http://schemas.openxmlformats.org/officeDocument/2006/relationships/notesMaster" Target="../notesMasters/notesMaster1.xml"/></Relationships>
</file>

<file path=ppt/notesSlides/_rels/notesSlide2356.xml.rels><?xml version="1.0" encoding="UTF-8" standalone="yes"?>
<Relationships xmlns="http://schemas.openxmlformats.org/package/2006/relationships"><Relationship Id="rId2" Type="http://schemas.openxmlformats.org/officeDocument/2006/relationships/slide" Target="../slides/slide2476.xml"/><Relationship Id="rId1" Type="http://schemas.openxmlformats.org/officeDocument/2006/relationships/notesMaster" Target="../notesMasters/notesMaster1.xml"/></Relationships>
</file>

<file path=ppt/notesSlides/_rels/notesSlide2357.xml.rels><?xml version="1.0" encoding="UTF-8" standalone="yes"?>
<Relationships xmlns="http://schemas.openxmlformats.org/package/2006/relationships"><Relationship Id="rId2" Type="http://schemas.openxmlformats.org/officeDocument/2006/relationships/slide" Target="../slides/slide2477.xml"/><Relationship Id="rId1" Type="http://schemas.openxmlformats.org/officeDocument/2006/relationships/notesMaster" Target="../notesMasters/notesMaster1.xml"/></Relationships>
</file>

<file path=ppt/notesSlides/_rels/notesSlide2358.xml.rels><?xml version="1.0" encoding="UTF-8" standalone="yes"?>
<Relationships xmlns="http://schemas.openxmlformats.org/package/2006/relationships"><Relationship Id="rId2" Type="http://schemas.openxmlformats.org/officeDocument/2006/relationships/slide" Target="../slides/slide2478.xml"/><Relationship Id="rId1" Type="http://schemas.openxmlformats.org/officeDocument/2006/relationships/notesMaster" Target="../notesMasters/notesMaster1.xml"/></Relationships>
</file>

<file path=ppt/notesSlides/_rels/notesSlide2359.xml.rels><?xml version="1.0" encoding="UTF-8" standalone="yes"?>
<Relationships xmlns="http://schemas.openxmlformats.org/package/2006/relationships"><Relationship Id="rId2" Type="http://schemas.openxmlformats.org/officeDocument/2006/relationships/slide" Target="../slides/slide2481.xml"/><Relationship Id="rId1" Type="http://schemas.openxmlformats.org/officeDocument/2006/relationships/notesMaster" Target="../notesMasters/notesMaster1.xml"/></Relationships>
</file>

<file path=ppt/notesSlides/_rels/notesSlide2360.xml.rels><?xml version="1.0" encoding="UTF-8" standalone="yes"?>
<Relationships xmlns="http://schemas.openxmlformats.org/package/2006/relationships"><Relationship Id="rId2" Type="http://schemas.openxmlformats.org/officeDocument/2006/relationships/slide" Target="../slides/slide2482.xml"/><Relationship Id="rId1" Type="http://schemas.openxmlformats.org/officeDocument/2006/relationships/notesMaster" Target="../notesMasters/notesMaster1.xml"/></Relationships>
</file>

<file path=ppt/notesSlides/_rels/notesSlide2361.xml.rels><?xml version="1.0" encoding="UTF-8" standalone="yes"?>
<Relationships xmlns="http://schemas.openxmlformats.org/package/2006/relationships"><Relationship Id="rId2" Type="http://schemas.openxmlformats.org/officeDocument/2006/relationships/slide" Target="../slides/slide2483.xml"/><Relationship Id="rId1" Type="http://schemas.openxmlformats.org/officeDocument/2006/relationships/notesMaster" Target="../notesMasters/notesMaster1.xml"/></Relationships>
</file>

<file path=ppt/notesSlides/_rels/notesSlide2362.xml.rels><?xml version="1.0" encoding="UTF-8" standalone="yes"?>
<Relationships xmlns="http://schemas.openxmlformats.org/package/2006/relationships"><Relationship Id="rId2" Type="http://schemas.openxmlformats.org/officeDocument/2006/relationships/slide" Target="../slides/slide2484.xml"/><Relationship Id="rId1" Type="http://schemas.openxmlformats.org/officeDocument/2006/relationships/notesMaster" Target="../notesMasters/notesMaster1.xml"/></Relationships>
</file>

<file path=ppt/notesSlides/_rels/notesSlide2363.xml.rels><?xml version="1.0" encoding="UTF-8" standalone="yes"?>
<Relationships xmlns="http://schemas.openxmlformats.org/package/2006/relationships"><Relationship Id="rId2" Type="http://schemas.openxmlformats.org/officeDocument/2006/relationships/slide" Target="../slides/slide2485.xml"/><Relationship Id="rId1" Type="http://schemas.openxmlformats.org/officeDocument/2006/relationships/notesMaster" Target="../notesMasters/notesMaster1.xml"/></Relationships>
</file>

<file path=ppt/notesSlides/_rels/notesSlide2364.xml.rels><?xml version="1.0" encoding="UTF-8" standalone="yes"?>
<Relationships xmlns="http://schemas.openxmlformats.org/package/2006/relationships"><Relationship Id="rId2" Type="http://schemas.openxmlformats.org/officeDocument/2006/relationships/slide" Target="../slides/slide2486.xml"/><Relationship Id="rId1" Type="http://schemas.openxmlformats.org/officeDocument/2006/relationships/notesMaster" Target="../notesMasters/notesMaster1.xml"/></Relationships>
</file>

<file path=ppt/notesSlides/_rels/notesSlide2365.xml.rels><?xml version="1.0" encoding="UTF-8" standalone="yes"?>
<Relationships xmlns="http://schemas.openxmlformats.org/package/2006/relationships"><Relationship Id="rId2" Type="http://schemas.openxmlformats.org/officeDocument/2006/relationships/slide" Target="../slides/slide2487.xml"/><Relationship Id="rId1" Type="http://schemas.openxmlformats.org/officeDocument/2006/relationships/notesMaster" Target="../notesMasters/notesMaster1.xml"/></Relationships>
</file>

<file path=ppt/notesSlides/_rels/notesSlide2366.xml.rels><?xml version="1.0" encoding="UTF-8" standalone="yes"?>
<Relationships xmlns="http://schemas.openxmlformats.org/package/2006/relationships"><Relationship Id="rId2" Type="http://schemas.openxmlformats.org/officeDocument/2006/relationships/slide" Target="../slides/slide2488.xml"/><Relationship Id="rId1" Type="http://schemas.openxmlformats.org/officeDocument/2006/relationships/notesMaster" Target="../notesMasters/notesMaster1.xml"/></Relationships>
</file>

<file path=ppt/notesSlides/_rels/notesSlide2367.xml.rels><?xml version="1.0" encoding="UTF-8" standalone="yes"?>
<Relationships xmlns="http://schemas.openxmlformats.org/package/2006/relationships"><Relationship Id="rId2" Type="http://schemas.openxmlformats.org/officeDocument/2006/relationships/slide" Target="../slides/slide2489.xml"/><Relationship Id="rId1" Type="http://schemas.openxmlformats.org/officeDocument/2006/relationships/notesMaster" Target="../notesMasters/notesMaster1.xml"/></Relationships>
</file>

<file path=ppt/notesSlides/_rels/notesSlide2368.xml.rels><?xml version="1.0" encoding="UTF-8" standalone="yes"?>
<Relationships xmlns="http://schemas.openxmlformats.org/package/2006/relationships"><Relationship Id="rId2" Type="http://schemas.openxmlformats.org/officeDocument/2006/relationships/slide" Target="../slides/slide2490.xml"/><Relationship Id="rId1" Type="http://schemas.openxmlformats.org/officeDocument/2006/relationships/notesMaster" Target="../notesMasters/notesMaster1.xml"/></Relationships>
</file>

<file path=ppt/notesSlides/_rels/notesSlide2369.xml.rels><?xml version="1.0" encoding="UTF-8" standalone="yes"?>
<Relationships xmlns="http://schemas.openxmlformats.org/package/2006/relationships"><Relationship Id="rId2" Type="http://schemas.openxmlformats.org/officeDocument/2006/relationships/slide" Target="../slides/slide2491.xml"/><Relationship Id="rId1" Type="http://schemas.openxmlformats.org/officeDocument/2006/relationships/notesMaster" Target="../notesMasters/notesMaster1.xml"/></Relationships>
</file>

<file path=ppt/notesSlides/_rels/notesSlide2370.xml.rels><?xml version="1.0" encoding="UTF-8" standalone="yes"?>
<Relationships xmlns="http://schemas.openxmlformats.org/package/2006/relationships"><Relationship Id="rId2" Type="http://schemas.openxmlformats.org/officeDocument/2006/relationships/slide" Target="../slides/slide2492.xml"/><Relationship Id="rId1" Type="http://schemas.openxmlformats.org/officeDocument/2006/relationships/notesMaster" Target="../notesMasters/notesMaster1.xml"/></Relationships>
</file>

<file path=ppt/notesSlides/_rels/notesSlide2371.xml.rels><?xml version="1.0" encoding="UTF-8" standalone="yes"?>
<Relationships xmlns="http://schemas.openxmlformats.org/package/2006/relationships"><Relationship Id="rId2" Type="http://schemas.openxmlformats.org/officeDocument/2006/relationships/slide" Target="../slides/slide2493.xml"/><Relationship Id="rId1" Type="http://schemas.openxmlformats.org/officeDocument/2006/relationships/notesMaster" Target="../notesMasters/notesMaster1.xml"/></Relationships>
</file>

<file path=ppt/notesSlides/_rels/notesSlide2372.xml.rels><?xml version="1.0" encoding="UTF-8" standalone="yes"?>
<Relationships xmlns="http://schemas.openxmlformats.org/package/2006/relationships"><Relationship Id="rId2" Type="http://schemas.openxmlformats.org/officeDocument/2006/relationships/slide" Target="../slides/slide2494.xml"/><Relationship Id="rId1" Type="http://schemas.openxmlformats.org/officeDocument/2006/relationships/notesMaster" Target="../notesMasters/notesMaster1.xml"/></Relationships>
</file>

<file path=ppt/notesSlides/_rels/notesSlide2373.xml.rels><?xml version="1.0" encoding="UTF-8" standalone="yes"?>
<Relationships xmlns="http://schemas.openxmlformats.org/package/2006/relationships"><Relationship Id="rId2" Type="http://schemas.openxmlformats.org/officeDocument/2006/relationships/slide" Target="../slides/slide2497.xml"/><Relationship Id="rId1" Type="http://schemas.openxmlformats.org/officeDocument/2006/relationships/notesMaster" Target="../notesMasters/notesMaster1.xml"/></Relationships>
</file>

<file path=ppt/notesSlides/_rels/notesSlide2374.xml.rels><?xml version="1.0" encoding="UTF-8" standalone="yes"?>
<Relationships xmlns="http://schemas.openxmlformats.org/package/2006/relationships"><Relationship Id="rId2" Type="http://schemas.openxmlformats.org/officeDocument/2006/relationships/slide" Target="../slides/slide2498.xml"/><Relationship Id="rId1" Type="http://schemas.openxmlformats.org/officeDocument/2006/relationships/notesMaster" Target="../notesMasters/notesMaster1.xml"/></Relationships>
</file>

<file path=ppt/notesSlides/_rels/notesSlide2375.xml.rels><?xml version="1.0" encoding="UTF-8" standalone="yes"?>
<Relationships xmlns="http://schemas.openxmlformats.org/package/2006/relationships"><Relationship Id="rId2" Type="http://schemas.openxmlformats.org/officeDocument/2006/relationships/slide" Target="../slides/slide2499.xml"/><Relationship Id="rId1" Type="http://schemas.openxmlformats.org/officeDocument/2006/relationships/notesMaster" Target="../notesMasters/notesMaster1.xml"/></Relationships>
</file>

<file path=ppt/notesSlides/_rels/notesSlide2376.xml.rels><?xml version="1.0" encoding="UTF-8" standalone="yes"?>
<Relationships xmlns="http://schemas.openxmlformats.org/package/2006/relationships"><Relationship Id="rId2" Type="http://schemas.openxmlformats.org/officeDocument/2006/relationships/slide" Target="../slides/slide2500.xml"/><Relationship Id="rId1" Type="http://schemas.openxmlformats.org/officeDocument/2006/relationships/notesMaster" Target="../notesMasters/notesMaster1.xml"/></Relationships>
</file>

<file path=ppt/notesSlides/_rels/notesSlide2377.xml.rels><?xml version="1.0" encoding="UTF-8" standalone="yes"?>
<Relationships xmlns="http://schemas.openxmlformats.org/package/2006/relationships"><Relationship Id="rId2" Type="http://schemas.openxmlformats.org/officeDocument/2006/relationships/slide" Target="../slides/slide2501.xml"/><Relationship Id="rId1" Type="http://schemas.openxmlformats.org/officeDocument/2006/relationships/notesMaster" Target="../notesMasters/notesMaster1.xml"/></Relationships>
</file>

<file path=ppt/notesSlides/_rels/notesSlide2378.xml.rels><?xml version="1.0" encoding="UTF-8" standalone="yes"?>
<Relationships xmlns="http://schemas.openxmlformats.org/package/2006/relationships"><Relationship Id="rId2" Type="http://schemas.openxmlformats.org/officeDocument/2006/relationships/slide" Target="../slides/slide2502.xml"/><Relationship Id="rId1" Type="http://schemas.openxmlformats.org/officeDocument/2006/relationships/notesMaster" Target="../notesMasters/notesMaster1.xml"/></Relationships>
</file>

<file path=ppt/notesSlides/_rels/notesSlide2379.xml.rels><?xml version="1.0" encoding="UTF-8" standalone="yes"?>
<Relationships xmlns="http://schemas.openxmlformats.org/package/2006/relationships"><Relationship Id="rId2" Type="http://schemas.openxmlformats.org/officeDocument/2006/relationships/slide" Target="../slides/slide2503.xml"/><Relationship Id="rId1" Type="http://schemas.openxmlformats.org/officeDocument/2006/relationships/notesMaster" Target="../notesMasters/notesMaster1.xml"/></Relationships>
</file>

<file path=ppt/notesSlides/_rels/notesSlide2380.xml.rels><?xml version="1.0" encoding="UTF-8" standalone="yes"?>
<Relationships xmlns="http://schemas.openxmlformats.org/package/2006/relationships"><Relationship Id="rId2" Type="http://schemas.openxmlformats.org/officeDocument/2006/relationships/slide" Target="../slides/slide2504.xml"/><Relationship Id="rId1" Type="http://schemas.openxmlformats.org/officeDocument/2006/relationships/notesMaster" Target="../notesMasters/notesMaster1.xml"/></Relationships>
</file>

<file path=ppt/notesSlides/_rels/notesSlide2381.xml.rels><?xml version="1.0" encoding="UTF-8" standalone="yes"?>
<Relationships xmlns="http://schemas.openxmlformats.org/package/2006/relationships"><Relationship Id="rId2" Type="http://schemas.openxmlformats.org/officeDocument/2006/relationships/slide" Target="../slides/slide2505.xml"/><Relationship Id="rId1" Type="http://schemas.openxmlformats.org/officeDocument/2006/relationships/notesMaster" Target="../notesMasters/notesMaster1.xml"/></Relationships>
</file>

<file path=ppt/notesSlides/_rels/notesSlide2382.xml.rels><?xml version="1.0" encoding="UTF-8" standalone="yes"?>
<Relationships xmlns="http://schemas.openxmlformats.org/package/2006/relationships"><Relationship Id="rId2" Type="http://schemas.openxmlformats.org/officeDocument/2006/relationships/slide" Target="../slides/slide2506.xml"/><Relationship Id="rId1" Type="http://schemas.openxmlformats.org/officeDocument/2006/relationships/notesMaster" Target="../notesMasters/notesMaster1.xml"/></Relationships>
</file>

<file path=ppt/notesSlides/_rels/notesSlide2383.xml.rels><?xml version="1.0" encoding="UTF-8" standalone="yes"?>
<Relationships xmlns="http://schemas.openxmlformats.org/package/2006/relationships"><Relationship Id="rId2" Type="http://schemas.openxmlformats.org/officeDocument/2006/relationships/slide" Target="../slides/slide2507.xml"/><Relationship Id="rId1" Type="http://schemas.openxmlformats.org/officeDocument/2006/relationships/notesMaster" Target="../notesMasters/notesMaster1.xml"/></Relationships>
</file>

<file path=ppt/notesSlides/_rels/notesSlide2384.xml.rels><?xml version="1.0" encoding="UTF-8" standalone="yes"?>
<Relationships xmlns="http://schemas.openxmlformats.org/package/2006/relationships"><Relationship Id="rId2" Type="http://schemas.openxmlformats.org/officeDocument/2006/relationships/slide" Target="../slides/slide2508.xml"/><Relationship Id="rId1" Type="http://schemas.openxmlformats.org/officeDocument/2006/relationships/notesMaster" Target="../notesMasters/notesMaster1.xml"/></Relationships>
</file>

<file path=ppt/notesSlides/_rels/notesSlide2385.xml.rels><?xml version="1.0" encoding="UTF-8" standalone="yes"?>
<Relationships xmlns="http://schemas.openxmlformats.org/package/2006/relationships"><Relationship Id="rId2" Type="http://schemas.openxmlformats.org/officeDocument/2006/relationships/slide" Target="../slides/slide2509.xml"/><Relationship Id="rId1" Type="http://schemas.openxmlformats.org/officeDocument/2006/relationships/notesMaster" Target="../notesMasters/notesMaster1.xml"/></Relationships>
</file>

<file path=ppt/notesSlides/_rels/notesSlide2386.xml.rels><?xml version="1.0" encoding="UTF-8" standalone="yes"?>
<Relationships xmlns="http://schemas.openxmlformats.org/package/2006/relationships"><Relationship Id="rId2" Type="http://schemas.openxmlformats.org/officeDocument/2006/relationships/slide" Target="../slides/slide2510.xml"/><Relationship Id="rId1" Type="http://schemas.openxmlformats.org/officeDocument/2006/relationships/notesMaster" Target="../notesMasters/notesMaster1.xml"/></Relationships>
</file>

<file path=ppt/notesSlides/_rels/notesSlide2387.xml.rels><?xml version="1.0" encoding="UTF-8" standalone="yes"?>
<Relationships xmlns="http://schemas.openxmlformats.org/package/2006/relationships"><Relationship Id="rId2" Type="http://schemas.openxmlformats.org/officeDocument/2006/relationships/slide" Target="../slides/slide2512.xml"/><Relationship Id="rId1" Type="http://schemas.openxmlformats.org/officeDocument/2006/relationships/notesMaster" Target="../notesMasters/notesMaster1.xml"/></Relationships>
</file>

<file path=ppt/notesSlides/_rels/notesSlide2388.xml.rels><?xml version="1.0" encoding="UTF-8" standalone="yes"?>
<Relationships xmlns="http://schemas.openxmlformats.org/package/2006/relationships"><Relationship Id="rId2" Type="http://schemas.openxmlformats.org/officeDocument/2006/relationships/slide" Target="../slides/slide2513.xml"/><Relationship Id="rId1" Type="http://schemas.openxmlformats.org/officeDocument/2006/relationships/notesMaster" Target="../notesMasters/notesMaster1.xml"/></Relationships>
</file>

<file path=ppt/notesSlides/_rels/notesSlide2389.xml.rels><?xml version="1.0" encoding="UTF-8" standalone="yes"?>
<Relationships xmlns="http://schemas.openxmlformats.org/package/2006/relationships"><Relationship Id="rId2" Type="http://schemas.openxmlformats.org/officeDocument/2006/relationships/slide" Target="../slides/slide2514.xml"/><Relationship Id="rId1" Type="http://schemas.openxmlformats.org/officeDocument/2006/relationships/notesMaster" Target="../notesMasters/notesMaster1.xml"/></Relationships>
</file>

<file path=ppt/notesSlides/_rels/notesSlide2390.xml.rels><?xml version="1.0" encoding="UTF-8" standalone="yes"?>
<Relationships xmlns="http://schemas.openxmlformats.org/package/2006/relationships"><Relationship Id="rId2" Type="http://schemas.openxmlformats.org/officeDocument/2006/relationships/slide" Target="../slides/slide2515.xml"/><Relationship Id="rId1" Type="http://schemas.openxmlformats.org/officeDocument/2006/relationships/notesMaster" Target="../notesMasters/notesMaster1.xml"/></Relationships>
</file>

<file path=ppt/notesSlides/_rels/notesSlide2391.xml.rels><?xml version="1.0" encoding="UTF-8" standalone="yes"?>
<Relationships xmlns="http://schemas.openxmlformats.org/package/2006/relationships"><Relationship Id="rId2" Type="http://schemas.openxmlformats.org/officeDocument/2006/relationships/slide" Target="../slides/slide2516.xml"/><Relationship Id="rId1" Type="http://schemas.openxmlformats.org/officeDocument/2006/relationships/notesMaster" Target="../notesMasters/notesMaster1.xml"/></Relationships>
</file>

<file path=ppt/notesSlides/_rels/notesSlide2392.xml.rels><?xml version="1.0" encoding="UTF-8" standalone="yes"?>
<Relationships xmlns="http://schemas.openxmlformats.org/package/2006/relationships"><Relationship Id="rId2" Type="http://schemas.openxmlformats.org/officeDocument/2006/relationships/slide" Target="../slides/slide2517.xml"/><Relationship Id="rId1" Type="http://schemas.openxmlformats.org/officeDocument/2006/relationships/notesMaster" Target="../notesMasters/notesMaster1.xml"/></Relationships>
</file>

<file path=ppt/notesSlides/_rels/notesSlide2393.xml.rels><?xml version="1.0" encoding="UTF-8" standalone="yes"?>
<Relationships xmlns="http://schemas.openxmlformats.org/package/2006/relationships"><Relationship Id="rId2" Type="http://schemas.openxmlformats.org/officeDocument/2006/relationships/slide" Target="../slides/slide2518.xml"/><Relationship Id="rId1" Type="http://schemas.openxmlformats.org/officeDocument/2006/relationships/notesMaster" Target="../notesMasters/notesMaster1.xml"/></Relationships>
</file>

<file path=ppt/notesSlides/_rels/notesSlide2394.xml.rels><?xml version="1.0" encoding="UTF-8" standalone="yes"?>
<Relationships xmlns="http://schemas.openxmlformats.org/package/2006/relationships"><Relationship Id="rId2" Type="http://schemas.openxmlformats.org/officeDocument/2006/relationships/slide" Target="../slides/slide2519.xml"/><Relationship Id="rId1" Type="http://schemas.openxmlformats.org/officeDocument/2006/relationships/notesMaster" Target="../notesMasters/notesMaster1.xml"/></Relationships>
</file>

<file path=ppt/notesSlides/_rels/notesSlide2395.xml.rels><?xml version="1.0" encoding="UTF-8" standalone="yes"?>
<Relationships xmlns="http://schemas.openxmlformats.org/package/2006/relationships"><Relationship Id="rId2" Type="http://schemas.openxmlformats.org/officeDocument/2006/relationships/slide" Target="../slides/slide2520.xml"/><Relationship Id="rId1" Type="http://schemas.openxmlformats.org/officeDocument/2006/relationships/notesMaster" Target="../notesMasters/notesMaster1.xml"/></Relationships>
</file>

<file path=ppt/notesSlides/_rels/notesSlide2396.xml.rels><?xml version="1.0" encoding="UTF-8" standalone="yes"?>
<Relationships xmlns="http://schemas.openxmlformats.org/package/2006/relationships"><Relationship Id="rId2" Type="http://schemas.openxmlformats.org/officeDocument/2006/relationships/slide" Target="../slides/slide2521.xml"/><Relationship Id="rId1" Type="http://schemas.openxmlformats.org/officeDocument/2006/relationships/notesMaster" Target="../notesMasters/notesMaster1.xml"/></Relationships>
</file>

<file path=ppt/notesSlides/_rels/notesSlide2397.xml.rels><?xml version="1.0" encoding="UTF-8" standalone="yes"?>
<Relationships xmlns="http://schemas.openxmlformats.org/package/2006/relationships"><Relationship Id="rId2" Type="http://schemas.openxmlformats.org/officeDocument/2006/relationships/slide" Target="../slides/slide2522.xml"/><Relationship Id="rId1" Type="http://schemas.openxmlformats.org/officeDocument/2006/relationships/notesMaster" Target="../notesMasters/notesMaster1.xml"/></Relationships>
</file>

<file path=ppt/notesSlides/_rels/notesSlide2398.xml.rels><?xml version="1.0" encoding="UTF-8" standalone="yes"?>
<Relationships xmlns="http://schemas.openxmlformats.org/package/2006/relationships"><Relationship Id="rId2" Type="http://schemas.openxmlformats.org/officeDocument/2006/relationships/slide" Target="../slides/slide2523.xml"/><Relationship Id="rId1" Type="http://schemas.openxmlformats.org/officeDocument/2006/relationships/notesMaster" Target="../notesMasters/notesMaster1.xml"/></Relationships>
</file>

<file path=ppt/notesSlides/_rels/notesSlide2399.xml.rels><?xml version="1.0" encoding="UTF-8" standalone="yes"?>
<Relationships xmlns="http://schemas.openxmlformats.org/package/2006/relationships"><Relationship Id="rId2" Type="http://schemas.openxmlformats.org/officeDocument/2006/relationships/slide" Target="../slides/slide2524.xml"/><Relationship Id="rId1" Type="http://schemas.openxmlformats.org/officeDocument/2006/relationships/notesMaster" Target="../notesMasters/notesMaster1.xml"/></Relationships>
</file>

<file path=ppt/notesSlides/_rels/notesSlide2400.xml.rels><?xml version="1.0" encoding="UTF-8" standalone="yes"?>
<Relationships xmlns="http://schemas.openxmlformats.org/package/2006/relationships"><Relationship Id="rId2" Type="http://schemas.openxmlformats.org/officeDocument/2006/relationships/slide" Target="../slides/slide2525.xml"/><Relationship Id="rId1" Type="http://schemas.openxmlformats.org/officeDocument/2006/relationships/notesMaster" Target="../notesMasters/notesMaster1.xml"/></Relationships>
</file>

<file path=ppt/notesSlides/_rels/notesSlide2401.xml.rels><?xml version="1.0" encoding="UTF-8" standalone="yes"?>
<Relationships xmlns="http://schemas.openxmlformats.org/package/2006/relationships"><Relationship Id="rId2" Type="http://schemas.openxmlformats.org/officeDocument/2006/relationships/slide" Target="../slides/slide2528.xml"/><Relationship Id="rId1" Type="http://schemas.openxmlformats.org/officeDocument/2006/relationships/notesMaster" Target="../notesMasters/notesMaster1.xml"/></Relationships>
</file>

<file path=ppt/notesSlides/_rels/notesSlide2402.xml.rels><?xml version="1.0" encoding="UTF-8" standalone="yes"?>
<Relationships xmlns="http://schemas.openxmlformats.org/package/2006/relationships"><Relationship Id="rId2" Type="http://schemas.openxmlformats.org/officeDocument/2006/relationships/slide" Target="../slides/slide2529.xml"/><Relationship Id="rId1" Type="http://schemas.openxmlformats.org/officeDocument/2006/relationships/notesMaster" Target="../notesMasters/notesMaster1.xml"/></Relationships>
</file>

<file path=ppt/notesSlides/_rels/notesSlide2403.xml.rels><?xml version="1.0" encoding="UTF-8" standalone="yes"?>
<Relationships xmlns="http://schemas.openxmlformats.org/package/2006/relationships"><Relationship Id="rId2" Type="http://schemas.openxmlformats.org/officeDocument/2006/relationships/slide" Target="../slides/slide2530.xml"/><Relationship Id="rId1" Type="http://schemas.openxmlformats.org/officeDocument/2006/relationships/notesMaster" Target="../notesMasters/notesMaster1.xml"/></Relationships>
</file>

<file path=ppt/notesSlides/_rels/notesSlide2404.xml.rels><?xml version="1.0" encoding="UTF-8" standalone="yes"?>
<Relationships xmlns="http://schemas.openxmlformats.org/package/2006/relationships"><Relationship Id="rId2" Type="http://schemas.openxmlformats.org/officeDocument/2006/relationships/slide" Target="../slides/slide2531.xml"/><Relationship Id="rId1" Type="http://schemas.openxmlformats.org/officeDocument/2006/relationships/notesMaster" Target="../notesMasters/notesMaster1.xml"/></Relationships>
</file>

<file path=ppt/notesSlides/_rels/notesSlide2405.xml.rels><?xml version="1.0" encoding="UTF-8" standalone="yes"?>
<Relationships xmlns="http://schemas.openxmlformats.org/package/2006/relationships"><Relationship Id="rId2" Type="http://schemas.openxmlformats.org/officeDocument/2006/relationships/slide" Target="../slides/slide2532.xml"/><Relationship Id="rId1" Type="http://schemas.openxmlformats.org/officeDocument/2006/relationships/notesMaster" Target="../notesMasters/notesMaster1.xml"/></Relationships>
</file>

<file path=ppt/notesSlides/_rels/notesSlide2406.xml.rels><?xml version="1.0" encoding="UTF-8" standalone="yes"?>
<Relationships xmlns="http://schemas.openxmlformats.org/package/2006/relationships"><Relationship Id="rId2" Type="http://schemas.openxmlformats.org/officeDocument/2006/relationships/slide" Target="../slides/slide2533.xml"/><Relationship Id="rId1" Type="http://schemas.openxmlformats.org/officeDocument/2006/relationships/notesMaster" Target="../notesMasters/notesMaster1.xml"/></Relationships>
</file>

<file path=ppt/notesSlides/_rels/notesSlide2407.xml.rels><?xml version="1.0" encoding="UTF-8" standalone="yes"?>
<Relationships xmlns="http://schemas.openxmlformats.org/package/2006/relationships"><Relationship Id="rId2" Type="http://schemas.openxmlformats.org/officeDocument/2006/relationships/slide" Target="../slides/slide2534.xml"/><Relationship Id="rId1" Type="http://schemas.openxmlformats.org/officeDocument/2006/relationships/notesMaster" Target="../notesMasters/notesMaster1.xml"/></Relationships>
</file>

<file path=ppt/notesSlides/_rels/notesSlide2408.xml.rels><?xml version="1.0" encoding="UTF-8" standalone="yes"?>
<Relationships xmlns="http://schemas.openxmlformats.org/package/2006/relationships"><Relationship Id="rId2" Type="http://schemas.openxmlformats.org/officeDocument/2006/relationships/slide" Target="../slides/slide2535.xml"/><Relationship Id="rId1" Type="http://schemas.openxmlformats.org/officeDocument/2006/relationships/notesMaster" Target="../notesMasters/notesMaster1.xml"/></Relationships>
</file>

<file path=ppt/notesSlides/_rels/notesSlide2409.xml.rels><?xml version="1.0" encoding="UTF-8" standalone="yes"?>
<Relationships xmlns="http://schemas.openxmlformats.org/package/2006/relationships"><Relationship Id="rId2" Type="http://schemas.openxmlformats.org/officeDocument/2006/relationships/slide" Target="../slides/slide2536.xml"/><Relationship Id="rId1" Type="http://schemas.openxmlformats.org/officeDocument/2006/relationships/notesMaster" Target="../notesMasters/notesMaster1.xml"/></Relationships>
</file>

<file path=ppt/notesSlides/_rels/notesSlide2410.xml.rels><?xml version="1.0" encoding="UTF-8" standalone="yes"?>
<Relationships xmlns="http://schemas.openxmlformats.org/package/2006/relationships"><Relationship Id="rId2" Type="http://schemas.openxmlformats.org/officeDocument/2006/relationships/slide" Target="../slides/slide2537.xml"/><Relationship Id="rId1" Type="http://schemas.openxmlformats.org/officeDocument/2006/relationships/notesMaster" Target="../notesMasters/notesMaster1.xml"/></Relationships>
</file>

<file path=ppt/notesSlides/_rels/notesSlide2411.xml.rels><?xml version="1.0" encoding="UTF-8" standalone="yes"?>
<Relationships xmlns="http://schemas.openxmlformats.org/package/2006/relationships"><Relationship Id="rId2" Type="http://schemas.openxmlformats.org/officeDocument/2006/relationships/slide" Target="../slides/slide2538.xml"/><Relationship Id="rId1" Type="http://schemas.openxmlformats.org/officeDocument/2006/relationships/notesMaster" Target="../notesMasters/notesMaster1.xml"/></Relationships>
</file>

<file path=ppt/notesSlides/_rels/notesSlide2412.xml.rels><?xml version="1.0" encoding="UTF-8" standalone="yes"?>
<Relationships xmlns="http://schemas.openxmlformats.org/package/2006/relationships"><Relationship Id="rId2" Type="http://schemas.openxmlformats.org/officeDocument/2006/relationships/slide" Target="../slides/slide2539.xml"/><Relationship Id="rId1" Type="http://schemas.openxmlformats.org/officeDocument/2006/relationships/notesMaster" Target="../notesMasters/notesMaster1.xml"/></Relationships>
</file>

<file path=ppt/notesSlides/_rels/notesSlide2413.xml.rels><?xml version="1.0" encoding="UTF-8" standalone="yes"?>
<Relationships xmlns="http://schemas.openxmlformats.org/package/2006/relationships"><Relationship Id="rId2" Type="http://schemas.openxmlformats.org/officeDocument/2006/relationships/slide" Target="../slides/slide2540.xml"/><Relationship Id="rId1" Type="http://schemas.openxmlformats.org/officeDocument/2006/relationships/notesMaster" Target="../notesMasters/notesMaster1.xml"/></Relationships>
</file>

<file path=ppt/notesSlides/_rels/notesSlide2414.xml.rels><?xml version="1.0" encoding="UTF-8" standalone="yes"?>
<Relationships xmlns="http://schemas.openxmlformats.org/package/2006/relationships"><Relationship Id="rId2" Type="http://schemas.openxmlformats.org/officeDocument/2006/relationships/slide" Target="../slides/slide2541.xml"/><Relationship Id="rId1" Type="http://schemas.openxmlformats.org/officeDocument/2006/relationships/notesMaster" Target="../notesMasters/notesMaster1.xml"/></Relationships>
</file>

<file path=ppt/notesSlides/_rels/notesSlide2415.xml.rels><?xml version="1.0" encoding="UTF-8" standalone="yes"?>
<Relationships xmlns="http://schemas.openxmlformats.org/package/2006/relationships"><Relationship Id="rId2" Type="http://schemas.openxmlformats.org/officeDocument/2006/relationships/slide" Target="../slides/slide2542.xml"/><Relationship Id="rId1" Type="http://schemas.openxmlformats.org/officeDocument/2006/relationships/notesMaster" Target="../notesMasters/notesMaster1.xml"/></Relationships>
</file>

<file path=ppt/notesSlides/_rels/notesSlide2416.xml.rels><?xml version="1.0" encoding="UTF-8" standalone="yes"?>
<Relationships xmlns="http://schemas.openxmlformats.org/package/2006/relationships"><Relationship Id="rId2" Type="http://schemas.openxmlformats.org/officeDocument/2006/relationships/slide" Target="../slides/slide2543.xml"/><Relationship Id="rId1" Type="http://schemas.openxmlformats.org/officeDocument/2006/relationships/notesMaster" Target="../notesMasters/notesMaster1.xml"/></Relationships>
</file>

<file path=ppt/notesSlides/_rels/notesSlide2417.xml.rels><?xml version="1.0" encoding="UTF-8" standalone="yes"?>
<Relationships xmlns="http://schemas.openxmlformats.org/package/2006/relationships"><Relationship Id="rId2" Type="http://schemas.openxmlformats.org/officeDocument/2006/relationships/slide" Target="../slides/slide2544.xml"/><Relationship Id="rId1" Type="http://schemas.openxmlformats.org/officeDocument/2006/relationships/notesMaster" Target="../notesMasters/notesMaster1.xml"/></Relationships>
</file>

<file path=ppt/notesSlides/_rels/notesSlide2418.xml.rels><?xml version="1.0" encoding="UTF-8" standalone="yes"?>
<Relationships xmlns="http://schemas.openxmlformats.org/package/2006/relationships"><Relationship Id="rId2" Type="http://schemas.openxmlformats.org/officeDocument/2006/relationships/slide" Target="../slides/slide2545.xml"/><Relationship Id="rId1" Type="http://schemas.openxmlformats.org/officeDocument/2006/relationships/notesMaster" Target="../notesMasters/notesMaster1.xml"/></Relationships>
</file>

<file path=ppt/notesSlides/_rels/notesSlide2419.xml.rels><?xml version="1.0" encoding="UTF-8" standalone="yes"?>
<Relationships xmlns="http://schemas.openxmlformats.org/package/2006/relationships"><Relationship Id="rId2" Type="http://schemas.openxmlformats.org/officeDocument/2006/relationships/slide" Target="../slides/slide2546.xml"/><Relationship Id="rId1" Type="http://schemas.openxmlformats.org/officeDocument/2006/relationships/notesMaster" Target="../notesMasters/notesMaster1.xml"/></Relationships>
</file>

<file path=ppt/notesSlides/_rels/notesSlide2420.xml.rels><?xml version="1.0" encoding="UTF-8" standalone="yes"?>
<Relationships xmlns="http://schemas.openxmlformats.org/package/2006/relationships"><Relationship Id="rId2" Type="http://schemas.openxmlformats.org/officeDocument/2006/relationships/slide" Target="../slides/slide2547.xml"/><Relationship Id="rId1" Type="http://schemas.openxmlformats.org/officeDocument/2006/relationships/notesMaster" Target="../notesMasters/notesMaster1.xml"/></Relationships>
</file>

<file path=ppt/notesSlides/_rels/notesSlide2421.xml.rels><?xml version="1.0" encoding="UTF-8" standalone="yes"?>
<Relationships xmlns="http://schemas.openxmlformats.org/package/2006/relationships"><Relationship Id="rId2" Type="http://schemas.openxmlformats.org/officeDocument/2006/relationships/slide" Target="../slides/slide2548.xml"/><Relationship Id="rId1" Type="http://schemas.openxmlformats.org/officeDocument/2006/relationships/notesMaster" Target="../notesMasters/notesMaster1.xml"/></Relationships>
</file>

<file path=ppt/notesSlides/_rels/notesSlide2422.xml.rels><?xml version="1.0" encoding="UTF-8" standalone="yes"?>
<Relationships xmlns="http://schemas.openxmlformats.org/package/2006/relationships"><Relationship Id="rId2" Type="http://schemas.openxmlformats.org/officeDocument/2006/relationships/slide" Target="../slides/slide2549.xml"/><Relationship Id="rId1" Type="http://schemas.openxmlformats.org/officeDocument/2006/relationships/notesMaster" Target="../notesMasters/notesMaster1.xml"/></Relationships>
</file>

<file path=ppt/notesSlides/_rels/notesSlide2423.xml.rels><?xml version="1.0" encoding="UTF-8" standalone="yes"?>
<Relationships xmlns="http://schemas.openxmlformats.org/package/2006/relationships"><Relationship Id="rId2" Type="http://schemas.openxmlformats.org/officeDocument/2006/relationships/slide" Target="../slides/slide2550.xml"/><Relationship Id="rId1" Type="http://schemas.openxmlformats.org/officeDocument/2006/relationships/notesMaster" Target="../notesMasters/notesMaster1.xml"/></Relationships>
</file>

<file path=ppt/notesSlides/_rels/notesSlide2424.xml.rels><?xml version="1.0" encoding="UTF-8" standalone="yes"?>
<Relationships xmlns="http://schemas.openxmlformats.org/package/2006/relationships"><Relationship Id="rId2" Type="http://schemas.openxmlformats.org/officeDocument/2006/relationships/slide" Target="../slides/slide2551.xml"/><Relationship Id="rId1" Type="http://schemas.openxmlformats.org/officeDocument/2006/relationships/notesMaster" Target="../notesMasters/notesMaster1.xml"/></Relationships>
</file>

<file path=ppt/notesSlides/_rels/notesSlide2425.xml.rels><?xml version="1.0" encoding="UTF-8" standalone="yes"?>
<Relationships xmlns="http://schemas.openxmlformats.org/package/2006/relationships"><Relationship Id="rId2" Type="http://schemas.openxmlformats.org/officeDocument/2006/relationships/slide" Target="../slides/slide2552.xml"/><Relationship Id="rId1" Type="http://schemas.openxmlformats.org/officeDocument/2006/relationships/notesMaster" Target="../notesMasters/notesMaster1.xml"/></Relationships>
</file>

<file path=ppt/notesSlides/_rels/notesSlide2426.xml.rels><?xml version="1.0" encoding="UTF-8" standalone="yes"?>
<Relationships xmlns="http://schemas.openxmlformats.org/package/2006/relationships"><Relationship Id="rId2" Type="http://schemas.openxmlformats.org/officeDocument/2006/relationships/slide" Target="../slides/slide2553.xml"/><Relationship Id="rId1" Type="http://schemas.openxmlformats.org/officeDocument/2006/relationships/notesMaster" Target="../notesMasters/notesMaster1.xml"/></Relationships>
</file>

<file path=ppt/notesSlides/_rels/notesSlide2427.xml.rels><?xml version="1.0" encoding="UTF-8" standalone="yes"?>
<Relationships xmlns="http://schemas.openxmlformats.org/package/2006/relationships"><Relationship Id="rId2" Type="http://schemas.openxmlformats.org/officeDocument/2006/relationships/slide" Target="../slides/slide2554.xml"/><Relationship Id="rId1" Type="http://schemas.openxmlformats.org/officeDocument/2006/relationships/notesMaster" Target="../notesMasters/notesMaster1.xml"/></Relationships>
</file>

<file path=ppt/notesSlides/_rels/notesSlide2428.xml.rels><?xml version="1.0" encoding="UTF-8" standalone="yes"?>
<Relationships xmlns="http://schemas.openxmlformats.org/package/2006/relationships"><Relationship Id="rId2" Type="http://schemas.openxmlformats.org/officeDocument/2006/relationships/slide" Target="../slides/slide2555.xml"/><Relationship Id="rId1" Type="http://schemas.openxmlformats.org/officeDocument/2006/relationships/notesMaster" Target="../notesMasters/notesMaster1.xml"/></Relationships>
</file>

<file path=ppt/notesSlides/_rels/notesSlide2429.xml.rels><?xml version="1.0" encoding="UTF-8" standalone="yes"?>
<Relationships xmlns="http://schemas.openxmlformats.org/package/2006/relationships"><Relationship Id="rId2" Type="http://schemas.openxmlformats.org/officeDocument/2006/relationships/slide" Target="../slides/slide2556.xml"/><Relationship Id="rId1" Type="http://schemas.openxmlformats.org/officeDocument/2006/relationships/notesMaster" Target="../notesMasters/notesMaster1.xml"/></Relationships>
</file>

<file path=ppt/notesSlides/_rels/notesSlide2430.xml.rels><?xml version="1.0" encoding="UTF-8" standalone="yes"?>
<Relationships xmlns="http://schemas.openxmlformats.org/package/2006/relationships"><Relationship Id="rId2" Type="http://schemas.openxmlformats.org/officeDocument/2006/relationships/slide" Target="../slides/slide2557.xml"/><Relationship Id="rId1" Type="http://schemas.openxmlformats.org/officeDocument/2006/relationships/notesMaster" Target="../notesMasters/notesMaster1.xml"/></Relationships>
</file>

<file path=ppt/notesSlides/_rels/notesSlide2431.xml.rels><?xml version="1.0" encoding="UTF-8" standalone="yes"?>
<Relationships xmlns="http://schemas.openxmlformats.org/package/2006/relationships"><Relationship Id="rId2" Type="http://schemas.openxmlformats.org/officeDocument/2006/relationships/slide" Target="../slides/slide2558.xml"/><Relationship Id="rId1" Type="http://schemas.openxmlformats.org/officeDocument/2006/relationships/notesMaster" Target="../notesMasters/notesMaster1.xml"/></Relationships>
</file>

<file path=ppt/notesSlides/_rels/notesSlide2432.xml.rels><?xml version="1.0" encoding="UTF-8" standalone="yes"?>
<Relationships xmlns="http://schemas.openxmlformats.org/package/2006/relationships"><Relationship Id="rId2" Type="http://schemas.openxmlformats.org/officeDocument/2006/relationships/slide" Target="../slides/slide2559.xml"/><Relationship Id="rId1" Type="http://schemas.openxmlformats.org/officeDocument/2006/relationships/notesMaster" Target="../notesMasters/notesMaster1.xml"/></Relationships>
</file>

<file path=ppt/notesSlides/_rels/notesSlide2433.xml.rels><?xml version="1.0" encoding="UTF-8" standalone="yes"?>
<Relationships xmlns="http://schemas.openxmlformats.org/package/2006/relationships"><Relationship Id="rId2" Type="http://schemas.openxmlformats.org/officeDocument/2006/relationships/slide" Target="../slides/slide2560.xml"/><Relationship Id="rId1" Type="http://schemas.openxmlformats.org/officeDocument/2006/relationships/notesMaster" Target="../notesMasters/notesMaster1.xml"/></Relationships>
</file>

<file path=ppt/notesSlides/_rels/notesSlide2434.xml.rels><?xml version="1.0" encoding="UTF-8" standalone="yes"?>
<Relationships xmlns="http://schemas.openxmlformats.org/package/2006/relationships"><Relationship Id="rId2" Type="http://schemas.openxmlformats.org/officeDocument/2006/relationships/slide" Target="../slides/slide2561.xml"/><Relationship Id="rId1" Type="http://schemas.openxmlformats.org/officeDocument/2006/relationships/notesMaster" Target="../notesMasters/notesMaster1.xml"/></Relationships>
</file>

<file path=ppt/notesSlides/_rels/notesSlide2435.xml.rels><?xml version="1.0" encoding="UTF-8" standalone="yes"?>
<Relationships xmlns="http://schemas.openxmlformats.org/package/2006/relationships"><Relationship Id="rId2" Type="http://schemas.openxmlformats.org/officeDocument/2006/relationships/slide" Target="../slides/slide2562.xml"/><Relationship Id="rId1" Type="http://schemas.openxmlformats.org/officeDocument/2006/relationships/notesMaster" Target="../notesMasters/notesMaster1.xml"/></Relationships>
</file>

<file path=ppt/notesSlides/_rels/notesSlide2436.xml.rels><?xml version="1.0" encoding="UTF-8" standalone="yes"?>
<Relationships xmlns="http://schemas.openxmlformats.org/package/2006/relationships"><Relationship Id="rId2" Type="http://schemas.openxmlformats.org/officeDocument/2006/relationships/slide" Target="../slides/slide2563.xml"/><Relationship Id="rId1" Type="http://schemas.openxmlformats.org/officeDocument/2006/relationships/notesMaster" Target="../notesMasters/notesMaster1.xml"/></Relationships>
</file>

<file path=ppt/notesSlides/_rels/notesSlide2437.xml.rels><?xml version="1.0" encoding="UTF-8" standalone="yes"?>
<Relationships xmlns="http://schemas.openxmlformats.org/package/2006/relationships"><Relationship Id="rId2" Type="http://schemas.openxmlformats.org/officeDocument/2006/relationships/slide" Target="../slides/slide2564.xml"/><Relationship Id="rId1" Type="http://schemas.openxmlformats.org/officeDocument/2006/relationships/notesMaster" Target="../notesMasters/notesMaster1.xml"/></Relationships>
</file>

<file path=ppt/notesSlides/_rels/notesSlide2438.xml.rels><?xml version="1.0" encoding="UTF-8" standalone="yes"?>
<Relationships xmlns="http://schemas.openxmlformats.org/package/2006/relationships"><Relationship Id="rId2" Type="http://schemas.openxmlformats.org/officeDocument/2006/relationships/slide" Target="../slides/slide2565.xml"/><Relationship Id="rId1" Type="http://schemas.openxmlformats.org/officeDocument/2006/relationships/notesMaster" Target="../notesMasters/notesMaster1.xml"/></Relationships>
</file>

<file path=ppt/notesSlides/_rels/notesSlide2439.xml.rels><?xml version="1.0" encoding="UTF-8" standalone="yes"?>
<Relationships xmlns="http://schemas.openxmlformats.org/package/2006/relationships"><Relationship Id="rId2" Type="http://schemas.openxmlformats.org/officeDocument/2006/relationships/slide" Target="../slides/slide2566.xml"/><Relationship Id="rId1" Type="http://schemas.openxmlformats.org/officeDocument/2006/relationships/notesMaster" Target="../notesMasters/notesMaster1.xml"/></Relationships>
</file>

<file path=ppt/notesSlides/_rels/notesSlide2440.xml.rels><?xml version="1.0" encoding="UTF-8" standalone="yes"?>
<Relationships xmlns="http://schemas.openxmlformats.org/package/2006/relationships"><Relationship Id="rId2" Type="http://schemas.openxmlformats.org/officeDocument/2006/relationships/slide" Target="../slides/slide2567.xml"/><Relationship Id="rId1" Type="http://schemas.openxmlformats.org/officeDocument/2006/relationships/notesMaster" Target="../notesMasters/notesMaster1.xml"/></Relationships>
</file>

<file path=ppt/notesSlides/_rels/notesSlide2441.xml.rels><?xml version="1.0" encoding="UTF-8" standalone="yes"?>
<Relationships xmlns="http://schemas.openxmlformats.org/package/2006/relationships"><Relationship Id="rId2" Type="http://schemas.openxmlformats.org/officeDocument/2006/relationships/slide" Target="../slides/slide2568.xml"/><Relationship Id="rId1" Type="http://schemas.openxmlformats.org/officeDocument/2006/relationships/notesMaster" Target="../notesMasters/notesMaster1.xml"/></Relationships>
</file>

<file path=ppt/notesSlides/_rels/notesSlide2442.xml.rels><?xml version="1.0" encoding="UTF-8" standalone="yes"?>
<Relationships xmlns="http://schemas.openxmlformats.org/package/2006/relationships"><Relationship Id="rId2" Type="http://schemas.openxmlformats.org/officeDocument/2006/relationships/slide" Target="../slides/slide2569.xml"/><Relationship Id="rId1" Type="http://schemas.openxmlformats.org/officeDocument/2006/relationships/notesMaster" Target="../notesMasters/notesMaster1.xml"/></Relationships>
</file>

<file path=ppt/notesSlides/_rels/notesSlide2443.xml.rels><?xml version="1.0" encoding="UTF-8" standalone="yes"?>
<Relationships xmlns="http://schemas.openxmlformats.org/package/2006/relationships"><Relationship Id="rId2" Type="http://schemas.openxmlformats.org/officeDocument/2006/relationships/slide" Target="../slides/slide2570.xml"/><Relationship Id="rId1" Type="http://schemas.openxmlformats.org/officeDocument/2006/relationships/notesMaster" Target="../notesMasters/notesMaster1.xml"/></Relationships>
</file>

<file path=ppt/notesSlides/_rels/notesSlide2444.xml.rels><?xml version="1.0" encoding="UTF-8" standalone="yes"?>
<Relationships xmlns="http://schemas.openxmlformats.org/package/2006/relationships"><Relationship Id="rId2" Type="http://schemas.openxmlformats.org/officeDocument/2006/relationships/slide" Target="../slides/slide2571.xml"/><Relationship Id="rId1" Type="http://schemas.openxmlformats.org/officeDocument/2006/relationships/notesMaster" Target="../notesMasters/notesMaster1.xml"/></Relationships>
</file>

<file path=ppt/notesSlides/_rels/notesSlide2445.xml.rels><?xml version="1.0" encoding="UTF-8" standalone="yes"?>
<Relationships xmlns="http://schemas.openxmlformats.org/package/2006/relationships"><Relationship Id="rId2" Type="http://schemas.openxmlformats.org/officeDocument/2006/relationships/slide" Target="../slides/slide2572.xml"/><Relationship Id="rId1" Type="http://schemas.openxmlformats.org/officeDocument/2006/relationships/notesMaster" Target="../notesMasters/notesMaster1.xml"/></Relationships>
</file>

<file path=ppt/notesSlides/_rels/notesSlide2446.xml.rels><?xml version="1.0" encoding="UTF-8" standalone="yes"?>
<Relationships xmlns="http://schemas.openxmlformats.org/package/2006/relationships"><Relationship Id="rId2" Type="http://schemas.openxmlformats.org/officeDocument/2006/relationships/slide" Target="../slides/slide2573.xml"/><Relationship Id="rId1" Type="http://schemas.openxmlformats.org/officeDocument/2006/relationships/notesMaster" Target="../notesMasters/notesMaster1.xml"/></Relationships>
</file>

<file path=ppt/notesSlides/_rels/notesSlide2447.xml.rels><?xml version="1.0" encoding="UTF-8" standalone="yes"?>
<Relationships xmlns="http://schemas.openxmlformats.org/package/2006/relationships"><Relationship Id="rId2" Type="http://schemas.openxmlformats.org/officeDocument/2006/relationships/slide" Target="../slides/slide2574.xml"/><Relationship Id="rId1" Type="http://schemas.openxmlformats.org/officeDocument/2006/relationships/notesMaster" Target="../notesMasters/notesMaster1.xml"/></Relationships>
</file>

<file path=ppt/notesSlides/_rels/notesSlide2448.xml.rels><?xml version="1.0" encoding="UTF-8" standalone="yes"?>
<Relationships xmlns="http://schemas.openxmlformats.org/package/2006/relationships"><Relationship Id="rId2" Type="http://schemas.openxmlformats.org/officeDocument/2006/relationships/slide" Target="../slides/slide2575.xml"/><Relationship Id="rId1" Type="http://schemas.openxmlformats.org/officeDocument/2006/relationships/notesMaster" Target="../notesMasters/notesMaster1.xml"/></Relationships>
</file>

<file path=ppt/notesSlides/_rels/notesSlide2449.xml.rels><?xml version="1.0" encoding="UTF-8" standalone="yes"?>
<Relationships xmlns="http://schemas.openxmlformats.org/package/2006/relationships"><Relationship Id="rId2" Type="http://schemas.openxmlformats.org/officeDocument/2006/relationships/slide" Target="../slides/slide2576.xml"/><Relationship Id="rId1" Type="http://schemas.openxmlformats.org/officeDocument/2006/relationships/notesMaster" Target="../notesMasters/notesMaster1.xml"/></Relationships>
</file>

<file path=ppt/notesSlides/_rels/notesSlide2450.xml.rels><?xml version="1.0" encoding="UTF-8" standalone="yes"?>
<Relationships xmlns="http://schemas.openxmlformats.org/package/2006/relationships"><Relationship Id="rId2" Type="http://schemas.openxmlformats.org/officeDocument/2006/relationships/slide" Target="../slides/slide2577.xml"/><Relationship Id="rId1" Type="http://schemas.openxmlformats.org/officeDocument/2006/relationships/notesMaster" Target="../notesMasters/notesMaster1.xml"/></Relationships>
</file>

<file path=ppt/notesSlides/_rels/notesSlide2451.xml.rels><?xml version="1.0" encoding="UTF-8" standalone="yes"?>
<Relationships xmlns="http://schemas.openxmlformats.org/package/2006/relationships"><Relationship Id="rId2" Type="http://schemas.openxmlformats.org/officeDocument/2006/relationships/slide" Target="../slides/slide2578.xml"/><Relationship Id="rId1" Type="http://schemas.openxmlformats.org/officeDocument/2006/relationships/notesMaster" Target="../notesMasters/notesMaster1.xml"/></Relationships>
</file>

<file path=ppt/notesSlides/_rels/notesSlide2452.xml.rels><?xml version="1.0" encoding="UTF-8" standalone="yes"?>
<Relationships xmlns="http://schemas.openxmlformats.org/package/2006/relationships"><Relationship Id="rId2" Type="http://schemas.openxmlformats.org/officeDocument/2006/relationships/slide" Target="../slides/slide2579.xml"/><Relationship Id="rId1" Type="http://schemas.openxmlformats.org/officeDocument/2006/relationships/notesMaster" Target="../notesMasters/notesMaster1.xml"/></Relationships>
</file>

<file path=ppt/notesSlides/_rels/notesSlide2453.xml.rels><?xml version="1.0" encoding="UTF-8" standalone="yes"?>
<Relationships xmlns="http://schemas.openxmlformats.org/package/2006/relationships"><Relationship Id="rId2" Type="http://schemas.openxmlformats.org/officeDocument/2006/relationships/slide" Target="../slides/slide2580.xml"/><Relationship Id="rId1" Type="http://schemas.openxmlformats.org/officeDocument/2006/relationships/notesMaster" Target="../notesMasters/notesMaster1.xml"/></Relationships>
</file>

<file path=ppt/notesSlides/_rels/notesSlide2454.xml.rels><?xml version="1.0" encoding="UTF-8" standalone="yes"?>
<Relationships xmlns="http://schemas.openxmlformats.org/package/2006/relationships"><Relationship Id="rId2" Type="http://schemas.openxmlformats.org/officeDocument/2006/relationships/slide" Target="../slides/slide2581.xml"/><Relationship Id="rId1" Type="http://schemas.openxmlformats.org/officeDocument/2006/relationships/notesMaster" Target="../notesMasters/notesMaster1.xml"/></Relationships>
</file>

<file path=ppt/notesSlides/_rels/notesSlide2455.xml.rels><?xml version="1.0" encoding="UTF-8" standalone="yes"?>
<Relationships xmlns="http://schemas.openxmlformats.org/package/2006/relationships"><Relationship Id="rId2" Type="http://schemas.openxmlformats.org/officeDocument/2006/relationships/slide" Target="../slides/slide2582.xml"/><Relationship Id="rId1" Type="http://schemas.openxmlformats.org/officeDocument/2006/relationships/notesMaster" Target="../notesMasters/notesMaster1.xml"/></Relationships>
</file>

<file path=ppt/notesSlides/_rels/notesSlide2456.xml.rels><?xml version="1.0" encoding="UTF-8" standalone="yes"?>
<Relationships xmlns="http://schemas.openxmlformats.org/package/2006/relationships"><Relationship Id="rId2" Type="http://schemas.openxmlformats.org/officeDocument/2006/relationships/slide" Target="../slides/slide2583.xml"/><Relationship Id="rId1" Type="http://schemas.openxmlformats.org/officeDocument/2006/relationships/notesMaster" Target="../notesMasters/notesMaster1.xml"/></Relationships>
</file>

<file path=ppt/notesSlides/_rels/notesSlide2457.xml.rels><?xml version="1.0" encoding="UTF-8" standalone="yes"?>
<Relationships xmlns="http://schemas.openxmlformats.org/package/2006/relationships"><Relationship Id="rId2" Type="http://schemas.openxmlformats.org/officeDocument/2006/relationships/slide" Target="../slides/slide2584.xml"/><Relationship Id="rId1" Type="http://schemas.openxmlformats.org/officeDocument/2006/relationships/notesMaster" Target="../notesMasters/notesMaster1.xml"/></Relationships>
</file>

<file path=ppt/notesSlides/_rels/notesSlide2458.xml.rels><?xml version="1.0" encoding="UTF-8" standalone="yes"?>
<Relationships xmlns="http://schemas.openxmlformats.org/package/2006/relationships"><Relationship Id="rId2" Type="http://schemas.openxmlformats.org/officeDocument/2006/relationships/slide" Target="../slides/slide2585.xml"/><Relationship Id="rId1" Type="http://schemas.openxmlformats.org/officeDocument/2006/relationships/notesMaster" Target="../notesMasters/notesMaster1.xml"/></Relationships>
</file>

<file path=ppt/notesSlides/_rels/notesSlide2459.xml.rels><?xml version="1.0" encoding="UTF-8" standalone="yes"?>
<Relationships xmlns="http://schemas.openxmlformats.org/package/2006/relationships"><Relationship Id="rId2" Type="http://schemas.openxmlformats.org/officeDocument/2006/relationships/slide" Target="../slides/slide2586.xml"/><Relationship Id="rId1" Type="http://schemas.openxmlformats.org/officeDocument/2006/relationships/notesMaster" Target="../notesMasters/notesMaster1.xml"/></Relationships>
</file>

<file path=ppt/notesSlides/_rels/notesSlide2460.xml.rels><?xml version="1.0" encoding="UTF-8" standalone="yes"?>
<Relationships xmlns="http://schemas.openxmlformats.org/package/2006/relationships"><Relationship Id="rId2" Type="http://schemas.openxmlformats.org/officeDocument/2006/relationships/slide" Target="../slides/slide2587.xml"/><Relationship Id="rId1" Type="http://schemas.openxmlformats.org/officeDocument/2006/relationships/notesMaster" Target="../notesMasters/notesMaster1.xml"/></Relationships>
</file>

<file path=ppt/notesSlides/_rels/notesSlide2461.xml.rels><?xml version="1.0" encoding="UTF-8" standalone="yes"?>
<Relationships xmlns="http://schemas.openxmlformats.org/package/2006/relationships"><Relationship Id="rId2" Type="http://schemas.openxmlformats.org/officeDocument/2006/relationships/slide" Target="../slides/slide2588.xml"/><Relationship Id="rId1" Type="http://schemas.openxmlformats.org/officeDocument/2006/relationships/notesMaster" Target="../notesMasters/notesMaster1.xml"/></Relationships>
</file>

<file path=ppt/notesSlides/_rels/notesSlide2462.xml.rels><?xml version="1.0" encoding="UTF-8" standalone="yes"?>
<Relationships xmlns="http://schemas.openxmlformats.org/package/2006/relationships"><Relationship Id="rId2" Type="http://schemas.openxmlformats.org/officeDocument/2006/relationships/slide" Target="../slides/slide2589.xml"/><Relationship Id="rId1" Type="http://schemas.openxmlformats.org/officeDocument/2006/relationships/notesMaster" Target="../notesMasters/notesMaster1.xml"/></Relationships>
</file>

<file path=ppt/notesSlides/_rels/notesSlide2463.xml.rels><?xml version="1.0" encoding="UTF-8" standalone="yes"?>
<Relationships xmlns="http://schemas.openxmlformats.org/package/2006/relationships"><Relationship Id="rId2" Type="http://schemas.openxmlformats.org/officeDocument/2006/relationships/slide" Target="../slides/slide2590.xml"/><Relationship Id="rId1" Type="http://schemas.openxmlformats.org/officeDocument/2006/relationships/notesMaster" Target="../notesMasters/notesMaster1.xml"/></Relationships>
</file>

<file path=ppt/notesSlides/_rels/notesSlide2464.xml.rels><?xml version="1.0" encoding="UTF-8" standalone="yes"?>
<Relationships xmlns="http://schemas.openxmlformats.org/package/2006/relationships"><Relationship Id="rId2" Type="http://schemas.openxmlformats.org/officeDocument/2006/relationships/slide" Target="../slides/slide2591.xml"/><Relationship Id="rId1" Type="http://schemas.openxmlformats.org/officeDocument/2006/relationships/notesMaster" Target="../notesMasters/notesMaster1.xml"/></Relationships>
</file>

<file path=ppt/notesSlides/_rels/notesSlide2465.xml.rels><?xml version="1.0" encoding="UTF-8" standalone="yes"?>
<Relationships xmlns="http://schemas.openxmlformats.org/package/2006/relationships"><Relationship Id="rId2" Type="http://schemas.openxmlformats.org/officeDocument/2006/relationships/slide" Target="../slides/slide2592.xml"/><Relationship Id="rId1" Type="http://schemas.openxmlformats.org/officeDocument/2006/relationships/notesMaster" Target="../notesMasters/notesMaster1.xml"/></Relationships>
</file>

<file path=ppt/notesSlides/_rels/notesSlide2466.xml.rels><?xml version="1.0" encoding="UTF-8" standalone="yes"?>
<Relationships xmlns="http://schemas.openxmlformats.org/package/2006/relationships"><Relationship Id="rId2" Type="http://schemas.openxmlformats.org/officeDocument/2006/relationships/slide" Target="../slides/slide2593.xml"/><Relationship Id="rId1" Type="http://schemas.openxmlformats.org/officeDocument/2006/relationships/notesMaster" Target="../notesMasters/notesMaster1.xml"/></Relationships>
</file>

<file path=ppt/notesSlides/_rels/notesSlide2467.xml.rels><?xml version="1.0" encoding="UTF-8" standalone="yes"?>
<Relationships xmlns="http://schemas.openxmlformats.org/package/2006/relationships"><Relationship Id="rId2" Type="http://schemas.openxmlformats.org/officeDocument/2006/relationships/slide" Target="../slides/slide2594.xml"/><Relationship Id="rId1" Type="http://schemas.openxmlformats.org/officeDocument/2006/relationships/notesMaster" Target="../notesMasters/notesMaster1.xml"/></Relationships>
</file>

<file path=ppt/notesSlides/_rels/notesSlide2468.xml.rels><?xml version="1.0" encoding="UTF-8" standalone="yes"?>
<Relationships xmlns="http://schemas.openxmlformats.org/package/2006/relationships"><Relationship Id="rId2" Type="http://schemas.openxmlformats.org/officeDocument/2006/relationships/slide" Target="../slides/slide2595.xml"/><Relationship Id="rId1" Type="http://schemas.openxmlformats.org/officeDocument/2006/relationships/notesMaster" Target="../notesMasters/notesMaster1.xml"/></Relationships>
</file>

<file path=ppt/notesSlides/_rels/notesSlide2469.xml.rels><?xml version="1.0" encoding="UTF-8" standalone="yes"?>
<Relationships xmlns="http://schemas.openxmlformats.org/package/2006/relationships"><Relationship Id="rId2" Type="http://schemas.openxmlformats.org/officeDocument/2006/relationships/slide" Target="../slides/slide2596.xml"/><Relationship Id="rId1" Type="http://schemas.openxmlformats.org/officeDocument/2006/relationships/notesMaster" Target="../notesMasters/notesMaster1.xml"/></Relationships>
</file>

<file path=ppt/notesSlides/_rels/notesSlide2470.xml.rels><?xml version="1.0" encoding="UTF-8" standalone="yes"?>
<Relationships xmlns="http://schemas.openxmlformats.org/package/2006/relationships"><Relationship Id="rId2" Type="http://schemas.openxmlformats.org/officeDocument/2006/relationships/slide" Target="../slides/slide2597.xml"/><Relationship Id="rId1" Type="http://schemas.openxmlformats.org/officeDocument/2006/relationships/notesMaster" Target="../notesMasters/notesMaster1.xml"/></Relationships>
</file>

<file path=ppt/notesSlides/_rels/notesSlide2471.xml.rels><?xml version="1.0" encoding="UTF-8" standalone="yes"?>
<Relationships xmlns="http://schemas.openxmlformats.org/package/2006/relationships"><Relationship Id="rId2" Type="http://schemas.openxmlformats.org/officeDocument/2006/relationships/slide" Target="../slides/slide2598.xml"/><Relationship Id="rId1" Type="http://schemas.openxmlformats.org/officeDocument/2006/relationships/notesMaster" Target="../notesMasters/notesMaster1.xml"/></Relationships>
</file>

<file path=ppt/notesSlides/_rels/notesSlide2472.xml.rels><?xml version="1.0" encoding="UTF-8" standalone="yes"?>
<Relationships xmlns="http://schemas.openxmlformats.org/package/2006/relationships"><Relationship Id="rId2" Type="http://schemas.openxmlformats.org/officeDocument/2006/relationships/slide" Target="../slides/slide2599.xml"/><Relationship Id="rId1" Type="http://schemas.openxmlformats.org/officeDocument/2006/relationships/notesMaster" Target="../notesMasters/notesMaster1.xml"/></Relationships>
</file>

<file path=ppt/notesSlides/_rels/notesSlide2473.xml.rels><?xml version="1.0" encoding="UTF-8" standalone="yes"?>
<Relationships xmlns="http://schemas.openxmlformats.org/package/2006/relationships"><Relationship Id="rId2" Type="http://schemas.openxmlformats.org/officeDocument/2006/relationships/slide" Target="../slides/slide2600.xml"/><Relationship Id="rId1" Type="http://schemas.openxmlformats.org/officeDocument/2006/relationships/notesMaster" Target="../notesMasters/notesMaster1.xml"/></Relationships>
</file>

<file path=ppt/notesSlides/_rels/notesSlide2474.xml.rels><?xml version="1.0" encoding="UTF-8" standalone="yes"?>
<Relationships xmlns="http://schemas.openxmlformats.org/package/2006/relationships"><Relationship Id="rId2" Type="http://schemas.openxmlformats.org/officeDocument/2006/relationships/slide" Target="../slides/slide2601.xml"/><Relationship Id="rId1" Type="http://schemas.openxmlformats.org/officeDocument/2006/relationships/notesMaster" Target="../notesMasters/notesMaster1.xml"/></Relationships>
</file>

<file path=ppt/notesSlides/_rels/notesSlide2475.xml.rels><?xml version="1.0" encoding="UTF-8" standalone="yes"?>
<Relationships xmlns="http://schemas.openxmlformats.org/package/2006/relationships"><Relationship Id="rId2" Type="http://schemas.openxmlformats.org/officeDocument/2006/relationships/slide" Target="../slides/slide2602.xml"/><Relationship Id="rId1" Type="http://schemas.openxmlformats.org/officeDocument/2006/relationships/notesMaster" Target="../notesMasters/notesMaster1.xml"/></Relationships>
</file>

<file path=ppt/notesSlides/_rels/notesSlide2476.xml.rels><?xml version="1.0" encoding="UTF-8" standalone="yes"?>
<Relationships xmlns="http://schemas.openxmlformats.org/package/2006/relationships"><Relationship Id="rId2" Type="http://schemas.openxmlformats.org/officeDocument/2006/relationships/slide" Target="../slides/slide2603.xml"/><Relationship Id="rId1" Type="http://schemas.openxmlformats.org/officeDocument/2006/relationships/notesMaster" Target="../notesMasters/notesMaster1.xml"/></Relationships>
</file>

<file path=ppt/notesSlides/_rels/notesSlide2477.xml.rels><?xml version="1.0" encoding="UTF-8" standalone="yes"?>
<Relationships xmlns="http://schemas.openxmlformats.org/package/2006/relationships"><Relationship Id="rId2" Type="http://schemas.openxmlformats.org/officeDocument/2006/relationships/slide" Target="../slides/slide2604.xml"/><Relationship Id="rId1" Type="http://schemas.openxmlformats.org/officeDocument/2006/relationships/notesMaster" Target="../notesMasters/notesMaster1.xml"/></Relationships>
</file>

<file path=ppt/notesSlides/_rels/notesSlide2478.xml.rels><?xml version="1.0" encoding="UTF-8" standalone="yes"?>
<Relationships xmlns="http://schemas.openxmlformats.org/package/2006/relationships"><Relationship Id="rId2" Type="http://schemas.openxmlformats.org/officeDocument/2006/relationships/slide" Target="../slides/slide2605.xml"/><Relationship Id="rId1" Type="http://schemas.openxmlformats.org/officeDocument/2006/relationships/notesMaster" Target="../notesMasters/notesMaster1.xml"/></Relationships>
</file>

<file path=ppt/notesSlides/_rels/notesSlide2479.xml.rels><?xml version="1.0" encoding="UTF-8" standalone="yes"?>
<Relationships xmlns="http://schemas.openxmlformats.org/package/2006/relationships"><Relationship Id="rId2" Type="http://schemas.openxmlformats.org/officeDocument/2006/relationships/slide" Target="../slides/slide2606.xml"/><Relationship Id="rId1" Type="http://schemas.openxmlformats.org/officeDocument/2006/relationships/notesMaster" Target="../notesMasters/notesMaster1.xml"/></Relationships>
</file>

<file path=ppt/notesSlides/_rels/notesSlide2480.xml.rels><?xml version="1.0" encoding="UTF-8" standalone="yes"?>
<Relationships xmlns="http://schemas.openxmlformats.org/package/2006/relationships"><Relationship Id="rId2" Type="http://schemas.openxmlformats.org/officeDocument/2006/relationships/slide" Target="../slides/slide2607.xml"/><Relationship Id="rId1" Type="http://schemas.openxmlformats.org/officeDocument/2006/relationships/notesMaster" Target="../notesMasters/notesMaster1.xml"/></Relationships>
</file>

<file path=ppt/notesSlides/_rels/notesSlide2481.xml.rels><?xml version="1.0" encoding="UTF-8" standalone="yes"?>
<Relationships xmlns="http://schemas.openxmlformats.org/package/2006/relationships"><Relationship Id="rId2" Type="http://schemas.openxmlformats.org/officeDocument/2006/relationships/slide" Target="../slides/slide2608.xml"/><Relationship Id="rId1" Type="http://schemas.openxmlformats.org/officeDocument/2006/relationships/notesMaster" Target="../notesMasters/notesMaster1.xml"/></Relationships>
</file>

<file path=ppt/notesSlides/_rels/notesSlide2482.xml.rels><?xml version="1.0" encoding="UTF-8" standalone="yes"?>
<Relationships xmlns="http://schemas.openxmlformats.org/package/2006/relationships"><Relationship Id="rId2" Type="http://schemas.openxmlformats.org/officeDocument/2006/relationships/slide" Target="../slides/slide2609.xml"/><Relationship Id="rId1" Type="http://schemas.openxmlformats.org/officeDocument/2006/relationships/notesMaster" Target="../notesMasters/notesMaster1.xml"/></Relationships>
</file>

<file path=ppt/notesSlides/_rels/notesSlide2483.xml.rels><?xml version="1.0" encoding="UTF-8" standalone="yes"?>
<Relationships xmlns="http://schemas.openxmlformats.org/package/2006/relationships"><Relationship Id="rId2" Type="http://schemas.openxmlformats.org/officeDocument/2006/relationships/slide" Target="../slides/slide2610.xml"/><Relationship Id="rId1" Type="http://schemas.openxmlformats.org/officeDocument/2006/relationships/notesMaster" Target="../notesMasters/notesMaster1.xml"/></Relationships>
</file>

<file path=ppt/notesSlides/_rels/notesSlide2484.xml.rels><?xml version="1.0" encoding="UTF-8" standalone="yes"?>
<Relationships xmlns="http://schemas.openxmlformats.org/package/2006/relationships"><Relationship Id="rId2" Type="http://schemas.openxmlformats.org/officeDocument/2006/relationships/slide" Target="../slides/slide2611.xml"/><Relationship Id="rId1" Type="http://schemas.openxmlformats.org/officeDocument/2006/relationships/notesMaster" Target="../notesMasters/notesMaster1.xml"/></Relationships>
</file>

<file path=ppt/notesSlides/_rels/notesSlide2485.xml.rels><?xml version="1.0" encoding="UTF-8" standalone="yes"?>
<Relationships xmlns="http://schemas.openxmlformats.org/package/2006/relationships"><Relationship Id="rId2" Type="http://schemas.openxmlformats.org/officeDocument/2006/relationships/slide" Target="../slides/slide2612.xml"/><Relationship Id="rId1" Type="http://schemas.openxmlformats.org/officeDocument/2006/relationships/notesMaster" Target="../notesMasters/notesMaster1.xml"/></Relationships>
</file>

<file path=ppt/notesSlides/_rels/notesSlide2486.xml.rels><?xml version="1.0" encoding="UTF-8" standalone="yes"?>
<Relationships xmlns="http://schemas.openxmlformats.org/package/2006/relationships"><Relationship Id="rId2" Type="http://schemas.openxmlformats.org/officeDocument/2006/relationships/slide" Target="../slides/slide2613.xml"/><Relationship Id="rId1" Type="http://schemas.openxmlformats.org/officeDocument/2006/relationships/notesMaster" Target="../notesMasters/notesMaster1.xml"/></Relationships>
</file>

<file path=ppt/notesSlides/_rels/notesSlide2487.xml.rels><?xml version="1.0" encoding="UTF-8" standalone="yes"?>
<Relationships xmlns="http://schemas.openxmlformats.org/package/2006/relationships"><Relationship Id="rId2" Type="http://schemas.openxmlformats.org/officeDocument/2006/relationships/slide" Target="../slides/slide2614.xml"/><Relationship Id="rId1" Type="http://schemas.openxmlformats.org/officeDocument/2006/relationships/notesMaster" Target="../notesMasters/notesMaster1.xml"/></Relationships>
</file>

<file path=ppt/notesSlides/_rels/notesSlide2488.xml.rels><?xml version="1.0" encoding="UTF-8" standalone="yes"?>
<Relationships xmlns="http://schemas.openxmlformats.org/package/2006/relationships"><Relationship Id="rId2" Type="http://schemas.openxmlformats.org/officeDocument/2006/relationships/slide" Target="../slides/slide2615.xml"/><Relationship Id="rId1" Type="http://schemas.openxmlformats.org/officeDocument/2006/relationships/notesMaster" Target="../notesMasters/notesMaster1.xml"/></Relationships>
</file>

<file path=ppt/notesSlides/_rels/notesSlide2489.xml.rels><?xml version="1.0" encoding="UTF-8" standalone="yes"?>
<Relationships xmlns="http://schemas.openxmlformats.org/package/2006/relationships"><Relationship Id="rId2" Type="http://schemas.openxmlformats.org/officeDocument/2006/relationships/slide" Target="../slides/slide2616.xml"/><Relationship Id="rId1" Type="http://schemas.openxmlformats.org/officeDocument/2006/relationships/notesMaster" Target="../notesMasters/notesMaster1.xml"/></Relationships>
</file>

<file path=ppt/notesSlides/_rels/notesSlide2490.xml.rels><?xml version="1.0" encoding="UTF-8" standalone="yes"?>
<Relationships xmlns="http://schemas.openxmlformats.org/package/2006/relationships"><Relationship Id="rId2" Type="http://schemas.openxmlformats.org/officeDocument/2006/relationships/slide" Target="../slides/slide2617.xml"/><Relationship Id="rId1" Type="http://schemas.openxmlformats.org/officeDocument/2006/relationships/notesMaster" Target="../notesMasters/notesMaster1.xml"/></Relationships>
</file>

<file path=ppt/notesSlides/_rels/notesSlide2491.xml.rels><?xml version="1.0" encoding="UTF-8" standalone="yes"?>
<Relationships xmlns="http://schemas.openxmlformats.org/package/2006/relationships"><Relationship Id="rId2" Type="http://schemas.openxmlformats.org/officeDocument/2006/relationships/slide" Target="../slides/slide2618.xml"/><Relationship Id="rId1" Type="http://schemas.openxmlformats.org/officeDocument/2006/relationships/notesMaster" Target="../notesMasters/notesMaster1.xml"/></Relationships>
</file>

<file path=ppt/notesSlides/_rels/notesSlide2492.xml.rels><?xml version="1.0" encoding="UTF-8" standalone="yes"?>
<Relationships xmlns="http://schemas.openxmlformats.org/package/2006/relationships"><Relationship Id="rId2" Type="http://schemas.openxmlformats.org/officeDocument/2006/relationships/slide" Target="../slides/slide2619.xml"/><Relationship Id="rId1" Type="http://schemas.openxmlformats.org/officeDocument/2006/relationships/notesMaster" Target="../notesMasters/notesMaster1.xml"/></Relationships>
</file>

<file path=ppt/notesSlides/_rels/notesSlide2493.xml.rels><?xml version="1.0" encoding="UTF-8" standalone="yes"?>
<Relationships xmlns="http://schemas.openxmlformats.org/package/2006/relationships"><Relationship Id="rId2" Type="http://schemas.openxmlformats.org/officeDocument/2006/relationships/slide" Target="../slides/slide2620.xml"/><Relationship Id="rId1" Type="http://schemas.openxmlformats.org/officeDocument/2006/relationships/notesMaster" Target="../notesMasters/notesMaster1.xml"/></Relationships>
</file>

<file path=ppt/notesSlides/_rels/notesSlide2494.xml.rels><?xml version="1.0" encoding="UTF-8" standalone="yes"?>
<Relationships xmlns="http://schemas.openxmlformats.org/package/2006/relationships"><Relationship Id="rId2" Type="http://schemas.openxmlformats.org/officeDocument/2006/relationships/slide" Target="../slides/slide2621.xml"/><Relationship Id="rId1" Type="http://schemas.openxmlformats.org/officeDocument/2006/relationships/notesMaster" Target="../notesMasters/notesMaster1.xml"/></Relationships>
</file>

<file path=ppt/notesSlides/_rels/notesSlide2495.xml.rels><?xml version="1.0" encoding="UTF-8" standalone="yes"?>
<Relationships xmlns="http://schemas.openxmlformats.org/package/2006/relationships"><Relationship Id="rId2" Type="http://schemas.openxmlformats.org/officeDocument/2006/relationships/slide" Target="../slides/slide2622.xml"/><Relationship Id="rId1" Type="http://schemas.openxmlformats.org/officeDocument/2006/relationships/notesMaster" Target="../notesMasters/notesMaster1.xml"/></Relationships>
</file>

<file path=ppt/notesSlides/_rels/notesSlide2496.xml.rels><?xml version="1.0" encoding="UTF-8" standalone="yes"?>
<Relationships xmlns="http://schemas.openxmlformats.org/package/2006/relationships"><Relationship Id="rId2" Type="http://schemas.openxmlformats.org/officeDocument/2006/relationships/slide" Target="../slides/slide2623.xml"/><Relationship Id="rId1" Type="http://schemas.openxmlformats.org/officeDocument/2006/relationships/notesMaster" Target="../notesMasters/notesMaster1.xml"/></Relationships>
</file>

<file path=ppt/notesSlides/_rels/notesSlide2497.xml.rels><?xml version="1.0" encoding="UTF-8" standalone="yes"?>
<Relationships xmlns="http://schemas.openxmlformats.org/package/2006/relationships"><Relationship Id="rId2" Type="http://schemas.openxmlformats.org/officeDocument/2006/relationships/slide" Target="../slides/slide2624.xml"/><Relationship Id="rId1" Type="http://schemas.openxmlformats.org/officeDocument/2006/relationships/notesMaster" Target="../notesMasters/notesMaster1.xml"/></Relationships>
</file>

<file path=ppt/notesSlides/_rels/notesSlide2498.xml.rels><?xml version="1.0" encoding="UTF-8" standalone="yes"?>
<Relationships xmlns="http://schemas.openxmlformats.org/package/2006/relationships"><Relationship Id="rId2" Type="http://schemas.openxmlformats.org/officeDocument/2006/relationships/slide" Target="../slides/slide2625.xml"/><Relationship Id="rId1" Type="http://schemas.openxmlformats.org/officeDocument/2006/relationships/notesMaster" Target="../notesMasters/notesMaster1.xml"/></Relationships>
</file>

<file path=ppt/notesSlides/_rels/notesSlide2499.xml.rels><?xml version="1.0" encoding="UTF-8" standalone="yes"?>
<Relationships xmlns="http://schemas.openxmlformats.org/package/2006/relationships"><Relationship Id="rId2" Type="http://schemas.openxmlformats.org/officeDocument/2006/relationships/slide" Target="../slides/slide2626.xml"/><Relationship Id="rId1" Type="http://schemas.openxmlformats.org/officeDocument/2006/relationships/notesMaster" Target="../notesMasters/notesMaster1.xml"/></Relationships>
</file>

<file path=ppt/notesSlides/_rels/notesSlide2500.xml.rels><?xml version="1.0" encoding="UTF-8" standalone="yes"?>
<Relationships xmlns="http://schemas.openxmlformats.org/package/2006/relationships"><Relationship Id="rId2" Type="http://schemas.openxmlformats.org/officeDocument/2006/relationships/slide" Target="../slides/slide2627.xml"/><Relationship Id="rId1" Type="http://schemas.openxmlformats.org/officeDocument/2006/relationships/notesMaster" Target="../notesMasters/notesMaster1.xml"/></Relationships>
</file>

<file path=ppt/notesSlides/_rels/notesSlide2501.xml.rels><?xml version="1.0" encoding="UTF-8" standalone="yes"?>
<Relationships xmlns="http://schemas.openxmlformats.org/package/2006/relationships"><Relationship Id="rId2" Type="http://schemas.openxmlformats.org/officeDocument/2006/relationships/slide" Target="../slides/slide2628.xml"/><Relationship Id="rId1" Type="http://schemas.openxmlformats.org/officeDocument/2006/relationships/notesMaster" Target="../notesMasters/notesMaster1.xml"/></Relationships>
</file>

<file path=ppt/notesSlides/_rels/notesSlide2502.xml.rels><?xml version="1.0" encoding="UTF-8" standalone="yes"?>
<Relationships xmlns="http://schemas.openxmlformats.org/package/2006/relationships"><Relationship Id="rId2" Type="http://schemas.openxmlformats.org/officeDocument/2006/relationships/slide" Target="../slides/slide2629.xml"/><Relationship Id="rId1" Type="http://schemas.openxmlformats.org/officeDocument/2006/relationships/notesMaster" Target="../notesMasters/notesMaster1.xml"/></Relationships>
</file>

<file path=ppt/notesSlides/_rels/notesSlide2503.xml.rels><?xml version="1.0" encoding="UTF-8" standalone="yes"?>
<Relationships xmlns="http://schemas.openxmlformats.org/package/2006/relationships"><Relationship Id="rId2" Type="http://schemas.openxmlformats.org/officeDocument/2006/relationships/slide" Target="../slides/slide2630.xml"/><Relationship Id="rId1" Type="http://schemas.openxmlformats.org/officeDocument/2006/relationships/notesMaster" Target="../notesMasters/notesMaster1.xml"/></Relationships>
</file>

<file path=ppt/notesSlides/_rels/notesSlide2504.xml.rels><?xml version="1.0" encoding="UTF-8" standalone="yes"?>
<Relationships xmlns="http://schemas.openxmlformats.org/package/2006/relationships"><Relationship Id="rId2" Type="http://schemas.openxmlformats.org/officeDocument/2006/relationships/slide" Target="../slides/slide2631.xml"/><Relationship Id="rId1" Type="http://schemas.openxmlformats.org/officeDocument/2006/relationships/notesMaster" Target="../notesMasters/notesMaster1.xml"/></Relationships>
</file>

<file path=ppt/notesSlides/_rels/notesSlide2505.xml.rels><?xml version="1.0" encoding="UTF-8" standalone="yes"?>
<Relationships xmlns="http://schemas.openxmlformats.org/package/2006/relationships"><Relationship Id="rId2" Type="http://schemas.openxmlformats.org/officeDocument/2006/relationships/slide" Target="../slides/slide2632.xml"/><Relationship Id="rId1" Type="http://schemas.openxmlformats.org/officeDocument/2006/relationships/notesMaster" Target="../notesMasters/notesMaster1.xml"/></Relationships>
</file>

<file path=ppt/notesSlides/_rels/notesSlide2506.xml.rels><?xml version="1.0" encoding="UTF-8" standalone="yes"?>
<Relationships xmlns="http://schemas.openxmlformats.org/package/2006/relationships"><Relationship Id="rId2" Type="http://schemas.openxmlformats.org/officeDocument/2006/relationships/slide" Target="../slides/slide2633.xml"/><Relationship Id="rId1" Type="http://schemas.openxmlformats.org/officeDocument/2006/relationships/notesMaster" Target="../notesMasters/notesMaster1.xml"/></Relationships>
</file>

<file path=ppt/notesSlides/_rels/notesSlide2507.xml.rels><?xml version="1.0" encoding="UTF-8" standalone="yes"?>
<Relationships xmlns="http://schemas.openxmlformats.org/package/2006/relationships"><Relationship Id="rId2" Type="http://schemas.openxmlformats.org/officeDocument/2006/relationships/slide" Target="../slides/slide2634.xml"/><Relationship Id="rId1" Type="http://schemas.openxmlformats.org/officeDocument/2006/relationships/notesMaster" Target="../notesMasters/notesMaster1.xml"/></Relationships>
</file>

<file path=ppt/notesSlides/_rels/notesSlide2508.xml.rels><?xml version="1.0" encoding="UTF-8" standalone="yes"?>
<Relationships xmlns="http://schemas.openxmlformats.org/package/2006/relationships"><Relationship Id="rId2" Type="http://schemas.openxmlformats.org/officeDocument/2006/relationships/slide" Target="../slides/slide2635.xml"/><Relationship Id="rId1" Type="http://schemas.openxmlformats.org/officeDocument/2006/relationships/notesMaster" Target="../notesMasters/notesMaster1.xml"/></Relationships>
</file>

<file path=ppt/notesSlides/_rels/notesSlide2509.xml.rels><?xml version="1.0" encoding="UTF-8" standalone="yes"?>
<Relationships xmlns="http://schemas.openxmlformats.org/package/2006/relationships"><Relationship Id="rId2" Type="http://schemas.openxmlformats.org/officeDocument/2006/relationships/slide" Target="../slides/slide2636.xml"/><Relationship Id="rId1" Type="http://schemas.openxmlformats.org/officeDocument/2006/relationships/notesMaster" Target="../notesMasters/notesMaster1.xml"/></Relationships>
</file>

<file path=ppt/notesSlides/_rels/notesSlide2510.xml.rels><?xml version="1.0" encoding="UTF-8" standalone="yes"?>
<Relationships xmlns="http://schemas.openxmlformats.org/package/2006/relationships"><Relationship Id="rId2" Type="http://schemas.openxmlformats.org/officeDocument/2006/relationships/slide" Target="../slides/slide2637.xml"/><Relationship Id="rId1" Type="http://schemas.openxmlformats.org/officeDocument/2006/relationships/notesMaster" Target="../notesMasters/notesMaster1.xml"/></Relationships>
</file>

<file path=ppt/notesSlides/_rels/notesSlide2511.xml.rels><?xml version="1.0" encoding="UTF-8" standalone="yes"?>
<Relationships xmlns="http://schemas.openxmlformats.org/package/2006/relationships"><Relationship Id="rId2" Type="http://schemas.openxmlformats.org/officeDocument/2006/relationships/slide" Target="../slides/slide2638.xml"/><Relationship Id="rId1" Type="http://schemas.openxmlformats.org/officeDocument/2006/relationships/notesMaster" Target="../notesMasters/notesMaster1.xml"/></Relationships>
</file>

<file path=ppt/notesSlides/_rels/notesSlide2512.xml.rels><?xml version="1.0" encoding="UTF-8" standalone="yes"?>
<Relationships xmlns="http://schemas.openxmlformats.org/package/2006/relationships"><Relationship Id="rId2" Type="http://schemas.openxmlformats.org/officeDocument/2006/relationships/slide" Target="../slides/slide2639.xml"/><Relationship Id="rId1" Type="http://schemas.openxmlformats.org/officeDocument/2006/relationships/notesMaster" Target="../notesMasters/notesMaster1.xml"/></Relationships>
</file>

<file path=ppt/notesSlides/_rels/notesSlide2513.xml.rels><?xml version="1.0" encoding="UTF-8" standalone="yes"?>
<Relationships xmlns="http://schemas.openxmlformats.org/package/2006/relationships"><Relationship Id="rId2" Type="http://schemas.openxmlformats.org/officeDocument/2006/relationships/slide" Target="../slides/slide2640.xml"/><Relationship Id="rId1" Type="http://schemas.openxmlformats.org/officeDocument/2006/relationships/notesMaster" Target="../notesMasters/notesMaster1.xml"/></Relationships>
</file>

<file path=ppt/notesSlides/_rels/notesSlide2514.xml.rels><?xml version="1.0" encoding="UTF-8" standalone="yes"?>
<Relationships xmlns="http://schemas.openxmlformats.org/package/2006/relationships"><Relationship Id="rId2" Type="http://schemas.openxmlformats.org/officeDocument/2006/relationships/slide" Target="../slides/slide2641.xml"/><Relationship Id="rId1" Type="http://schemas.openxmlformats.org/officeDocument/2006/relationships/notesMaster" Target="../notesMasters/notesMaster1.xml"/></Relationships>
</file>

<file path=ppt/notesSlides/_rels/notesSlide2515.xml.rels><?xml version="1.0" encoding="UTF-8" standalone="yes"?>
<Relationships xmlns="http://schemas.openxmlformats.org/package/2006/relationships"><Relationship Id="rId2" Type="http://schemas.openxmlformats.org/officeDocument/2006/relationships/slide" Target="../slides/slide2642.xml"/><Relationship Id="rId1" Type="http://schemas.openxmlformats.org/officeDocument/2006/relationships/notesMaster" Target="../notesMasters/notesMaster1.xml"/></Relationships>
</file>

<file path=ppt/notesSlides/_rels/notesSlide2516.xml.rels><?xml version="1.0" encoding="UTF-8" standalone="yes"?>
<Relationships xmlns="http://schemas.openxmlformats.org/package/2006/relationships"><Relationship Id="rId2" Type="http://schemas.openxmlformats.org/officeDocument/2006/relationships/slide" Target="../slides/slide2643.xml"/><Relationship Id="rId1" Type="http://schemas.openxmlformats.org/officeDocument/2006/relationships/notesMaster" Target="../notesMasters/notesMaster1.xml"/></Relationships>
</file>

<file path=ppt/notesSlides/_rels/notesSlide2517.xml.rels><?xml version="1.0" encoding="UTF-8" standalone="yes"?>
<Relationships xmlns="http://schemas.openxmlformats.org/package/2006/relationships"><Relationship Id="rId2" Type="http://schemas.openxmlformats.org/officeDocument/2006/relationships/slide" Target="../slides/slide2644.xml"/><Relationship Id="rId1" Type="http://schemas.openxmlformats.org/officeDocument/2006/relationships/notesMaster" Target="../notesMasters/notesMaster1.xml"/></Relationships>
</file>

<file path=ppt/notesSlides/_rels/notesSlide2518.xml.rels><?xml version="1.0" encoding="UTF-8" standalone="yes"?>
<Relationships xmlns="http://schemas.openxmlformats.org/package/2006/relationships"><Relationship Id="rId2" Type="http://schemas.openxmlformats.org/officeDocument/2006/relationships/slide" Target="../slides/slide2645.xml"/><Relationship Id="rId1" Type="http://schemas.openxmlformats.org/officeDocument/2006/relationships/notesMaster" Target="../notesMasters/notesMaster1.xml"/></Relationships>
</file>

<file path=ppt/notesSlides/_rels/notesSlide2519.xml.rels><?xml version="1.0" encoding="UTF-8" standalone="yes"?>
<Relationships xmlns="http://schemas.openxmlformats.org/package/2006/relationships"><Relationship Id="rId2" Type="http://schemas.openxmlformats.org/officeDocument/2006/relationships/slide" Target="../slides/slide2646.xml"/><Relationship Id="rId1" Type="http://schemas.openxmlformats.org/officeDocument/2006/relationships/notesMaster" Target="../notesMasters/notesMaster1.xml"/></Relationships>
</file>

<file path=ppt/notesSlides/_rels/notesSlide2520.xml.rels><?xml version="1.0" encoding="UTF-8" standalone="yes"?>
<Relationships xmlns="http://schemas.openxmlformats.org/package/2006/relationships"><Relationship Id="rId2" Type="http://schemas.openxmlformats.org/officeDocument/2006/relationships/slide" Target="../slides/slide2647.xml"/><Relationship Id="rId1" Type="http://schemas.openxmlformats.org/officeDocument/2006/relationships/notesMaster" Target="../notesMasters/notesMaster1.xml"/></Relationships>
</file>

<file path=ppt/notesSlides/_rels/notesSlide2521.xml.rels><?xml version="1.0" encoding="UTF-8" standalone="yes"?>
<Relationships xmlns="http://schemas.openxmlformats.org/package/2006/relationships"><Relationship Id="rId2" Type="http://schemas.openxmlformats.org/officeDocument/2006/relationships/slide" Target="../slides/slide2648.xml"/><Relationship Id="rId1" Type="http://schemas.openxmlformats.org/officeDocument/2006/relationships/notesMaster" Target="../notesMasters/notesMaster1.xml"/></Relationships>
</file>

<file path=ppt/notesSlides/_rels/notesSlide2522.xml.rels><?xml version="1.0" encoding="UTF-8" standalone="yes"?>
<Relationships xmlns="http://schemas.openxmlformats.org/package/2006/relationships"><Relationship Id="rId2" Type="http://schemas.openxmlformats.org/officeDocument/2006/relationships/slide" Target="../slides/slide2649.xml"/><Relationship Id="rId1" Type="http://schemas.openxmlformats.org/officeDocument/2006/relationships/notesMaster" Target="../notesMasters/notesMaster1.xml"/></Relationships>
</file>

<file path=ppt/notesSlides/_rels/notesSlide2523.xml.rels><?xml version="1.0" encoding="UTF-8" standalone="yes"?>
<Relationships xmlns="http://schemas.openxmlformats.org/package/2006/relationships"><Relationship Id="rId2" Type="http://schemas.openxmlformats.org/officeDocument/2006/relationships/slide" Target="../slides/slide2650.xml"/><Relationship Id="rId1" Type="http://schemas.openxmlformats.org/officeDocument/2006/relationships/notesMaster" Target="../notesMasters/notesMaster1.xml"/></Relationships>
</file>

<file path=ppt/notesSlides/_rels/notesSlide2524.xml.rels><?xml version="1.0" encoding="UTF-8" standalone="yes"?>
<Relationships xmlns="http://schemas.openxmlformats.org/package/2006/relationships"><Relationship Id="rId2" Type="http://schemas.openxmlformats.org/officeDocument/2006/relationships/slide" Target="../slides/slide2651.xml"/><Relationship Id="rId1" Type="http://schemas.openxmlformats.org/officeDocument/2006/relationships/notesMaster" Target="../notesMasters/notesMaster1.xml"/></Relationships>
</file>

<file path=ppt/notesSlides/_rels/notesSlide2525.xml.rels><?xml version="1.0" encoding="UTF-8" standalone="yes"?>
<Relationships xmlns="http://schemas.openxmlformats.org/package/2006/relationships"><Relationship Id="rId2" Type="http://schemas.openxmlformats.org/officeDocument/2006/relationships/slide" Target="../slides/slide2652.xml"/><Relationship Id="rId1" Type="http://schemas.openxmlformats.org/officeDocument/2006/relationships/notesMaster" Target="../notesMasters/notesMaster1.xml"/></Relationships>
</file>

<file path=ppt/notesSlides/_rels/notesSlide2526.xml.rels><?xml version="1.0" encoding="UTF-8" standalone="yes"?>
<Relationships xmlns="http://schemas.openxmlformats.org/package/2006/relationships"><Relationship Id="rId2" Type="http://schemas.openxmlformats.org/officeDocument/2006/relationships/slide" Target="../slides/slide2653.xml"/><Relationship Id="rId1" Type="http://schemas.openxmlformats.org/officeDocument/2006/relationships/notesMaster" Target="../notesMasters/notesMaster1.xml"/></Relationships>
</file>

<file path=ppt/notesSlides/_rels/notesSlide2527.xml.rels><?xml version="1.0" encoding="UTF-8" standalone="yes"?>
<Relationships xmlns="http://schemas.openxmlformats.org/package/2006/relationships"><Relationship Id="rId2" Type="http://schemas.openxmlformats.org/officeDocument/2006/relationships/slide" Target="../slides/slide2654.xml"/><Relationship Id="rId1" Type="http://schemas.openxmlformats.org/officeDocument/2006/relationships/notesMaster" Target="../notesMasters/notesMaster1.xml"/></Relationships>
</file>

<file path=ppt/notesSlides/_rels/notesSlide2528.xml.rels><?xml version="1.0" encoding="UTF-8" standalone="yes"?>
<Relationships xmlns="http://schemas.openxmlformats.org/package/2006/relationships"><Relationship Id="rId2" Type="http://schemas.openxmlformats.org/officeDocument/2006/relationships/slide" Target="../slides/slide2655.xml"/><Relationship Id="rId1" Type="http://schemas.openxmlformats.org/officeDocument/2006/relationships/notesMaster" Target="../notesMasters/notesMaster1.xml"/></Relationships>
</file>

<file path=ppt/notesSlides/_rels/notesSlide2529.xml.rels><?xml version="1.0" encoding="UTF-8" standalone="yes"?>
<Relationships xmlns="http://schemas.openxmlformats.org/package/2006/relationships"><Relationship Id="rId2" Type="http://schemas.openxmlformats.org/officeDocument/2006/relationships/slide" Target="../slides/slide2656.xml"/><Relationship Id="rId1" Type="http://schemas.openxmlformats.org/officeDocument/2006/relationships/notesMaster" Target="../notesMasters/notesMaster1.xml"/></Relationships>
</file>

<file path=ppt/notesSlides/_rels/notesSlide2530.xml.rels><?xml version="1.0" encoding="UTF-8" standalone="yes"?>
<Relationships xmlns="http://schemas.openxmlformats.org/package/2006/relationships"><Relationship Id="rId2" Type="http://schemas.openxmlformats.org/officeDocument/2006/relationships/slide" Target="../slides/slide2657.xml"/><Relationship Id="rId1" Type="http://schemas.openxmlformats.org/officeDocument/2006/relationships/notesMaster" Target="../notesMasters/notesMaster1.xml"/></Relationships>
</file>

<file path=ppt/notesSlides/_rels/notesSlide2531.xml.rels><?xml version="1.0" encoding="UTF-8" standalone="yes"?>
<Relationships xmlns="http://schemas.openxmlformats.org/package/2006/relationships"><Relationship Id="rId2" Type="http://schemas.openxmlformats.org/officeDocument/2006/relationships/slide" Target="../slides/slide2658.xml"/><Relationship Id="rId1" Type="http://schemas.openxmlformats.org/officeDocument/2006/relationships/notesMaster" Target="../notesMasters/notesMaster1.xml"/></Relationships>
</file>

<file path=ppt/notesSlides/_rels/notesSlide2532.xml.rels><?xml version="1.0" encoding="UTF-8" standalone="yes"?>
<Relationships xmlns="http://schemas.openxmlformats.org/package/2006/relationships"><Relationship Id="rId2" Type="http://schemas.openxmlformats.org/officeDocument/2006/relationships/slide" Target="../slides/slide2659.xml"/><Relationship Id="rId1" Type="http://schemas.openxmlformats.org/officeDocument/2006/relationships/notesMaster" Target="../notesMasters/notesMaster1.xml"/></Relationships>
</file>

<file path=ppt/notesSlides/_rels/notesSlide2533.xml.rels><?xml version="1.0" encoding="UTF-8" standalone="yes"?>
<Relationships xmlns="http://schemas.openxmlformats.org/package/2006/relationships"><Relationship Id="rId2" Type="http://schemas.openxmlformats.org/officeDocument/2006/relationships/slide" Target="../slides/slide2660.xml"/><Relationship Id="rId1" Type="http://schemas.openxmlformats.org/officeDocument/2006/relationships/notesMaster" Target="../notesMasters/notesMaster1.xml"/></Relationships>
</file>

<file path=ppt/notesSlides/_rels/notesSlide2534.xml.rels><?xml version="1.0" encoding="UTF-8" standalone="yes"?>
<Relationships xmlns="http://schemas.openxmlformats.org/package/2006/relationships"><Relationship Id="rId2" Type="http://schemas.openxmlformats.org/officeDocument/2006/relationships/slide" Target="../slides/slide2661.xml"/><Relationship Id="rId1" Type="http://schemas.openxmlformats.org/officeDocument/2006/relationships/notesMaster" Target="../notesMasters/notesMaster1.xml"/></Relationships>
</file>

<file path=ppt/notesSlides/_rels/notesSlide2535.xml.rels><?xml version="1.0" encoding="UTF-8" standalone="yes"?>
<Relationships xmlns="http://schemas.openxmlformats.org/package/2006/relationships"><Relationship Id="rId2" Type="http://schemas.openxmlformats.org/officeDocument/2006/relationships/slide" Target="../slides/slide2662.xml"/><Relationship Id="rId1" Type="http://schemas.openxmlformats.org/officeDocument/2006/relationships/notesMaster" Target="../notesMasters/notesMaster1.xml"/></Relationships>
</file>

<file path=ppt/notesSlides/_rels/notesSlide2536.xml.rels><?xml version="1.0" encoding="UTF-8" standalone="yes"?>
<Relationships xmlns="http://schemas.openxmlformats.org/package/2006/relationships"><Relationship Id="rId2" Type="http://schemas.openxmlformats.org/officeDocument/2006/relationships/slide" Target="../slides/slide2663.xml"/><Relationship Id="rId1" Type="http://schemas.openxmlformats.org/officeDocument/2006/relationships/notesMaster" Target="../notesMasters/notesMaster1.xml"/></Relationships>
</file>

<file path=ppt/notesSlides/_rels/notesSlide2537.xml.rels><?xml version="1.0" encoding="UTF-8" standalone="yes"?>
<Relationships xmlns="http://schemas.openxmlformats.org/package/2006/relationships"><Relationship Id="rId2" Type="http://schemas.openxmlformats.org/officeDocument/2006/relationships/slide" Target="../slides/slide2664.xml"/><Relationship Id="rId1" Type="http://schemas.openxmlformats.org/officeDocument/2006/relationships/notesMaster" Target="../notesMasters/notesMaster1.xml"/></Relationships>
</file>

<file path=ppt/notesSlides/_rels/notesSlide2538.xml.rels><?xml version="1.0" encoding="UTF-8" standalone="yes"?>
<Relationships xmlns="http://schemas.openxmlformats.org/package/2006/relationships"><Relationship Id="rId2" Type="http://schemas.openxmlformats.org/officeDocument/2006/relationships/slide" Target="../slides/slide2665.xml"/><Relationship Id="rId1" Type="http://schemas.openxmlformats.org/officeDocument/2006/relationships/notesMaster" Target="../notesMasters/notesMaster1.xml"/></Relationships>
</file>

<file path=ppt/notesSlides/_rels/notesSlide2539.xml.rels><?xml version="1.0" encoding="UTF-8" standalone="yes"?>
<Relationships xmlns="http://schemas.openxmlformats.org/package/2006/relationships"><Relationship Id="rId2" Type="http://schemas.openxmlformats.org/officeDocument/2006/relationships/slide" Target="../slides/slide2666.xml"/><Relationship Id="rId1" Type="http://schemas.openxmlformats.org/officeDocument/2006/relationships/notesMaster" Target="../notesMasters/notesMaster1.xml"/></Relationships>
</file>

<file path=ppt/notesSlides/_rels/notesSlide2540.xml.rels><?xml version="1.0" encoding="UTF-8" standalone="yes"?>
<Relationships xmlns="http://schemas.openxmlformats.org/package/2006/relationships"><Relationship Id="rId2" Type="http://schemas.openxmlformats.org/officeDocument/2006/relationships/slide" Target="../slides/slide2667.xml"/><Relationship Id="rId1" Type="http://schemas.openxmlformats.org/officeDocument/2006/relationships/notesMaster" Target="../notesMasters/notesMaster1.xml"/></Relationships>
</file>

<file path=ppt/notesSlides/_rels/notesSlide2541.xml.rels><?xml version="1.0" encoding="UTF-8" standalone="yes"?>
<Relationships xmlns="http://schemas.openxmlformats.org/package/2006/relationships"><Relationship Id="rId2" Type="http://schemas.openxmlformats.org/officeDocument/2006/relationships/slide" Target="../slides/slide2668.xml"/><Relationship Id="rId1" Type="http://schemas.openxmlformats.org/officeDocument/2006/relationships/notesMaster" Target="../notesMasters/notesMaster1.xml"/></Relationships>
</file>

<file path=ppt/notesSlides/_rels/notesSlide2542.xml.rels><?xml version="1.0" encoding="UTF-8" standalone="yes"?>
<Relationships xmlns="http://schemas.openxmlformats.org/package/2006/relationships"><Relationship Id="rId2" Type="http://schemas.openxmlformats.org/officeDocument/2006/relationships/slide" Target="../slides/slide2669.xml"/><Relationship Id="rId1" Type="http://schemas.openxmlformats.org/officeDocument/2006/relationships/notesMaster" Target="../notesMasters/notesMaster1.xml"/></Relationships>
</file>

<file path=ppt/notesSlides/_rels/notesSlide2543.xml.rels><?xml version="1.0" encoding="UTF-8" standalone="yes"?>
<Relationships xmlns="http://schemas.openxmlformats.org/package/2006/relationships"><Relationship Id="rId2" Type="http://schemas.openxmlformats.org/officeDocument/2006/relationships/slide" Target="../slides/slide2670.xml"/><Relationship Id="rId1" Type="http://schemas.openxmlformats.org/officeDocument/2006/relationships/notesMaster" Target="../notesMasters/notesMaster1.xml"/></Relationships>
</file>

<file path=ppt/notesSlides/_rels/notesSlide2544.xml.rels><?xml version="1.0" encoding="UTF-8" standalone="yes"?>
<Relationships xmlns="http://schemas.openxmlformats.org/package/2006/relationships"><Relationship Id="rId2" Type="http://schemas.openxmlformats.org/officeDocument/2006/relationships/slide" Target="../slides/slide2671.xml"/><Relationship Id="rId1" Type="http://schemas.openxmlformats.org/officeDocument/2006/relationships/notesMaster" Target="../notesMasters/notesMaster1.xml"/></Relationships>
</file>

<file path=ppt/notesSlides/_rels/notesSlide2545.xml.rels><?xml version="1.0" encoding="UTF-8" standalone="yes"?>
<Relationships xmlns="http://schemas.openxmlformats.org/package/2006/relationships"><Relationship Id="rId2" Type="http://schemas.openxmlformats.org/officeDocument/2006/relationships/slide" Target="../slides/slide2672.xml"/><Relationship Id="rId1" Type="http://schemas.openxmlformats.org/officeDocument/2006/relationships/notesMaster" Target="../notesMasters/notesMaster1.xml"/></Relationships>
</file>

<file path=ppt/notesSlides/_rels/notesSlide2546.xml.rels><?xml version="1.0" encoding="UTF-8" standalone="yes"?>
<Relationships xmlns="http://schemas.openxmlformats.org/package/2006/relationships"><Relationship Id="rId2" Type="http://schemas.openxmlformats.org/officeDocument/2006/relationships/slide" Target="../slides/slide2673.xml"/><Relationship Id="rId1" Type="http://schemas.openxmlformats.org/officeDocument/2006/relationships/notesMaster" Target="../notesMasters/notesMaster1.xml"/></Relationships>
</file>

<file path=ppt/notesSlides/_rels/notesSlide2547.xml.rels><?xml version="1.0" encoding="UTF-8" standalone="yes"?>
<Relationships xmlns="http://schemas.openxmlformats.org/package/2006/relationships"><Relationship Id="rId2" Type="http://schemas.openxmlformats.org/officeDocument/2006/relationships/slide" Target="../slides/slide2674.xml"/><Relationship Id="rId1" Type="http://schemas.openxmlformats.org/officeDocument/2006/relationships/notesMaster" Target="../notesMasters/notesMaster1.xml"/></Relationships>
</file>

<file path=ppt/notesSlides/_rels/notesSlide2548.xml.rels><?xml version="1.0" encoding="UTF-8" standalone="yes"?>
<Relationships xmlns="http://schemas.openxmlformats.org/package/2006/relationships"><Relationship Id="rId2" Type="http://schemas.openxmlformats.org/officeDocument/2006/relationships/slide" Target="../slides/slide2675.xml"/><Relationship Id="rId1" Type="http://schemas.openxmlformats.org/officeDocument/2006/relationships/notesMaster" Target="../notesMasters/notesMaster1.xml"/></Relationships>
</file>

<file path=ppt/notesSlides/_rels/notesSlide2549.xml.rels><?xml version="1.0" encoding="UTF-8" standalone="yes"?>
<Relationships xmlns="http://schemas.openxmlformats.org/package/2006/relationships"><Relationship Id="rId2" Type="http://schemas.openxmlformats.org/officeDocument/2006/relationships/slide" Target="../slides/slide2676.xml"/><Relationship Id="rId1" Type="http://schemas.openxmlformats.org/officeDocument/2006/relationships/notesMaster" Target="../notesMasters/notesMaster1.xml"/></Relationships>
</file>

<file path=ppt/notesSlides/_rels/notesSlide2550.xml.rels><?xml version="1.0" encoding="UTF-8" standalone="yes"?>
<Relationships xmlns="http://schemas.openxmlformats.org/package/2006/relationships"><Relationship Id="rId2" Type="http://schemas.openxmlformats.org/officeDocument/2006/relationships/slide" Target="../slides/slide2677.xml"/><Relationship Id="rId1" Type="http://schemas.openxmlformats.org/officeDocument/2006/relationships/notesMaster" Target="../notesMasters/notesMaster1.xml"/></Relationships>
</file>

<file path=ppt/notesSlides/_rels/notesSlide2551.xml.rels><?xml version="1.0" encoding="UTF-8" standalone="yes"?>
<Relationships xmlns="http://schemas.openxmlformats.org/package/2006/relationships"><Relationship Id="rId2" Type="http://schemas.openxmlformats.org/officeDocument/2006/relationships/slide" Target="../slides/slide2678.xml"/><Relationship Id="rId1" Type="http://schemas.openxmlformats.org/officeDocument/2006/relationships/notesMaster" Target="../notesMasters/notesMaster1.xml"/></Relationships>
</file>

<file path=ppt/notesSlides/_rels/notesSlide2552.xml.rels><?xml version="1.0" encoding="UTF-8" standalone="yes"?>
<Relationships xmlns="http://schemas.openxmlformats.org/package/2006/relationships"><Relationship Id="rId2" Type="http://schemas.openxmlformats.org/officeDocument/2006/relationships/slide" Target="../slides/slide2679.xml"/><Relationship Id="rId1" Type="http://schemas.openxmlformats.org/officeDocument/2006/relationships/notesMaster" Target="../notesMasters/notesMaster1.xml"/></Relationships>
</file>

<file path=ppt/notesSlides/_rels/notesSlide2553.xml.rels><?xml version="1.0" encoding="UTF-8" standalone="yes"?>
<Relationships xmlns="http://schemas.openxmlformats.org/package/2006/relationships"><Relationship Id="rId2" Type="http://schemas.openxmlformats.org/officeDocument/2006/relationships/slide" Target="../slides/slide2680.xml"/><Relationship Id="rId1" Type="http://schemas.openxmlformats.org/officeDocument/2006/relationships/notesMaster" Target="../notesMasters/notesMaster1.xml"/></Relationships>
</file>

<file path=ppt/notesSlides/_rels/notesSlide2554.xml.rels><?xml version="1.0" encoding="UTF-8" standalone="yes"?>
<Relationships xmlns="http://schemas.openxmlformats.org/package/2006/relationships"><Relationship Id="rId2" Type="http://schemas.openxmlformats.org/officeDocument/2006/relationships/slide" Target="../slides/slide2681.xml"/><Relationship Id="rId1" Type="http://schemas.openxmlformats.org/officeDocument/2006/relationships/notesMaster" Target="../notesMasters/notesMaster1.xml"/></Relationships>
</file>

<file path=ppt/notesSlides/_rels/notesSlide2555.xml.rels><?xml version="1.0" encoding="UTF-8" standalone="yes"?>
<Relationships xmlns="http://schemas.openxmlformats.org/package/2006/relationships"><Relationship Id="rId2" Type="http://schemas.openxmlformats.org/officeDocument/2006/relationships/slide" Target="../slides/slide2682.xml"/><Relationship Id="rId1" Type="http://schemas.openxmlformats.org/officeDocument/2006/relationships/notesMaster" Target="../notesMasters/notesMaster1.xml"/></Relationships>
</file>

<file path=ppt/notesSlides/_rels/notesSlide2556.xml.rels><?xml version="1.0" encoding="UTF-8" standalone="yes"?>
<Relationships xmlns="http://schemas.openxmlformats.org/package/2006/relationships"><Relationship Id="rId2" Type="http://schemas.openxmlformats.org/officeDocument/2006/relationships/slide" Target="../slides/slide2683.xml"/><Relationship Id="rId1" Type="http://schemas.openxmlformats.org/officeDocument/2006/relationships/notesMaster" Target="../notesMasters/notesMaster1.xml"/></Relationships>
</file>

<file path=ppt/notesSlides/_rels/notesSlide2557.xml.rels><?xml version="1.0" encoding="UTF-8" standalone="yes"?>
<Relationships xmlns="http://schemas.openxmlformats.org/package/2006/relationships"><Relationship Id="rId2" Type="http://schemas.openxmlformats.org/officeDocument/2006/relationships/slide" Target="../slides/slide2684.xml"/><Relationship Id="rId1" Type="http://schemas.openxmlformats.org/officeDocument/2006/relationships/notesMaster" Target="../notesMasters/notesMaster1.xml"/></Relationships>
</file>

<file path=ppt/notesSlides/_rels/notesSlide2558.xml.rels><?xml version="1.0" encoding="UTF-8" standalone="yes"?>
<Relationships xmlns="http://schemas.openxmlformats.org/package/2006/relationships"><Relationship Id="rId2" Type="http://schemas.openxmlformats.org/officeDocument/2006/relationships/slide" Target="../slides/slide2685.xml"/><Relationship Id="rId1" Type="http://schemas.openxmlformats.org/officeDocument/2006/relationships/notesMaster" Target="../notesMasters/notesMaster1.xml"/></Relationships>
</file>

<file path=ppt/notesSlides/_rels/notesSlide2559.xml.rels><?xml version="1.0" encoding="UTF-8" standalone="yes"?>
<Relationships xmlns="http://schemas.openxmlformats.org/package/2006/relationships"><Relationship Id="rId2" Type="http://schemas.openxmlformats.org/officeDocument/2006/relationships/slide" Target="../slides/slide2686.xml"/><Relationship Id="rId1" Type="http://schemas.openxmlformats.org/officeDocument/2006/relationships/notesMaster" Target="../notesMasters/notesMaster1.xml"/></Relationships>
</file>

<file path=ppt/notesSlides/_rels/notesSlide2560.xml.rels><?xml version="1.0" encoding="UTF-8" standalone="yes"?>
<Relationships xmlns="http://schemas.openxmlformats.org/package/2006/relationships"><Relationship Id="rId2" Type="http://schemas.openxmlformats.org/officeDocument/2006/relationships/slide" Target="../slides/slide2687.xml"/><Relationship Id="rId1" Type="http://schemas.openxmlformats.org/officeDocument/2006/relationships/notesMaster" Target="../notesMasters/notesMaster1.xml"/></Relationships>
</file>

<file path=ppt/notesSlides/_rels/notesSlide2561.xml.rels><?xml version="1.0" encoding="UTF-8" standalone="yes"?>
<Relationships xmlns="http://schemas.openxmlformats.org/package/2006/relationships"><Relationship Id="rId2" Type="http://schemas.openxmlformats.org/officeDocument/2006/relationships/slide" Target="../slides/slide2688.xml"/><Relationship Id="rId1" Type="http://schemas.openxmlformats.org/officeDocument/2006/relationships/notesMaster" Target="../notesMasters/notesMaster1.xml"/></Relationships>
</file>

<file path=ppt/notesSlides/_rels/notesSlide2562.xml.rels><?xml version="1.0" encoding="UTF-8" standalone="yes"?>
<Relationships xmlns="http://schemas.openxmlformats.org/package/2006/relationships"><Relationship Id="rId2" Type="http://schemas.openxmlformats.org/officeDocument/2006/relationships/slide" Target="../slides/slide2689.xml"/><Relationship Id="rId1" Type="http://schemas.openxmlformats.org/officeDocument/2006/relationships/notesMaster" Target="../notesMasters/notesMaster1.xml"/></Relationships>
</file>

<file path=ppt/notesSlides/_rels/notesSlide2563.xml.rels><?xml version="1.0" encoding="UTF-8" standalone="yes"?>
<Relationships xmlns="http://schemas.openxmlformats.org/package/2006/relationships"><Relationship Id="rId2" Type="http://schemas.openxmlformats.org/officeDocument/2006/relationships/slide" Target="../slides/slide2690.xml"/><Relationship Id="rId1" Type="http://schemas.openxmlformats.org/officeDocument/2006/relationships/notesMaster" Target="../notesMasters/notesMaster1.xml"/></Relationships>
</file>

<file path=ppt/notesSlides/_rels/notesSlide2564.xml.rels><?xml version="1.0" encoding="UTF-8" standalone="yes"?>
<Relationships xmlns="http://schemas.openxmlformats.org/package/2006/relationships"><Relationship Id="rId2" Type="http://schemas.openxmlformats.org/officeDocument/2006/relationships/slide" Target="../slides/slide2691.xml"/><Relationship Id="rId1" Type="http://schemas.openxmlformats.org/officeDocument/2006/relationships/notesMaster" Target="../notesMasters/notesMaster1.xml"/></Relationships>
</file>

<file path=ppt/notesSlides/_rels/notesSlide2565.xml.rels><?xml version="1.0" encoding="UTF-8" standalone="yes"?>
<Relationships xmlns="http://schemas.openxmlformats.org/package/2006/relationships"><Relationship Id="rId2" Type="http://schemas.openxmlformats.org/officeDocument/2006/relationships/slide" Target="../slides/slide2692.xml"/><Relationship Id="rId1" Type="http://schemas.openxmlformats.org/officeDocument/2006/relationships/notesMaster" Target="../notesMasters/notesMaster1.xml"/></Relationships>
</file>

<file path=ppt/notesSlides/_rels/notesSlide2566.xml.rels><?xml version="1.0" encoding="UTF-8" standalone="yes"?>
<Relationships xmlns="http://schemas.openxmlformats.org/package/2006/relationships"><Relationship Id="rId2" Type="http://schemas.openxmlformats.org/officeDocument/2006/relationships/slide" Target="../slides/slide2693.xml"/><Relationship Id="rId1" Type="http://schemas.openxmlformats.org/officeDocument/2006/relationships/notesMaster" Target="../notesMasters/notesMaster1.xml"/></Relationships>
</file>

<file path=ppt/notesSlides/_rels/notesSlide2567.xml.rels><?xml version="1.0" encoding="UTF-8" standalone="yes"?>
<Relationships xmlns="http://schemas.openxmlformats.org/package/2006/relationships"><Relationship Id="rId2" Type="http://schemas.openxmlformats.org/officeDocument/2006/relationships/slide" Target="../slides/slide2694.xml"/><Relationship Id="rId1" Type="http://schemas.openxmlformats.org/officeDocument/2006/relationships/notesMaster" Target="../notesMasters/notesMaster1.xml"/></Relationships>
</file>

<file path=ppt/notesSlides/_rels/notesSlide2568.xml.rels><?xml version="1.0" encoding="UTF-8" standalone="yes"?>
<Relationships xmlns="http://schemas.openxmlformats.org/package/2006/relationships"><Relationship Id="rId2" Type="http://schemas.openxmlformats.org/officeDocument/2006/relationships/slide" Target="../slides/slide2695.xml"/><Relationship Id="rId1" Type="http://schemas.openxmlformats.org/officeDocument/2006/relationships/notesMaster" Target="../notesMasters/notesMaster1.xml"/></Relationships>
</file>

<file path=ppt/notesSlides/_rels/notesSlide2569.xml.rels><?xml version="1.0" encoding="UTF-8" standalone="yes"?>
<Relationships xmlns="http://schemas.openxmlformats.org/package/2006/relationships"><Relationship Id="rId2" Type="http://schemas.openxmlformats.org/officeDocument/2006/relationships/slide" Target="../slides/slide2696.xml"/><Relationship Id="rId1" Type="http://schemas.openxmlformats.org/officeDocument/2006/relationships/notesMaster" Target="../notesMasters/notesMaster1.xml"/></Relationships>
</file>

<file path=ppt/notesSlides/_rels/notesSlide2570.xml.rels><?xml version="1.0" encoding="UTF-8" standalone="yes"?>
<Relationships xmlns="http://schemas.openxmlformats.org/package/2006/relationships"><Relationship Id="rId2" Type="http://schemas.openxmlformats.org/officeDocument/2006/relationships/slide" Target="../slides/slide2697.xml"/><Relationship Id="rId1" Type="http://schemas.openxmlformats.org/officeDocument/2006/relationships/notesMaster" Target="../notesMasters/notesMaster1.xml"/></Relationships>
</file>

<file path=ppt/notesSlides/_rels/notesSlide2571.xml.rels><?xml version="1.0" encoding="UTF-8" standalone="yes"?>
<Relationships xmlns="http://schemas.openxmlformats.org/package/2006/relationships"><Relationship Id="rId2" Type="http://schemas.openxmlformats.org/officeDocument/2006/relationships/slide" Target="../slides/slide2698.xml"/><Relationship Id="rId1" Type="http://schemas.openxmlformats.org/officeDocument/2006/relationships/notesMaster" Target="../notesMasters/notesMaster1.xml"/></Relationships>
</file>

<file path=ppt/notesSlides/_rels/notesSlide2572.xml.rels><?xml version="1.0" encoding="UTF-8" standalone="yes"?>
<Relationships xmlns="http://schemas.openxmlformats.org/package/2006/relationships"><Relationship Id="rId2" Type="http://schemas.openxmlformats.org/officeDocument/2006/relationships/slide" Target="../slides/slide2699.xml"/><Relationship Id="rId1" Type="http://schemas.openxmlformats.org/officeDocument/2006/relationships/notesMaster" Target="../notesMasters/notesMaster1.xml"/></Relationships>
</file>

<file path=ppt/notesSlides/_rels/notesSlide2573.xml.rels><?xml version="1.0" encoding="UTF-8" standalone="yes"?>
<Relationships xmlns="http://schemas.openxmlformats.org/package/2006/relationships"><Relationship Id="rId2" Type="http://schemas.openxmlformats.org/officeDocument/2006/relationships/slide" Target="../slides/slide2700.xml"/><Relationship Id="rId1" Type="http://schemas.openxmlformats.org/officeDocument/2006/relationships/notesMaster" Target="../notesMasters/notesMaster1.xml"/></Relationships>
</file>

<file path=ppt/notesSlides/_rels/notesSlide2574.xml.rels><?xml version="1.0" encoding="UTF-8" standalone="yes"?>
<Relationships xmlns="http://schemas.openxmlformats.org/package/2006/relationships"><Relationship Id="rId2" Type="http://schemas.openxmlformats.org/officeDocument/2006/relationships/slide" Target="../slides/slide2701.xml"/><Relationship Id="rId1" Type="http://schemas.openxmlformats.org/officeDocument/2006/relationships/notesMaster" Target="../notesMasters/notesMaster1.xml"/></Relationships>
</file>

<file path=ppt/notesSlides/_rels/notesSlide2575.xml.rels><?xml version="1.0" encoding="UTF-8" standalone="yes"?>
<Relationships xmlns="http://schemas.openxmlformats.org/package/2006/relationships"><Relationship Id="rId2" Type="http://schemas.openxmlformats.org/officeDocument/2006/relationships/slide" Target="../slides/slide2702.xml"/><Relationship Id="rId1" Type="http://schemas.openxmlformats.org/officeDocument/2006/relationships/notesMaster" Target="../notesMasters/notesMaster1.xml"/></Relationships>
</file>

<file path=ppt/notesSlides/_rels/notesSlide2576.xml.rels><?xml version="1.0" encoding="UTF-8" standalone="yes"?>
<Relationships xmlns="http://schemas.openxmlformats.org/package/2006/relationships"><Relationship Id="rId2" Type="http://schemas.openxmlformats.org/officeDocument/2006/relationships/slide" Target="../slides/slide2703.xml"/><Relationship Id="rId1" Type="http://schemas.openxmlformats.org/officeDocument/2006/relationships/notesMaster" Target="../notesMasters/notesMaster1.xml"/></Relationships>
</file>

<file path=ppt/notesSlides/_rels/notesSlide2577.xml.rels><?xml version="1.0" encoding="UTF-8" standalone="yes"?>
<Relationships xmlns="http://schemas.openxmlformats.org/package/2006/relationships"><Relationship Id="rId2" Type="http://schemas.openxmlformats.org/officeDocument/2006/relationships/slide" Target="../slides/slide2704.xml"/><Relationship Id="rId1" Type="http://schemas.openxmlformats.org/officeDocument/2006/relationships/notesMaster" Target="../notesMasters/notesMaster1.xml"/></Relationships>
</file>

<file path=ppt/notesSlides/_rels/notesSlide2578.xml.rels><?xml version="1.0" encoding="UTF-8" standalone="yes"?>
<Relationships xmlns="http://schemas.openxmlformats.org/package/2006/relationships"><Relationship Id="rId2" Type="http://schemas.openxmlformats.org/officeDocument/2006/relationships/slide" Target="../slides/slide2705.xml"/><Relationship Id="rId1" Type="http://schemas.openxmlformats.org/officeDocument/2006/relationships/notesMaster" Target="../notesMasters/notesMaster1.xml"/></Relationships>
</file>

<file path=ppt/notesSlides/_rels/notesSlide2579.xml.rels><?xml version="1.0" encoding="UTF-8" standalone="yes"?>
<Relationships xmlns="http://schemas.openxmlformats.org/package/2006/relationships"><Relationship Id="rId2" Type="http://schemas.openxmlformats.org/officeDocument/2006/relationships/slide" Target="../slides/slide2706.xml"/><Relationship Id="rId1" Type="http://schemas.openxmlformats.org/officeDocument/2006/relationships/notesMaster" Target="../notesMasters/notesMaster1.xml"/></Relationships>
</file>

<file path=ppt/notesSlides/_rels/notesSlide2580.xml.rels><?xml version="1.0" encoding="UTF-8" standalone="yes"?>
<Relationships xmlns="http://schemas.openxmlformats.org/package/2006/relationships"><Relationship Id="rId2" Type="http://schemas.openxmlformats.org/officeDocument/2006/relationships/slide" Target="../slides/slide2707.xml"/><Relationship Id="rId1" Type="http://schemas.openxmlformats.org/officeDocument/2006/relationships/notesMaster" Target="../notesMasters/notesMaster1.xml"/></Relationships>
</file>

<file path=ppt/notesSlides/_rels/notesSlide2581.xml.rels><?xml version="1.0" encoding="UTF-8" standalone="yes"?>
<Relationships xmlns="http://schemas.openxmlformats.org/package/2006/relationships"><Relationship Id="rId2" Type="http://schemas.openxmlformats.org/officeDocument/2006/relationships/slide" Target="../slides/slide2708.xml"/><Relationship Id="rId1" Type="http://schemas.openxmlformats.org/officeDocument/2006/relationships/notesMaster" Target="../notesMasters/notesMaster1.xml"/></Relationships>
</file>

<file path=ppt/notesSlides/_rels/notesSlide2582.xml.rels><?xml version="1.0" encoding="UTF-8" standalone="yes"?>
<Relationships xmlns="http://schemas.openxmlformats.org/package/2006/relationships"><Relationship Id="rId2" Type="http://schemas.openxmlformats.org/officeDocument/2006/relationships/slide" Target="../slides/slide2709.xml"/><Relationship Id="rId1" Type="http://schemas.openxmlformats.org/officeDocument/2006/relationships/notesMaster" Target="../notesMasters/notesMaster1.xml"/></Relationships>
</file>

<file path=ppt/notesSlides/_rels/notesSlide2583.xml.rels><?xml version="1.0" encoding="UTF-8" standalone="yes"?>
<Relationships xmlns="http://schemas.openxmlformats.org/package/2006/relationships"><Relationship Id="rId2" Type="http://schemas.openxmlformats.org/officeDocument/2006/relationships/slide" Target="../slides/slide2711.xml"/><Relationship Id="rId1" Type="http://schemas.openxmlformats.org/officeDocument/2006/relationships/notesMaster" Target="../notesMasters/notesMaster1.xml"/></Relationships>
</file>

<file path=ppt/notesSlides/_rels/notesSlide2584.xml.rels><?xml version="1.0" encoding="UTF-8" standalone="yes"?>
<Relationships xmlns="http://schemas.openxmlformats.org/package/2006/relationships"><Relationship Id="rId2" Type="http://schemas.openxmlformats.org/officeDocument/2006/relationships/slide" Target="../slides/slide2712.xml"/><Relationship Id="rId1" Type="http://schemas.openxmlformats.org/officeDocument/2006/relationships/notesMaster" Target="../notesMasters/notesMaster1.xml"/></Relationships>
</file>

<file path=ppt/notesSlides/_rels/notesSlide2585.xml.rels><?xml version="1.0" encoding="UTF-8" standalone="yes"?>
<Relationships xmlns="http://schemas.openxmlformats.org/package/2006/relationships"><Relationship Id="rId2" Type="http://schemas.openxmlformats.org/officeDocument/2006/relationships/slide" Target="../slides/slide2713.xml"/><Relationship Id="rId1" Type="http://schemas.openxmlformats.org/officeDocument/2006/relationships/notesMaster" Target="../notesMasters/notesMaster1.xml"/></Relationships>
</file>

<file path=ppt/notesSlides/_rels/notesSlide2586.xml.rels><?xml version="1.0" encoding="UTF-8" standalone="yes"?>
<Relationships xmlns="http://schemas.openxmlformats.org/package/2006/relationships"><Relationship Id="rId2" Type="http://schemas.openxmlformats.org/officeDocument/2006/relationships/slide" Target="../slides/slide2714.xml"/><Relationship Id="rId1" Type="http://schemas.openxmlformats.org/officeDocument/2006/relationships/notesMaster" Target="../notesMasters/notesMaster1.xml"/></Relationships>
</file>

<file path=ppt/notesSlides/_rels/notesSlide2587.xml.rels><?xml version="1.0" encoding="UTF-8" standalone="yes"?>
<Relationships xmlns="http://schemas.openxmlformats.org/package/2006/relationships"><Relationship Id="rId2" Type="http://schemas.openxmlformats.org/officeDocument/2006/relationships/slide" Target="../slides/slide2715.xml"/><Relationship Id="rId1" Type="http://schemas.openxmlformats.org/officeDocument/2006/relationships/notesMaster" Target="../notesMasters/notesMaster1.xml"/></Relationships>
</file>

<file path=ppt/notesSlides/_rels/notesSlide2588.xml.rels><?xml version="1.0" encoding="UTF-8" standalone="yes"?>
<Relationships xmlns="http://schemas.openxmlformats.org/package/2006/relationships"><Relationship Id="rId2" Type="http://schemas.openxmlformats.org/officeDocument/2006/relationships/slide" Target="../slides/slide2716.xml"/><Relationship Id="rId1" Type="http://schemas.openxmlformats.org/officeDocument/2006/relationships/notesMaster" Target="../notesMasters/notesMaster1.xml"/></Relationships>
</file>

<file path=ppt/notesSlides/_rels/notesSlide2589.xml.rels><?xml version="1.0" encoding="UTF-8" standalone="yes"?>
<Relationships xmlns="http://schemas.openxmlformats.org/package/2006/relationships"><Relationship Id="rId2" Type="http://schemas.openxmlformats.org/officeDocument/2006/relationships/slide" Target="../slides/slide2717.xml"/><Relationship Id="rId1" Type="http://schemas.openxmlformats.org/officeDocument/2006/relationships/notesMaster" Target="../notesMasters/notesMaster1.xml"/></Relationships>
</file>

<file path=ppt/notesSlides/_rels/notesSlide2590.xml.rels><?xml version="1.0" encoding="UTF-8" standalone="yes"?>
<Relationships xmlns="http://schemas.openxmlformats.org/package/2006/relationships"><Relationship Id="rId2" Type="http://schemas.openxmlformats.org/officeDocument/2006/relationships/slide" Target="../slides/slide2718.xml"/><Relationship Id="rId1" Type="http://schemas.openxmlformats.org/officeDocument/2006/relationships/notesMaster" Target="../notesMasters/notesMaster1.xml"/></Relationships>
</file>

<file path=ppt/notesSlides/_rels/notesSlide2591.xml.rels><?xml version="1.0" encoding="UTF-8" standalone="yes"?>
<Relationships xmlns="http://schemas.openxmlformats.org/package/2006/relationships"><Relationship Id="rId2" Type="http://schemas.openxmlformats.org/officeDocument/2006/relationships/slide" Target="../slides/slide2719.xml"/><Relationship Id="rId1" Type="http://schemas.openxmlformats.org/officeDocument/2006/relationships/notesMaster" Target="../notesMasters/notesMaster1.xml"/></Relationships>
</file>

<file path=ppt/notesSlides/_rels/notesSlide2592.xml.rels><?xml version="1.0" encoding="UTF-8" standalone="yes"?>
<Relationships xmlns="http://schemas.openxmlformats.org/package/2006/relationships"><Relationship Id="rId2" Type="http://schemas.openxmlformats.org/officeDocument/2006/relationships/slide" Target="../slides/slide2720.xml"/><Relationship Id="rId1" Type="http://schemas.openxmlformats.org/officeDocument/2006/relationships/notesMaster" Target="../notesMasters/notesMaster1.xml"/></Relationships>
</file>

<file path=ppt/notesSlides/_rels/notesSlide2593.xml.rels><?xml version="1.0" encoding="UTF-8" standalone="yes"?>
<Relationships xmlns="http://schemas.openxmlformats.org/package/2006/relationships"><Relationship Id="rId2" Type="http://schemas.openxmlformats.org/officeDocument/2006/relationships/slide" Target="../slides/slide2721.xml"/><Relationship Id="rId1" Type="http://schemas.openxmlformats.org/officeDocument/2006/relationships/notesMaster" Target="../notesMasters/notesMaster1.xml"/></Relationships>
</file>

<file path=ppt/notesSlides/_rels/notesSlide2594.xml.rels><?xml version="1.0" encoding="UTF-8" standalone="yes"?>
<Relationships xmlns="http://schemas.openxmlformats.org/package/2006/relationships"><Relationship Id="rId2" Type="http://schemas.openxmlformats.org/officeDocument/2006/relationships/slide" Target="../slides/slide2722.xml"/><Relationship Id="rId1" Type="http://schemas.openxmlformats.org/officeDocument/2006/relationships/notesMaster" Target="../notesMasters/notesMaster1.xml"/></Relationships>
</file>

<file path=ppt/notesSlides/_rels/notesSlide2595.xml.rels><?xml version="1.0" encoding="UTF-8" standalone="yes"?>
<Relationships xmlns="http://schemas.openxmlformats.org/package/2006/relationships"><Relationship Id="rId2" Type="http://schemas.openxmlformats.org/officeDocument/2006/relationships/slide" Target="../slides/slide2723.xml"/><Relationship Id="rId1" Type="http://schemas.openxmlformats.org/officeDocument/2006/relationships/notesMaster" Target="../notesMasters/notesMaster1.xml"/></Relationships>
</file>

<file path=ppt/notesSlides/_rels/notesSlide2596.xml.rels><?xml version="1.0" encoding="UTF-8" standalone="yes"?>
<Relationships xmlns="http://schemas.openxmlformats.org/package/2006/relationships"><Relationship Id="rId2" Type="http://schemas.openxmlformats.org/officeDocument/2006/relationships/slide" Target="../slides/slide2724.xml"/><Relationship Id="rId1" Type="http://schemas.openxmlformats.org/officeDocument/2006/relationships/notesMaster" Target="../notesMasters/notesMaster1.xml"/></Relationships>
</file>

<file path=ppt/notesSlides/_rels/notesSlide2597.xml.rels><?xml version="1.0" encoding="UTF-8" standalone="yes"?>
<Relationships xmlns="http://schemas.openxmlformats.org/package/2006/relationships"><Relationship Id="rId2" Type="http://schemas.openxmlformats.org/officeDocument/2006/relationships/slide" Target="../slides/slide2725.xml"/><Relationship Id="rId1" Type="http://schemas.openxmlformats.org/officeDocument/2006/relationships/notesMaster" Target="../notesMasters/notesMaster1.xml"/></Relationships>
</file>

<file path=ppt/notesSlides/_rels/notesSlide2598.xml.rels><?xml version="1.0" encoding="UTF-8" standalone="yes"?>
<Relationships xmlns="http://schemas.openxmlformats.org/package/2006/relationships"><Relationship Id="rId2" Type="http://schemas.openxmlformats.org/officeDocument/2006/relationships/slide" Target="../slides/slide2727.xml"/><Relationship Id="rId1" Type="http://schemas.openxmlformats.org/officeDocument/2006/relationships/notesMaster" Target="../notesMasters/notesMaster1.xml"/></Relationships>
</file>

<file path=ppt/notesSlides/_rels/notesSlide2599.xml.rels><?xml version="1.0" encoding="UTF-8" standalone="yes"?>
<Relationships xmlns="http://schemas.openxmlformats.org/package/2006/relationships"><Relationship Id="rId2" Type="http://schemas.openxmlformats.org/officeDocument/2006/relationships/slide" Target="../slides/slide2728.xml"/><Relationship Id="rId1" Type="http://schemas.openxmlformats.org/officeDocument/2006/relationships/notesMaster" Target="../notesMasters/notesMaster1.xml"/></Relationships>
</file>

<file path=ppt/notesSlides/_rels/notesSlide2600.xml.rels><?xml version="1.0" encoding="UTF-8" standalone="yes"?>
<Relationships xmlns="http://schemas.openxmlformats.org/package/2006/relationships"><Relationship Id="rId2" Type="http://schemas.openxmlformats.org/officeDocument/2006/relationships/slide" Target="../slides/slide2729.xml"/><Relationship Id="rId1" Type="http://schemas.openxmlformats.org/officeDocument/2006/relationships/notesMaster" Target="../notesMasters/notesMaster1.xml"/></Relationships>
</file>

<file path=ppt/notesSlides/_rels/notesSlide2601.xml.rels><?xml version="1.0" encoding="UTF-8" standalone="yes"?>
<Relationships xmlns="http://schemas.openxmlformats.org/package/2006/relationships"><Relationship Id="rId2" Type="http://schemas.openxmlformats.org/officeDocument/2006/relationships/slide" Target="../slides/slide2730.xml"/><Relationship Id="rId1" Type="http://schemas.openxmlformats.org/officeDocument/2006/relationships/notesMaster" Target="../notesMasters/notesMaster1.xml"/></Relationships>
</file>

<file path=ppt/notesSlides/_rels/notesSlide2602.xml.rels><?xml version="1.0" encoding="UTF-8" standalone="yes"?>
<Relationships xmlns="http://schemas.openxmlformats.org/package/2006/relationships"><Relationship Id="rId2" Type="http://schemas.openxmlformats.org/officeDocument/2006/relationships/slide" Target="../slides/slide2731.xml"/><Relationship Id="rId1" Type="http://schemas.openxmlformats.org/officeDocument/2006/relationships/notesMaster" Target="../notesMasters/notesMaster1.xml"/></Relationships>
</file>

<file path=ppt/notesSlides/_rels/notesSlide2603.xml.rels><?xml version="1.0" encoding="UTF-8" standalone="yes"?>
<Relationships xmlns="http://schemas.openxmlformats.org/package/2006/relationships"><Relationship Id="rId2" Type="http://schemas.openxmlformats.org/officeDocument/2006/relationships/slide" Target="../slides/slide2732.xml"/><Relationship Id="rId1" Type="http://schemas.openxmlformats.org/officeDocument/2006/relationships/notesMaster" Target="../notesMasters/notesMaster1.xml"/></Relationships>
</file>

<file path=ppt/notesSlides/_rels/notesSlide2604.xml.rels><?xml version="1.0" encoding="UTF-8" standalone="yes"?>
<Relationships xmlns="http://schemas.openxmlformats.org/package/2006/relationships"><Relationship Id="rId2" Type="http://schemas.openxmlformats.org/officeDocument/2006/relationships/slide" Target="../slides/slide2733.xml"/><Relationship Id="rId1" Type="http://schemas.openxmlformats.org/officeDocument/2006/relationships/notesMaster" Target="../notesMasters/notesMaster1.xml"/></Relationships>
</file>

<file path=ppt/notesSlides/_rels/notesSlide2605.xml.rels><?xml version="1.0" encoding="UTF-8" standalone="yes"?>
<Relationships xmlns="http://schemas.openxmlformats.org/package/2006/relationships"><Relationship Id="rId2" Type="http://schemas.openxmlformats.org/officeDocument/2006/relationships/slide" Target="../slides/slide2734.xml"/><Relationship Id="rId1" Type="http://schemas.openxmlformats.org/officeDocument/2006/relationships/notesMaster" Target="../notesMasters/notesMaster1.xml"/></Relationships>
</file>

<file path=ppt/notesSlides/_rels/notesSlide2606.xml.rels><?xml version="1.0" encoding="UTF-8" standalone="yes"?>
<Relationships xmlns="http://schemas.openxmlformats.org/package/2006/relationships"><Relationship Id="rId2" Type="http://schemas.openxmlformats.org/officeDocument/2006/relationships/slide" Target="../slides/slide2735.xml"/><Relationship Id="rId1" Type="http://schemas.openxmlformats.org/officeDocument/2006/relationships/notesMaster" Target="../notesMasters/notesMaster1.xml"/></Relationships>
</file>

<file path=ppt/notesSlides/_rels/notesSlide2607.xml.rels><?xml version="1.0" encoding="UTF-8" standalone="yes"?>
<Relationships xmlns="http://schemas.openxmlformats.org/package/2006/relationships"><Relationship Id="rId2" Type="http://schemas.openxmlformats.org/officeDocument/2006/relationships/slide" Target="../slides/slide2736.xml"/><Relationship Id="rId1" Type="http://schemas.openxmlformats.org/officeDocument/2006/relationships/notesMaster" Target="../notesMasters/notesMaster1.xml"/></Relationships>
</file>

<file path=ppt/notesSlides/_rels/notesSlide2608.xml.rels><?xml version="1.0" encoding="UTF-8" standalone="yes"?>
<Relationships xmlns="http://schemas.openxmlformats.org/package/2006/relationships"><Relationship Id="rId2" Type="http://schemas.openxmlformats.org/officeDocument/2006/relationships/slide" Target="../slides/slide2737.xml"/><Relationship Id="rId1" Type="http://schemas.openxmlformats.org/officeDocument/2006/relationships/notesMaster" Target="../notesMasters/notesMaster1.xml"/></Relationships>
</file>

<file path=ppt/notesSlides/_rels/notesSlide2609.xml.rels><?xml version="1.0" encoding="UTF-8" standalone="yes"?>
<Relationships xmlns="http://schemas.openxmlformats.org/package/2006/relationships"><Relationship Id="rId2" Type="http://schemas.openxmlformats.org/officeDocument/2006/relationships/slide" Target="../slides/slide2738.xml"/><Relationship Id="rId1" Type="http://schemas.openxmlformats.org/officeDocument/2006/relationships/notesMaster" Target="../notesMasters/notesMaster1.xml"/></Relationships>
</file>

<file path=ppt/notesSlides/_rels/notesSlide2610.xml.rels><?xml version="1.0" encoding="UTF-8" standalone="yes"?>
<Relationships xmlns="http://schemas.openxmlformats.org/package/2006/relationships"><Relationship Id="rId2" Type="http://schemas.openxmlformats.org/officeDocument/2006/relationships/slide" Target="../slides/slide2739.xml"/><Relationship Id="rId1" Type="http://schemas.openxmlformats.org/officeDocument/2006/relationships/notesMaster" Target="../notesMasters/notesMaster1.xml"/></Relationships>
</file>

<file path=ppt/notesSlides/_rels/notesSlide2611.xml.rels><?xml version="1.0" encoding="UTF-8" standalone="yes"?>
<Relationships xmlns="http://schemas.openxmlformats.org/package/2006/relationships"><Relationship Id="rId2" Type="http://schemas.openxmlformats.org/officeDocument/2006/relationships/slide" Target="../slides/slide2740.xml"/><Relationship Id="rId1" Type="http://schemas.openxmlformats.org/officeDocument/2006/relationships/notesMaster" Target="../notesMasters/notesMaster1.xml"/></Relationships>
</file>

<file path=ppt/notesSlides/_rels/notesSlide2612.xml.rels><?xml version="1.0" encoding="UTF-8" standalone="yes"?>
<Relationships xmlns="http://schemas.openxmlformats.org/package/2006/relationships"><Relationship Id="rId2" Type="http://schemas.openxmlformats.org/officeDocument/2006/relationships/slide" Target="../slides/slide2741.xml"/><Relationship Id="rId1" Type="http://schemas.openxmlformats.org/officeDocument/2006/relationships/notesMaster" Target="../notesMasters/notesMaster1.xml"/></Relationships>
</file>

<file path=ppt/notesSlides/_rels/notesSlide2613.xml.rels><?xml version="1.0" encoding="UTF-8" standalone="yes"?>
<Relationships xmlns="http://schemas.openxmlformats.org/package/2006/relationships"><Relationship Id="rId2" Type="http://schemas.openxmlformats.org/officeDocument/2006/relationships/slide" Target="../slides/slide2743.xml"/><Relationship Id="rId1" Type="http://schemas.openxmlformats.org/officeDocument/2006/relationships/notesMaster" Target="../notesMasters/notesMaster1.xml"/></Relationships>
</file>

<file path=ppt/notesSlides/_rels/notesSlide2614.xml.rels><?xml version="1.0" encoding="UTF-8" standalone="yes"?>
<Relationships xmlns="http://schemas.openxmlformats.org/package/2006/relationships"><Relationship Id="rId2" Type="http://schemas.openxmlformats.org/officeDocument/2006/relationships/slide" Target="../slides/slide2744.xml"/><Relationship Id="rId1" Type="http://schemas.openxmlformats.org/officeDocument/2006/relationships/notesMaster" Target="../notesMasters/notesMaster1.xml"/></Relationships>
</file>

<file path=ppt/notesSlides/_rels/notesSlide2615.xml.rels><?xml version="1.0" encoding="UTF-8" standalone="yes"?>
<Relationships xmlns="http://schemas.openxmlformats.org/package/2006/relationships"><Relationship Id="rId2" Type="http://schemas.openxmlformats.org/officeDocument/2006/relationships/slide" Target="../slides/slide2745.xml"/><Relationship Id="rId1" Type="http://schemas.openxmlformats.org/officeDocument/2006/relationships/notesMaster" Target="../notesMasters/notesMaster1.xml"/></Relationships>
</file>

<file path=ppt/notesSlides/_rels/notesSlide2616.xml.rels><?xml version="1.0" encoding="UTF-8" standalone="yes"?>
<Relationships xmlns="http://schemas.openxmlformats.org/package/2006/relationships"><Relationship Id="rId2" Type="http://schemas.openxmlformats.org/officeDocument/2006/relationships/slide" Target="../slides/slide2746.xml"/><Relationship Id="rId1" Type="http://schemas.openxmlformats.org/officeDocument/2006/relationships/notesMaster" Target="../notesMasters/notesMaster1.xml"/></Relationships>
</file>

<file path=ppt/notesSlides/_rels/notesSlide2617.xml.rels><?xml version="1.0" encoding="UTF-8" standalone="yes"?>
<Relationships xmlns="http://schemas.openxmlformats.org/package/2006/relationships"><Relationship Id="rId2" Type="http://schemas.openxmlformats.org/officeDocument/2006/relationships/slide" Target="../slides/slide2747.xml"/><Relationship Id="rId1" Type="http://schemas.openxmlformats.org/officeDocument/2006/relationships/notesMaster" Target="../notesMasters/notesMaster1.xml"/></Relationships>
</file>

<file path=ppt/notesSlides/_rels/notesSlide2618.xml.rels><?xml version="1.0" encoding="UTF-8" standalone="yes"?>
<Relationships xmlns="http://schemas.openxmlformats.org/package/2006/relationships"><Relationship Id="rId2" Type="http://schemas.openxmlformats.org/officeDocument/2006/relationships/slide" Target="../slides/slide2748.xml"/><Relationship Id="rId1" Type="http://schemas.openxmlformats.org/officeDocument/2006/relationships/notesMaster" Target="../notesMasters/notesMaster1.xml"/></Relationships>
</file>

<file path=ppt/notesSlides/_rels/notesSlide2619.xml.rels><?xml version="1.0" encoding="UTF-8" standalone="yes"?>
<Relationships xmlns="http://schemas.openxmlformats.org/package/2006/relationships"><Relationship Id="rId2" Type="http://schemas.openxmlformats.org/officeDocument/2006/relationships/slide" Target="../slides/slide2749.xml"/><Relationship Id="rId1" Type="http://schemas.openxmlformats.org/officeDocument/2006/relationships/notesMaster" Target="../notesMasters/notesMaster1.xml"/></Relationships>
</file>

<file path=ppt/notesSlides/_rels/notesSlide2620.xml.rels><?xml version="1.0" encoding="UTF-8" standalone="yes"?>
<Relationships xmlns="http://schemas.openxmlformats.org/package/2006/relationships"><Relationship Id="rId2" Type="http://schemas.openxmlformats.org/officeDocument/2006/relationships/slide" Target="../slides/slide2750.xml"/><Relationship Id="rId1" Type="http://schemas.openxmlformats.org/officeDocument/2006/relationships/notesMaster" Target="../notesMasters/notesMaster1.xml"/></Relationships>
</file>

<file path=ppt/notesSlides/_rels/notesSlide2621.xml.rels><?xml version="1.0" encoding="UTF-8" standalone="yes"?>
<Relationships xmlns="http://schemas.openxmlformats.org/package/2006/relationships"><Relationship Id="rId2" Type="http://schemas.openxmlformats.org/officeDocument/2006/relationships/slide" Target="../slides/slide2751.xml"/><Relationship Id="rId1" Type="http://schemas.openxmlformats.org/officeDocument/2006/relationships/notesMaster" Target="../notesMasters/notesMaster1.xml"/></Relationships>
</file>

<file path=ppt/notesSlides/_rels/notesSlide2622.xml.rels><?xml version="1.0" encoding="UTF-8" standalone="yes"?>
<Relationships xmlns="http://schemas.openxmlformats.org/package/2006/relationships"><Relationship Id="rId2" Type="http://schemas.openxmlformats.org/officeDocument/2006/relationships/slide" Target="../slides/slide2752.xml"/><Relationship Id="rId1" Type="http://schemas.openxmlformats.org/officeDocument/2006/relationships/notesMaster" Target="../notesMasters/notesMaster1.xml"/></Relationships>
</file>

<file path=ppt/notesSlides/_rels/notesSlide2623.xml.rels><?xml version="1.0" encoding="UTF-8" standalone="yes"?>
<Relationships xmlns="http://schemas.openxmlformats.org/package/2006/relationships"><Relationship Id="rId2" Type="http://schemas.openxmlformats.org/officeDocument/2006/relationships/slide" Target="../slides/slide2753.xml"/><Relationship Id="rId1" Type="http://schemas.openxmlformats.org/officeDocument/2006/relationships/notesMaster" Target="../notesMasters/notesMaster1.xml"/></Relationships>
</file>

<file path=ppt/notesSlides/_rels/notesSlide2624.xml.rels><?xml version="1.0" encoding="UTF-8" standalone="yes"?>
<Relationships xmlns="http://schemas.openxmlformats.org/package/2006/relationships"><Relationship Id="rId2" Type="http://schemas.openxmlformats.org/officeDocument/2006/relationships/slide" Target="../slides/slide2754.xml"/><Relationship Id="rId1" Type="http://schemas.openxmlformats.org/officeDocument/2006/relationships/notesMaster" Target="../notesMasters/notesMaster1.xml"/></Relationships>
</file>

<file path=ppt/notesSlides/_rels/notesSlide2625.xml.rels><?xml version="1.0" encoding="UTF-8" standalone="yes"?>
<Relationships xmlns="http://schemas.openxmlformats.org/package/2006/relationships"><Relationship Id="rId2" Type="http://schemas.openxmlformats.org/officeDocument/2006/relationships/slide" Target="../slides/slide2755.xml"/><Relationship Id="rId1" Type="http://schemas.openxmlformats.org/officeDocument/2006/relationships/notesMaster" Target="../notesMasters/notesMaster1.xml"/></Relationships>
</file>

<file path=ppt/notesSlides/_rels/notesSlide2626.xml.rels><?xml version="1.0" encoding="UTF-8" standalone="yes"?>
<Relationships xmlns="http://schemas.openxmlformats.org/package/2006/relationships"><Relationship Id="rId2" Type="http://schemas.openxmlformats.org/officeDocument/2006/relationships/slide" Target="../slides/slide2756.xml"/><Relationship Id="rId1" Type="http://schemas.openxmlformats.org/officeDocument/2006/relationships/notesMaster" Target="../notesMasters/notesMaster1.xml"/></Relationships>
</file>

<file path=ppt/notesSlides/_rels/notesSlide2627.xml.rels><?xml version="1.0" encoding="UTF-8" standalone="yes"?>
<Relationships xmlns="http://schemas.openxmlformats.org/package/2006/relationships"><Relationship Id="rId2" Type="http://schemas.openxmlformats.org/officeDocument/2006/relationships/slide" Target="../slides/slide2757.xml"/><Relationship Id="rId1" Type="http://schemas.openxmlformats.org/officeDocument/2006/relationships/notesMaster" Target="../notesMasters/notesMaster1.xml"/></Relationships>
</file>

<file path=ppt/notesSlides/_rels/notesSlide2628.xml.rels><?xml version="1.0" encoding="UTF-8" standalone="yes"?>
<Relationships xmlns="http://schemas.openxmlformats.org/package/2006/relationships"><Relationship Id="rId2" Type="http://schemas.openxmlformats.org/officeDocument/2006/relationships/slide" Target="../slides/slide2759.xml"/><Relationship Id="rId1" Type="http://schemas.openxmlformats.org/officeDocument/2006/relationships/notesMaster" Target="../notesMasters/notesMaster1.xml"/></Relationships>
</file>

<file path=ppt/notesSlides/_rels/notesSlide2629.xml.rels><?xml version="1.0" encoding="UTF-8" standalone="yes"?>
<Relationships xmlns="http://schemas.openxmlformats.org/package/2006/relationships"><Relationship Id="rId2" Type="http://schemas.openxmlformats.org/officeDocument/2006/relationships/slide" Target="../slides/slide2760.xml"/><Relationship Id="rId1" Type="http://schemas.openxmlformats.org/officeDocument/2006/relationships/notesMaster" Target="../notesMasters/notesMaster1.xml"/></Relationships>
</file>

<file path=ppt/notesSlides/_rels/notesSlide2630.xml.rels><?xml version="1.0" encoding="UTF-8" standalone="yes"?>
<Relationships xmlns="http://schemas.openxmlformats.org/package/2006/relationships"><Relationship Id="rId2" Type="http://schemas.openxmlformats.org/officeDocument/2006/relationships/slide" Target="../slides/slide2761.xml"/><Relationship Id="rId1" Type="http://schemas.openxmlformats.org/officeDocument/2006/relationships/notesMaster" Target="../notesMasters/notesMaster1.xml"/></Relationships>
</file>

<file path=ppt/notesSlides/_rels/notesSlide2631.xml.rels><?xml version="1.0" encoding="UTF-8" standalone="yes"?>
<Relationships xmlns="http://schemas.openxmlformats.org/package/2006/relationships"><Relationship Id="rId2" Type="http://schemas.openxmlformats.org/officeDocument/2006/relationships/slide" Target="../slides/slide2762.xml"/><Relationship Id="rId1" Type="http://schemas.openxmlformats.org/officeDocument/2006/relationships/notesMaster" Target="../notesMasters/notesMaster1.xml"/></Relationships>
</file>

<file path=ppt/notesSlides/_rels/notesSlide2632.xml.rels><?xml version="1.0" encoding="UTF-8" standalone="yes"?>
<Relationships xmlns="http://schemas.openxmlformats.org/package/2006/relationships"><Relationship Id="rId2" Type="http://schemas.openxmlformats.org/officeDocument/2006/relationships/slide" Target="../slides/slide2763.xml"/><Relationship Id="rId1" Type="http://schemas.openxmlformats.org/officeDocument/2006/relationships/notesMaster" Target="../notesMasters/notesMaster1.xml"/></Relationships>
</file>

<file path=ppt/notesSlides/_rels/notesSlide2633.xml.rels><?xml version="1.0" encoding="UTF-8" standalone="yes"?>
<Relationships xmlns="http://schemas.openxmlformats.org/package/2006/relationships"><Relationship Id="rId2" Type="http://schemas.openxmlformats.org/officeDocument/2006/relationships/slide" Target="../slides/slide2764.xml"/><Relationship Id="rId1" Type="http://schemas.openxmlformats.org/officeDocument/2006/relationships/notesMaster" Target="../notesMasters/notesMaster1.xml"/></Relationships>
</file>

<file path=ppt/notesSlides/_rels/notesSlide2634.xml.rels><?xml version="1.0" encoding="UTF-8" standalone="yes"?>
<Relationships xmlns="http://schemas.openxmlformats.org/package/2006/relationships"><Relationship Id="rId2" Type="http://schemas.openxmlformats.org/officeDocument/2006/relationships/slide" Target="../slides/slide2765.xml"/><Relationship Id="rId1" Type="http://schemas.openxmlformats.org/officeDocument/2006/relationships/notesMaster" Target="../notesMasters/notesMaster1.xml"/></Relationships>
</file>

<file path=ppt/notesSlides/_rels/notesSlide2635.xml.rels><?xml version="1.0" encoding="UTF-8" standalone="yes"?>
<Relationships xmlns="http://schemas.openxmlformats.org/package/2006/relationships"><Relationship Id="rId2" Type="http://schemas.openxmlformats.org/officeDocument/2006/relationships/slide" Target="../slides/slide2766.xml"/><Relationship Id="rId1" Type="http://schemas.openxmlformats.org/officeDocument/2006/relationships/notesMaster" Target="../notesMasters/notesMaster1.xml"/></Relationships>
</file>

<file path=ppt/notesSlides/_rels/notesSlide2636.xml.rels><?xml version="1.0" encoding="UTF-8" standalone="yes"?>
<Relationships xmlns="http://schemas.openxmlformats.org/package/2006/relationships"><Relationship Id="rId2" Type="http://schemas.openxmlformats.org/officeDocument/2006/relationships/slide" Target="../slides/slide2767.xml"/><Relationship Id="rId1" Type="http://schemas.openxmlformats.org/officeDocument/2006/relationships/notesMaster" Target="../notesMasters/notesMaster1.xml"/></Relationships>
</file>

<file path=ppt/notesSlides/_rels/notesSlide2637.xml.rels><?xml version="1.0" encoding="UTF-8" standalone="yes"?>
<Relationships xmlns="http://schemas.openxmlformats.org/package/2006/relationships"><Relationship Id="rId2" Type="http://schemas.openxmlformats.org/officeDocument/2006/relationships/slide" Target="../slides/slide2768.xml"/><Relationship Id="rId1" Type="http://schemas.openxmlformats.org/officeDocument/2006/relationships/notesMaster" Target="../notesMasters/notesMaster1.xml"/></Relationships>
</file>

<file path=ppt/notesSlides/_rels/notesSlide2638.xml.rels><?xml version="1.0" encoding="UTF-8" standalone="yes"?>
<Relationships xmlns="http://schemas.openxmlformats.org/package/2006/relationships"><Relationship Id="rId2" Type="http://schemas.openxmlformats.org/officeDocument/2006/relationships/slide" Target="../slides/slide2769.xml"/><Relationship Id="rId1" Type="http://schemas.openxmlformats.org/officeDocument/2006/relationships/notesMaster" Target="../notesMasters/notesMaster1.xml"/></Relationships>
</file>

<file path=ppt/notesSlides/_rels/notesSlide2639.xml.rels><?xml version="1.0" encoding="UTF-8" standalone="yes"?>
<Relationships xmlns="http://schemas.openxmlformats.org/package/2006/relationships"><Relationship Id="rId2" Type="http://schemas.openxmlformats.org/officeDocument/2006/relationships/slide" Target="../slides/slide2770.xml"/><Relationship Id="rId1" Type="http://schemas.openxmlformats.org/officeDocument/2006/relationships/notesMaster" Target="../notesMasters/notesMaster1.xml"/></Relationships>
</file>

<file path=ppt/notesSlides/_rels/notesSlide2640.xml.rels><?xml version="1.0" encoding="UTF-8" standalone="yes"?>
<Relationships xmlns="http://schemas.openxmlformats.org/package/2006/relationships"><Relationship Id="rId2" Type="http://schemas.openxmlformats.org/officeDocument/2006/relationships/slide" Target="../slides/slide2771.xml"/><Relationship Id="rId1" Type="http://schemas.openxmlformats.org/officeDocument/2006/relationships/notesMaster" Target="../notesMasters/notesMaster1.xml"/></Relationships>
</file>

<file path=ppt/notesSlides/_rels/notesSlide2641.xml.rels><?xml version="1.0" encoding="UTF-8" standalone="yes"?>
<Relationships xmlns="http://schemas.openxmlformats.org/package/2006/relationships"><Relationship Id="rId2" Type="http://schemas.openxmlformats.org/officeDocument/2006/relationships/slide" Target="../slides/slide2772.xml"/><Relationship Id="rId1" Type="http://schemas.openxmlformats.org/officeDocument/2006/relationships/notesMaster" Target="../notesMasters/notesMaster1.xml"/></Relationships>
</file>

<file path=ppt/notesSlides/_rels/notesSlide2642.xml.rels><?xml version="1.0" encoding="UTF-8" standalone="yes"?>
<Relationships xmlns="http://schemas.openxmlformats.org/package/2006/relationships"><Relationship Id="rId2" Type="http://schemas.openxmlformats.org/officeDocument/2006/relationships/slide" Target="../slides/slide2773.xml"/><Relationship Id="rId1" Type="http://schemas.openxmlformats.org/officeDocument/2006/relationships/notesMaster" Target="../notesMasters/notesMaster1.xml"/></Relationships>
</file>

<file path=ppt/notesSlides/_rels/notesSlide2643.xml.rels><?xml version="1.0" encoding="UTF-8" standalone="yes"?>
<Relationships xmlns="http://schemas.openxmlformats.org/package/2006/relationships"><Relationship Id="rId2" Type="http://schemas.openxmlformats.org/officeDocument/2006/relationships/slide" Target="../slides/slide2775.xml"/><Relationship Id="rId1" Type="http://schemas.openxmlformats.org/officeDocument/2006/relationships/notesMaster" Target="../notesMasters/notesMaster1.xml"/></Relationships>
</file>

<file path=ppt/notesSlides/_rels/notesSlide2644.xml.rels><?xml version="1.0" encoding="UTF-8" standalone="yes"?>
<Relationships xmlns="http://schemas.openxmlformats.org/package/2006/relationships"><Relationship Id="rId2" Type="http://schemas.openxmlformats.org/officeDocument/2006/relationships/slide" Target="../slides/slide2776.xml"/><Relationship Id="rId1" Type="http://schemas.openxmlformats.org/officeDocument/2006/relationships/notesMaster" Target="../notesMasters/notesMaster1.xml"/></Relationships>
</file>

<file path=ppt/notesSlides/_rels/notesSlide2645.xml.rels><?xml version="1.0" encoding="UTF-8" standalone="yes"?>
<Relationships xmlns="http://schemas.openxmlformats.org/package/2006/relationships"><Relationship Id="rId2" Type="http://schemas.openxmlformats.org/officeDocument/2006/relationships/slide" Target="../slides/slide2777.xml"/><Relationship Id="rId1" Type="http://schemas.openxmlformats.org/officeDocument/2006/relationships/notesMaster" Target="../notesMasters/notesMaster1.xml"/></Relationships>
</file>

<file path=ppt/notesSlides/_rels/notesSlide2646.xml.rels><?xml version="1.0" encoding="UTF-8" standalone="yes"?>
<Relationships xmlns="http://schemas.openxmlformats.org/package/2006/relationships"><Relationship Id="rId2" Type="http://schemas.openxmlformats.org/officeDocument/2006/relationships/slide" Target="../slides/slide2778.xml"/><Relationship Id="rId1" Type="http://schemas.openxmlformats.org/officeDocument/2006/relationships/notesMaster" Target="../notesMasters/notesMaster1.xml"/></Relationships>
</file>

<file path=ppt/notesSlides/_rels/notesSlide2647.xml.rels><?xml version="1.0" encoding="UTF-8" standalone="yes"?>
<Relationships xmlns="http://schemas.openxmlformats.org/package/2006/relationships"><Relationship Id="rId2" Type="http://schemas.openxmlformats.org/officeDocument/2006/relationships/slide" Target="../slides/slide2779.xml"/><Relationship Id="rId1" Type="http://schemas.openxmlformats.org/officeDocument/2006/relationships/notesMaster" Target="../notesMasters/notesMaster1.xml"/></Relationships>
</file>

<file path=ppt/notesSlides/_rels/notesSlide2648.xml.rels><?xml version="1.0" encoding="UTF-8" standalone="yes"?>
<Relationships xmlns="http://schemas.openxmlformats.org/package/2006/relationships"><Relationship Id="rId2" Type="http://schemas.openxmlformats.org/officeDocument/2006/relationships/slide" Target="../slides/slide2780.xml"/><Relationship Id="rId1" Type="http://schemas.openxmlformats.org/officeDocument/2006/relationships/notesMaster" Target="../notesMasters/notesMaster1.xml"/></Relationships>
</file>

<file path=ppt/notesSlides/_rels/notesSlide2649.xml.rels><?xml version="1.0" encoding="UTF-8" standalone="yes"?>
<Relationships xmlns="http://schemas.openxmlformats.org/package/2006/relationships"><Relationship Id="rId2" Type="http://schemas.openxmlformats.org/officeDocument/2006/relationships/slide" Target="../slides/slide2781.xml"/><Relationship Id="rId1" Type="http://schemas.openxmlformats.org/officeDocument/2006/relationships/notesMaster" Target="../notesMasters/notesMaster1.xml"/></Relationships>
</file>

<file path=ppt/notesSlides/_rels/notesSlide2650.xml.rels><?xml version="1.0" encoding="UTF-8" standalone="yes"?>
<Relationships xmlns="http://schemas.openxmlformats.org/package/2006/relationships"><Relationship Id="rId2" Type="http://schemas.openxmlformats.org/officeDocument/2006/relationships/slide" Target="../slides/slide2782.xml"/><Relationship Id="rId1" Type="http://schemas.openxmlformats.org/officeDocument/2006/relationships/notesMaster" Target="../notesMasters/notesMaster1.xml"/></Relationships>
</file>

<file path=ppt/notesSlides/_rels/notesSlide2651.xml.rels><?xml version="1.0" encoding="UTF-8" standalone="yes"?>
<Relationships xmlns="http://schemas.openxmlformats.org/package/2006/relationships"><Relationship Id="rId2" Type="http://schemas.openxmlformats.org/officeDocument/2006/relationships/slide" Target="../slides/slide2783.xml"/><Relationship Id="rId1" Type="http://schemas.openxmlformats.org/officeDocument/2006/relationships/notesMaster" Target="../notesMasters/notesMaster1.xml"/></Relationships>
</file>

<file path=ppt/notesSlides/_rels/notesSlide2652.xml.rels><?xml version="1.0" encoding="UTF-8" standalone="yes"?>
<Relationships xmlns="http://schemas.openxmlformats.org/package/2006/relationships"><Relationship Id="rId2" Type="http://schemas.openxmlformats.org/officeDocument/2006/relationships/slide" Target="../slides/slide2784.xml"/><Relationship Id="rId1" Type="http://schemas.openxmlformats.org/officeDocument/2006/relationships/notesMaster" Target="../notesMasters/notesMaster1.xml"/></Relationships>
</file>

<file path=ppt/notesSlides/_rels/notesSlide2653.xml.rels><?xml version="1.0" encoding="UTF-8" standalone="yes"?>
<Relationships xmlns="http://schemas.openxmlformats.org/package/2006/relationships"><Relationship Id="rId2" Type="http://schemas.openxmlformats.org/officeDocument/2006/relationships/slide" Target="../slides/slide2785.xml"/><Relationship Id="rId1" Type="http://schemas.openxmlformats.org/officeDocument/2006/relationships/notesMaster" Target="../notesMasters/notesMaster1.xml"/></Relationships>
</file>

<file path=ppt/notesSlides/_rels/notesSlide2654.xml.rels><?xml version="1.0" encoding="UTF-8" standalone="yes"?>
<Relationships xmlns="http://schemas.openxmlformats.org/package/2006/relationships"><Relationship Id="rId2" Type="http://schemas.openxmlformats.org/officeDocument/2006/relationships/slide" Target="../slides/slide2786.xml"/><Relationship Id="rId1" Type="http://schemas.openxmlformats.org/officeDocument/2006/relationships/notesMaster" Target="../notesMasters/notesMaster1.xml"/></Relationships>
</file>

<file path=ppt/notesSlides/_rels/notesSlide2655.xml.rels><?xml version="1.0" encoding="UTF-8" standalone="yes"?>
<Relationships xmlns="http://schemas.openxmlformats.org/package/2006/relationships"><Relationship Id="rId2" Type="http://schemas.openxmlformats.org/officeDocument/2006/relationships/slide" Target="../slides/slide2787.xml"/><Relationship Id="rId1" Type="http://schemas.openxmlformats.org/officeDocument/2006/relationships/notesMaster" Target="../notesMasters/notesMaster1.xml"/></Relationships>
</file>

<file path=ppt/notesSlides/_rels/notesSlide2656.xml.rels><?xml version="1.0" encoding="UTF-8" standalone="yes"?>
<Relationships xmlns="http://schemas.openxmlformats.org/package/2006/relationships"><Relationship Id="rId2" Type="http://schemas.openxmlformats.org/officeDocument/2006/relationships/slide" Target="../slides/slide2788.xml"/><Relationship Id="rId1" Type="http://schemas.openxmlformats.org/officeDocument/2006/relationships/notesMaster" Target="../notesMasters/notesMaster1.xml"/></Relationships>
</file>

<file path=ppt/notesSlides/_rels/notesSlide2657.xml.rels><?xml version="1.0" encoding="UTF-8" standalone="yes"?>
<Relationships xmlns="http://schemas.openxmlformats.org/package/2006/relationships"><Relationship Id="rId2" Type="http://schemas.openxmlformats.org/officeDocument/2006/relationships/slide" Target="../slides/slide2789.xml"/><Relationship Id="rId1" Type="http://schemas.openxmlformats.org/officeDocument/2006/relationships/notesMaster" Target="../notesMasters/notesMaster1.xml"/></Relationships>
</file>

<file path=ppt/notesSlides/_rels/notesSlide2658.xml.rels><?xml version="1.0" encoding="UTF-8" standalone="yes"?>
<Relationships xmlns="http://schemas.openxmlformats.org/package/2006/relationships"><Relationship Id="rId2" Type="http://schemas.openxmlformats.org/officeDocument/2006/relationships/slide" Target="../slides/slide2791.xml"/><Relationship Id="rId1" Type="http://schemas.openxmlformats.org/officeDocument/2006/relationships/notesMaster" Target="../notesMasters/notesMaster1.xml"/></Relationships>
</file>

<file path=ppt/notesSlides/_rels/notesSlide2659.xml.rels><?xml version="1.0" encoding="UTF-8" standalone="yes"?>
<Relationships xmlns="http://schemas.openxmlformats.org/package/2006/relationships"><Relationship Id="rId2" Type="http://schemas.openxmlformats.org/officeDocument/2006/relationships/slide" Target="../slides/slide2792.xml"/><Relationship Id="rId1" Type="http://schemas.openxmlformats.org/officeDocument/2006/relationships/notesMaster" Target="../notesMasters/notesMaster1.xml"/></Relationships>
</file>

<file path=ppt/notesSlides/_rels/notesSlide2660.xml.rels><?xml version="1.0" encoding="UTF-8" standalone="yes"?>
<Relationships xmlns="http://schemas.openxmlformats.org/package/2006/relationships"><Relationship Id="rId2" Type="http://schemas.openxmlformats.org/officeDocument/2006/relationships/slide" Target="../slides/slide2793.xml"/><Relationship Id="rId1" Type="http://schemas.openxmlformats.org/officeDocument/2006/relationships/notesMaster" Target="../notesMasters/notesMaster1.xml"/></Relationships>
</file>

<file path=ppt/notesSlides/_rels/notesSlide2661.xml.rels><?xml version="1.0" encoding="UTF-8" standalone="yes"?>
<Relationships xmlns="http://schemas.openxmlformats.org/package/2006/relationships"><Relationship Id="rId2" Type="http://schemas.openxmlformats.org/officeDocument/2006/relationships/slide" Target="../slides/slide2794.xml"/><Relationship Id="rId1" Type="http://schemas.openxmlformats.org/officeDocument/2006/relationships/notesMaster" Target="../notesMasters/notesMaster1.xml"/></Relationships>
</file>

<file path=ppt/notesSlides/_rels/notesSlide2662.xml.rels><?xml version="1.0" encoding="UTF-8" standalone="yes"?>
<Relationships xmlns="http://schemas.openxmlformats.org/package/2006/relationships"><Relationship Id="rId2" Type="http://schemas.openxmlformats.org/officeDocument/2006/relationships/slide" Target="../slides/slide2795.xml"/><Relationship Id="rId1" Type="http://schemas.openxmlformats.org/officeDocument/2006/relationships/notesMaster" Target="../notesMasters/notesMaster1.xml"/></Relationships>
</file>

<file path=ppt/notesSlides/_rels/notesSlide2663.xml.rels><?xml version="1.0" encoding="UTF-8" standalone="yes"?>
<Relationships xmlns="http://schemas.openxmlformats.org/package/2006/relationships"><Relationship Id="rId2" Type="http://schemas.openxmlformats.org/officeDocument/2006/relationships/slide" Target="../slides/slide2796.xml"/><Relationship Id="rId1" Type="http://schemas.openxmlformats.org/officeDocument/2006/relationships/notesMaster" Target="../notesMasters/notesMaster1.xml"/></Relationships>
</file>

<file path=ppt/notesSlides/_rels/notesSlide2664.xml.rels><?xml version="1.0" encoding="UTF-8" standalone="yes"?>
<Relationships xmlns="http://schemas.openxmlformats.org/package/2006/relationships"><Relationship Id="rId2" Type="http://schemas.openxmlformats.org/officeDocument/2006/relationships/slide" Target="../slides/slide2797.xml"/><Relationship Id="rId1" Type="http://schemas.openxmlformats.org/officeDocument/2006/relationships/notesMaster" Target="../notesMasters/notesMaster1.xml"/></Relationships>
</file>

<file path=ppt/notesSlides/_rels/notesSlide2665.xml.rels><?xml version="1.0" encoding="UTF-8" standalone="yes"?>
<Relationships xmlns="http://schemas.openxmlformats.org/package/2006/relationships"><Relationship Id="rId2" Type="http://schemas.openxmlformats.org/officeDocument/2006/relationships/slide" Target="../slides/slide2798.xml"/><Relationship Id="rId1" Type="http://schemas.openxmlformats.org/officeDocument/2006/relationships/notesMaster" Target="../notesMasters/notesMaster1.xml"/></Relationships>
</file>

<file path=ppt/notesSlides/_rels/notesSlide2666.xml.rels><?xml version="1.0" encoding="UTF-8" standalone="yes"?>
<Relationships xmlns="http://schemas.openxmlformats.org/package/2006/relationships"><Relationship Id="rId2" Type="http://schemas.openxmlformats.org/officeDocument/2006/relationships/slide" Target="../slides/slide2799.xml"/><Relationship Id="rId1" Type="http://schemas.openxmlformats.org/officeDocument/2006/relationships/notesMaster" Target="../notesMasters/notesMaster1.xml"/></Relationships>
</file>

<file path=ppt/notesSlides/_rels/notesSlide2667.xml.rels><?xml version="1.0" encoding="UTF-8" standalone="yes"?>
<Relationships xmlns="http://schemas.openxmlformats.org/package/2006/relationships"><Relationship Id="rId2" Type="http://schemas.openxmlformats.org/officeDocument/2006/relationships/slide" Target="../slides/slide2800.xml"/><Relationship Id="rId1" Type="http://schemas.openxmlformats.org/officeDocument/2006/relationships/notesMaster" Target="../notesMasters/notesMaster1.xml"/></Relationships>
</file>

<file path=ppt/notesSlides/_rels/notesSlide2668.xml.rels><?xml version="1.0" encoding="UTF-8" standalone="yes"?>
<Relationships xmlns="http://schemas.openxmlformats.org/package/2006/relationships"><Relationship Id="rId2" Type="http://schemas.openxmlformats.org/officeDocument/2006/relationships/slide" Target="../slides/slide2801.xml"/><Relationship Id="rId1" Type="http://schemas.openxmlformats.org/officeDocument/2006/relationships/notesMaster" Target="../notesMasters/notesMaster1.xml"/></Relationships>
</file>

<file path=ppt/notesSlides/_rels/notesSlide2669.xml.rels><?xml version="1.0" encoding="UTF-8" standalone="yes"?>
<Relationships xmlns="http://schemas.openxmlformats.org/package/2006/relationships"><Relationship Id="rId2" Type="http://schemas.openxmlformats.org/officeDocument/2006/relationships/slide" Target="../slides/slide2802.xml"/><Relationship Id="rId1" Type="http://schemas.openxmlformats.org/officeDocument/2006/relationships/notesMaster" Target="../notesMasters/notesMaster1.xml"/></Relationships>
</file>

<file path=ppt/notesSlides/_rels/notesSlide2670.xml.rels><?xml version="1.0" encoding="UTF-8" standalone="yes"?>
<Relationships xmlns="http://schemas.openxmlformats.org/package/2006/relationships"><Relationship Id="rId2" Type="http://schemas.openxmlformats.org/officeDocument/2006/relationships/slide" Target="../slides/slide2803.xml"/><Relationship Id="rId1" Type="http://schemas.openxmlformats.org/officeDocument/2006/relationships/notesMaster" Target="../notesMasters/notesMaster1.xml"/></Relationships>
</file>

<file path=ppt/notesSlides/_rels/notesSlide2671.xml.rels><?xml version="1.0" encoding="UTF-8" standalone="yes"?>
<Relationships xmlns="http://schemas.openxmlformats.org/package/2006/relationships"><Relationship Id="rId2" Type="http://schemas.openxmlformats.org/officeDocument/2006/relationships/slide" Target="../slides/slide2804.xml"/><Relationship Id="rId1" Type="http://schemas.openxmlformats.org/officeDocument/2006/relationships/notesMaster" Target="../notesMasters/notesMaster1.xml"/></Relationships>
</file>

<file path=ppt/notesSlides/_rels/notesSlide2672.xml.rels><?xml version="1.0" encoding="UTF-8" standalone="yes"?>
<Relationships xmlns="http://schemas.openxmlformats.org/package/2006/relationships"><Relationship Id="rId2" Type="http://schemas.openxmlformats.org/officeDocument/2006/relationships/slide" Target="../slides/slide2805.xml"/><Relationship Id="rId1" Type="http://schemas.openxmlformats.org/officeDocument/2006/relationships/notesMaster" Target="../notesMasters/notesMaster1.xml"/></Relationships>
</file>

<file path=ppt/notesSlides/_rels/notesSlide2673.xml.rels><?xml version="1.0" encoding="UTF-8" standalone="yes"?>
<Relationships xmlns="http://schemas.openxmlformats.org/package/2006/relationships"><Relationship Id="rId2" Type="http://schemas.openxmlformats.org/officeDocument/2006/relationships/slide" Target="../slides/slide2807.xml"/><Relationship Id="rId1" Type="http://schemas.openxmlformats.org/officeDocument/2006/relationships/notesMaster" Target="../notesMasters/notesMaster1.xml"/></Relationships>
</file>

<file path=ppt/notesSlides/_rels/notesSlide2674.xml.rels><?xml version="1.0" encoding="UTF-8" standalone="yes"?>
<Relationships xmlns="http://schemas.openxmlformats.org/package/2006/relationships"><Relationship Id="rId2" Type="http://schemas.openxmlformats.org/officeDocument/2006/relationships/slide" Target="../slides/slide2808.xml"/><Relationship Id="rId1" Type="http://schemas.openxmlformats.org/officeDocument/2006/relationships/notesMaster" Target="../notesMasters/notesMaster1.xml"/></Relationships>
</file>

<file path=ppt/notesSlides/_rels/notesSlide2675.xml.rels><?xml version="1.0" encoding="UTF-8" standalone="yes"?>
<Relationships xmlns="http://schemas.openxmlformats.org/package/2006/relationships"><Relationship Id="rId2" Type="http://schemas.openxmlformats.org/officeDocument/2006/relationships/slide" Target="../slides/slide2809.xml"/><Relationship Id="rId1" Type="http://schemas.openxmlformats.org/officeDocument/2006/relationships/notesMaster" Target="../notesMasters/notesMaster1.xml"/></Relationships>
</file>

<file path=ppt/notesSlides/_rels/notesSlide2676.xml.rels><?xml version="1.0" encoding="UTF-8" standalone="yes"?>
<Relationships xmlns="http://schemas.openxmlformats.org/package/2006/relationships"><Relationship Id="rId2" Type="http://schemas.openxmlformats.org/officeDocument/2006/relationships/slide" Target="../slides/slide2810.xml"/><Relationship Id="rId1" Type="http://schemas.openxmlformats.org/officeDocument/2006/relationships/notesMaster" Target="../notesMasters/notesMaster1.xml"/></Relationships>
</file>

<file path=ppt/notesSlides/_rels/notesSlide2677.xml.rels><?xml version="1.0" encoding="UTF-8" standalone="yes"?>
<Relationships xmlns="http://schemas.openxmlformats.org/package/2006/relationships"><Relationship Id="rId2" Type="http://schemas.openxmlformats.org/officeDocument/2006/relationships/slide" Target="../slides/slide2811.xml"/><Relationship Id="rId1" Type="http://schemas.openxmlformats.org/officeDocument/2006/relationships/notesMaster" Target="../notesMasters/notesMaster1.xml"/></Relationships>
</file>

<file path=ppt/notesSlides/_rels/notesSlide2678.xml.rels><?xml version="1.0" encoding="UTF-8" standalone="yes"?>
<Relationships xmlns="http://schemas.openxmlformats.org/package/2006/relationships"><Relationship Id="rId2" Type="http://schemas.openxmlformats.org/officeDocument/2006/relationships/slide" Target="../slides/slide2812.xml"/><Relationship Id="rId1" Type="http://schemas.openxmlformats.org/officeDocument/2006/relationships/notesMaster" Target="../notesMasters/notesMaster1.xml"/></Relationships>
</file>

<file path=ppt/notesSlides/_rels/notesSlide2679.xml.rels><?xml version="1.0" encoding="UTF-8" standalone="yes"?>
<Relationships xmlns="http://schemas.openxmlformats.org/package/2006/relationships"><Relationship Id="rId2" Type="http://schemas.openxmlformats.org/officeDocument/2006/relationships/slide" Target="../slides/slide2813.xml"/><Relationship Id="rId1" Type="http://schemas.openxmlformats.org/officeDocument/2006/relationships/notesMaster" Target="../notesMasters/notesMaster1.xml"/></Relationships>
</file>

<file path=ppt/notesSlides/_rels/notesSlide2680.xml.rels><?xml version="1.0" encoding="UTF-8" standalone="yes"?>
<Relationships xmlns="http://schemas.openxmlformats.org/package/2006/relationships"><Relationship Id="rId2" Type="http://schemas.openxmlformats.org/officeDocument/2006/relationships/slide" Target="../slides/slide2814.xml"/><Relationship Id="rId1" Type="http://schemas.openxmlformats.org/officeDocument/2006/relationships/notesMaster" Target="../notesMasters/notesMaster1.xml"/></Relationships>
</file>

<file path=ppt/notesSlides/_rels/notesSlide2681.xml.rels><?xml version="1.0" encoding="UTF-8" standalone="yes"?>
<Relationships xmlns="http://schemas.openxmlformats.org/package/2006/relationships"><Relationship Id="rId2" Type="http://schemas.openxmlformats.org/officeDocument/2006/relationships/slide" Target="../slides/slide2815.xml"/><Relationship Id="rId1" Type="http://schemas.openxmlformats.org/officeDocument/2006/relationships/notesMaster" Target="../notesMasters/notesMaster1.xml"/></Relationships>
</file>

<file path=ppt/notesSlides/_rels/notesSlide2682.xml.rels><?xml version="1.0" encoding="UTF-8" standalone="yes"?>
<Relationships xmlns="http://schemas.openxmlformats.org/package/2006/relationships"><Relationship Id="rId2" Type="http://schemas.openxmlformats.org/officeDocument/2006/relationships/slide" Target="../slides/slide2816.xml"/><Relationship Id="rId1" Type="http://schemas.openxmlformats.org/officeDocument/2006/relationships/notesMaster" Target="../notesMasters/notesMaster1.xml"/></Relationships>
</file>

<file path=ppt/notesSlides/_rels/notesSlide2683.xml.rels><?xml version="1.0" encoding="UTF-8" standalone="yes"?>
<Relationships xmlns="http://schemas.openxmlformats.org/package/2006/relationships"><Relationship Id="rId2" Type="http://schemas.openxmlformats.org/officeDocument/2006/relationships/slide" Target="../slides/slide2817.xml"/><Relationship Id="rId1" Type="http://schemas.openxmlformats.org/officeDocument/2006/relationships/notesMaster" Target="../notesMasters/notesMaster1.xml"/></Relationships>
</file>

<file path=ppt/notesSlides/_rels/notesSlide2684.xml.rels><?xml version="1.0" encoding="UTF-8" standalone="yes"?>
<Relationships xmlns="http://schemas.openxmlformats.org/package/2006/relationships"><Relationship Id="rId2" Type="http://schemas.openxmlformats.org/officeDocument/2006/relationships/slide" Target="../slides/slide2818.xml"/><Relationship Id="rId1" Type="http://schemas.openxmlformats.org/officeDocument/2006/relationships/notesMaster" Target="../notesMasters/notesMaster1.xml"/></Relationships>
</file>

<file path=ppt/notesSlides/_rels/notesSlide2685.xml.rels><?xml version="1.0" encoding="UTF-8" standalone="yes"?>
<Relationships xmlns="http://schemas.openxmlformats.org/package/2006/relationships"><Relationship Id="rId2" Type="http://schemas.openxmlformats.org/officeDocument/2006/relationships/slide" Target="../slides/slide2819.xml"/><Relationship Id="rId1" Type="http://schemas.openxmlformats.org/officeDocument/2006/relationships/notesMaster" Target="../notesMasters/notesMaster1.xml"/></Relationships>
</file>

<file path=ppt/notesSlides/_rels/notesSlide2686.xml.rels><?xml version="1.0" encoding="UTF-8" standalone="yes"?>
<Relationships xmlns="http://schemas.openxmlformats.org/package/2006/relationships"><Relationship Id="rId2" Type="http://schemas.openxmlformats.org/officeDocument/2006/relationships/slide" Target="../slides/slide2820.xml"/><Relationship Id="rId1" Type="http://schemas.openxmlformats.org/officeDocument/2006/relationships/notesMaster" Target="../notesMasters/notesMaster1.xml"/></Relationships>
</file>

<file path=ppt/notesSlides/_rels/notesSlide2687.xml.rels><?xml version="1.0" encoding="UTF-8" standalone="yes"?>
<Relationships xmlns="http://schemas.openxmlformats.org/package/2006/relationships"><Relationship Id="rId2" Type="http://schemas.openxmlformats.org/officeDocument/2006/relationships/slide" Target="../slides/slide2821.xml"/><Relationship Id="rId1" Type="http://schemas.openxmlformats.org/officeDocument/2006/relationships/notesMaster" Target="../notesMasters/notesMaster1.xml"/></Relationships>
</file>

<file path=ppt/notesSlides/_rels/notesSlide2688.xml.rels><?xml version="1.0" encoding="UTF-8" standalone="yes"?>
<Relationships xmlns="http://schemas.openxmlformats.org/package/2006/relationships"><Relationship Id="rId2" Type="http://schemas.openxmlformats.org/officeDocument/2006/relationships/slide" Target="../slides/slide2822.xml"/><Relationship Id="rId1" Type="http://schemas.openxmlformats.org/officeDocument/2006/relationships/notesMaster" Target="../notesMasters/notesMaster1.xml"/></Relationships>
</file>

<file path=ppt/notesSlides/_rels/notesSlide2689.xml.rels><?xml version="1.0" encoding="UTF-8" standalone="yes"?>
<Relationships xmlns="http://schemas.openxmlformats.org/package/2006/relationships"><Relationship Id="rId2" Type="http://schemas.openxmlformats.org/officeDocument/2006/relationships/slide" Target="../slides/slide2823.xml"/><Relationship Id="rId1" Type="http://schemas.openxmlformats.org/officeDocument/2006/relationships/notesMaster" Target="../notesMasters/notesMaster1.xml"/></Relationships>
</file>

<file path=ppt/notesSlides/_rels/notesSlide2690.xml.rels><?xml version="1.0" encoding="UTF-8" standalone="yes"?>
<Relationships xmlns="http://schemas.openxmlformats.org/package/2006/relationships"><Relationship Id="rId2" Type="http://schemas.openxmlformats.org/officeDocument/2006/relationships/slide" Target="../slides/slide2824.xml"/><Relationship Id="rId1" Type="http://schemas.openxmlformats.org/officeDocument/2006/relationships/notesMaster" Target="../notesMasters/notesMaster1.xml"/></Relationships>
</file>

<file path=ppt/notesSlides/_rels/notesSlide2691.xml.rels><?xml version="1.0" encoding="UTF-8" standalone="yes"?>
<Relationships xmlns="http://schemas.openxmlformats.org/package/2006/relationships"><Relationship Id="rId2" Type="http://schemas.openxmlformats.org/officeDocument/2006/relationships/slide" Target="../slides/slide2825.xml"/><Relationship Id="rId1" Type="http://schemas.openxmlformats.org/officeDocument/2006/relationships/notesMaster" Target="../notesMasters/notesMaster1.xml"/></Relationships>
</file>

<file path=ppt/notesSlides/_rels/notesSlide2692.xml.rels><?xml version="1.0" encoding="UTF-8" standalone="yes"?>
<Relationships xmlns="http://schemas.openxmlformats.org/package/2006/relationships"><Relationship Id="rId2" Type="http://schemas.openxmlformats.org/officeDocument/2006/relationships/slide" Target="../slides/slide2826.xml"/><Relationship Id="rId1" Type="http://schemas.openxmlformats.org/officeDocument/2006/relationships/notesMaster" Target="../notesMasters/notesMaster1.xml"/></Relationships>
</file>

<file path=ppt/notesSlides/_rels/notesSlide2693.xml.rels><?xml version="1.0" encoding="UTF-8" standalone="yes"?>
<Relationships xmlns="http://schemas.openxmlformats.org/package/2006/relationships"><Relationship Id="rId2" Type="http://schemas.openxmlformats.org/officeDocument/2006/relationships/slide" Target="../slides/slide2827.xml"/><Relationship Id="rId1" Type="http://schemas.openxmlformats.org/officeDocument/2006/relationships/notesMaster" Target="../notesMasters/notesMaster1.xml"/></Relationships>
</file>

<file path=ppt/notesSlides/_rels/notesSlide2694.xml.rels><?xml version="1.0" encoding="UTF-8" standalone="yes"?>
<Relationships xmlns="http://schemas.openxmlformats.org/package/2006/relationships"><Relationship Id="rId2" Type="http://schemas.openxmlformats.org/officeDocument/2006/relationships/slide" Target="../slides/slide2828.xml"/><Relationship Id="rId1" Type="http://schemas.openxmlformats.org/officeDocument/2006/relationships/notesMaster" Target="../notesMasters/notesMaster1.xml"/></Relationships>
</file>

<file path=ppt/notesSlides/_rels/notesSlide2695.xml.rels><?xml version="1.0" encoding="UTF-8" standalone="yes"?>
<Relationships xmlns="http://schemas.openxmlformats.org/package/2006/relationships"><Relationship Id="rId2" Type="http://schemas.openxmlformats.org/officeDocument/2006/relationships/slide" Target="../slides/slide2829.xml"/><Relationship Id="rId1" Type="http://schemas.openxmlformats.org/officeDocument/2006/relationships/notesMaster" Target="../notesMasters/notesMaster1.xml"/></Relationships>
</file>

<file path=ppt/notesSlides/_rels/notesSlide2696.xml.rels><?xml version="1.0" encoding="UTF-8" standalone="yes"?>
<Relationships xmlns="http://schemas.openxmlformats.org/package/2006/relationships"><Relationship Id="rId2" Type="http://schemas.openxmlformats.org/officeDocument/2006/relationships/slide" Target="../slides/slide2830.xml"/><Relationship Id="rId1" Type="http://schemas.openxmlformats.org/officeDocument/2006/relationships/notesMaster" Target="../notesMasters/notesMaster1.xml"/></Relationships>
</file>

<file path=ppt/notesSlides/_rels/notesSlide2697.xml.rels><?xml version="1.0" encoding="UTF-8" standalone="yes"?>
<Relationships xmlns="http://schemas.openxmlformats.org/package/2006/relationships"><Relationship Id="rId2" Type="http://schemas.openxmlformats.org/officeDocument/2006/relationships/slide" Target="../slides/slide2831.xml"/><Relationship Id="rId1" Type="http://schemas.openxmlformats.org/officeDocument/2006/relationships/notesMaster" Target="../notesMasters/notesMaster1.xml"/></Relationships>
</file>

<file path=ppt/notesSlides/_rels/notesSlide2698.xml.rels><?xml version="1.0" encoding="UTF-8" standalone="yes"?>
<Relationships xmlns="http://schemas.openxmlformats.org/package/2006/relationships"><Relationship Id="rId2" Type="http://schemas.openxmlformats.org/officeDocument/2006/relationships/slide" Target="../slides/slide2832.xml"/><Relationship Id="rId1" Type="http://schemas.openxmlformats.org/officeDocument/2006/relationships/notesMaster" Target="../notesMasters/notesMaster1.xml"/></Relationships>
</file>

<file path=ppt/notesSlides/_rels/notesSlide2699.xml.rels><?xml version="1.0" encoding="UTF-8" standalone="yes"?>
<Relationships xmlns="http://schemas.openxmlformats.org/package/2006/relationships"><Relationship Id="rId2" Type="http://schemas.openxmlformats.org/officeDocument/2006/relationships/slide" Target="../slides/slide2833.xml"/><Relationship Id="rId1" Type="http://schemas.openxmlformats.org/officeDocument/2006/relationships/notesMaster" Target="../notesMasters/notesMaster1.xml"/></Relationships>
</file>

<file path=ppt/notesSlides/_rels/notesSlide2700.xml.rels><?xml version="1.0" encoding="UTF-8" standalone="yes"?>
<Relationships xmlns="http://schemas.openxmlformats.org/package/2006/relationships"><Relationship Id="rId2" Type="http://schemas.openxmlformats.org/officeDocument/2006/relationships/slide" Target="../slides/slide2834.xml"/><Relationship Id="rId1" Type="http://schemas.openxmlformats.org/officeDocument/2006/relationships/notesMaster" Target="../notesMasters/notesMaster1.xml"/></Relationships>
</file>

<file path=ppt/notesSlides/_rels/notesSlide2701.xml.rels><?xml version="1.0" encoding="UTF-8" standalone="yes"?>
<Relationships xmlns="http://schemas.openxmlformats.org/package/2006/relationships"><Relationship Id="rId2" Type="http://schemas.openxmlformats.org/officeDocument/2006/relationships/slide" Target="../slides/slide2835.xml"/><Relationship Id="rId1" Type="http://schemas.openxmlformats.org/officeDocument/2006/relationships/notesMaster" Target="../notesMasters/notesMaster1.xml"/></Relationships>
</file>

<file path=ppt/notesSlides/_rels/notesSlide2702.xml.rels><?xml version="1.0" encoding="UTF-8" standalone="yes"?>
<Relationships xmlns="http://schemas.openxmlformats.org/package/2006/relationships"><Relationship Id="rId2" Type="http://schemas.openxmlformats.org/officeDocument/2006/relationships/slide" Target="../slides/slide2836.xml"/><Relationship Id="rId1" Type="http://schemas.openxmlformats.org/officeDocument/2006/relationships/notesMaster" Target="../notesMasters/notesMaster1.xml"/></Relationships>
</file>

<file path=ppt/notesSlides/_rels/notesSlide2703.xml.rels><?xml version="1.0" encoding="UTF-8" standalone="yes"?>
<Relationships xmlns="http://schemas.openxmlformats.org/package/2006/relationships"><Relationship Id="rId2" Type="http://schemas.openxmlformats.org/officeDocument/2006/relationships/slide" Target="../slides/slide2837.xml"/><Relationship Id="rId1" Type="http://schemas.openxmlformats.org/officeDocument/2006/relationships/notesMaster" Target="../notesMasters/notesMaster1.xml"/></Relationships>
</file>

<file path=ppt/notesSlides/_rels/notesSlide2704.xml.rels><?xml version="1.0" encoding="UTF-8" standalone="yes"?>
<Relationships xmlns="http://schemas.openxmlformats.org/package/2006/relationships"><Relationship Id="rId2" Type="http://schemas.openxmlformats.org/officeDocument/2006/relationships/slide" Target="../slides/slide2838.xml"/><Relationship Id="rId1" Type="http://schemas.openxmlformats.org/officeDocument/2006/relationships/notesMaster" Target="../notesMasters/notesMaster1.xml"/></Relationships>
</file>

<file path=ppt/notesSlides/_rels/notesSlide2705.xml.rels><?xml version="1.0" encoding="UTF-8" standalone="yes"?>
<Relationships xmlns="http://schemas.openxmlformats.org/package/2006/relationships"><Relationship Id="rId2" Type="http://schemas.openxmlformats.org/officeDocument/2006/relationships/slide" Target="../slides/slide2839.xml"/><Relationship Id="rId1" Type="http://schemas.openxmlformats.org/officeDocument/2006/relationships/notesMaster" Target="../notesMasters/notesMaster1.xml"/></Relationships>
</file>

<file path=ppt/notesSlides/_rels/notesSlide2706.xml.rels><?xml version="1.0" encoding="UTF-8" standalone="yes"?>
<Relationships xmlns="http://schemas.openxmlformats.org/package/2006/relationships"><Relationship Id="rId2" Type="http://schemas.openxmlformats.org/officeDocument/2006/relationships/slide" Target="../slides/slide2840.xml"/><Relationship Id="rId1" Type="http://schemas.openxmlformats.org/officeDocument/2006/relationships/notesMaster" Target="../notesMasters/notesMaster1.xml"/></Relationships>
</file>

<file path=ppt/notesSlides/_rels/notesSlide2707.xml.rels><?xml version="1.0" encoding="UTF-8" standalone="yes"?>
<Relationships xmlns="http://schemas.openxmlformats.org/package/2006/relationships"><Relationship Id="rId2" Type="http://schemas.openxmlformats.org/officeDocument/2006/relationships/slide" Target="../slides/slide2841.xml"/><Relationship Id="rId1" Type="http://schemas.openxmlformats.org/officeDocument/2006/relationships/notesMaster" Target="../notesMasters/notesMaster1.xml"/></Relationships>
</file>

<file path=ppt/notesSlides/_rels/notesSlide2708.xml.rels><?xml version="1.0" encoding="UTF-8" standalone="yes"?>
<Relationships xmlns="http://schemas.openxmlformats.org/package/2006/relationships"><Relationship Id="rId2" Type="http://schemas.openxmlformats.org/officeDocument/2006/relationships/slide" Target="../slides/slide2842.xml"/><Relationship Id="rId1" Type="http://schemas.openxmlformats.org/officeDocument/2006/relationships/notesMaster" Target="../notesMasters/notesMaster1.xml"/></Relationships>
</file>

<file path=ppt/notesSlides/_rels/notesSlide2709.xml.rels><?xml version="1.0" encoding="UTF-8" standalone="yes"?>
<Relationships xmlns="http://schemas.openxmlformats.org/package/2006/relationships"><Relationship Id="rId2" Type="http://schemas.openxmlformats.org/officeDocument/2006/relationships/slide" Target="../slides/slide2843.xml"/><Relationship Id="rId1" Type="http://schemas.openxmlformats.org/officeDocument/2006/relationships/notesMaster" Target="../notesMasters/notesMaster1.xml"/></Relationships>
</file>

<file path=ppt/notesSlides/_rels/notesSlide2710.xml.rels><?xml version="1.0" encoding="UTF-8" standalone="yes"?>
<Relationships xmlns="http://schemas.openxmlformats.org/package/2006/relationships"><Relationship Id="rId2" Type="http://schemas.openxmlformats.org/officeDocument/2006/relationships/slide" Target="../slides/slide2844.xml"/><Relationship Id="rId1" Type="http://schemas.openxmlformats.org/officeDocument/2006/relationships/notesMaster" Target="../notesMasters/notesMaster1.xml"/></Relationships>
</file>

<file path=ppt/notesSlides/_rels/notesSlide2711.xml.rels><?xml version="1.0" encoding="UTF-8" standalone="yes"?>
<Relationships xmlns="http://schemas.openxmlformats.org/package/2006/relationships"><Relationship Id="rId2" Type="http://schemas.openxmlformats.org/officeDocument/2006/relationships/slide" Target="../slides/slide2845.xml"/><Relationship Id="rId1" Type="http://schemas.openxmlformats.org/officeDocument/2006/relationships/notesMaster" Target="../notesMasters/notesMaster1.xml"/></Relationships>
</file>

<file path=ppt/notesSlides/_rels/notesSlide2712.xml.rels><?xml version="1.0" encoding="UTF-8" standalone="yes"?>
<Relationships xmlns="http://schemas.openxmlformats.org/package/2006/relationships"><Relationship Id="rId2" Type="http://schemas.openxmlformats.org/officeDocument/2006/relationships/slide" Target="../slides/slide2846.xml"/><Relationship Id="rId1" Type="http://schemas.openxmlformats.org/officeDocument/2006/relationships/notesMaster" Target="../notesMasters/notesMaster1.xml"/></Relationships>
</file>

<file path=ppt/notesSlides/_rels/notesSlide2713.xml.rels><?xml version="1.0" encoding="UTF-8" standalone="yes"?>
<Relationships xmlns="http://schemas.openxmlformats.org/package/2006/relationships"><Relationship Id="rId2" Type="http://schemas.openxmlformats.org/officeDocument/2006/relationships/slide" Target="../slides/slide2847.xml"/><Relationship Id="rId1" Type="http://schemas.openxmlformats.org/officeDocument/2006/relationships/notesMaster" Target="../notesMasters/notesMaster1.xml"/></Relationships>
</file>

<file path=ppt/notesSlides/_rels/notesSlide2714.xml.rels><?xml version="1.0" encoding="UTF-8" standalone="yes"?>
<Relationships xmlns="http://schemas.openxmlformats.org/package/2006/relationships"><Relationship Id="rId2" Type="http://schemas.openxmlformats.org/officeDocument/2006/relationships/slide" Target="../slides/slide2848.xml"/><Relationship Id="rId1" Type="http://schemas.openxmlformats.org/officeDocument/2006/relationships/notesMaster" Target="../notesMasters/notesMaster1.xml"/></Relationships>
</file>

<file path=ppt/notesSlides/_rels/notesSlide2715.xml.rels><?xml version="1.0" encoding="UTF-8" standalone="yes"?>
<Relationships xmlns="http://schemas.openxmlformats.org/package/2006/relationships"><Relationship Id="rId2" Type="http://schemas.openxmlformats.org/officeDocument/2006/relationships/slide" Target="../slides/slide2849.xml"/><Relationship Id="rId1" Type="http://schemas.openxmlformats.org/officeDocument/2006/relationships/notesMaster" Target="../notesMasters/notesMaster1.xml"/></Relationships>
</file>

<file path=ppt/notesSlides/_rels/notesSlide2716.xml.rels><?xml version="1.0" encoding="UTF-8" standalone="yes"?>
<Relationships xmlns="http://schemas.openxmlformats.org/package/2006/relationships"><Relationship Id="rId2" Type="http://schemas.openxmlformats.org/officeDocument/2006/relationships/slide" Target="../slides/slide2850.xml"/><Relationship Id="rId1" Type="http://schemas.openxmlformats.org/officeDocument/2006/relationships/notesMaster" Target="../notesMasters/notesMaster1.xml"/></Relationships>
</file>

<file path=ppt/notesSlides/_rels/notesSlide2717.xml.rels><?xml version="1.0" encoding="UTF-8" standalone="yes"?>
<Relationships xmlns="http://schemas.openxmlformats.org/package/2006/relationships"><Relationship Id="rId2" Type="http://schemas.openxmlformats.org/officeDocument/2006/relationships/slide" Target="../slides/slide2851.xml"/><Relationship Id="rId1" Type="http://schemas.openxmlformats.org/officeDocument/2006/relationships/notesMaster" Target="../notesMasters/notesMaster1.xml"/></Relationships>
</file>

<file path=ppt/notesSlides/_rels/notesSlide2718.xml.rels><?xml version="1.0" encoding="UTF-8" standalone="yes"?>
<Relationships xmlns="http://schemas.openxmlformats.org/package/2006/relationships"><Relationship Id="rId2" Type="http://schemas.openxmlformats.org/officeDocument/2006/relationships/slide" Target="../slides/slide2852.xml"/><Relationship Id="rId1" Type="http://schemas.openxmlformats.org/officeDocument/2006/relationships/notesMaster" Target="../notesMasters/notesMaster1.xml"/></Relationships>
</file>

<file path=ppt/notesSlides/_rels/notesSlide2719.xml.rels><?xml version="1.0" encoding="UTF-8" standalone="yes"?>
<Relationships xmlns="http://schemas.openxmlformats.org/package/2006/relationships"><Relationship Id="rId2" Type="http://schemas.openxmlformats.org/officeDocument/2006/relationships/slide" Target="../slides/slide2853.xml"/><Relationship Id="rId1" Type="http://schemas.openxmlformats.org/officeDocument/2006/relationships/notesMaster" Target="../notesMasters/notesMaster1.xml"/></Relationships>
</file>

<file path=ppt/notesSlides/_rels/notesSlide2720.xml.rels><?xml version="1.0" encoding="UTF-8" standalone="yes"?>
<Relationships xmlns="http://schemas.openxmlformats.org/package/2006/relationships"><Relationship Id="rId2" Type="http://schemas.openxmlformats.org/officeDocument/2006/relationships/slide" Target="../slides/slide2854.xml"/><Relationship Id="rId1" Type="http://schemas.openxmlformats.org/officeDocument/2006/relationships/notesMaster" Target="../notesMasters/notesMaster1.xml"/></Relationships>
</file>

<file path=ppt/notesSlides/_rels/notesSlide2721.xml.rels><?xml version="1.0" encoding="UTF-8" standalone="yes"?>
<Relationships xmlns="http://schemas.openxmlformats.org/package/2006/relationships"><Relationship Id="rId2" Type="http://schemas.openxmlformats.org/officeDocument/2006/relationships/slide" Target="../slides/slide2855.xml"/><Relationship Id="rId1" Type="http://schemas.openxmlformats.org/officeDocument/2006/relationships/notesMaster" Target="../notesMasters/notesMaster1.xml"/></Relationships>
</file>

<file path=ppt/notesSlides/_rels/notesSlide2722.xml.rels><?xml version="1.0" encoding="UTF-8" standalone="yes"?>
<Relationships xmlns="http://schemas.openxmlformats.org/package/2006/relationships"><Relationship Id="rId2" Type="http://schemas.openxmlformats.org/officeDocument/2006/relationships/slide" Target="../slides/slide2856.xml"/><Relationship Id="rId1" Type="http://schemas.openxmlformats.org/officeDocument/2006/relationships/notesMaster" Target="../notesMasters/notesMaster1.xml"/></Relationships>
</file>

<file path=ppt/notesSlides/_rels/notesSlide2723.xml.rels><?xml version="1.0" encoding="UTF-8" standalone="yes"?>
<Relationships xmlns="http://schemas.openxmlformats.org/package/2006/relationships"><Relationship Id="rId2" Type="http://schemas.openxmlformats.org/officeDocument/2006/relationships/slide" Target="../slides/slide2857.xml"/><Relationship Id="rId1" Type="http://schemas.openxmlformats.org/officeDocument/2006/relationships/notesMaster" Target="../notesMasters/notesMaster1.xml"/></Relationships>
</file>

<file path=ppt/notesSlides/_rels/notesSlide2724.xml.rels><?xml version="1.0" encoding="UTF-8" standalone="yes"?>
<Relationships xmlns="http://schemas.openxmlformats.org/package/2006/relationships"><Relationship Id="rId2" Type="http://schemas.openxmlformats.org/officeDocument/2006/relationships/slide" Target="../slides/slide2858.xml"/><Relationship Id="rId1" Type="http://schemas.openxmlformats.org/officeDocument/2006/relationships/notesMaster" Target="../notesMasters/notesMaster1.xml"/></Relationships>
</file>

<file path=ppt/notesSlides/_rels/notesSlide2725.xml.rels><?xml version="1.0" encoding="UTF-8" standalone="yes"?>
<Relationships xmlns="http://schemas.openxmlformats.org/package/2006/relationships"><Relationship Id="rId2" Type="http://schemas.openxmlformats.org/officeDocument/2006/relationships/slide" Target="../slides/slide2859.xml"/><Relationship Id="rId1" Type="http://schemas.openxmlformats.org/officeDocument/2006/relationships/notesMaster" Target="../notesMasters/notesMaster1.xml"/></Relationships>
</file>

<file path=ppt/notesSlides/_rels/notesSlide2726.xml.rels><?xml version="1.0" encoding="UTF-8" standalone="yes"?>
<Relationships xmlns="http://schemas.openxmlformats.org/package/2006/relationships"><Relationship Id="rId2" Type="http://schemas.openxmlformats.org/officeDocument/2006/relationships/slide" Target="../slides/slide2860.xml"/><Relationship Id="rId1" Type="http://schemas.openxmlformats.org/officeDocument/2006/relationships/notesMaster" Target="../notesMasters/notesMaster1.xml"/></Relationships>
</file>

<file path=ppt/notesSlides/_rels/notesSlide2727.xml.rels><?xml version="1.0" encoding="UTF-8" standalone="yes"?>
<Relationships xmlns="http://schemas.openxmlformats.org/package/2006/relationships"><Relationship Id="rId2" Type="http://schemas.openxmlformats.org/officeDocument/2006/relationships/slide" Target="../slides/slide2861.xml"/><Relationship Id="rId1" Type="http://schemas.openxmlformats.org/officeDocument/2006/relationships/notesMaster" Target="../notesMasters/notesMaster1.xml"/></Relationships>
</file>

<file path=ppt/notesSlides/_rels/notesSlide2728.xml.rels><?xml version="1.0" encoding="UTF-8" standalone="yes"?>
<Relationships xmlns="http://schemas.openxmlformats.org/package/2006/relationships"><Relationship Id="rId2" Type="http://schemas.openxmlformats.org/officeDocument/2006/relationships/slide" Target="../slides/slide2862.xml"/><Relationship Id="rId1" Type="http://schemas.openxmlformats.org/officeDocument/2006/relationships/notesMaster" Target="../notesMasters/notesMaster1.xml"/></Relationships>
</file>

<file path=ppt/notesSlides/_rels/notesSlide2729.xml.rels><?xml version="1.0" encoding="UTF-8" standalone="yes"?>
<Relationships xmlns="http://schemas.openxmlformats.org/package/2006/relationships"><Relationship Id="rId2" Type="http://schemas.openxmlformats.org/officeDocument/2006/relationships/slide" Target="../slides/slide2863.xml"/><Relationship Id="rId1" Type="http://schemas.openxmlformats.org/officeDocument/2006/relationships/notesMaster" Target="../notesMasters/notesMaster1.xml"/></Relationships>
</file>

<file path=ppt/notesSlides/_rels/notesSlide2730.xml.rels><?xml version="1.0" encoding="UTF-8" standalone="yes"?>
<Relationships xmlns="http://schemas.openxmlformats.org/package/2006/relationships"><Relationship Id="rId2" Type="http://schemas.openxmlformats.org/officeDocument/2006/relationships/slide" Target="../slides/slide2864.xml"/><Relationship Id="rId1" Type="http://schemas.openxmlformats.org/officeDocument/2006/relationships/notesMaster" Target="../notesMasters/notesMaster1.xml"/></Relationships>
</file>

<file path=ppt/notesSlides/_rels/notesSlide2731.xml.rels><?xml version="1.0" encoding="UTF-8" standalone="yes"?>
<Relationships xmlns="http://schemas.openxmlformats.org/package/2006/relationships"><Relationship Id="rId2" Type="http://schemas.openxmlformats.org/officeDocument/2006/relationships/slide" Target="../slides/slide2865.xml"/><Relationship Id="rId1" Type="http://schemas.openxmlformats.org/officeDocument/2006/relationships/notesMaster" Target="../notesMasters/notesMaster1.xml"/></Relationships>
</file>

<file path=ppt/notesSlides/_rels/notesSlide2732.xml.rels><?xml version="1.0" encoding="UTF-8" standalone="yes"?>
<Relationships xmlns="http://schemas.openxmlformats.org/package/2006/relationships"><Relationship Id="rId2" Type="http://schemas.openxmlformats.org/officeDocument/2006/relationships/slide" Target="../slides/slide2866.xml"/><Relationship Id="rId1" Type="http://schemas.openxmlformats.org/officeDocument/2006/relationships/notesMaster" Target="../notesMasters/notesMaster1.xml"/></Relationships>
</file>

<file path=ppt/notesSlides/_rels/notesSlide2733.xml.rels><?xml version="1.0" encoding="UTF-8" standalone="yes"?>
<Relationships xmlns="http://schemas.openxmlformats.org/package/2006/relationships"><Relationship Id="rId2" Type="http://schemas.openxmlformats.org/officeDocument/2006/relationships/slide" Target="../slides/slide2867.xml"/><Relationship Id="rId1" Type="http://schemas.openxmlformats.org/officeDocument/2006/relationships/notesMaster" Target="../notesMasters/notesMaster1.xml"/></Relationships>
</file>

<file path=ppt/notesSlides/_rels/notesSlide2734.xml.rels><?xml version="1.0" encoding="UTF-8" standalone="yes"?>
<Relationships xmlns="http://schemas.openxmlformats.org/package/2006/relationships"><Relationship Id="rId2" Type="http://schemas.openxmlformats.org/officeDocument/2006/relationships/slide" Target="../slides/slide2868.xml"/><Relationship Id="rId1" Type="http://schemas.openxmlformats.org/officeDocument/2006/relationships/notesMaster" Target="../notesMasters/notesMaster1.xml"/></Relationships>
</file>

<file path=ppt/notesSlides/_rels/notesSlide2735.xml.rels><?xml version="1.0" encoding="UTF-8" standalone="yes"?>
<Relationships xmlns="http://schemas.openxmlformats.org/package/2006/relationships"><Relationship Id="rId2" Type="http://schemas.openxmlformats.org/officeDocument/2006/relationships/slide" Target="../slides/slide2869.xml"/><Relationship Id="rId1" Type="http://schemas.openxmlformats.org/officeDocument/2006/relationships/notesMaster" Target="../notesMasters/notesMaster1.xml"/></Relationships>
</file>

<file path=ppt/notesSlides/_rels/notesSlide2736.xml.rels><?xml version="1.0" encoding="UTF-8" standalone="yes"?>
<Relationships xmlns="http://schemas.openxmlformats.org/package/2006/relationships"><Relationship Id="rId2" Type="http://schemas.openxmlformats.org/officeDocument/2006/relationships/slide" Target="../slides/slide2870.xml"/><Relationship Id="rId1" Type="http://schemas.openxmlformats.org/officeDocument/2006/relationships/notesMaster" Target="../notesMasters/notesMaster1.xml"/></Relationships>
</file>

<file path=ppt/notesSlides/_rels/notesSlide2737.xml.rels><?xml version="1.0" encoding="UTF-8" standalone="yes"?>
<Relationships xmlns="http://schemas.openxmlformats.org/package/2006/relationships"><Relationship Id="rId2" Type="http://schemas.openxmlformats.org/officeDocument/2006/relationships/slide" Target="../slides/slide2871.xml"/><Relationship Id="rId1" Type="http://schemas.openxmlformats.org/officeDocument/2006/relationships/notesMaster" Target="../notesMasters/notesMaster1.xml"/></Relationships>
</file>

<file path=ppt/notesSlides/_rels/notesSlide2738.xml.rels><?xml version="1.0" encoding="UTF-8" standalone="yes"?>
<Relationships xmlns="http://schemas.openxmlformats.org/package/2006/relationships"><Relationship Id="rId2" Type="http://schemas.openxmlformats.org/officeDocument/2006/relationships/slide" Target="../slides/slide2872.xml"/><Relationship Id="rId1" Type="http://schemas.openxmlformats.org/officeDocument/2006/relationships/notesMaster" Target="../notesMasters/notesMaster1.xml"/></Relationships>
</file>

<file path=ppt/notesSlides/_rels/notesSlide2739.xml.rels><?xml version="1.0" encoding="UTF-8" standalone="yes"?>
<Relationships xmlns="http://schemas.openxmlformats.org/package/2006/relationships"><Relationship Id="rId2" Type="http://schemas.openxmlformats.org/officeDocument/2006/relationships/slide" Target="../slides/slide2873.xml"/><Relationship Id="rId1" Type="http://schemas.openxmlformats.org/officeDocument/2006/relationships/notesMaster" Target="../notesMasters/notesMaster1.xml"/></Relationships>
</file>

<file path=ppt/notesSlides/_rels/notesSlide2740.xml.rels><?xml version="1.0" encoding="UTF-8" standalone="yes"?>
<Relationships xmlns="http://schemas.openxmlformats.org/package/2006/relationships"><Relationship Id="rId2" Type="http://schemas.openxmlformats.org/officeDocument/2006/relationships/slide" Target="../slides/slide2874.xml"/><Relationship Id="rId1" Type="http://schemas.openxmlformats.org/officeDocument/2006/relationships/notesMaster" Target="../notesMasters/notesMaster1.xml"/></Relationships>
</file>

<file path=ppt/notesSlides/_rels/notesSlide2741.xml.rels><?xml version="1.0" encoding="UTF-8" standalone="yes"?>
<Relationships xmlns="http://schemas.openxmlformats.org/package/2006/relationships"><Relationship Id="rId2" Type="http://schemas.openxmlformats.org/officeDocument/2006/relationships/slide" Target="../slides/slide2875.xml"/><Relationship Id="rId1" Type="http://schemas.openxmlformats.org/officeDocument/2006/relationships/notesMaster" Target="../notesMasters/notesMaster1.xml"/></Relationships>
</file>

<file path=ppt/notesSlides/_rels/notesSlide2742.xml.rels><?xml version="1.0" encoding="UTF-8" standalone="yes"?>
<Relationships xmlns="http://schemas.openxmlformats.org/package/2006/relationships"><Relationship Id="rId2" Type="http://schemas.openxmlformats.org/officeDocument/2006/relationships/slide" Target="../slides/slide2876.xml"/><Relationship Id="rId1" Type="http://schemas.openxmlformats.org/officeDocument/2006/relationships/notesMaster" Target="../notesMasters/notesMaster1.xml"/></Relationships>
</file>

<file path=ppt/notesSlides/_rels/notesSlide2743.xml.rels><?xml version="1.0" encoding="UTF-8" standalone="yes"?>
<Relationships xmlns="http://schemas.openxmlformats.org/package/2006/relationships"><Relationship Id="rId2" Type="http://schemas.openxmlformats.org/officeDocument/2006/relationships/slide" Target="../slides/slide2877.xml"/><Relationship Id="rId1" Type="http://schemas.openxmlformats.org/officeDocument/2006/relationships/notesMaster" Target="../notesMasters/notesMaster1.xml"/></Relationships>
</file>

<file path=ppt/notesSlides/_rels/notesSlide2744.xml.rels><?xml version="1.0" encoding="UTF-8" standalone="yes"?>
<Relationships xmlns="http://schemas.openxmlformats.org/package/2006/relationships"><Relationship Id="rId2" Type="http://schemas.openxmlformats.org/officeDocument/2006/relationships/slide" Target="../slides/slide2878.xml"/><Relationship Id="rId1" Type="http://schemas.openxmlformats.org/officeDocument/2006/relationships/notesMaster" Target="../notesMasters/notesMaster1.xml"/></Relationships>
</file>

<file path=ppt/notesSlides/_rels/notesSlide2745.xml.rels><?xml version="1.0" encoding="UTF-8" standalone="yes"?>
<Relationships xmlns="http://schemas.openxmlformats.org/package/2006/relationships"><Relationship Id="rId2" Type="http://schemas.openxmlformats.org/officeDocument/2006/relationships/slide" Target="../slides/slide2879.xml"/><Relationship Id="rId1" Type="http://schemas.openxmlformats.org/officeDocument/2006/relationships/notesMaster" Target="../notesMasters/notesMaster1.xml"/></Relationships>
</file>

<file path=ppt/notesSlides/_rels/notesSlide2746.xml.rels><?xml version="1.0" encoding="UTF-8" standalone="yes"?>
<Relationships xmlns="http://schemas.openxmlformats.org/package/2006/relationships"><Relationship Id="rId2" Type="http://schemas.openxmlformats.org/officeDocument/2006/relationships/slide" Target="../slides/slide2880.xml"/><Relationship Id="rId1" Type="http://schemas.openxmlformats.org/officeDocument/2006/relationships/notesMaster" Target="../notesMasters/notesMaster1.xml"/></Relationships>
</file>

<file path=ppt/notesSlides/_rels/notesSlide2747.xml.rels><?xml version="1.0" encoding="UTF-8" standalone="yes"?>
<Relationships xmlns="http://schemas.openxmlformats.org/package/2006/relationships"><Relationship Id="rId2" Type="http://schemas.openxmlformats.org/officeDocument/2006/relationships/slide" Target="../slides/slide2881.xml"/><Relationship Id="rId1" Type="http://schemas.openxmlformats.org/officeDocument/2006/relationships/notesMaster" Target="../notesMasters/notesMaster1.xml"/></Relationships>
</file>

<file path=ppt/notesSlides/_rels/notesSlide2748.xml.rels><?xml version="1.0" encoding="UTF-8" standalone="yes"?>
<Relationships xmlns="http://schemas.openxmlformats.org/package/2006/relationships"><Relationship Id="rId2" Type="http://schemas.openxmlformats.org/officeDocument/2006/relationships/slide" Target="../slides/slide2882.xml"/><Relationship Id="rId1" Type="http://schemas.openxmlformats.org/officeDocument/2006/relationships/notesMaster" Target="../notesMasters/notesMaster1.xml"/></Relationships>
</file>

<file path=ppt/notesSlides/_rels/notesSlide2749.xml.rels><?xml version="1.0" encoding="UTF-8" standalone="yes"?>
<Relationships xmlns="http://schemas.openxmlformats.org/package/2006/relationships"><Relationship Id="rId2" Type="http://schemas.openxmlformats.org/officeDocument/2006/relationships/slide" Target="../slides/slide2883.xml"/><Relationship Id="rId1" Type="http://schemas.openxmlformats.org/officeDocument/2006/relationships/notesMaster" Target="../notesMasters/notesMaster1.xml"/></Relationships>
</file>

<file path=ppt/notesSlides/_rels/notesSlide2750.xml.rels><?xml version="1.0" encoding="UTF-8" standalone="yes"?>
<Relationships xmlns="http://schemas.openxmlformats.org/package/2006/relationships"><Relationship Id="rId2" Type="http://schemas.openxmlformats.org/officeDocument/2006/relationships/slide" Target="../slides/slide2884.xml"/><Relationship Id="rId1" Type="http://schemas.openxmlformats.org/officeDocument/2006/relationships/notesMaster" Target="../notesMasters/notesMaster1.xml"/></Relationships>
</file>

<file path=ppt/notesSlides/_rels/notesSlide2751.xml.rels><?xml version="1.0" encoding="UTF-8" standalone="yes"?>
<Relationships xmlns="http://schemas.openxmlformats.org/package/2006/relationships"><Relationship Id="rId2" Type="http://schemas.openxmlformats.org/officeDocument/2006/relationships/slide" Target="../slides/slide2885.xml"/><Relationship Id="rId1" Type="http://schemas.openxmlformats.org/officeDocument/2006/relationships/notesMaster" Target="../notesMasters/notesMaster1.xml"/></Relationships>
</file>

<file path=ppt/notesSlides/_rels/notesSlide2752.xml.rels><?xml version="1.0" encoding="UTF-8" standalone="yes"?>
<Relationships xmlns="http://schemas.openxmlformats.org/package/2006/relationships"><Relationship Id="rId2" Type="http://schemas.openxmlformats.org/officeDocument/2006/relationships/slide" Target="../slides/slide2886.xml"/><Relationship Id="rId1" Type="http://schemas.openxmlformats.org/officeDocument/2006/relationships/notesMaster" Target="../notesMasters/notesMaster1.xml"/></Relationships>
</file>

<file path=ppt/notesSlides/_rels/notesSlide2753.xml.rels><?xml version="1.0" encoding="UTF-8" standalone="yes"?>
<Relationships xmlns="http://schemas.openxmlformats.org/package/2006/relationships"><Relationship Id="rId2" Type="http://schemas.openxmlformats.org/officeDocument/2006/relationships/slide" Target="../slides/slide2887.xml"/><Relationship Id="rId1" Type="http://schemas.openxmlformats.org/officeDocument/2006/relationships/notesMaster" Target="../notesMasters/notesMaster1.xml"/></Relationships>
</file>

<file path=ppt/notesSlides/_rels/notesSlide2754.xml.rels><?xml version="1.0" encoding="UTF-8" standalone="yes"?>
<Relationships xmlns="http://schemas.openxmlformats.org/package/2006/relationships"><Relationship Id="rId2" Type="http://schemas.openxmlformats.org/officeDocument/2006/relationships/slide" Target="../slides/slide2888.xml"/><Relationship Id="rId1" Type="http://schemas.openxmlformats.org/officeDocument/2006/relationships/notesMaster" Target="../notesMasters/notesMaster1.xml"/></Relationships>
</file>

<file path=ppt/notesSlides/_rels/notesSlide2755.xml.rels><?xml version="1.0" encoding="UTF-8" standalone="yes"?>
<Relationships xmlns="http://schemas.openxmlformats.org/package/2006/relationships"><Relationship Id="rId2" Type="http://schemas.openxmlformats.org/officeDocument/2006/relationships/slide" Target="../slides/slide2889.xml"/><Relationship Id="rId1" Type="http://schemas.openxmlformats.org/officeDocument/2006/relationships/notesMaster" Target="../notesMasters/notesMaster1.xml"/></Relationships>
</file>

<file path=ppt/notesSlides/_rels/notesSlide2756.xml.rels><?xml version="1.0" encoding="UTF-8" standalone="yes"?>
<Relationships xmlns="http://schemas.openxmlformats.org/package/2006/relationships"><Relationship Id="rId2" Type="http://schemas.openxmlformats.org/officeDocument/2006/relationships/slide" Target="../slides/slide2890.xml"/><Relationship Id="rId1" Type="http://schemas.openxmlformats.org/officeDocument/2006/relationships/notesMaster" Target="../notesMasters/notesMaster1.xml"/></Relationships>
</file>

<file path=ppt/notesSlides/_rels/notesSlide2757.xml.rels><?xml version="1.0" encoding="UTF-8" standalone="yes"?>
<Relationships xmlns="http://schemas.openxmlformats.org/package/2006/relationships"><Relationship Id="rId2" Type="http://schemas.openxmlformats.org/officeDocument/2006/relationships/slide" Target="../slides/slide2891.xml"/><Relationship Id="rId1" Type="http://schemas.openxmlformats.org/officeDocument/2006/relationships/notesMaster" Target="../notesMasters/notesMaster1.xml"/></Relationships>
</file>

<file path=ppt/notesSlides/_rels/notesSlide2758.xml.rels><?xml version="1.0" encoding="UTF-8" standalone="yes"?>
<Relationships xmlns="http://schemas.openxmlformats.org/package/2006/relationships"><Relationship Id="rId2" Type="http://schemas.openxmlformats.org/officeDocument/2006/relationships/slide" Target="../slides/slide2892.xml"/><Relationship Id="rId1" Type="http://schemas.openxmlformats.org/officeDocument/2006/relationships/notesMaster" Target="../notesMasters/notesMaster1.xml"/></Relationships>
</file>

<file path=ppt/notesSlides/_rels/notesSlide2759.xml.rels><?xml version="1.0" encoding="UTF-8" standalone="yes"?>
<Relationships xmlns="http://schemas.openxmlformats.org/package/2006/relationships"><Relationship Id="rId2" Type="http://schemas.openxmlformats.org/officeDocument/2006/relationships/slide" Target="../slides/slide2893.xml"/><Relationship Id="rId1" Type="http://schemas.openxmlformats.org/officeDocument/2006/relationships/notesMaster" Target="../notesMasters/notesMaster1.xml"/></Relationships>
</file>

<file path=ppt/notesSlides/_rels/notesSlide2760.xml.rels><?xml version="1.0" encoding="UTF-8" standalone="yes"?>
<Relationships xmlns="http://schemas.openxmlformats.org/package/2006/relationships"><Relationship Id="rId2" Type="http://schemas.openxmlformats.org/officeDocument/2006/relationships/slide" Target="../slides/slide2894.xml"/><Relationship Id="rId1" Type="http://schemas.openxmlformats.org/officeDocument/2006/relationships/notesMaster" Target="../notesMasters/notesMaster1.xml"/></Relationships>
</file>

<file path=ppt/notesSlides/_rels/notesSlide2761.xml.rels><?xml version="1.0" encoding="UTF-8" standalone="yes"?>
<Relationships xmlns="http://schemas.openxmlformats.org/package/2006/relationships"><Relationship Id="rId2" Type="http://schemas.openxmlformats.org/officeDocument/2006/relationships/slide" Target="../slides/slide2895.xml"/><Relationship Id="rId1" Type="http://schemas.openxmlformats.org/officeDocument/2006/relationships/notesMaster" Target="../notesMasters/notesMaster1.xml"/></Relationships>
</file>

<file path=ppt/notesSlides/_rels/notesSlide2762.xml.rels><?xml version="1.0" encoding="UTF-8" standalone="yes"?>
<Relationships xmlns="http://schemas.openxmlformats.org/package/2006/relationships"><Relationship Id="rId2" Type="http://schemas.openxmlformats.org/officeDocument/2006/relationships/slide" Target="../slides/slide2896.xml"/><Relationship Id="rId1" Type="http://schemas.openxmlformats.org/officeDocument/2006/relationships/notesMaster" Target="../notesMasters/notesMaster1.xml"/></Relationships>
</file>

<file path=ppt/notesSlides/_rels/notesSlide2763.xml.rels><?xml version="1.0" encoding="UTF-8" standalone="yes"?>
<Relationships xmlns="http://schemas.openxmlformats.org/package/2006/relationships"><Relationship Id="rId2" Type="http://schemas.openxmlformats.org/officeDocument/2006/relationships/slide" Target="../slides/slide2897.xml"/><Relationship Id="rId1" Type="http://schemas.openxmlformats.org/officeDocument/2006/relationships/notesMaster" Target="../notesMasters/notesMaster1.xml"/></Relationships>
</file>

<file path=ppt/notesSlides/_rels/notesSlide2764.xml.rels><?xml version="1.0" encoding="UTF-8" standalone="yes"?>
<Relationships xmlns="http://schemas.openxmlformats.org/package/2006/relationships"><Relationship Id="rId2" Type="http://schemas.openxmlformats.org/officeDocument/2006/relationships/slide" Target="../slides/slide2898.xml"/><Relationship Id="rId1" Type="http://schemas.openxmlformats.org/officeDocument/2006/relationships/notesMaster" Target="../notesMasters/notesMaster1.xml"/></Relationships>
</file>

<file path=ppt/notesSlides/_rels/notesSlide2765.xml.rels><?xml version="1.0" encoding="UTF-8" standalone="yes"?>
<Relationships xmlns="http://schemas.openxmlformats.org/package/2006/relationships"><Relationship Id="rId2" Type="http://schemas.openxmlformats.org/officeDocument/2006/relationships/slide" Target="../slides/slide2899.xml"/><Relationship Id="rId1" Type="http://schemas.openxmlformats.org/officeDocument/2006/relationships/notesMaster" Target="../notesMasters/notesMaster1.xml"/></Relationships>
</file>

<file path=ppt/notesSlides/_rels/notesSlide2766.xml.rels><?xml version="1.0" encoding="UTF-8" standalone="yes"?>
<Relationships xmlns="http://schemas.openxmlformats.org/package/2006/relationships"><Relationship Id="rId2" Type="http://schemas.openxmlformats.org/officeDocument/2006/relationships/slide" Target="../slides/slide2900.xml"/><Relationship Id="rId1" Type="http://schemas.openxmlformats.org/officeDocument/2006/relationships/notesMaster" Target="../notesMasters/notesMaster1.xml"/></Relationships>
</file>

<file path=ppt/notesSlides/_rels/notesSlide2767.xml.rels><?xml version="1.0" encoding="UTF-8" standalone="yes"?>
<Relationships xmlns="http://schemas.openxmlformats.org/package/2006/relationships"><Relationship Id="rId2" Type="http://schemas.openxmlformats.org/officeDocument/2006/relationships/slide" Target="../slides/slide2901.xml"/><Relationship Id="rId1" Type="http://schemas.openxmlformats.org/officeDocument/2006/relationships/notesMaster" Target="../notesMasters/notesMaster1.xml"/></Relationships>
</file>

<file path=ppt/notesSlides/_rels/notesSlide2768.xml.rels><?xml version="1.0" encoding="UTF-8" standalone="yes"?>
<Relationships xmlns="http://schemas.openxmlformats.org/package/2006/relationships"><Relationship Id="rId2" Type="http://schemas.openxmlformats.org/officeDocument/2006/relationships/slide" Target="../slides/slide2902.xml"/><Relationship Id="rId1" Type="http://schemas.openxmlformats.org/officeDocument/2006/relationships/notesMaster" Target="../notesMasters/notesMaster1.xml"/></Relationships>
</file>

<file path=ppt/notesSlides/_rels/notesSlide2769.xml.rels><?xml version="1.0" encoding="UTF-8" standalone="yes"?>
<Relationships xmlns="http://schemas.openxmlformats.org/package/2006/relationships"><Relationship Id="rId2" Type="http://schemas.openxmlformats.org/officeDocument/2006/relationships/slide" Target="../slides/slide2903.xml"/><Relationship Id="rId1" Type="http://schemas.openxmlformats.org/officeDocument/2006/relationships/notesMaster" Target="../notesMasters/notesMaster1.xml"/></Relationships>
</file>

<file path=ppt/notesSlides/_rels/notesSlide2770.xml.rels><?xml version="1.0" encoding="UTF-8" standalone="yes"?>
<Relationships xmlns="http://schemas.openxmlformats.org/package/2006/relationships"><Relationship Id="rId2" Type="http://schemas.openxmlformats.org/officeDocument/2006/relationships/slide" Target="../slides/slide2904.xml"/><Relationship Id="rId1" Type="http://schemas.openxmlformats.org/officeDocument/2006/relationships/notesMaster" Target="../notesMasters/notesMaster1.xml"/></Relationships>
</file>

<file path=ppt/notesSlides/_rels/notesSlide2771.xml.rels><?xml version="1.0" encoding="UTF-8" standalone="yes"?>
<Relationships xmlns="http://schemas.openxmlformats.org/package/2006/relationships"><Relationship Id="rId2" Type="http://schemas.openxmlformats.org/officeDocument/2006/relationships/slide" Target="../slides/slide2905.xml"/><Relationship Id="rId1" Type="http://schemas.openxmlformats.org/officeDocument/2006/relationships/notesMaster" Target="../notesMasters/notesMaster1.xml"/></Relationships>
</file>

<file path=ppt/notesSlides/_rels/notesSlide2772.xml.rels><?xml version="1.0" encoding="UTF-8" standalone="yes"?>
<Relationships xmlns="http://schemas.openxmlformats.org/package/2006/relationships"><Relationship Id="rId2" Type="http://schemas.openxmlformats.org/officeDocument/2006/relationships/slide" Target="../slides/slide2906.xml"/><Relationship Id="rId1" Type="http://schemas.openxmlformats.org/officeDocument/2006/relationships/notesMaster" Target="../notesMasters/notesMaster1.xml"/></Relationships>
</file>

<file path=ppt/notesSlides/_rels/notesSlide2773.xml.rels><?xml version="1.0" encoding="UTF-8" standalone="yes"?>
<Relationships xmlns="http://schemas.openxmlformats.org/package/2006/relationships"><Relationship Id="rId2" Type="http://schemas.openxmlformats.org/officeDocument/2006/relationships/slide" Target="../slides/slide2907.xml"/><Relationship Id="rId1" Type="http://schemas.openxmlformats.org/officeDocument/2006/relationships/notesMaster" Target="../notesMasters/notesMaster1.xml"/></Relationships>
</file>

<file path=ppt/notesSlides/_rels/notesSlide2774.xml.rels><?xml version="1.0" encoding="UTF-8" standalone="yes"?>
<Relationships xmlns="http://schemas.openxmlformats.org/package/2006/relationships"><Relationship Id="rId2" Type="http://schemas.openxmlformats.org/officeDocument/2006/relationships/slide" Target="../slides/slide2908.xml"/><Relationship Id="rId1" Type="http://schemas.openxmlformats.org/officeDocument/2006/relationships/notesMaster" Target="../notesMasters/notesMaster1.xml"/></Relationships>
</file>

<file path=ppt/notesSlides/_rels/notesSlide2775.xml.rels><?xml version="1.0" encoding="UTF-8" standalone="yes"?>
<Relationships xmlns="http://schemas.openxmlformats.org/package/2006/relationships"><Relationship Id="rId2" Type="http://schemas.openxmlformats.org/officeDocument/2006/relationships/slide" Target="../slides/slide2909.xml"/><Relationship Id="rId1" Type="http://schemas.openxmlformats.org/officeDocument/2006/relationships/notesMaster" Target="../notesMasters/notesMaster1.xml"/></Relationships>
</file>

<file path=ppt/notesSlides/_rels/notesSlide2776.xml.rels><?xml version="1.0" encoding="UTF-8" standalone="yes"?>
<Relationships xmlns="http://schemas.openxmlformats.org/package/2006/relationships"><Relationship Id="rId2" Type="http://schemas.openxmlformats.org/officeDocument/2006/relationships/slide" Target="../slides/slide2910.xml"/><Relationship Id="rId1" Type="http://schemas.openxmlformats.org/officeDocument/2006/relationships/notesMaster" Target="../notesMasters/notesMaster1.xml"/></Relationships>
</file>

<file path=ppt/notesSlides/_rels/notesSlide2777.xml.rels><?xml version="1.0" encoding="UTF-8" standalone="yes"?>
<Relationships xmlns="http://schemas.openxmlformats.org/package/2006/relationships"><Relationship Id="rId2" Type="http://schemas.openxmlformats.org/officeDocument/2006/relationships/slide" Target="../slides/slide2911.xml"/><Relationship Id="rId1" Type="http://schemas.openxmlformats.org/officeDocument/2006/relationships/notesMaster" Target="../notesMasters/notesMaster1.xml"/></Relationships>
</file>

<file path=ppt/notesSlides/_rels/notesSlide2778.xml.rels><?xml version="1.0" encoding="UTF-8" standalone="yes"?>
<Relationships xmlns="http://schemas.openxmlformats.org/package/2006/relationships"><Relationship Id="rId2" Type="http://schemas.openxmlformats.org/officeDocument/2006/relationships/slide" Target="../slides/slide2912.xml"/><Relationship Id="rId1" Type="http://schemas.openxmlformats.org/officeDocument/2006/relationships/notesMaster" Target="../notesMasters/notesMaster1.xml"/></Relationships>
</file>

<file path=ppt/notesSlides/_rels/notesSlide2779.xml.rels><?xml version="1.0" encoding="UTF-8" standalone="yes"?>
<Relationships xmlns="http://schemas.openxmlformats.org/package/2006/relationships"><Relationship Id="rId2" Type="http://schemas.openxmlformats.org/officeDocument/2006/relationships/slide" Target="../slides/slide2913.xml"/><Relationship Id="rId1" Type="http://schemas.openxmlformats.org/officeDocument/2006/relationships/notesMaster" Target="../notesMasters/notesMaster1.xml"/></Relationships>
</file>

<file path=ppt/notesSlides/_rels/notesSlide2780.xml.rels><?xml version="1.0" encoding="UTF-8" standalone="yes"?>
<Relationships xmlns="http://schemas.openxmlformats.org/package/2006/relationships"><Relationship Id="rId2" Type="http://schemas.openxmlformats.org/officeDocument/2006/relationships/slide" Target="../slides/slide2914.xml"/><Relationship Id="rId1" Type="http://schemas.openxmlformats.org/officeDocument/2006/relationships/notesMaster" Target="../notesMasters/notesMaster1.xml"/></Relationships>
</file>

<file path=ppt/notesSlides/_rels/notesSlide2781.xml.rels><?xml version="1.0" encoding="UTF-8" standalone="yes"?>
<Relationships xmlns="http://schemas.openxmlformats.org/package/2006/relationships"><Relationship Id="rId2" Type="http://schemas.openxmlformats.org/officeDocument/2006/relationships/slide" Target="../slides/slide2915.xml"/><Relationship Id="rId1" Type="http://schemas.openxmlformats.org/officeDocument/2006/relationships/notesMaster" Target="../notesMasters/notesMaster1.xml"/></Relationships>
</file>

<file path=ppt/notesSlides/_rels/notesSlide2782.xml.rels><?xml version="1.0" encoding="UTF-8" standalone="yes"?>
<Relationships xmlns="http://schemas.openxmlformats.org/package/2006/relationships"><Relationship Id="rId2" Type="http://schemas.openxmlformats.org/officeDocument/2006/relationships/slide" Target="../slides/slide2916.xml"/><Relationship Id="rId1" Type="http://schemas.openxmlformats.org/officeDocument/2006/relationships/notesMaster" Target="../notesMasters/notesMaster1.xml"/></Relationships>
</file>

<file path=ppt/notesSlides/_rels/notesSlide2783.xml.rels><?xml version="1.0" encoding="UTF-8" standalone="yes"?>
<Relationships xmlns="http://schemas.openxmlformats.org/package/2006/relationships"><Relationship Id="rId2" Type="http://schemas.openxmlformats.org/officeDocument/2006/relationships/slide" Target="../slides/slide2917.xml"/><Relationship Id="rId1" Type="http://schemas.openxmlformats.org/officeDocument/2006/relationships/notesMaster" Target="../notesMasters/notesMaster1.xml"/></Relationships>
</file>

<file path=ppt/notesSlides/_rels/notesSlide2784.xml.rels><?xml version="1.0" encoding="UTF-8" standalone="yes"?>
<Relationships xmlns="http://schemas.openxmlformats.org/package/2006/relationships"><Relationship Id="rId2" Type="http://schemas.openxmlformats.org/officeDocument/2006/relationships/slide" Target="../slides/slide2918.xml"/><Relationship Id="rId1" Type="http://schemas.openxmlformats.org/officeDocument/2006/relationships/notesMaster" Target="../notesMasters/notesMaster1.xml"/></Relationships>
</file>

<file path=ppt/notesSlides/_rels/notesSlide2785.xml.rels><?xml version="1.0" encoding="UTF-8" standalone="yes"?>
<Relationships xmlns="http://schemas.openxmlformats.org/package/2006/relationships"><Relationship Id="rId2" Type="http://schemas.openxmlformats.org/officeDocument/2006/relationships/slide" Target="../slides/slide2919.xml"/><Relationship Id="rId1" Type="http://schemas.openxmlformats.org/officeDocument/2006/relationships/notesMaster" Target="../notesMasters/notesMaster1.xml"/></Relationships>
</file>

<file path=ppt/notesSlides/_rels/notesSlide2786.xml.rels><?xml version="1.0" encoding="UTF-8" standalone="yes"?>
<Relationships xmlns="http://schemas.openxmlformats.org/package/2006/relationships"><Relationship Id="rId2" Type="http://schemas.openxmlformats.org/officeDocument/2006/relationships/slide" Target="../slides/slide2920.xml"/><Relationship Id="rId1" Type="http://schemas.openxmlformats.org/officeDocument/2006/relationships/notesMaster" Target="../notesMasters/notesMaster1.xml"/></Relationships>
</file>

<file path=ppt/notesSlides/_rels/notesSlide2787.xml.rels><?xml version="1.0" encoding="UTF-8" standalone="yes"?>
<Relationships xmlns="http://schemas.openxmlformats.org/package/2006/relationships"><Relationship Id="rId2" Type="http://schemas.openxmlformats.org/officeDocument/2006/relationships/slide" Target="../slides/slide2921.xml"/><Relationship Id="rId1" Type="http://schemas.openxmlformats.org/officeDocument/2006/relationships/notesMaster" Target="../notesMasters/notesMaster1.xml"/></Relationships>
</file>

<file path=ppt/notesSlides/_rels/notesSlide2788.xml.rels><?xml version="1.0" encoding="UTF-8" standalone="yes"?>
<Relationships xmlns="http://schemas.openxmlformats.org/package/2006/relationships"><Relationship Id="rId2" Type="http://schemas.openxmlformats.org/officeDocument/2006/relationships/slide" Target="../slides/slide2922.xml"/><Relationship Id="rId1" Type="http://schemas.openxmlformats.org/officeDocument/2006/relationships/notesMaster" Target="../notesMasters/notesMaster1.xml"/></Relationships>
</file>

<file path=ppt/notesSlides/_rels/notesSlide2789.xml.rels><?xml version="1.0" encoding="UTF-8" standalone="yes"?>
<Relationships xmlns="http://schemas.openxmlformats.org/package/2006/relationships"><Relationship Id="rId2" Type="http://schemas.openxmlformats.org/officeDocument/2006/relationships/slide" Target="../slides/slide2923.xml"/><Relationship Id="rId1" Type="http://schemas.openxmlformats.org/officeDocument/2006/relationships/notesMaster" Target="../notesMasters/notesMaster1.xml"/></Relationships>
</file>

<file path=ppt/notesSlides/_rels/notesSlide2790.xml.rels><?xml version="1.0" encoding="UTF-8" standalone="yes"?>
<Relationships xmlns="http://schemas.openxmlformats.org/package/2006/relationships"><Relationship Id="rId2" Type="http://schemas.openxmlformats.org/officeDocument/2006/relationships/slide" Target="../slides/slide2924.xml"/><Relationship Id="rId1" Type="http://schemas.openxmlformats.org/officeDocument/2006/relationships/notesMaster" Target="../notesMasters/notesMaster1.xml"/></Relationships>
</file>

<file path=ppt/notesSlides/_rels/notesSlide2791.xml.rels><?xml version="1.0" encoding="UTF-8" standalone="yes"?>
<Relationships xmlns="http://schemas.openxmlformats.org/package/2006/relationships"><Relationship Id="rId2" Type="http://schemas.openxmlformats.org/officeDocument/2006/relationships/slide" Target="../slides/slide2925.xml"/><Relationship Id="rId1" Type="http://schemas.openxmlformats.org/officeDocument/2006/relationships/notesMaster" Target="../notesMasters/notesMaster1.xml"/></Relationships>
</file>

<file path=ppt/notesSlides/_rels/notesSlide2792.xml.rels><?xml version="1.0" encoding="UTF-8" standalone="yes"?>
<Relationships xmlns="http://schemas.openxmlformats.org/package/2006/relationships"><Relationship Id="rId2" Type="http://schemas.openxmlformats.org/officeDocument/2006/relationships/slide" Target="../slides/slide2926.xml"/><Relationship Id="rId1" Type="http://schemas.openxmlformats.org/officeDocument/2006/relationships/notesMaster" Target="../notesMasters/notesMaster1.xml"/></Relationships>
</file>

<file path=ppt/notesSlides/_rels/notesSlide2793.xml.rels><?xml version="1.0" encoding="UTF-8" standalone="yes"?>
<Relationships xmlns="http://schemas.openxmlformats.org/package/2006/relationships"><Relationship Id="rId2" Type="http://schemas.openxmlformats.org/officeDocument/2006/relationships/slide" Target="../slides/slide2927.xml"/><Relationship Id="rId1" Type="http://schemas.openxmlformats.org/officeDocument/2006/relationships/notesMaster" Target="../notesMasters/notesMaster1.xml"/></Relationships>
</file>

<file path=ppt/notesSlides/_rels/notesSlide2794.xml.rels><?xml version="1.0" encoding="UTF-8" standalone="yes"?>
<Relationships xmlns="http://schemas.openxmlformats.org/package/2006/relationships"><Relationship Id="rId2" Type="http://schemas.openxmlformats.org/officeDocument/2006/relationships/slide" Target="../slides/slide2928.xml"/><Relationship Id="rId1" Type="http://schemas.openxmlformats.org/officeDocument/2006/relationships/notesMaster" Target="../notesMasters/notesMaster1.xml"/></Relationships>
</file>

<file path=ppt/notesSlides/_rels/notesSlide2795.xml.rels><?xml version="1.0" encoding="UTF-8" standalone="yes"?>
<Relationships xmlns="http://schemas.openxmlformats.org/package/2006/relationships"><Relationship Id="rId2" Type="http://schemas.openxmlformats.org/officeDocument/2006/relationships/slide" Target="../slides/slide2929.xml"/><Relationship Id="rId1" Type="http://schemas.openxmlformats.org/officeDocument/2006/relationships/notesMaster" Target="../notesMasters/notesMaster1.xml"/></Relationships>
</file>

<file path=ppt/notesSlides/_rels/notesSlide2796.xml.rels><?xml version="1.0" encoding="UTF-8" standalone="yes"?>
<Relationships xmlns="http://schemas.openxmlformats.org/package/2006/relationships"><Relationship Id="rId2" Type="http://schemas.openxmlformats.org/officeDocument/2006/relationships/slide" Target="../slides/slide2930.xml"/><Relationship Id="rId1" Type="http://schemas.openxmlformats.org/officeDocument/2006/relationships/notesMaster" Target="../notesMasters/notesMaster1.xml"/></Relationships>
</file>

<file path=ppt/notesSlides/_rels/notesSlide2797.xml.rels><?xml version="1.0" encoding="UTF-8" standalone="yes"?>
<Relationships xmlns="http://schemas.openxmlformats.org/package/2006/relationships"><Relationship Id="rId2" Type="http://schemas.openxmlformats.org/officeDocument/2006/relationships/slide" Target="../slides/slide2931.xml"/><Relationship Id="rId1" Type="http://schemas.openxmlformats.org/officeDocument/2006/relationships/notesMaster" Target="../notesMasters/notesMaster1.xml"/></Relationships>
</file>

<file path=ppt/notesSlides/_rels/notesSlide2798.xml.rels><?xml version="1.0" encoding="UTF-8" standalone="yes"?>
<Relationships xmlns="http://schemas.openxmlformats.org/package/2006/relationships"><Relationship Id="rId2" Type="http://schemas.openxmlformats.org/officeDocument/2006/relationships/slide" Target="../slides/slide2932.xml"/><Relationship Id="rId1" Type="http://schemas.openxmlformats.org/officeDocument/2006/relationships/notesMaster" Target="../notesMasters/notesMaster1.xml"/></Relationships>
</file>

<file path=ppt/notesSlides/_rels/notesSlide2799.xml.rels><?xml version="1.0" encoding="UTF-8" standalone="yes"?>
<Relationships xmlns="http://schemas.openxmlformats.org/package/2006/relationships"><Relationship Id="rId2" Type="http://schemas.openxmlformats.org/officeDocument/2006/relationships/slide" Target="../slides/slide2933.xml"/><Relationship Id="rId1" Type="http://schemas.openxmlformats.org/officeDocument/2006/relationships/notesMaster" Target="../notesMasters/notesMaster1.xml"/></Relationships>
</file>

<file path=ppt/notesSlides/_rels/notesSlide2800.xml.rels><?xml version="1.0" encoding="UTF-8" standalone="yes"?>
<Relationships xmlns="http://schemas.openxmlformats.org/package/2006/relationships"><Relationship Id="rId2" Type="http://schemas.openxmlformats.org/officeDocument/2006/relationships/slide" Target="../slides/slide2934.xml"/><Relationship Id="rId1" Type="http://schemas.openxmlformats.org/officeDocument/2006/relationships/notesMaster" Target="../notesMasters/notesMaster1.xml"/></Relationships>
</file>

<file path=ppt/notesSlides/_rels/notesSlide2801.xml.rels><?xml version="1.0" encoding="UTF-8" standalone="yes"?>
<Relationships xmlns="http://schemas.openxmlformats.org/package/2006/relationships"><Relationship Id="rId2" Type="http://schemas.openxmlformats.org/officeDocument/2006/relationships/slide" Target="../slides/slide2935.xml"/><Relationship Id="rId1" Type="http://schemas.openxmlformats.org/officeDocument/2006/relationships/notesMaster" Target="../notesMasters/notesMaster1.xml"/></Relationships>
</file>

<file path=ppt/notesSlides/_rels/notesSlide2802.xml.rels><?xml version="1.0" encoding="UTF-8" standalone="yes"?>
<Relationships xmlns="http://schemas.openxmlformats.org/package/2006/relationships"><Relationship Id="rId2" Type="http://schemas.openxmlformats.org/officeDocument/2006/relationships/slide" Target="../slides/slide2936.xml"/><Relationship Id="rId1" Type="http://schemas.openxmlformats.org/officeDocument/2006/relationships/notesMaster" Target="../notesMasters/notesMaster1.xml"/></Relationships>
</file>

<file path=ppt/notesSlides/_rels/notesSlide2803.xml.rels><?xml version="1.0" encoding="UTF-8" standalone="yes"?>
<Relationships xmlns="http://schemas.openxmlformats.org/package/2006/relationships"><Relationship Id="rId2" Type="http://schemas.openxmlformats.org/officeDocument/2006/relationships/slide" Target="../slides/slide2937.xml"/><Relationship Id="rId1" Type="http://schemas.openxmlformats.org/officeDocument/2006/relationships/notesMaster" Target="../notesMasters/notesMaster1.xml"/></Relationships>
</file>

<file path=ppt/notesSlides/_rels/notesSlide2804.xml.rels><?xml version="1.0" encoding="UTF-8" standalone="yes"?>
<Relationships xmlns="http://schemas.openxmlformats.org/package/2006/relationships"><Relationship Id="rId2" Type="http://schemas.openxmlformats.org/officeDocument/2006/relationships/slide" Target="../slides/slide2938.xml"/><Relationship Id="rId1" Type="http://schemas.openxmlformats.org/officeDocument/2006/relationships/notesMaster" Target="../notesMasters/notesMaster1.xml"/></Relationships>
</file>

<file path=ppt/notesSlides/_rels/notesSlide2805.xml.rels><?xml version="1.0" encoding="UTF-8" standalone="yes"?>
<Relationships xmlns="http://schemas.openxmlformats.org/package/2006/relationships"><Relationship Id="rId2" Type="http://schemas.openxmlformats.org/officeDocument/2006/relationships/slide" Target="../slides/slide2939.xml"/><Relationship Id="rId1" Type="http://schemas.openxmlformats.org/officeDocument/2006/relationships/notesMaster" Target="../notesMasters/notesMaster1.xml"/></Relationships>
</file>

<file path=ppt/notesSlides/_rels/notesSlide2806.xml.rels><?xml version="1.0" encoding="UTF-8" standalone="yes"?>
<Relationships xmlns="http://schemas.openxmlformats.org/package/2006/relationships"><Relationship Id="rId2" Type="http://schemas.openxmlformats.org/officeDocument/2006/relationships/slide" Target="../slides/slide2940.xml"/><Relationship Id="rId1" Type="http://schemas.openxmlformats.org/officeDocument/2006/relationships/notesMaster" Target="../notesMasters/notesMaster1.xml"/></Relationships>
</file>

<file path=ppt/notesSlides/_rels/notesSlide2807.xml.rels><?xml version="1.0" encoding="UTF-8" standalone="yes"?>
<Relationships xmlns="http://schemas.openxmlformats.org/package/2006/relationships"><Relationship Id="rId2" Type="http://schemas.openxmlformats.org/officeDocument/2006/relationships/slide" Target="../slides/slide2941.xml"/><Relationship Id="rId1" Type="http://schemas.openxmlformats.org/officeDocument/2006/relationships/notesMaster" Target="../notesMasters/notesMaster1.xml"/></Relationships>
</file>

<file path=ppt/notesSlides/_rels/notesSlide2808.xml.rels><?xml version="1.0" encoding="UTF-8" standalone="yes"?>
<Relationships xmlns="http://schemas.openxmlformats.org/package/2006/relationships"><Relationship Id="rId2" Type="http://schemas.openxmlformats.org/officeDocument/2006/relationships/slide" Target="../slides/slide2942.xml"/><Relationship Id="rId1" Type="http://schemas.openxmlformats.org/officeDocument/2006/relationships/notesMaster" Target="../notesMasters/notesMaster1.xml"/></Relationships>
</file>

<file path=ppt/notesSlides/_rels/notesSlide2809.xml.rels><?xml version="1.0" encoding="UTF-8" standalone="yes"?>
<Relationships xmlns="http://schemas.openxmlformats.org/package/2006/relationships"><Relationship Id="rId2" Type="http://schemas.openxmlformats.org/officeDocument/2006/relationships/slide" Target="../slides/slide2943.xml"/><Relationship Id="rId1" Type="http://schemas.openxmlformats.org/officeDocument/2006/relationships/notesMaster" Target="../notesMasters/notesMaster1.xml"/></Relationships>
</file>

<file path=ppt/notesSlides/_rels/notesSlide2810.xml.rels><?xml version="1.0" encoding="UTF-8" standalone="yes"?>
<Relationships xmlns="http://schemas.openxmlformats.org/package/2006/relationships"><Relationship Id="rId2" Type="http://schemas.openxmlformats.org/officeDocument/2006/relationships/slide" Target="../slides/slide2944.xml"/><Relationship Id="rId1" Type="http://schemas.openxmlformats.org/officeDocument/2006/relationships/notesMaster" Target="../notesMasters/notesMaster1.xml"/></Relationships>
</file>

<file path=ppt/notesSlides/_rels/notesSlide2811.xml.rels><?xml version="1.0" encoding="UTF-8" standalone="yes"?>
<Relationships xmlns="http://schemas.openxmlformats.org/package/2006/relationships"><Relationship Id="rId2" Type="http://schemas.openxmlformats.org/officeDocument/2006/relationships/slide" Target="../slides/slide2945.xml"/><Relationship Id="rId1" Type="http://schemas.openxmlformats.org/officeDocument/2006/relationships/notesMaster" Target="../notesMasters/notesMaster1.xml"/></Relationships>
</file>

<file path=ppt/notesSlides/_rels/notesSlide2812.xml.rels><?xml version="1.0" encoding="UTF-8" standalone="yes"?>
<Relationships xmlns="http://schemas.openxmlformats.org/package/2006/relationships"><Relationship Id="rId2" Type="http://schemas.openxmlformats.org/officeDocument/2006/relationships/slide" Target="../slides/slide2946.xml"/><Relationship Id="rId1" Type="http://schemas.openxmlformats.org/officeDocument/2006/relationships/notesMaster" Target="../notesMasters/notesMaster1.xml"/></Relationships>
</file>

<file path=ppt/notesSlides/_rels/notesSlide2813.xml.rels><?xml version="1.0" encoding="UTF-8" standalone="yes"?>
<Relationships xmlns="http://schemas.openxmlformats.org/package/2006/relationships"><Relationship Id="rId2" Type="http://schemas.openxmlformats.org/officeDocument/2006/relationships/slide" Target="../slides/slide2947.xml"/><Relationship Id="rId1" Type="http://schemas.openxmlformats.org/officeDocument/2006/relationships/notesMaster" Target="../notesMasters/notesMaster1.xml"/></Relationships>
</file>

<file path=ppt/notesSlides/_rels/notesSlide2814.xml.rels><?xml version="1.0" encoding="UTF-8" standalone="yes"?>
<Relationships xmlns="http://schemas.openxmlformats.org/package/2006/relationships"><Relationship Id="rId2" Type="http://schemas.openxmlformats.org/officeDocument/2006/relationships/slide" Target="../slides/slide2948.xml"/><Relationship Id="rId1" Type="http://schemas.openxmlformats.org/officeDocument/2006/relationships/notesMaster" Target="../notesMasters/notesMaster1.xml"/></Relationships>
</file>

<file path=ppt/notesSlides/_rels/notesSlide2815.xml.rels><?xml version="1.0" encoding="UTF-8" standalone="yes"?>
<Relationships xmlns="http://schemas.openxmlformats.org/package/2006/relationships"><Relationship Id="rId2" Type="http://schemas.openxmlformats.org/officeDocument/2006/relationships/slide" Target="../slides/slide2949.xml"/><Relationship Id="rId1" Type="http://schemas.openxmlformats.org/officeDocument/2006/relationships/notesMaster" Target="../notesMasters/notesMaster1.xml"/></Relationships>
</file>

<file path=ppt/notesSlides/_rels/notesSlide2816.xml.rels><?xml version="1.0" encoding="UTF-8" standalone="yes"?>
<Relationships xmlns="http://schemas.openxmlformats.org/package/2006/relationships"><Relationship Id="rId2" Type="http://schemas.openxmlformats.org/officeDocument/2006/relationships/slide" Target="../slides/slide2950.xml"/><Relationship Id="rId1" Type="http://schemas.openxmlformats.org/officeDocument/2006/relationships/notesMaster" Target="../notesMasters/notesMaster1.xml"/></Relationships>
</file>

<file path=ppt/notesSlides/_rels/notesSlide2817.xml.rels><?xml version="1.0" encoding="UTF-8" standalone="yes"?>
<Relationships xmlns="http://schemas.openxmlformats.org/package/2006/relationships"><Relationship Id="rId2" Type="http://schemas.openxmlformats.org/officeDocument/2006/relationships/slide" Target="../slides/slide2951.xml"/><Relationship Id="rId1" Type="http://schemas.openxmlformats.org/officeDocument/2006/relationships/notesMaster" Target="../notesMasters/notesMaster1.xml"/></Relationships>
</file>

<file path=ppt/notesSlides/_rels/notesSlide2818.xml.rels><?xml version="1.0" encoding="UTF-8" standalone="yes"?>
<Relationships xmlns="http://schemas.openxmlformats.org/package/2006/relationships"><Relationship Id="rId2" Type="http://schemas.openxmlformats.org/officeDocument/2006/relationships/slide" Target="../slides/slide2952.xml"/><Relationship Id="rId1" Type="http://schemas.openxmlformats.org/officeDocument/2006/relationships/notesMaster" Target="../notesMasters/notesMaster1.xml"/></Relationships>
</file>

<file path=ppt/notesSlides/_rels/notesSlide2819.xml.rels><?xml version="1.0" encoding="UTF-8" standalone="yes"?>
<Relationships xmlns="http://schemas.openxmlformats.org/package/2006/relationships"><Relationship Id="rId2" Type="http://schemas.openxmlformats.org/officeDocument/2006/relationships/slide" Target="../slides/slide2953.xml"/><Relationship Id="rId1" Type="http://schemas.openxmlformats.org/officeDocument/2006/relationships/notesMaster" Target="../notesMasters/notesMaster1.xml"/></Relationships>
</file>

<file path=ppt/notesSlides/_rels/notesSlide2820.xml.rels><?xml version="1.0" encoding="UTF-8" standalone="yes"?>
<Relationships xmlns="http://schemas.openxmlformats.org/package/2006/relationships"><Relationship Id="rId2" Type="http://schemas.openxmlformats.org/officeDocument/2006/relationships/slide" Target="../slides/slide2954.xml"/><Relationship Id="rId1" Type="http://schemas.openxmlformats.org/officeDocument/2006/relationships/notesMaster" Target="../notesMasters/notesMaster1.xml"/></Relationships>
</file>

<file path=ppt/notesSlides/_rels/notesSlide2821.xml.rels><?xml version="1.0" encoding="UTF-8" standalone="yes"?>
<Relationships xmlns="http://schemas.openxmlformats.org/package/2006/relationships"><Relationship Id="rId2" Type="http://schemas.openxmlformats.org/officeDocument/2006/relationships/slide" Target="../slides/slide2955.xml"/><Relationship Id="rId1" Type="http://schemas.openxmlformats.org/officeDocument/2006/relationships/notesMaster" Target="../notesMasters/notesMaster1.xml"/></Relationships>
</file>

<file path=ppt/notesSlides/_rels/notesSlide2822.xml.rels><?xml version="1.0" encoding="UTF-8" standalone="yes"?>
<Relationships xmlns="http://schemas.openxmlformats.org/package/2006/relationships"><Relationship Id="rId2" Type="http://schemas.openxmlformats.org/officeDocument/2006/relationships/slide" Target="../slides/slide2956.xml"/><Relationship Id="rId1" Type="http://schemas.openxmlformats.org/officeDocument/2006/relationships/notesMaster" Target="../notesMasters/notesMaster1.xml"/></Relationships>
</file>

<file path=ppt/notesSlides/_rels/notesSlide2823.xml.rels><?xml version="1.0" encoding="UTF-8" standalone="yes"?>
<Relationships xmlns="http://schemas.openxmlformats.org/package/2006/relationships"><Relationship Id="rId2" Type="http://schemas.openxmlformats.org/officeDocument/2006/relationships/slide" Target="../slides/slide2957.xml"/><Relationship Id="rId1" Type="http://schemas.openxmlformats.org/officeDocument/2006/relationships/notesMaster" Target="../notesMasters/notesMaster1.xml"/></Relationships>
</file>

<file path=ppt/notesSlides/_rels/notesSlide2824.xml.rels><?xml version="1.0" encoding="UTF-8" standalone="yes"?>
<Relationships xmlns="http://schemas.openxmlformats.org/package/2006/relationships"><Relationship Id="rId2" Type="http://schemas.openxmlformats.org/officeDocument/2006/relationships/slide" Target="../slides/slide2958.xml"/><Relationship Id="rId1" Type="http://schemas.openxmlformats.org/officeDocument/2006/relationships/notesMaster" Target="../notesMasters/notesMaster1.xml"/></Relationships>
</file>

<file path=ppt/notesSlides/_rels/notesSlide2825.xml.rels><?xml version="1.0" encoding="UTF-8" standalone="yes"?>
<Relationships xmlns="http://schemas.openxmlformats.org/package/2006/relationships"><Relationship Id="rId2" Type="http://schemas.openxmlformats.org/officeDocument/2006/relationships/slide" Target="../slides/slide2959.xml"/><Relationship Id="rId1" Type="http://schemas.openxmlformats.org/officeDocument/2006/relationships/notesMaster" Target="../notesMasters/notesMaster1.xml"/></Relationships>
</file>

<file path=ppt/notesSlides/_rels/notesSlide2826.xml.rels><?xml version="1.0" encoding="UTF-8" standalone="yes"?>
<Relationships xmlns="http://schemas.openxmlformats.org/package/2006/relationships"><Relationship Id="rId2" Type="http://schemas.openxmlformats.org/officeDocument/2006/relationships/slide" Target="../slides/slide2960.xml"/><Relationship Id="rId1" Type="http://schemas.openxmlformats.org/officeDocument/2006/relationships/notesMaster" Target="../notesMasters/notesMaster1.xml"/></Relationships>
</file>

<file path=ppt/notesSlides/_rels/notesSlide2827.xml.rels><?xml version="1.0" encoding="UTF-8" standalone="yes"?>
<Relationships xmlns="http://schemas.openxmlformats.org/package/2006/relationships"><Relationship Id="rId2" Type="http://schemas.openxmlformats.org/officeDocument/2006/relationships/slide" Target="../slides/slide2961.xml"/><Relationship Id="rId1" Type="http://schemas.openxmlformats.org/officeDocument/2006/relationships/notesMaster" Target="../notesMasters/notesMaster1.xml"/></Relationships>
</file>

<file path=ppt/notesSlides/_rels/notesSlide2828.xml.rels><?xml version="1.0" encoding="UTF-8" standalone="yes"?>
<Relationships xmlns="http://schemas.openxmlformats.org/package/2006/relationships"><Relationship Id="rId2" Type="http://schemas.openxmlformats.org/officeDocument/2006/relationships/slide" Target="../slides/slide2962.xml"/><Relationship Id="rId1" Type="http://schemas.openxmlformats.org/officeDocument/2006/relationships/notesMaster" Target="../notesMasters/notesMaster1.xml"/></Relationships>
</file>

<file path=ppt/notesSlides/_rels/notesSlide2829.xml.rels><?xml version="1.0" encoding="UTF-8" standalone="yes"?>
<Relationships xmlns="http://schemas.openxmlformats.org/package/2006/relationships"><Relationship Id="rId2" Type="http://schemas.openxmlformats.org/officeDocument/2006/relationships/slide" Target="../slides/slide2963.xml"/><Relationship Id="rId1" Type="http://schemas.openxmlformats.org/officeDocument/2006/relationships/notesMaster" Target="../notesMasters/notesMaster1.xml"/></Relationships>
</file>

<file path=ppt/notesSlides/_rels/notesSlide2830.xml.rels><?xml version="1.0" encoding="UTF-8" standalone="yes"?>
<Relationships xmlns="http://schemas.openxmlformats.org/package/2006/relationships"><Relationship Id="rId2" Type="http://schemas.openxmlformats.org/officeDocument/2006/relationships/slide" Target="../slides/slide2964.xml"/><Relationship Id="rId1" Type="http://schemas.openxmlformats.org/officeDocument/2006/relationships/notesMaster" Target="../notesMasters/notesMaster1.xml"/></Relationships>
</file>

<file path=ppt/notesSlides/_rels/notesSlide2831.xml.rels><?xml version="1.0" encoding="UTF-8" standalone="yes"?>
<Relationships xmlns="http://schemas.openxmlformats.org/package/2006/relationships"><Relationship Id="rId2" Type="http://schemas.openxmlformats.org/officeDocument/2006/relationships/slide" Target="../slides/slide2965.xml"/><Relationship Id="rId1" Type="http://schemas.openxmlformats.org/officeDocument/2006/relationships/notesMaster" Target="../notesMasters/notesMaster1.xml"/></Relationships>
</file>

<file path=ppt/notesSlides/_rels/notesSlide2832.xml.rels><?xml version="1.0" encoding="UTF-8" standalone="yes"?>
<Relationships xmlns="http://schemas.openxmlformats.org/package/2006/relationships"><Relationship Id="rId2" Type="http://schemas.openxmlformats.org/officeDocument/2006/relationships/slide" Target="../slides/slide2966.xml"/><Relationship Id="rId1" Type="http://schemas.openxmlformats.org/officeDocument/2006/relationships/notesMaster" Target="../notesMasters/notesMaster1.xml"/></Relationships>
</file>

<file path=ppt/notesSlides/_rels/notesSlide2833.xml.rels><?xml version="1.0" encoding="UTF-8" standalone="yes"?>
<Relationships xmlns="http://schemas.openxmlformats.org/package/2006/relationships"><Relationship Id="rId2" Type="http://schemas.openxmlformats.org/officeDocument/2006/relationships/slide" Target="../slides/slide2967.xml"/><Relationship Id="rId1" Type="http://schemas.openxmlformats.org/officeDocument/2006/relationships/notesMaster" Target="../notesMasters/notesMaster1.xml"/></Relationships>
</file>

<file path=ppt/notesSlides/_rels/notesSlide2834.xml.rels><?xml version="1.0" encoding="UTF-8" standalone="yes"?>
<Relationships xmlns="http://schemas.openxmlformats.org/package/2006/relationships"><Relationship Id="rId2" Type="http://schemas.openxmlformats.org/officeDocument/2006/relationships/slide" Target="../slides/slide2968.xml"/><Relationship Id="rId1" Type="http://schemas.openxmlformats.org/officeDocument/2006/relationships/notesMaster" Target="../notesMasters/notesMaster1.xml"/></Relationships>
</file>

<file path=ppt/notesSlides/_rels/notesSlide2835.xml.rels><?xml version="1.0" encoding="UTF-8" standalone="yes"?>
<Relationships xmlns="http://schemas.openxmlformats.org/package/2006/relationships"><Relationship Id="rId2" Type="http://schemas.openxmlformats.org/officeDocument/2006/relationships/slide" Target="../slides/slide2969.xml"/><Relationship Id="rId1" Type="http://schemas.openxmlformats.org/officeDocument/2006/relationships/notesMaster" Target="../notesMasters/notesMaster1.xml"/></Relationships>
</file>

<file path=ppt/notesSlides/_rels/notesSlide2836.xml.rels><?xml version="1.0" encoding="UTF-8" standalone="yes"?>
<Relationships xmlns="http://schemas.openxmlformats.org/package/2006/relationships"><Relationship Id="rId2" Type="http://schemas.openxmlformats.org/officeDocument/2006/relationships/slide" Target="../slides/slide2970.xml"/><Relationship Id="rId1" Type="http://schemas.openxmlformats.org/officeDocument/2006/relationships/notesMaster" Target="../notesMasters/notesMaster1.xml"/></Relationships>
</file>

<file path=ppt/notesSlides/_rels/notesSlide2837.xml.rels><?xml version="1.0" encoding="UTF-8" standalone="yes"?>
<Relationships xmlns="http://schemas.openxmlformats.org/package/2006/relationships"><Relationship Id="rId2" Type="http://schemas.openxmlformats.org/officeDocument/2006/relationships/slide" Target="../slides/slide2971.xml"/><Relationship Id="rId1" Type="http://schemas.openxmlformats.org/officeDocument/2006/relationships/notesMaster" Target="../notesMasters/notesMaster1.xml"/></Relationships>
</file>

<file path=ppt/notesSlides/_rels/notesSlide2838.xml.rels><?xml version="1.0" encoding="UTF-8" standalone="yes"?>
<Relationships xmlns="http://schemas.openxmlformats.org/package/2006/relationships"><Relationship Id="rId2" Type="http://schemas.openxmlformats.org/officeDocument/2006/relationships/slide" Target="../slides/slide2972.xml"/><Relationship Id="rId1" Type="http://schemas.openxmlformats.org/officeDocument/2006/relationships/notesMaster" Target="../notesMasters/notesMaster1.xml"/></Relationships>
</file>

<file path=ppt/notesSlides/_rels/notesSlide2839.xml.rels><?xml version="1.0" encoding="UTF-8" standalone="yes"?>
<Relationships xmlns="http://schemas.openxmlformats.org/package/2006/relationships"><Relationship Id="rId2" Type="http://schemas.openxmlformats.org/officeDocument/2006/relationships/slide" Target="../slides/slide2973.xml"/><Relationship Id="rId1" Type="http://schemas.openxmlformats.org/officeDocument/2006/relationships/notesMaster" Target="../notesMasters/notesMaster1.xml"/></Relationships>
</file>

<file path=ppt/notesSlides/_rels/notesSlide2840.xml.rels><?xml version="1.0" encoding="UTF-8" standalone="yes"?>
<Relationships xmlns="http://schemas.openxmlformats.org/package/2006/relationships"><Relationship Id="rId2" Type="http://schemas.openxmlformats.org/officeDocument/2006/relationships/slide" Target="../slides/slide2974.xml"/><Relationship Id="rId1" Type="http://schemas.openxmlformats.org/officeDocument/2006/relationships/notesMaster" Target="../notesMasters/notesMaster1.xml"/></Relationships>
</file>

<file path=ppt/notesSlides/_rels/notesSlide2841.xml.rels><?xml version="1.0" encoding="UTF-8" standalone="yes"?>
<Relationships xmlns="http://schemas.openxmlformats.org/package/2006/relationships"><Relationship Id="rId2" Type="http://schemas.openxmlformats.org/officeDocument/2006/relationships/slide" Target="../slides/slide2975.xml"/><Relationship Id="rId1" Type="http://schemas.openxmlformats.org/officeDocument/2006/relationships/notesMaster" Target="../notesMasters/notesMaster1.xml"/></Relationships>
</file>

<file path=ppt/notesSlides/_rels/notesSlide2842.xml.rels><?xml version="1.0" encoding="UTF-8" standalone="yes"?>
<Relationships xmlns="http://schemas.openxmlformats.org/package/2006/relationships"><Relationship Id="rId2" Type="http://schemas.openxmlformats.org/officeDocument/2006/relationships/slide" Target="../slides/slide2976.xml"/><Relationship Id="rId1" Type="http://schemas.openxmlformats.org/officeDocument/2006/relationships/notesMaster" Target="../notesMasters/notesMaster1.xml"/></Relationships>
</file>

<file path=ppt/notesSlides/_rels/notesSlide2843.xml.rels><?xml version="1.0" encoding="UTF-8" standalone="yes"?>
<Relationships xmlns="http://schemas.openxmlformats.org/package/2006/relationships"><Relationship Id="rId2" Type="http://schemas.openxmlformats.org/officeDocument/2006/relationships/slide" Target="../slides/slide2977.xml"/><Relationship Id="rId1" Type="http://schemas.openxmlformats.org/officeDocument/2006/relationships/notesMaster" Target="../notesMasters/notesMaster1.xml"/></Relationships>
</file>

<file path=ppt/notesSlides/_rels/notesSlide2844.xml.rels><?xml version="1.0" encoding="UTF-8" standalone="yes"?>
<Relationships xmlns="http://schemas.openxmlformats.org/package/2006/relationships"><Relationship Id="rId2" Type="http://schemas.openxmlformats.org/officeDocument/2006/relationships/slide" Target="../slides/slide2978.xml"/><Relationship Id="rId1" Type="http://schemas.openxmlformats.org/officeDocument/2006/relationships/notesMaster" Target="../notesMasters/notesMaster1.xml"/></Relationships>
</file>

<file path=ppt/notesSlides/_rels/notesSlide2845.xml.rels><?xml version="1.0" encoding="UTF-8" standalone="yes"?>
<Relationships xmlns="http://schemas.openxmlformats.org/package/2006/relationships"><Relationship Id="rId2" Type="http://schemas.openxmlformats.org/officeDocument/2006/relationships/slide" Target="../slides/slide2979.xml"/><Relationship Id="rId1" Type="http://schemas.openxmlformats.org/officeDocument/2006/relationships/notesMaster" Target="../notesMasters/notesMaster1.xml"/></Relationships>
</file>

<file path=ppt/notesSlides/_rels/notesSlide2846.xml.rels><?xml version="1.0" encoding="UTF-8" standalone="yes"?>
<Relationships xmlns="http://schemas.openxmlformats.org/package/2006/relationships"><Relationship Id="rId2" Type="http://schemas.openxmlformats.org/officeDocument/2006/relationships/slide" Target="../slides/slide2980.xml"/><Relationship Id="rId1" Type="http://schemas.openxmlformats.org/officeDocument/2006/relationships/notesMaster" Target="../notesMasters/notesMaster1.xml"/></Relationships>
</file>

<file path=ppt/notesSlides/_rels/notesSlide2847.xml.rels><?xml version="1.0" encoding="UTF-8" standalone="yes"?>
<Relationships xmlns="http://schemas.openxmlformats.org/package/2006/relationships"><Relationship Id="rId2" Type="http://schemas.openxmlformats.org/officeDocument/2006/relationships/slide" Target="../slides/slide2981.xml"/><Relationship Id="rId1" Type="http://schemas.openxmlformats.org/officeDocument/2006/relationships/notesMaster" Target="../notesMasters/notesMaster1.xml"/></Relationships>
</file>

<file path=ppt/notesSlides/_rels/notesSlide2848.xml.rels><?xml version="1.0" encoding="UTF-8" standalone="yes"?>
<Relationships xmlns="http://schemas.openxmlformats.org/package/2006/relationships"><Relationship Id="rId2" Type="http://schemas.openxmlformats.org/officeDocument/2006/relationships/slide" Target="../slides/slide2982.xml"/><Relationship Id="rId1" Type="http://schemas.openxmlformats.org/officeDocument/2006/relationships/notesMaster" Target="../notesMasters/notesMaster1.xml"/></Relationships>
</file>

<file path=ppt/notesSlides/_rels/notesSlide2849.xml.rels><?xml version="1.0" encoding="UTF-8" standalone="yes"?>
<Relationships xmlns="http://schemas.openxmlformats.org/package/2006/relationships"><Relationship Id="rId2" Type="http://schemas.openxmlformats.org/officeDocument/2006/relationships/slide" Target="../slides/slide2983.xml"/><Relationship Id="rId1" Type="http://schemas.openxmlformats.org/officeDocument/2006/relationships/notesMaster" Target="../notesMasters/notesMaster1.xml"/></Relationships>
</file>

<file path=ppt/notesSlides/_rels/notesSlide2850.xml.rels><?xml version="1.0" encoding="UTF-8" standalone="yes"?>
<Relationships xmlns="http://schemas.openxmlformats.org/package/2006/relationships"><Relationship Id="rId2" Type="http://schemas.openxmlformats.org/officeDocument/2006/relationships/slide" Target="../slides/slide2984.xml"/><Relationship Id="rId1" Type="http://schemas.openxmlformats.org/officeDocument/2006/relationships/notesMaster" Target="../notesMasters/notesMaster1.xml"/></Relationships>
</file>

<file path=ppt/notesSlides/_rels/notesSlide2851.xml.rels><?xml version="1.0" encoding="UTF-8" standalone="yes"?>
<Relationships xmlns="http://schemas.openxmlformats.org/package/2006/relationships"><Relationship Id="rId2" Type="http://schemas.openxmlformats.org/officeDocument/2006/relationships/slide" Target="../slides/slide2985.xml"/><Relationship Id="rId1" Type="http://schemas.openxmlformats.org/officeDocument/2006/relationships/notesMaster" Target="../notesMasters/notesMaster1.xml"/></Relationships>
</file>

<file path=ppt/notesSlides/_rels/notesSlide2852.xml.rels><?xml version="1.0" encoding="UTF-8" standalone="yes"?>
<Relationships xmlns="http://schemas.openxmlformats.org/package/2006/relationships"><Relationship Id="rId2" Type="http://schemas.openxmlformats.org/officeDocument/2006/relationships/slide" Target="../slides/slide2986.xml"/><Relationship Id="rId1" Type="http://schemas.openxmlformats.org/officeDocument/2006/relationships/notesMaster" Target="../notesMasters/notesMaster1.xml"/></Relationships>
</file>

<file path=ppt/notesSlides/_rels/notesSlide2853.xml.rels><?xml version="1.0" encoding="UTF-8" standalone="yes"?>
<Relationships xmlns="http://schemas.openxmlformats.org/package/2006/relationships"><Relationship Id="rId2" Type="http://schemas.openxmlformats.org/officeDocument/2006/relationships/slide" Target="../slides/slide2987.xml"/><Relationship Id="rId1" Type="http://schemas.openxmlformats.org/officeDocument/2006/relationships/notesMaster" Target="../notesMasters/notesMaster1.xml"/></Relationships>
</file>

<file path=ppt/notesSlides/_rels/notesSlide2854.xml.rels><?xml version="1.0" encoding="UTF-8" standalone="yes"?>
<Relationships xmlns="http://schemas.openxmlformats.org/package/2006/relationships"><Relationship Id="rId2" Type="http://schemas.openxmlformats.org/officeDocument/2006/relationships/slide" Target="../slides/slide2988.xml"/><Relationship Id="rId1" Type="http://schemas.openxmlformats.org/officeDocument/2006/relationships/notesMaster" Target="../notesMasters/notesMaster1.xml"/></Relationships>
</file>

<file path=ppt/notesSlides/_rels/notesSlide2855.xml.rels><?xml version="1.0" encoding="UTF-8" standalone="yes"?>
<Relationships xmlns="http://schemas.openxmlformats.org/package/2006/relationships"><Relationship Id="rId2" Type="http://schemas.openxmlformats.org/officeDocument/2006/relationships/slide" Target="../slides/slide2989.xml"/><Relationship Id="rId1" Type="http://schemas.openxmlformats.org/officeDocument/2006/relationships/notesMaster" Target="../notesMasters/notesMaster1.xml"/></Relationships>
</file>

<file path=ppt/notesSlides/_rels/notesSlide2856.xml.rels><?xml version="1.0" encoding="UTF-8" standalone="yes"?>
<Relationships xmlns="http://schemas.openxmlformats.org/package/2006/relationships"><Relationship Id="rId2" Type="http://schemas.openxmlformats.org/officeDocument/2006/relationships/slide" Target="../slides/slide2990.xml"/><Relationship Id="rId1" Type="http://schemas.openxmlformats.org/officeDocument/2006/relationships/notesMaster" Target="../notesMasters/notesMaster1.xml"/></Relationships>
</file>

<file path=ppt/notesSlides/_rels/notesSlide2857.xml.rels><?xml version="1.0" encoding="UTF-8" standalone="yes"?>
<Relationships xmlns="http://schemas.openxmlformats.org/package/2006/relationships"><Relationship Id="rId2" Type="http://schemas.openxmlformats.org/officeDocument/2006/relationships/slide" Target="../slides/slide2991.xml"/><Relationship Id="rId1" Type="http://schemas.openxmlformats.org/officeDocument/2006/relationships/notesMaster" Target="../notesMasters/notesMaster1.xml"/></Relationships>
</file>

<file path=ppt/notesSlides/_rels/notesSlide2858.xml.rels><?xml version="1.0" encoding="UTF-8" standalone="yes"?>
<Relationships xmlns="http://schemas.openxmlformats.org/package/2006/relationships"><Relationship Id="rId2" Type="http://schemas.openxmlformats.org/officeDocument/2006/relationships/slide" Target="../slides/slide2992.xml"/><Relationship Id="rId1" Type="http://schemas.openxmlformats.org/officeDocument/2006/relationships/notesMaster" Target="../notesMasters/notesMaster1.xml"/></Relationships>
</file>

<file path=ppt/notesSlides/_rels/notesSlide2859.xml.rels><?xml version="1.0" encoding="UTF-8" standalone="yes"?>
<Relationships xmlns="http://schemas.openxmlformats.org/package/2006/relationships"><Relationship Id="rId2" Type="http://schemas.openxmlformats.org/officeDocument/2006/relationships/slide" Target="../slides/slide2993.xml"/><Relationship Id="rId1" Type="http://schemas.openxmlformats.org/officeDocument/2006/relationships/notesMaster" Target="../notesMasters/notesMaster1.xml"/></Relationships>
</file>

<file path=ppt/notesSlides/_rels/notesSlide2860.xml.rels><?xml version="1.0" encoding="UTF-8" standalone="yes"?>
<Relationships xmlns="http://schemas.openxmlformats.org/package/2006/relationships"><Relationship Id="rId2" Type="http://schemas.openxmlformats.org/officeDocument/2006/relationships/slide" Target="../slides/slide2994.xml"/><Relationship Id="rId1" Type="http://schemas.openxmlformats.org/officeDocument/2006/relationships/notesMaster" Target="../notesMasters/notesMaster1.xml"/></Relationships>
</file>

<file path=ppt/notesSlides/_rels/notesSlide2861.xml.rels><?xml version="1.0" encoding="UTF-8" standalone="yes"?>
<Relationships xmlns="http://schemas.openxmlformats.org/package/2006/relationships"><Relationship Id="rId2" Type="http://schemas.openxmlformats.org/officeDocument/2006/relationships/slide" Target="../slides/slide2995.xml"/><Relationship Id="rId1" Type="http://schemas.openxmlformats.org/officeDocument/2006/relationships/notesMaster" Target="../notesMasters/notesMaster1.xml"/></Relationships>
</file>

<file path=ppt/notesSlides/_rels/notesSlide2862.xml.rels><?xml version="1.0" encoding="UTF-8" standalone="yes"?>
<Relationships xmlns="http://schemas.openxmlformats.org/package/2006/relationships"><Relationship Id="rId2" Type="http://schemas.openxmlformats.org/officeDocument/2006/relationships/slide" Target="../slides/slide2996.xml"/><Relationship Id="rId1" Type="http://schemas.openxmlformats.org/officeDocument/2006/relationships/notesMaster" Target="../notesMasters/notesMaster1.xml"/></Relationships>
</file>

<file path=ppt/notesSlides/_rels/notesSlide2863.xml.rels><?xml version="1.0" encoding="UTF-8" standalone="yes"?>
<Relationships xmlns="http://schemas.openxmlformats.org/package/2006/relationships"><Relationship Id="rId2" Type="http://schemas.openxmlformats.org/officeDocument/2006/relationships/slide" Target="../slides/slide2997.xml"/><Relationship Id="rId1" Type="http://schemas.openxmlformats.org/officeDocument/2006/relationships/notesMaster" Target="../notesMasters/notesMaster1.xml"/></Relationships>
</file>

<file path=ppt/notesSlides/_rels/notesSlide2864.xml.rels><?xml version="1.0" encoding="UTF-8" standalone="yes"?>
<Relationships xmlns="http://schemas.openxmlformats.org/package/2006/relationships"><Relationship Id="rId2" Type="http://schemas.openxmlformats.org/officeDocument/2006/relationships/slide" Target="../slides/slide2998.xml"/><Relationship Id="rId1" Type="http://schemas.openxmlformats.org/officeDocument/2006/relationships/notesMaster" Target="../notesMasters/notesMaster1.xml"/></Relationships>
</file>

<file path=ppt/notesSlides/_rels/notesSlide2865.xml.rels><?xml version="1.0" encoding="UTF-8" standalone="yes"?>
<Relationships xmlns="http://schemas.openxmlformats.org/package/2006/relationships"><Relationship Id="rId2" Type="http://schemas.openxmlformats.org/officeDocument/2006/relationships/slide" Target="../slides/slide2999.xml"/><Relationship Id="rId1" Type="http://schemas.openxmlformats.org/officeDocument/2006/relationships/notesMaster" Target="../notesMasters/notesMaster1.xml"/></Relationships>
</file>

<file path=ppt/notesSlides/_rels/notesSlide2866.xml.rels><?xml version="1.0" encoding="UTF-8" standalone="yes"?>
<Relationships xmlns="http://schemas.openxmlformats.org/package/2006/relationships"><Relationship Id="rId2" Type="http://schemas.openxmlformats.org/officeDocument/2006/relationships/slide" Target="../slides/slide3000.xml"/><Relationship Id="rId1" Type="http://schemas.openxmlformats.org/officeDocument/2006/relationships/notesMaster" Target="../notesMasters/notesMaster1.xml"/></Relationships>
</file>

<file path=ppt/notesSlides/_rels/notesSlide2867.xml.rels><?xml version="1.0" encoding="UTF-8" standalone="yes"?>
<Relationships xmlns="http://schemas.openxmlformats.org/package/2006/relationships"><Relationship Id="rId2" Type="http://schemas.openxmlformats.org/officeDocument/2006/relationships/slide" Target="../slides/slide3001.xml"/><Relationship Id="rId1" Type="http://schemas.openxmlformats.org/officeDocument/2006/relationships/notesMaster" Target="../notesMasters/notesMaster1.xml"/></Relationships>
</file>

<file path=ppt/notesSlides/_rels/notesSlide2868.xml.rels><?xml version="1.0" encoding="UTF-8" standalone="yes"?>
<Relationships xmlns="http://schemas.openxmlformats.org/package/2006/relationships"><Relationship Id="rId2" Type="http://schemas.openxmlformats.org/officeDocument/2006/relationships/slide" Target="../slides/slide3002.xml"/><Relationship Id="rId1" Type="http://schemas.openxmlformats.org/officeDocument/2006/relationships/notesMaster" Target="../notesMasters/notesMaster1.xml"/></Relationships>
</file>

<file path=ppt/notesSlides/_rels/notesSlide2869.xml.rels><?xml version="1.0" encoding="UTF-8" standalone="yes"?>
<Relationships xmlns="http://schemas.openxmlformats.org/package/2006/relationships"><Relationship Id="rId2" Type="http://schemas.openxmlformats.org/officeDocument/2006/relationships/slide" Target="../slides/slide3003.xml"/><Relationship Id="rId1" Type="http://schemas.openxmlformats.org/officeDocument/2006/relationships/notesMaster" Target="../notesMasters/notesMaster1.xml"/></Relationships>
</file>

<file path=ppt/notesSlides/_rels/notesSlide2870.xml.rels><?xml version="1.0" encoding="UTF-8" standalone="yes"?>
<Relationships xmlns="http://schemas.openxmlformats.org/package/2006/relationships"><Relationship Id="rId2" Type="http://schemas.openxmlformats.org/officeDocument/2006/relationships/slide" Target="../slides/slide3004.xml"/><Relationship Id="rId1" Type="http://schemas.openxmlformats.org/officeDocument/2006/relationships/notesMaster" Target="../notesMasters/notesMaster1.xml"/></Relationships>
</file>

<file path=ppt/notesSlides/_rels/notesSlide2871.xml.rels><?xml version="1.0" encoding="UTF-8" standalone="yes"?>
<Relationships xmlns="http://schemas.openxmlformats.org/package/2006/relationships"><Relationship Id="rId2" Type="http://schemas.openxmlformats.org/officeDocument/2006/relationships/slide" Target="../slides/slide3005.xml"/><Relationship Id="rId1" Type="http://schemas.openxmlformats.org/officeDocument/2006/relationships/notesMaster" Target="../notesMasters/notesMaster1.xml"/></Relationships>
</file>

<file path=ppt/notesSlides/_rels/notesSlide2872.xml.rels><?xml version="1.0" encoding="UTF-8" standalone="yes"?>
<Relationships xmlns="http://schemas.openxmlformats.org/package/2006/relationships"><Relationship Id="rId2" Type="http://schemas.openxmlformats.org/officeDocument/2006/relationships/slide" Target="../slides/slide3006.xml"/><Relationship Id="rId1" Type="http://schemas.openxmlformats.org/officeDocument/2006/relationships/notesMaster" Target="../notesMasters/notesMaster1.xml"/></Relationships>
</file>

<file path=ppt/notesSlides/_rels/notesSlide2873.xml.rels><?xml version="1.0" encoding="UTF-8" standalone="yes"?>
<Relationships xmlns="http://schemas.openxmlformats.org/package/2006/relationships"><Relationship Id="rId2" Type="http://schemas.openxmlformats.org/officeDocument/2006/relationships/slide" Target="../slides/slide3007.xml"/><Relationship Id="rId1" Type="http://schemas.openxmlformats.org/officeDocument/2006/relationships/notesMaster" Target="../notesMasters/notesMaster1.xml"/></Relationships>
</file>

<file path=ppt/notesSlides/_rels/notesSlide2874.xml.rels><?xml version="1.0" encoding="UTF-8" standalone="yes"?>
<Relationships xmlns="http://schemas.openxmlformats.org/package/2006/relationships"><Relationship Id="rId2" Type="http://schemas.openxmlformats.org/officeDocument/2006/relationships/slide" Target="../slides/slide3008.xml"/><Relationship Id="rId1" Type="http://schemas.openxmlformats.org/officeDocument/2006/relationships/notesMaster" Target="../notesMasters/notesMaster1.xml"/></Relationships>
</file>

<file path=ppt/notesSlides/_rels/notesSlide2875.xml.rels><?xml version="1.0" encoding="UTF-8" standalone="yes"?>
<Relationships xmlns="http://schemas.openxmlformats.org/package/2006/relationships"><Relationship Id="rId2" Type="http://schemas.openxmlformats.org/officeDocument/2006/relationships/slide" Target="../slides/slide3009.xml"/><Relationship Id="rId1" Type="http://schemas.openxmlformats.org/officeDocument/2006/relationships/notesMaster" Target="../notesMasters/notesMaster1.xml"/></Relationships>
</file>

<file path=ppt/notesSlides/_rels/notesSlide2876.xml.rels><?xml version="1.0" encoding="UTF-8" standalone="yes"?>
<Relationships xmlns="http://schemas.openxmlformats.org/package/2006/relationships"><Relationship Id="rId2" Type="http://schemas.openxmlformats.org/officeDocument/2006/relationships/slide" Target="../slides/slide3010.xml"/><Relationship Id="rId1" Type="http://schemas.openxmlformats.org/officeDocument/2006/relationships/notesMaster" Target="../notesMasters/notesMaster1.xml"/></Relationships>
</file>

<file path=ppt/notesSlides/_rels/notesSlide2877.xml.rels><?xml version="1.0" encoding="UTF-8" standalone="yes"?>
<Relationships xmlns="http://schemas.openxmlformats.org/package/2006/relationships"><Relationship Id="rId2" Type="http://schemas.openxmlformats.org/officeDocument/2006/relationships/slide" Target="../slides/slide3011.xml"/><Relationship Id="rId1" Type="http://schemas.openxmlformats.org/officeDocument/2006/relationships/notesMaster" Target="../notesMasters/notesMaster1.xml"/></Relationships>
</file>

<file path=ppt/notesSlides/_rels/notesSlide2878.xml.rels><?xml version="1.0" encoding="UTF-8" standalone="yes"?>
<Relationships xmlns="http://schemas.openxmlformats.org/package/2006/relationships"><Relationship Id="rId2" Type="http://schemas.openxmlformats.org/officeDocument/2006/relationships/slide" Target="../slides/slide3012.xml"/><Relationship Id="rId1" Type="http://schemas.openxmlformats.org/officeDocument/2006/relationships/notesMaster" Target="../notesMasters/notesMaster1.xml"/></Relationships>
</file>

<file path=ppt/notesSlides/_rels/notesSlide2879.xml.rels><?xml version="1.0" encoding="UTF-8" standalone="yes"?>
<Relationships xmlns="http://schemas.openxmlformats.org/package/2006/relationships"><Relationship Id="rId2" Type="http://schemas.openxmlformats.org/officeDocument/2006/relationships/slide" Target="../slides/slide3013.xml"/><Relationship Id="rId1" Type="http://schemas.openxmlformats.org/officeDocument/2006/relationships/notesMaster" Target="../notesMasters/notesMaster1.xml"/></Relationships>
</file>

<file path=ppt/notesSlides/_rels/notesSlide2880.xml.rels><?xml version="1.0" encoding="UTF-8" standalone="yes"?>
<Relationships xmlns="http://schemas.openxmlformats.org/package/2006/relationships"><Relationship Id="rId2" Type="http://schemas.openxmlformats.org/officeDocument/2006/relationships/slide" Target="../slides/slide3014.xml"/><Relationship Id="rId1" Type="http://schemas.openxmlformats.org/officeDocument/2006/relationships/notesMaster" Target="../notesMasters/notesMaster1.xml"/></Relationships>
</file>

<file path=ppt/notesSlides/_rels/notesSlide2881.xml.rels><?xml version="1.0" encoding="UTF-8" standalone="yes"?>
<Relationships xmlns="http://schemas.openxmlformats.org/package/2006/relationships"><Relationship Id="rId2" Type="http://schemas.openxmlformats.org/officeDocument/2006/relationships/slide" Target="../slides/slide3015.xml"/><Relationship Id="rId1" Type="http://schemas.openxmlformats.org/officeDocument/2006/relationships/notesMaster" Target="../notesMasters/notesMaster1.xml"/></Relationships>
</file>

<file path=ppt/notesSlides/_rels/notesSlide2882.xml.rels><?xml version="1.0" encoding="UTF-8" standalone="yes"?>
<Relationships xmlns="http://schemas.openxmlformats.org/package/2006/relationships"><Relationship Id="rId2" Type="http://schemas.openxmlformats.org/officeDocument/2006/relationships/slide" Target="../slides/slide3016.xml"/><Relationship Id="rId1" Type="http://schemas.openxmlformats.org/officeDocument/2006/relationships/notesMaster" Target="../notesMasters/notesMaster1.xml"/></Relationships>
</file>

<file path=ppt/notesSlides/_rels/notesSlide2883.xml.rels><?xml version="1.0" encoding="UTF-8" standalone="yes"?>
<Relationships xmlns="http://schemas.openxmlformats.org/package/2006/relationships"><Relationship Id="rId2" Type="http://schemas.openxmlformats.org/officeDocument/2006/relationships/slide" Target="../slides/slide3017.xml"/><Relationship Id="rId1" Type="http://schemas.openxmlformats.org/officeDocument/2006/relationships/notesMaster" Target="../notesMasters/notesMaster1.xml"/></Relationships>
</file>

<file path=ppt/notesSlides/_rels/notesSlide2884.xml.rels><?xml version="1.0" encoding="UTF-8" standalone="yes"?>
<Relationships xmlns="http://schemas.openxmlformats.org/package/2006/relationships"><Relationship Id="rId2" Type="http://schemas.openxmlformats.org/officeDocument/2006/relationships/slide" Target="../slides/slide3018.xml"/><Relationship Id="rId1" Type="http://schemas.openxmlformats.org/officeDocument/2006/relationships/notesMaster" Target="../notesMasters/notesMaster1.xml"/></Relationships>
</file>

<file path=ppt/notesSlides/_rels/notesSlide2885.xml.rels><?xml version="1.0" encoding="UTF-8" standalone="yes"?>
<Relationships xmlns="http://schemas.openxmlformats.org/package/2006/relationships"><Relationship Id="rId2" Type="http://schemas.openxmlformats.org/officeDocument/2006/relationships/slide" Target="../slides/slide3019.xml"/><Relationship Id="rId1" Type="http://schemas.openxmlformats.org/officeDocument/2006/relationships/notesMaster" Target="../notesMasters/notesMaster1.xml"/></Relationships>
</file>

<file path=ppt/notesSlides/_rels/notesSlide2886.xml.rels><?xml version="1.0" encoding="UTF-8" standalone="yes"?>
<Relationships xmlns="http://schemas.openxmlformats.org/package/2006/relationships"><Relationship Id="rId2" Type="http://schemas.openxmlformats.org/officeDocument/2006/relationships/slide" Target="../slides/slide3020.xml"/><Relationship Id="rId1" Type="http://schemas.openxmlformats.org/officeDocument/2006/relationships/notesMaster" Target="../notesMasters/notesMaster1.xml"/></Relationships>
</file>

<file path=ppt/notesSlides/_rels/notesSlide2887.xml.rels><?xml version="1.0" encoding="UTF-8" standalone="yes"?>
<Relationships xmlns="http://schemas.openxmlformats.org/package/2006/relationships"><Relationship Id="rId2" Type="http://schemas.openxmlformats.org/officeDocument/2006/relationships/slide" Target="../slides/slide3021.xml"/><Relationship Id="rId1" Type="http://schemas.openxmlformats.org/officeDocument/2006/relationships/notesMaster" Target="../notesMasters/notesMaster1.xml"/></Relationships>
</file>

<file path=ppt/notesSlides/_rels/notesSlide2888.xml.rels><?xml version="1.0" encoding="UTF-8" standalone="yes"?>
<Relationships xmlns="http://schemas.openxmlformats.org/package/2006/relationships"><Relationship Id="rId2" Type="http://schemas.openxmlformats.org/officeDocument/2006/relationships/slide" Target="../slides/slide3022.xml"/><Relationship Id="rId1" Type="http://schemas.openxmlformats.org/officeDocument/2006/relationships/notesMaster" Target="../notesMasters/notesMaster1.xml"/></Relationships>
</file>

<file path=ppt/notesSlides/_rels/notesSlide2889.xml.rels><?xml version="1.0" encoding="UTF-8" standalone="yes"?>
<Relationships xmlns="http://schemas.openxmlformats.org/package/2006/relationships"><Relationship Id="rId2" Type="http://schemas.openxmlformats.org/officeDocument/2006/relationships/slide" Target="../slides/slide3023.xml"/><Relationship Id="rId1" Type="http://schemas.openxmlformats.org/officeDocument/2006/relationships/notesMaster" Target="../notesMasters/notesMaster1.xml"/></Relationships>
</file>

<file path=ppt/notesSlides/_rels/notesSlide2890.xml.rels><?xml version="1.0" encoding="UTF-8" standalone="yes"?>
<Relationships xmlns="http://schemas.openxmlformats.org/package/2006/relationships"><Relationship Id="rId2" Type="http://schemas.openxmlformats.org/officeDocument/2006/relationships/slide" Target="../slides/slide3024.xml"/><Relationship Id="rId1" Type="http://schemas.openxmlformats.org/officeDocument/2006/relationships/notesMaster" Target="../notesMasters/notesMaster1.xml"/></Relationships>
</file>

<file path=ppt/notesSlides/_rels/notesSlide2891.xml.rels><?xml version="1.0" encoding="UTF-8" standalone="yes"?>
<Relationships xmlns="http://schemas.openxmlformats.org/package/2006/relationships"><Relationship Id="rId2" Type="http://schemas.openxmlformats.org/officeDocument/2006/relationships/slide" Target="../slides/slide3025.xml"/><Relationship Id="rId1" Type="http://schemas.openxmlformats.org/officeDocument/2006/relationships/notesMaster" Target="../notesMasters/notesMaster1.xml"/></Relationships>
</file>

<file path=ppt/notesSlides/_rels/notesSlide2892.xml.rels><?xml version="1.0" encoding="UTF-8" standalone="yes"?>
<Relationships xmlns="http://schemas.openxmlformats.org/package/2006/relationships"><Relationship Id="rId2" Type="http://schemas.openxmlformats.org/officeDocument/2006/relationships/slide" Target="../slides/slide3026.xml"/><Relationship Id="rId1" Type="http://schemas.openxmlformats.org/officeDocument/2006/relationships/notesMaster" Target="../notesMasters/notesMaster1.xml"/></Relationships>
</file>

<file path=ppt/notesSlides/_rels/notesSlide2893.xml.rels><?xml version="1.0" encoding="UTF-8" standalone="yes"?>
<Relationships xmlns="http://schemas.openxmlformats.org/package/2006/relationships"><Relationship Id="rId2" Type="http://schemas.openxmlformats.org/officeDocument/2006/relationships/slide" Target="../slides/slide3027.xml"/><Relationship Id="rId1" Type="http://schemas.openxmlformats.org/officeDocument/2006/relationships/notesMaster" Target="../notesMasters/notesMaster1.xml"/></Relationships>
</file>

<file path=ppt/notesSlides/_rels/notesSlide2894.xml.rels><?xml version="1.0" encoding="UTF-8" standalone="yes"?>
<Relationships xmlns="http://schemas.openxmlformats.org/package/2006/relationships"><Relationship Id="rId2" Type="http://schemas.openxmlformats.org/officeDocument/2006/relationships/slide" Target="../slides/slide3028.xml"/><Relationship Id="rId1" Type="http://schemas.openxmlformats.org/officeDocument/2006/relationships/notesMaster" Target="../notesMasters/notesMaster1.xml"/></Relationships>
</file>

<file path=ppt/notesSlides/_rels/notesSlide2895.xml.rels><?xml version="1.0" encoding="UTF-8" standalone="yes"?>
<Relationships xmlns="http://schemas.openxmlformats.org/package/2006/relationships"><Relationship Id="rId2" Type="http://schemas.openxmlformats.org/officeDocument/2006/relationships/slide" Target="../slides/slide3029.xml"/><Relationship Id="rId1" Type="http://schemas.openxmlformats.org/officeDocument/2006/relationships/notesMaster" Target="../notesMasters/notesMaster1.xml"/></Relationships>
</file>

<file path=ppt/notesSlides/_rels/notesSlide2896.xml.rels><?xml version="1.0" encoding="UTF-8" standalone="yes"?>
<Relationships xmlns="http://schemas.openxmlformats.org/package/2006/relationships"><Relationship Id="rId2" Type="http://schemas.openxmlformats.org/officeDocument/2006/relationships/slide" Target="../slides/slide3030.xml"/><Relationship Id="rId1" Type="http://schemas.openxmlformats.org/officeDocument/2006/relationships/notesMaster" Target="../notesMasters/notesMaster1.xml"/></Relationships>
</file>

<file path=ppt/notesSlides/_rels/notesSlide2897.xml.rels><?xml version="1.0" encoding="UTF-8" standalone="yes"?>
<Relationships xmlns="http://schemas.openxmlformats.org/package/2006/relationships"><Relationship Id="rId2" Type="http://schemas.openxmlformats.org/officeDocument/2006/relationships/slide" Target="../slides/slide3031.xml"/><Relationship Id="rId1" Type="http://schemas.openxmlformats.org/officeDocument/2006/relationships/notesMaster" Target="../notesMasters/notesMaster1.xml"/></Relationships>
</file>

<file path=ppt/notesSlides/_rels/notesSlide2898.xml.rels><?xml version="1.0" encoding="UTF-8" standalone="yes"?>
<Relationships xmlns="http://schemas.openxmlformats.org/package/2006/relationships"><Relationship Id="rId2" Type="http://schemas.openxmlformats.org/officeDocument/2006/relationships/slide" Target="../slides/slide3032.xml"/><Relationship Id="rId1" Type="http://schemas.openxmlformats.org/officeDocument/2006/relationships/notesMaster" Target="../notesMasters/notesMaster1.xml"/></Relationships>
</file>

<file path=ppt/notesSlides/_rels/notesSlide2899.xml.rels><?xml version="1.0" encoding="UTF-8" standalone="yes"?>
<Relationships xmlns="http://schemas.openxmlformats.org/package/2006/relationships"><Relationship Id="rId2" Type="http://schemas.openxmlformats.org/officeDocument/2006/relationships/slide" Target="../slides/slide3033.xml"/><Relationship Id="rId1" Type="http://schemas.openxmlformats.org/officeDocument/2006/relationships/notesMaster" Target="../notesMasters/notesMaster1.xml"/></Relationships>
</file>

<file path=ppt/notesSlides/_rels/notesSlide2900.xml.rels><?xml version="1.0" encoding="UTF-8" standalone="yes"?>
<Relationships xmlns="http://schemas.openxmlformats.org/package/2006/relationships"><Relationship Id="rId2" Type="http://schemas.openxmlformats.org/officeDocument/2006/relationships/slide" Target="../slides/slide3034.xml"/><Relationship Id="rId1" Type="http://schemas.openxmlformats.org/officeDocument/2006/relationships/notesMaster" Target="../notesMasters/notesMaster1.xml"/></Relationships>
</file>

<file path=ppt/notesSlides/_rels/notesSlide2901.xml.rels><?xml version="1.0" encoding="UTF-8" standalone="yes"?>
<Relationships xmlns="http://schemas.openxmlformats.org/package/2006/relationships"><Relationship Id="rId2" Type="http://schemas.openxmlformats.org/officeDocument/2006/relationships/slide" Target="../slides/slide3035.xml"/><Relationship Id="rId1" Type="http://schemas.openxmlformats.org/officeDocument/2006/relationships/notesMaster" Target="../notesMasters/notesMaster1.xml"/></Relationships>
</file>

<file path=ppt/notesSlides/_rels/notesSlide2902.xml.rels><?xml version="1.0" encoding="UTF-8" standalone="yes"?>
<Relationships xmlns="http://schemas.openxmlformats.org/package/2006/relationships"><Relationship Id="rId2" Type="http://schemas.openxmlformats.org/officeDocument/2006/relationships/slide" Target="../slides/slide3036.xml"/><Relationship Id="rId1" Type="http://schemas.openxmlformats.org/officeDocument/2006/relationships/notesMaster" Target="../notesMasters/notesMaster1.xml"/></Relationships>
</file>

<file path=ppt/notesSlides/_rels/notesSlide2903.xml.rels><?xml version="1.0" encoding="UTF-8" standalone="yes"?>
<Relationships xmlns="http://schemas.openxmlformats.org/package/2006/relationships"><Relationship Id="rId2" Type="http://schemas.openxmlformats.org/officeDocument/2006/relationships/slide" Target="../slides/slide3037.xml"/><Relationship Id="rId1" Type="http://schemas.openxmlformats.org/officeDocument/2006/relationships/notesMaster" Target="../notesMasters/notesMaster1.xml"/></Relationships>
</file>

<file path=ppt/notesSlides/_rels/notesSlide2904.xml.rels><?xml version="1.0" encoding="UTF-8" standalone="yes"?>
<Relationships xmlns="http://schemas.openxmlformats.org/package/2006/relationships"><Relationship Id="rId2" Type="http://schemas.openxmlformats.org/officeDocument/2006/relationships/slide" Target="../slides/slide3038.xml"/><Relationship Id="rId1" Type="http://schemas.openxmlformats.org/officeDocument/2006/relationships/notesMaster" Target="../notesMasters/notesMaster1.xml"/></Relationships>
</file>

<file path=ppt/notesSlides/_rels/notesSlide2905.xml.rels><?xml version="1.0" encoding="UTF-8" standalone="yes"?>
<Relationships xmlns="http://schemas.openxmlformats.org/package/2006/relationships"><Relationship Id="rId2" Type="http://schemas.openxmlformats.org/officeDocument/2006/relationships/slide" Target="../slides/slide3039.xml"/><Relationship Id="rId1" Type="http://schemas.openxmlformats.org/officeDocument/2006/relationships/notesMaster" Target="../notesMasters/notesMaster1.xml"/></Relationships>
</file>

<file path=ppt/notesSlides/_rels/notesSlide2906.xml.rels><?xml version="1.0" encoding="UTF-8" standalone="yes"?>
<Relationships xmlns="http://schemas.openxmlformats.org/package/2006/relationships"><Relationship Id="rId2" Type="http://schemas.openxmlformats.org/officeDocument/2006/relationships/slide" Target="../slides/slide3040.xml"/><Relationship Id="rId1" Type="http://schemas.openxmlformats.org/officeDocument/2006/relationships/notesMaster" Target="../notesMasters/notesMaster1.xml"/></Relationships>
</file>

<file path=ppt/notesSlides/_rels/notesSlide2907.xml.rels><?xml version="1.0" encoding="UTF-8" standalone="yes"?>
<Relationships xmlns="http://schemas.openxmlformats.org/package/2006/relationships"><Relationship Id="rId2" Type="http://schemas.openxmlformats.org/officeDocument/2006/relationships/slide" Target="../slides/slide3041.xml"/><Relationship Id="rId1" Type="http://schemas.openxmlformats.org/officeDocument/2006/relationships/notesMaster" Target="../notesMasters/notesMaster1.xml"/></Relationships>
</file>

<file path=ppt/notesSlides/_rels/notesSlide2908.xml.rels><?xml version="1.0" encoding="UTF-8" standalone="yes"?>
<Relationships xmlns="http://schemas.openxmlformats.org/package/2006/relationships"><Relationship Id="rId2" Type="http://schemas.openxmlformats.org/officeDocument/2006/relationships/slide" Target="../slides/slide3042.xml"/><Relationship Id="rId1" Type="http://schemas.openxmlformats.org/officeDocument/2006/relationships/notesMaster" Target="../notesMasters/notesMaster1.xml"/></Relationships>
</file>

<file path=ppt/notesSlides/_rels/notesSlide2909.xml.rels><?xml version="1.0" encoding="UTF-8" standalone="yes"?>
<Relationships xmlns="http://schemas.openxmlformats.org/package/2006/relationships"><Relationship Id="rId2" Type="http://schemas.openxmlformats.org/officeDocument/2006/relationships/slide" Target="../slides/slide3043.xml"/><Relationship Id="rId1" Type="http://schemas.openxmlformats.org/officeDocument/2006/relationships/notesMaster" Target="../notesMasters/notesMaster1.xml"/></Relationships>
</file>

<file path=ppt/notesSlides/_rels/notesSlide2910.xml.rels><?xml version="1.0" encoding="UTF-8" standalone="yes"?>
<Relationships xmlns="http://schemas.openxmlformats.org/package/2006/relationships"><Relationship Id="rId2" Type="http://schemas.openxmlformats.org/officeDocument/2006/relationships/slide" Target="../slides/slide3044.xml"/><Relationship Id="rId1" Type="http://schemas.openxmlformats.org/officeDocument/2006/relationships/notesMaster" Target="../notesMasters/notesMaster1.xml"/></Relationships>
</file>

<file path=ppt/notesSlides/_rels/notesSlide2911.xml.rels><?xml version="1.0" encoding="UTF-8" standalone="yes"?>
<Relationships xmlns="http://schemas.openxmlformats.org/package/2006/relationships"><Relationship Id="rId2" Type="http://schemas.openxmlformats.org/officeDocument/2006/relationships/slide" Target="../slides/slide3045.xml"/><Relationship Id="rId1" Type="http://schemas.openxmlformats.org/officeDocument/2006/relationships/notesMaster" Target="../notesMasters/notesMaster1.xml"/></Relationships>
</file>

<file path=ppt/notesSlides/_rels/notesSlide2912.xml.rels><?xml version="1.0" encoding="UTF-8" standalone="yes"?>
<Relationships xmlns="http://schemas.openxmlformats.org/package/2006/relationships"><Relationship Id="rId2" Type="http://schemas.openxmlformats.org/officeDocument/2006/relationships/slide" Target="../slides/slide3046.xml"/><Relationship Id="rId1" Type="http://schemas.openxmlformats.org/officeDocument/2006/relationships/notesMaster" Target="../notesMasters/notesMaster1.xml"/></Relationships>
</file>

<file path=ppt/notesSlides/_rels/notesSlide2913.xml.rels><?xml version="1.0" encoding="UTF-8" standalone="yes"?>
<Relationships xmlns="http://schemas.openxmlformats.org/package/2006/relationships"><Relationship Id="rId2" Type="http://schemas.openxmlformats.org/officeDocument/2006/relationships/slide" Target="../slides/slide3047.xml"/><Relationship Id="rId1" Type="http://schemas.openxmlformats.org/officeDocument/2006/relationships/notesMaster" Target="../notesMasters/notesMaster1.xml"/></Relationships>
</file>

<file path=ppt/notesSlides/_rels/notesSlide2914.xml.rels><?xml version="1.0" encoding="UTF-8" standalone="yes"?>
<Relationships xmlns="http://schemas.openxmlformats.org/package/2006/relationships"><Relationship Id="rId2" Type="http://schemas.openxmlformats.org/officeDocument/2006/relationships/slide" Target="../slides/slide3048.xml"/><Relationship Id="rId1" Type="http://schemas.openxmlformats.org/officeDocument/2006/relationships/notesMaster" Target="../notesMasters/notesMaster1.xml"/></Relationships>
</file>

<file path=ppt/notesSlides/_rels/notesSlide2915.xml.rels><?xml version="1.0" encoding="UTF-8" standalone="yes"?>
<Relationships xmlns="http://schemas.openxmlformats.org/package/2006/relationships"><Relationship Id="rId2" Type="http://schemas.openxmlformats.org/officeDocument/2006/relationships/slide" Target="../slides/slide3049.xml"/><Relationship Id="rId1" Type="http://schemas.openxmlformats.org/officeDocument/2006/relationships/notesMaster" Target="../notesMasters/notesMaster1.xml"/></Relationships>
</file>

<file path=ppt/notesSlides/_rels/notesSlide2916.xml.rels><?xml version="1.0" encoding="UTF-8" standalone="yes"?>
<Relationships xmlns="http://schemas.openxmlformats.org/package/2006/relationships"><Relationship Id="rId2" Type="http://schemas.openxmlformats.org/officeDocument/2006/relationships/slide" Target="../slides/slide3050.xml"/><Relationship Id="rId1" Type="http://schemas.openxmlformats.org/officeDocument/2006/relationships/notesMaster" Target="../notesMasters/notesMaster1.xml"/></Relationships>
</file>

<file path=ppt/notesSlides/_rels/notesSlide2917.xml.rels><?xml version="1.0" encoding="UTF-8" standalone="yes"?>
<Relationships xmlns="http://schemas.openxmlformats.org/package/2006/relationships"><Relationship Id="rId2" Type="http://schemas.openxmlformats.org/officeDocument/2006/relationships/slide" Target="../slides/slide3051.xml"/><Relationship Id="rId1" Type="http://schemas.openxmlformats.org/officeDocument/2006/relationships/notesMaster" Target="../notesMasters/notesMaster1.xml"/></Relationships>
</file>

<file path=ppt/notesSlides/_rels/notesSlide2918.xml.rels><?xml version="1.0" encoding="UTF-8" standalone="yes"?>
<Relationships xmlns="http://schemas.openxmlformats.org/package/2006/relationships"><Relationship Id="rId2" Type="http://schemas.openxmlformats.org/officeDocument/2006/relationships/slide" Target="../slides/slide3052.xml"/><Relationship Id="rId1" Type="http://schemas.openxmlformats.org/officeDocument/2006/relationships/notesMaster" Target="../notesMasters/notesMaster1.xml"/></Relationships>
</file>

<file path=ppt/notesSlides/_rels/notesSlide2919.xml.rels><?xml version="1.0" encoding="UTF-8" standalone="yes"?>
<Relationships xmlns="http://schemas.openxmlformats.org/package/2006/relationships"><Relationship Id="rId2" Type="http://schemas.openxmlformats.org/officeDocument/2006/relationships/slide" Target="../slides/slide3053.xml"/><Relationship Id="rId1" Type="http://schemas.openxmlformats.org/officeDocument/2006/relationships/notesMaster" Target="../notesMasters/notesMaster1.xml"/></Relationships>
</file>

<file path=ppt/notesSlides/_rels/notesSlide2920.xml.rels><?xml version="1.0" encoding="UTF-8" standalone="yes"?>
<Relationships xmlns="http://schemas.openxmlformats.org/package/2006/relationships"><Relationship Id="rId2" Type="http://schemas.openxmlformats.org/officeDocument/2006/relationships/slide" Target="../slides/slide3054.xml"/><Relationship Id="rId1" Type="http://schemas.openxmlformats.org/officeDocument/2006/relationships/notesMaster" Target="../notesMasters/notesMaster1.xml"/></Relationships>
</file>

<file path=ppt/notesSlides/_rels/notesSlide2921.xml.rels><?xml version="1.0" encoding="UTF-8" standalone="yes"?>
<Relationships xmlns="http://schemas.openxmlformats.org/package/2006/relationships"><Relationship Id="rId2" Type="http://schemas.openxmlformats.org/officeDocument/2006/relationships/slide" Target="../slides/slide3055.xml"/><Relationship Id="rId1" Type="http://schemas.openxmlformats.org/officeDocument/2006/relationships/notesMaster" Target="../notesMasters/notesMaster1.xml"/></Relationships>
</file>

<file path=ppt/notesSlides/_rels/notesSlide2922.xml.rels><?xml version="1.0" encoding="UTF-8" standalone="yes"?>
<Relationships xmlns="http://schemas.openxmlformats.org/package/2006/relationships"><Relationship Id="rId2" Type="http://schemas.openxmlformats.org/officeDocument/2006/relationships/slide" Target="../slides/slide3056.xml"/><Relationship Id="rId1" Type="http://schemas.openxmlformats.org/officeDocument/2006/relationships/notesMaster" Target="../notesMasters/notesMaster1.xml"/></Relationships>
</file>

<file path=ppt/notesSlides/_rels/notesSlide2923.xml.rels><?xml version="1.0" encoding="UTF-8" standalone="yes"?>
<Relationships xmlns="http://schemas.openxmlformats.org/package/2006/relationships"><Relationship Id="rId2" Type="http://schemas.openxmlformats.org/officeDocument/2006/relationships/slide" Target="../slides/slide3057.xml"/><Relationship Id="rId1" Type="http://schemas.openxmlformats.org/officeDocument/2006/relationships/notesMaster" Target="../notesMasters/notesMaster1.xml"/></Relationships>
</file>

<file path=ppt/notesSlides/_rels/notesSlide2924.xml.rels><?xml version="1.0" encoding="UTF-8" standalone="yes"?>
<Relationships xmlns="http://schemas.openxmlformats.org/package/2006/relationships"><Relationship Id="rId2" Type="http://schemas.openxmlformats.org/officeDocument/2006/relationships/slide" Target="../slides/slide3058.xml"/><Relationship Id="rId1" Type="http://schemas.openxmlformats.org/officeDocument/2006/relationships/notesMaster" Target="../notesMasters/notesMaster1.xml"/></Relationships>
</file>

<file path=ppt/notesSlides/_rels/notesSlide2925.xml.rels><?xml version="1.0" encoding="UTF-8" standalone="yes"?>
<Relationships xmlns="http://schemas.openxmlformats.org/package/2006/relationships"><Relationship Id="rId2" Type="http://schemas.openxmlformats.org/officeDocument/2006/relationships/slide" Target="../slides/slide3059.xml"/><Relationship Id="rId1" Type="http://schemas.openxmlformats.org/officeDocument/2006/relationships/notesMaster" Target="../notesMasters/notesMaster1.xml"/></Relationships>
</file>

<file path=ppt/notesSlides/_rels/notesSlide2926.xml.rels><?xml version="1.0" encoding="UTF-8" standalone="yes"?>
<Relationships xmlns="http://schemas.openxmlformats.org/package/2006/relationships"><Relationship Id="rId2" Type="http://schemas.openxmlformats.org/officeDocument/2006/relationships/slide" Target="../slides/slide3060.xml"/><Relationship Id="rId1" Type="http://schemas.openxmlformats.org/officeDocument/2006/relationships/notesMaster" Target="../notesMasters/notesMaster1.xml"/></Relationships>
</file>

<file path=ppt/notesSlides/_rels/notesSlide2927.xml.rels><?xml version="1.0" encoding="UTF-8" standalone="yes"?>
<Relationships xmlns="http://schemas.openxmlformats.org/package/2006/relationships"><Relationship Id="rId2" Type="http://schemas.openxmlformats.org/officeDocument/2006/relationships/slide" Target="../slides/slide3061.xml"/><Relationship Id="rId1" Type="http://schemas.openxmlformats.org/officeDocument/2006/relationships/notesMaster" Target="../notesMasters/notesMaster1.xml"/></Relationships>
</file>

<file path=ppt/notesSlides/_rels/notesSlide2928.xml.rels><?xml version="1.0" encoding="UTF-8" standalone="yes"?>
<Relationships xmlns="http://schemas.openxmlformats.org/package/2006/relationships"><Relationship Id="rId2" Type="http://schemas.openxmlformats.org/officeDocument/2006/relationships/slide" Target="../slides/slide3062.xml"/><Relationship Id="rId1" Type="http://schemas.openxmlformats.org/officeDocument/2006/relationships/notesMaster" Target="../notesMasters/notesMaster1.xml"/></Relationships>
</file>

<file path=ppt/notesSlides/_rels/notesSlide2929.xml.rels><?xml version="1.0" encoding="UTF-8" standalone="yes"?>
<Relationships xmlns="http://schemas.openxmlformats.org/package/2006/relationships"><Relationship Id="rId2" Type="http://schemas.openxmlformats.org/officeDocument/2006/relationships/slide" Target="../slides/slide3063.xml"/><Relationship Id="rId1" Type="http://schemas.openxmlformats.org/officeDocument/2006/relationships/notesMaster" Target="../notesMasters/notesMaster1.xml"/></Relationships>
</file>

<file path=ppt/notesSlides/_rels/notesSlide2930.xml.rels><?xml version="1.0" encoding="UTF-8" standalone="yes"?>
<Relationships xmlns="http://schemas.openxmlformats.org/package/2006/relationships"><Relationship Id="rId2" Type="http://schemas.openxmlformats.org/officeDocument/2006/relationships/slide" Target="../slides/slide3064.xml"/><Relationship Id="rId1" Type="http://schemas.openxmlformats.org/officeDocument/2006/relationships/notesMaster" Target="../notesMasters/notesMaster1.xml"/></Relationships>
</file>

<file path=ppt/notesSlides/_rels/notesSlide2931.xml.rels><?xml version="1.0" encoding="UTF-8" standalone="yes"?>
<Relationships xmlns="http://schemas.openxmlformats.org/package/2006/relationships"><Relationship Id="rId2" Type="http://schemas.openxmlformats.org/officeDocument/2006/relationships/slide" Target="../slides/slide3065.xml"/><Relationship Id="rId1" Type="http://schemas.openxmlformats.org/officeDocument/2006/relationships/notesMaster" Target="../notesMasters/notesMaster1.xml"/></Relationships>
</file>

<file path=ppt/notesSlides/_rels/notesSlide2932.xml.rels><?xml version="1.0" encoding="UTF-8" standalone="yes"?>
<Relationships xmlns="http://schemas.openxmlformats.org/package/2006/relationships"><Relationship Id="rId2" Type="http://schemas.openxmlformats.org/officeDocument/2006/relationships/slide" Target="../slides/slide3066.xml"/><Relationship Id="rId1" Type="http://schemas.openxmlformats.org/officeDocument/2006/relationships/notesMaster" Target="../notesMasters/notesMaster1.xml"/></Relationships>
</file>

<file path=ppt/notesSlides/_rels/notesSlide2933.xml.rels><?xml version="1.0" encoding="UTF-8" standalone="yes"?>
<Relationships xmlns="http://schemas.openxmlformats.org/package/2006/relationships"><Relationship Id="rId2" Type="http://schemas.openxmlformats.org/officeDocument/2006/relationships/slide" Target="../slides/slide3067.xml"/><Relationship Id="rId1" Type="http://schemas.openxmlformats.org/officeDocument/2006/relationships/notesMaster" Target="../notesMasters/notesMaster1.xml"/></Relationships>
</file>

<file path=ppt/notesSlides/_rels/notesSlide2934.xml.rels><?xml version="1.0" encoding="UTF-8" standalone="yes"?>
<Relationships xmlns="http://schemas.openxmlformats.org/package/2006/relationships"><Relationship Id="rId2" Type="http://schemas.openxmlformats.org/officeDocument/2006/relationships/slide" Target="../slides/slide3068.xml"/><Relationship Id="rId1" Type="http://schemas.openxmlformats.org/officeDocument/2006/relationships/notesMaster" Target="../notesMasters/notesMaster1.xml"/></Relationships>
</file>

<file path=ppt/notesSlides/_rels/notesSlide2935.xml.rels><?xml version="1.0" encoding="UTF-8" standalone="yes"?>
<Relationships xmlns="http://schemas.openxmlformats.org/package/2006/relationships"><Relationship Id="rId2" Type="http://schemas.openxmlformats.org/officeDocument/2006/relationships/slide" Target="../slides/slide3069.xml"/><Relationship Id="rId1" Type="http://schemas.openxmlformats.org/officeDocument/2006/relationships/notesMaster" Target="../notesMasters/notesMaster1.xml"/></Relationships>
</file>

<file path=ppt/notesSlides/_rels/notesSlide2936.xml.rels><?xml version="1.0" encoding="UTF-8" standalone="yes"?>
<Relationships xmlns="http://schemas.openxmlformats.org/package/2006/relationships"><Relationship Id="rId2" Type="http://schemas.openxmlformats.org/officeDocument/2006/relationships/slide" Target="../slides/slide3070.xml"/><Relationship Id="rId1" Type="http://schemas.openxmlformats.org/officeDocument/2006/relationships/notesMaster" Target="../notesMasters/notesMaster1.xml"/></Relationships>
</file>

<file path=ppt/notesSlides/_rels/notesSlide2937.xml.rels><?xml version="1.0" encoding="UTF-8" standalone="yes"?>
<Relationships xmlns="http://schemas.openxmlformats.org/package/2006/relationships"><Relationship Id="rId2" Type="http://schemas.openxmlformats.org/officeDocument/2006/relationships/slide" Target="../slides/slide3071.xml"/><Relationship Id="rId1" Type="http://schemas.openxmlformats.org/officeDocument/2006/relationships/notesMaster" Target="../notesMasters/notesMaster1.xml"/></Relationships>
</file>

<file path=ppt/notesSlides/_rels/notesSlide2938.xml.rels><?xml version="1.0" encoding="UTF-8" standalone="yes"?>
<Relationships xmlns="http://schemas.openxmlformats.org/package/2006/relationships"><Relationship Id="rId2" Type="http://schemas.openxmlformats.org/officeDocument/2006/relationships/slide" Target="../slides/slide3072.xml"/><Relationship Id="rId1" Type="http://schemas.openxmlformats.org/officeDocument/2006/relationships/notesMaster" Target="../notesMasters/notesMaster1.xml"/></Relationships>
</file>

<file path=ppt/notesSlides/_rels/notesSlide2939.xml.rels><?xml version="1.0" encoding="UTF-8" standalone="yes"?>
<Relationships xmlns="http://schemas.openxmlformats.org/package/2006/relationships"><Relationship Id="rId2" Type="http://schemas.openxmlformats.org/officeDocument/2006/relationships/slide" Target="../slides/slide3073.xml"/><Relationship Id="rId1" Type="http://schemas.openxmlformats.org/officeDocument/2006/relationships/notesMaster" Target="../notesMasters/notesMaster1.xml"/></Relationships>
</file>

<file path=ppt/notesSlides/_rels/notesSlide2940.xml.rels><?xml version="1.0" encoding="UTF-8" standalone="yes"?>
<Relationships xmlns="http://schemas.openxmlformats.org/package/2006/relationships"><Relationship Id="rId2" Type="http://schemas.openxmlformats.org/officeDocument/2006/relationships/slide" Target="../slides/slide3074.xml"/><Relationship Id="rId1" Type="http://schemas.openxmlformats.org/officeDocument/2006/relationships/notesMaster" Target="../notesMasters/notesMaster1.xml"/></Relationships>
</file>

<file path=ppt/notesSlides/_rels/notesSlide2941.xml.rels><?xml version="1.0" encoding="UTF-8" standalone="yes"?>
<Relationships xmlns="http://schemas.openxmlformats.org/package/2006/relationships"><Relationship Id="rId2" Type="http://schemas.openxmlformats.org/officeDocument/2006/relationships/slide" Target="../slides/slide3075.xml"/><Relationship Id="rId1" Type="http://schemas.openxmlformats.org/officeDocument/2006/relationships/notesMaster" Target="../notesMasters/notesMaster1.xml"/></Relationships>
</file>

<file path=ppt/notesSlides/_rels/notesSlide2942.xml.rels><?xml version="1.0" encoding="UTF-8" standalone="yes"?>
<Relationships xmlns="http://schemas.openxmlformats.org/package/2006/relationships"><Relationship Id="rId2" Type="http://schemas.openxmlformats.org/officeDocument/2006/relationships/slide" Target="../slides/slide3076.xml"/><Relationship Id="rId1" Type="http://schemas.openxmlformats.org/officeDocument/2006/relationships/notesMaster" Target="../notesMasters/notesMaster1.xml"/></Relationships>
</file>

<file path=ppt/notesSlides/_rels/notesSlide2943.xml.rels><?xml version="1.0" encoding="UTF-8" standalone="yes"?>
<Relationships xmlns="http://schemas.openxmlformats.org/package/2006/relationships"><Relationship Id="rId2" Type="http://schemas.openxmlformats.org/officeDocument/2006/relationships/slide" Target="../slides/slide3077.xml"/><Relationship Id="rId1" Type="http://schemas.openxmlformats.org/officeDocument/2006/relationships/notesMaster" Target="../notesMasters/notesMaster1.xml"/></Relationships>
</file>

<file path=ppt/notesSlides/_rels/notesSlide2944.xml.rels><?xml version="1.0" encoding="UTF-8" standalone="yes"?>
<Relationships xmlns="http://schemas.openxmlformats.org/package/2006/relationships"><Relationship Id="rId2" Type="http://schemas.openxmlformats.org/officeDocument/2006/relationships/slide" Target="../slides/slide3078.xml"/><Relationship Id="rId1" Type="http://schemas.openxmlformats.org/officeDocument/2006/relationships/notesMaster" Target="../notesMasters/notesMaster1.xml"/></Relationships>
</file>

<file path=ppt/notesSlides/_rels/notesSlide2945.xml.rels><?xml version="1.0" encoding="UTF-8" standalone="yes"?>
<Relationships xmlns="http://schemas.openxmlformats.org/package/2006/relationships"><Relationship Id="rId2" Type="http://schemas.openxmlformats.org/officeDocument/2006/relationships/slide" Target="../slides/slide3079.xml"/><Relationship Id="rId1" Type="http://schemas.openxmlformats.org/officeDocument/2006/relationships/notesMaster" Target="../notesMasters/notesMaster1.xml"/></Relationships>
</file>

<file path=ppt/notesSlides/_rels/notesSlide2946.xml.rels><?xml version="1.0" encoding="UTF-8" standalone="yes"?>
<Relationships xmlns="http://schemas.openxmlformats.org/package/2006/relationships"><Relationship Id="rId2" Type="http://schemas.openxmlformats.org/officeDocument/2006/relationships/slide" Target="../slides/slide3080.xml"/><Relationship Id="rId1" Type="http://schemas.openxmlformats.org/officeDocument/2006/relationships/notesMaster" Target="../notesMasters/notesMaster1.xml"/></Relationships>
</file>

<file path=ppt/notesSlides/_rels/notesSlide2947.xml.rels><?xml version="1.0" encoding="UTF-8" standalone="yes"?>
<Relationships xmlns="http://schemas.openxmlformats.org/package/2006/relationships"><Relationship Id="rId2" Type="http://schemas.openxmlformats.org/officeDocument/2006/relationships/slide" Target="../slides/slide3081.xml"/><Relationship Id="rId1" Type="http://schemas.openxmlformats.org/officeDocument/2006/relationships/notesMaster" Target="../notesMasters/notesMaster1.xml"/></Relationships>
</file>

<file path=ppt/notesSlides/_rels/notesSlide2948.xml.rels><?xml version="1.0" encoding="UTF-8" standalone="yes"?>
<Relationships xmlns="http://schemas.openxmlformats.org/package/2006/relationships"><Relationship Id="rId2" Type="http://schemas.openxmlformats.org/officeDocument/2006/relationships/slide" Target="../slides/slide3082.xml"/><Relationship Id="rId1" Type="http://schemas.openxmlformats.org/officeDocument/2006/relationships/notesMaster" Target="../notesMasters/notesMaster1.xml"/></Relationships>
</file>

<file path=ppt/notesSlides/_rels/notesSlide2949.xml.rels><?xml version="1.0" encoding="UTF-8" standalone="yes"?>
<Relationships xmlns="http://schemas.openxmlformats.org/package/2006/relationships"><Relationship Id="rId2" Type="http://schemas.openxmlformats.org/officeDocument/2006/relationships/slide" Target="../slides/slide3083.xml"/><Relationship Id="rId1" Type="http://schemas.openxmlformats.org/officeDocument/2006/relationships/notesMaster" Target="../notesMasters/notesMaster1.xml"/></Relationships>
</file>

<file path=ppt/notesSlides/_rels/notesSlide2950.xml.rels><?xml version="1.0" encoding="UTF-8" standalone="yes"?>
<Relationships xmlns="http://schemas.openxmlformats.org/package/2006/relationships"><Relationship Id="rId2" Type="http://schemas.openxmlformats.org/officeDocument/2006/relationships/slide" Target="../slides/slide3084.xml"/><Relationship Id="rId1" Type="http://schemas.openxmlformats.org/officeDocument/2006/relationships/notesMaster" Target="../notesMasters/notesMaster1.xml"/></Relationships>
</file>

<file path=ppt/notesSlides/_rels/notesSlide2951.xml.rels><?xml version="1.0" encoding="UTF-8" standalone="yes"?>
<Relationships xmlns="http://schemas.openxmlformats.org/package/2006/relationships"><Relationship Id="rId2" Type="http://schemas.openxmlformats.org/officeDocument/2006/relationships/slide" Target="../slides/slide3085.xml"/><Relationship Id="rId1" Type="http://schemas.openxmlformats.org/officeDocument/2006/relationships/notesMaster" Target="../notesMasters/notesMaster1.xml"/></Relationships>
</file>

<file path=ppt/notesSlides/_rels/notesSlide2952.xml.rels><?xml version="1.0" encoding="UTF-8" standalone="yes"?>
<Relationships xmlns="http://schemas.openxmlformats.org/package/2006/relationships"><Relationship Id="rId2" Type="http://schemas.openxmlformats.org/officeDocument/2006/relationships/slide" Target="../slides/slide3086.xml"/><Relationship Id="rId1" Type="http://schemas.openxmlformats.org/officeDocument/2006/relationships/notesMaster" Target="../notesMasters/notesMaster1.xml"/></Relationships>
</file>

<file path=ppt/notesSlides/_rels/notesSlide2953.xml.rels><?xml version="1.0" encoding="UTF-8" standalone="yes"?>
<Relationships xmlns="http://schemas.openxmlformats.org/package/2006/relationships"><Relationship Id="rId2" Type="http://schemas.openxmlformats.org/officeDocument/2006/relationships/slide" Target="../slides/slide3087.xml"/><Relationship Id="rId1" Type="http://schemas.openxmlformats.org/officeDocument/2006/relationships/notesMaster" Target="../notesMasters/notesMaster1.xml"/></Relationships>
</file>

<file path=ppt/notesSlides/_rels/notesSlide2954.xml.rels><?xml version="1.0" encoding="UTF-8" standalone="yes"?>
<Relationships xmlns="http://schemas.openxmlformats.org/package/2006/relationships"><Relationship Id="rId2" Type="http://schemas.openxmlformats.org/officeDocument/2006/relationships/slide" Target="../slides/slide3088.xml"/><Relationship Id="rId1" Type="http://schemas.openxmlformats.org/officeDocument/2006/relationships/notesMaster" Target="../notesMasters/notesMaster1.xml"/></Relationships>
</file>

<file path=ppt/notesSlides/_rels/notesSlide2955.xml.rels><?xml version="1.0" encoding="UTF-8" standalone="yes"?>
<Relationships xmlns="http://schemas.openxmlformats.org/package/2006/relationships"><Relationship Id="rId2" Type="http://schemas.openxmlformats.org/officeDocument/2006/relationships/slide" Target="../slides/slide3089.xml"/><Relationship Id="rId1" Type="http://schemas.openxmlformats.org/officeDocument/2006/relationships/notesMaster" Target="../notesMasters/notesMaster1.xml"/></Relationships>
</file>

<file path=ppt/notesSlides/_rels/notesSlide2956.xml.rels><?xml version="1.0" encoding="UTF-8" standalone="yes"?>
<Relationships xmlns="http://schemas.openxmlformats.org/package/2006/relationships"><Relationship Id="rId2" Type="http://schemas.openxmlformats.org/officeDocument/2006/relationships/slide" Target="../slides/slide3090.xml"/><Relationship Id="rId1" Type="http://schemas.openxmlformats.org/officeDocument/2006/relationships/notesMaster" Target="../notesMasters/notesMaster1.xml"/></Relationships>
</file>

<file path=ppt/notesSlides/_rels/notesSlide2957.xml.rels><?xml version="1.0" encoding="UTF-8" standalone="yes"?>
<Relationships xmlns="http://schemas.openxmlformats.org/package/2006/relationships"><Relationship Id="rId2" Type="http://schemas.openxmlformats.org/officeDocument/2006/relationships/slide" Target="../slides/slide3091.xml"/><Relationship Id="rId1" Type="http://schemas.openxmlformats.org/officeDocument/2006/relationships/notesMaster" Target="../notesMasters/notesMaster1.xml"/></Relationships>
</file>

<file path=ppt/notesSlides/_rels/notesSlide2958.xml.rels><?xml version="1.0" encoding="UTF-8" standalone="yes"?>
<Relationships xmlns="http://schemas.openxmlformats.org/package/2006/relationships"><Relationship Id="rId2" Type="http://schemas.openxmlformats.org/officeDocument/2006/relationships/slide" Target="../slides/slide3092.xml"/><Relationship Id="rId1" Type="http://schemas.openxmlformats.org/officeDocument/2006/relationships/notesMaster" Target="../notesMasters/notesMaster1.xml"/></Relationships>
</file>

<file path=ppt/notesSlides/_rels/notesSlide2959.xml.rels><?xml version="1.0" encoding="UTF-8" standalone="yes"?>
<Relationships xmlns="http://schemas.openxmlformats.org/package/2006/relationships"><Relationship Id="rId2" Type="http://schemas.openxmlformats.org/officeDocument/2006/relationships/slide" Target="../slides/slide3093.xml"/><Relationship Id="rId1" Type="http://schemas.openxmlformats.org/officeDocument/2006/relationships/notesMaster" Target="../notesMasters/notesMaster1.xml"/></Relationships>
</file>

<file path=ppt/notesSlides/_rels/notesSlide2960.xml.rels><?xml version="1.0" encoding="UTF-8" standalone="yes"?>
<Relationships xmlns="http://schemas.openxmlformats.org/package/2006/relationships"><Relationship Id="rId2" Type="http://schemas.openxmlformats.org/officeDocument/2006/relationships/slide" Target="../slides/slide3094.xml"/><Relationship Id="rId1" Type="http://schemas.openxmlformats.org/officeDocument/2006/relationships/notesMaster" Target="../notesMasters/notesMaster1.xml"/></Relationships>
</file>

<file path=ppt/notesSlides/_rels/notesSlide2961.xml.rels><?xml version="1.0" encoding="UTF-8" standalone="yes"?>
<Relationships xmlns="http://schemas.openxmlformats.org/package/2006/relationships"><Relationship Id="rId2" Type="http://schemas.openxmlformats.org/officeDocument/2006/relationships/slide" Target="../slides/slide3095.xml"/><Relationship Id="rId1" Type="http://schemas.openxmlformats.org/officeDocument/2006/relationships/notesMaster" Target="../notesMasters/notesMaster1.xml"/></Relationships>
</file>

<file path=ppt/notesSlides/_rels/notesSlide2962.xml.rels><?xml version="1.0" encoding="UTF-8" standalone="yes"?>
<Relationships xmlns="http://schemas.openxmlformats.org/package/2006/relationships"><Relationship Id="rId2" Type="http://schemas.openxmlformats.org/officeDocument/2006/relationships/slide" Target="../slides/slide3096.xml"/><Relationship Id="rId1" Type="http://schemas.openxmlformats.org/officeDocument/2006/relationships/notesMaster" Target="../notesMasters/notesMaster1.xml"/></Relationships>
</file>

<file path=ppt/notesSlides/_rels/notesSlide2963.xml.rels><?xml version="1.0" encoding="UTF-8" standalone="yes"?>
<Relationships xmlns="http://schemas.openxmlformats.org/package/2006/relationships"><Relationship Id="rId2" Type="http://schemas.openxmlformats.org/officeDocument/2006/relationships/slide" Target="../slides/slide3097.xml"/><Relationship Id="rId1" Type="http://schemas.openxmlformats.org/officeDocument/2006/relationships/notesMaster" Target="../notesMasters/notesMaster1.xml"/></Relationships>
</file>

<file path=ppt/notesSlides/_rels/notesSlide2964.xml.rels><?xml version="1.0" encoding="UTF-8" standalone="yes"?>
<Relationships xmlns="http://schemas.openxmlformats.org/package/2006/relationships"><Relationship Id="rId2" Type="http://schemas.openxmlformats.org/officeDocument/2006/relationships/slide" Target="../slides/slide3098.xml"/><Relationship Id="rId1" Type="http://schemas.openxmlformats.org/officeDocument/2006/relationships/notesMaster" Target="../notesMasters/notesMaster1.xml"/></Relationships>
</file>

<file path=ppt/notesSlides/_rels/notesSlide2965.xml.rels><?xml version="1.0" encoding="UTF-8" standalone="yes"?>
<Relationships xmlns="http://schemas.openxmlformats.org/package/2006/relationships"><Relationship Id="rId2" Type="http://schemas.openxmlformats.org/officeDocument/2006/relationships/slide" Target="../slides/slide3099.xml"/><Relationship Id="rId1" Type="http://schemas.openxmlformats.org/officeDocument/2006/relationships/notesMaster" Target="../notesMasters/notesMaster1.xml"/></Relationships>
</file>

<file path=ppt/notesSlides/_rels/notesSlide2966.xml.rels><?xml version="1.0" encoding="UTF-8" standalone="yes"?>
<Relationships xmlns="http://schemas.openxmlformats.org/package/2006/relationships"><Relationship Id="rId2" Type="http://schemas.openxmlformats.org/officeDocument/2006/relationships/slide" Target="../slides/slide3100.xml"/><Relationship Id="rId1" Type="http://schemas.openxmlformats.org/officeDocument/2006/relationships/notesMaster" Target="../notesMasters/notesMaster1.xml"/></Relationships>
</file>

<file path=ppt/notesSlides/_rels/notesSlide2967.xml.rels><?xml version="1.0" encoding="UTF-8" standalone="yes"?>
<Relationships xmlns="http://schemas.openxmlformats.org/package/2006/relationships"><Relationship Id="rId2" Type="http://schemas.openxmlformats.org/officeDocument/2006/relationships/slide" Target="../slides/slide3101.xml"/><Relationship Id="rId1" Type="http://schemas.openxmlformats.org/officeDocument/2006/relationships/notesMaster" Target="../notesMasters/notesMaster1.xml"/></Relationships>
</file>

<file path=ppt/notesSlides/_rels/notesSlide2968.xml.rels><?xml version="1.0" encoding="UTF-8" standalone="yes"?>
<Relationships xmlns="http://schemas.openxmlformats.org/package/2006/relationships"><Relationship Id="rId2" Type="http://schemas.openxmlformats.org/officeDocument/2006/relationships/slide" Target="../slides/slide3102.xml"/><Relationship Id="rId1" Type="http://schemas.openxmlformats.org/officeDocument/2006/relationships/notesMaster" Target="../notesMasters/notesMaster1.xml"/></Relationships>
</file>

<file path=ppt/notesSlides/_rels/notesSlide2969.xml.rels><?xml version="1.0" encoding="UTF-8" standalone="yes"?>
<Relationships xmlns="http://schemas.openxmlformats.org/package/2006/relationships"><Relationship Id="rId2" Type="http://schemas.openxmlformats.org/officeDocument/2006/relationships/slide" Target="../slides/slide3103.xml"/><Relationship Id="rId1" Type="http://schemas.openxmlformats.org/officeDocument/2006/relationships/notesMaster" Target="../notesMasters/notesMaster1.xml"/></Relationships>
</file>

<file path=ppt/notesSlides/_rels/notesSlide2970.xml.rels><?xml version="1.0" encoding="UTF-8" standalone="yes"?>
<Relationships xmlns="http://schemas.openxmlformats.org/package/2006/relationships"><Relationship Id="rId2" Type="http://schemas.openxmlformats.org/officeDocument/2006/relationships/slide" Target="../slides/slide3104.xml"/><Relationship Id="rId1" Type="http://schemas.openxmlformats.org/officeDocument/2006/relationships/notesMaster" Target="../notesMasters/notesMaster1.xml"/></Relationships>
</file>

<file path=ppt/notesSlides/_rels/notesSlide2971.xml.rels><?xml version="1.0" encoding="UTF-8" standalone="yes"?>
<Relationships xmlns="http://schemas.openxmlformats.org/package/2006/relationships"><Relationship Id="rId2" Type="http://schemas.openxmlformats.org/officeDocument/2006/relationships/slide" Target="../slides/slide3105.xml"/><Relationship Id="rId1" Type="http://schemas.openxmlformats.org/officeDocument/2006/relationships/notesMaster" Target="../notesMasters/notesMaster1.xml"/></Relationships>
</file>

<file path=ppt/notesSlides/_rels/notesSlide2972.xml.rels><?xml version="1.0" encoding="UTF-8" standalone="yes"?>
<Relationships xmlns="http://schemas.openxmlformats.org/package/2006/relationships"><Relationship Id="rId2" Type="http://schemas.openxmlformats.org/officeDocument/2006/relationships/slide" Target="../slides/slide3106.xml"/><Relationship Id="rId1" Type="http://schemas.openxmlformats.org/officeDocument/2006/relationships/notesMaster" Target="../notesMasters/notesMaster1.xml"/></Relationships>
</file>

<file path=ppt/notesSlides/_rels/notesSlide2973.xml.rels><?xml version="1.0" encoding="UTF-8" standalone="yes"?>
<Relationships xmlns="http://schemas.openxmlformats.org/package/2006/relationships"><Relationship Id="rId2" Type="http://schemas.openxmlformats.org/officeDocument/2006/relationships/slide" Target="../slides/slide3107.xml"/><Relationship Id="rId1" Type="http://schemas.openxmlformats.org/officeDocument/2006/relationships/notesMaster" Target="../notesMasters/notesMaster1.xml"/></Relationships>
</file>

<file path=ppt/notesSlides/_rels/notesSlide2974.xml.rels><?xml version="1.0" encoding="UTF-8" standalone="yes"?>
<Relationships xmlns="http://schemas.openxmlformats.org/package/2006/relationships"><Relationship Id="rId2" Type="http://schemas.openxmlformats.org/officeDocument/2006/relationships/slide" Target="../slides/slide3108.xml"/><Relationship Id="rId1" Type="http://schemas.openxmlformats.org/officeDocument/2006/relationships/notesMaster" Target="../notesMasters/notesMaster1.xml"/></Relationships>
</file>

<file path=ppt/notesSlides/_rels/notesSlide2975.xml.rels><?xml version="1.0" encoding="UTF-8" standalone="yes"?>
<Relationships xmlns="http://schemas.openxmlformats.org/package/2006/relationships"><Relationship Id="rId2" Type="http://schemas.openxmlformats.org/officeDocument/2006/relationships/slide" Target="../slides/slide3109.xml"/><Relationship Id="rId1" Type="http://schemas.openxmlformats.org/officeDocument/2006/relationships/notesMaster" Target="../notesMasters/notesMaster1.xml"/></Relationships>
</file>

<file path=ppt/notesSlides/_rels/notesSlide2976.xml.rels><?xml version="1.0" encoding="UTF-8" standalone="yes"?>
<Relationships xmlns="http://schemas.openxmlformats.org/package/2006/relationships"><Relationship Id="rId2" Type="http://schemas.openxmlformats.org/officeDocument/2006/relationships/slide" Target="../slides/slide3110.xml"/><Relationship Id="rId1" Type="http://schemas.openxmlformats.org/officeDocument/2006/relationships/notesMaster" Target="../notesMasters/notesMaster1.xml"/></Relationships>
</file>

<file path=ppt/notesSlides/_rels/notesSlide2977.xml.rels><?xml version="1.0" encoding="UTF-8" standalone="yes"?>
<Relationships xmlns="http://schemas.openxmlformats.org/package/2006/relationships"><Relationship Id="rId2" Type="http://schemas.openxmlformats.org/officeDocument/2006/relationships/slide" Target="../slides/slide3111.xml"/><Relationship Id="rId1" Type="http://schemas.openxmlformats.org/officeDocument/2006/relationships/notesMaster" Target="../notesMasters/notesMaster1.xml"/></Relationships>
</file>

<file path=ppt/notesSlides/_rels/notesSlide2978.xml.rels><?xml version="1.0" encoding="UTF-8" standalone="yes"?>
<Relationships xmlns="http://schemas.openxmlformats.org/package/2006/relationships"><Relationship Id="rId2" Type="http://schemas.openxmlformats.org/officeDocument/2006/relationships/slide" Target="../slides/slide3112.xml"/><Relationship Id="rId1" Type="http://schemas.openxmlformats.org/officeDocument/2006/relationships/notesMaster" Target="../notesMasters/notesMaster1.xml"/></Relationships>
</file>

<file path=ppt/notesSlides/_rels/notesSlide2979.xml.rels><?xml version="1.0" encoding="UTF-8" standalone="yes"?>
<Relationships xmlns="http://schemas.openxmlformats.org/package/2006/relationships"><Relationship Id="rId2" Type="http://schemas.openxmlformats.org/officeDocument/2006/relationships/slide" Target="../slides/slide3113.xml"/><Relationship Id="rId1" Type="http://schemas.openxmlformats.org/officeDocument/2006/relationships/notesMaster" Target="../notesMasters/notesMaster1.xml"/></Relationships>
</file>

<file path=ppt/notesSlides/_rels/notesSlide2980.xml.rels><?xml version="1.0" encoding="UTF-8" standalone="yes"?>
<Relationships xmlns="http://schemas.openxmlformats.org/package/2006/relationships"><Relationship Id="rId2" Type="http://schemas.openxmlformats.org/officeDocument/2006/relationships/slide" Target="../slides/slide3114.xml"/><Relationship Id="rId1" Type="http://schemas.openxmlformats.org/officeDocument/2006/relationships/notesMaster" Target="../notesMasters/notesMaster1.xml"/></Relationships>
</file>

<file path=ppt/notesSlides/_rels/notesSlide2981.xml.rels><?xml version="1.0" encoding="UTF-8" standalone="yes"?>
<Relationships xmlns="http://schemas.openxmlformats.org/package/2006/relationships"><Relationship Id="rId2" Type="http://schemas.openxmlformats.org/officeDocument/2006/relationships/slide" Target="../slides/slide3115.xml"/><Relationship Id="rId1" Type="http://schemas.openxmlformats.org/officeDocument/2006/relationships/notesMaster" Target="../notesMasters/notesMaster1.xml"/></Relationships>
</file>

<file path=ppt/notesSlides/_rels/notesSlide2982.xml.rels><?xml version="1.0" encoding="UTF-8" standalone="yes"?>
<Relationships xmlns="http://schemas.openxmlformats.org/package/2006/relationships"><Relationship Id="rId2" Type="http://schemas.openxmlformats.org/officeDocument/2006/relationships/slide" Target="../slides/slide3116.xml"/><Relationship Id="rId1" Type="http://schemas.openxmlformats.org/officeDocument/2006/relationships/notesMaster" Target="../notesMasters/notesMaster1.xml"/></Relationships>
</file>

<file path=ppt/notesSlides/_rels/notesSlide2983.xml.rels><?xml version="1.0" encoding="UTF-8" standalone="yes"?>
<Relationships xmlns="http://schemas.openxmlformats.org/package/2006/relationships"><Relationship Id="rId2" Type="http://schemas.openxmlformats.org/officeDocument/2006/relationships/slide" Target="../slides/slide3117.xml"/><Relationship Id="rId1" Type="http://schemas.openxmlformats.org/officeDocument/2006/relationships/notesMaster" Target="../notesMasters/notesMaster1.xml"/></Relationships>
</file>

<file path=ppt/notesSlides/_rels/notesSlide2984.xml.rels><?xml version="1.0" encoding="UTF-8" standalone="yes"?>
<Relationships xmlns="http://schemas.openxmlformats.org/package/2006/relationships"><Relationship Id="rId2" Type="http://schemas.openxmlformats.org/officeDocument/2006/relationships/slide" Target="../slides/slide3118.xml"/><Relationship Id="rId1" Type="http://schemas.openxmlformats.org/officeDocument/2006/relationships/notesMaster" Target="../notesMasters/notesMaster1.xml"/></Relationships>
</file>

<file path=ppt/notesSlides/_rels/notesSlide2985.xml.rels><?xml version="1.0" encoding="UTF-8" standalone="yes"?>
<Relationships xmlns="http://schemas.openxmlformats.org/package/2006/relationships"><Relationship Id="rId2" Type="http://schemas.openxmlformats.org/officeDocument/2006/relationships/slide" Target="../slides/slide3119.xml"/><Relationship Id="rId1" Type="http://schemas.openxmlformats.org/officeDocument/2006/relationships/notesMaster" Target="../notesMasters/notesMaster1.xml"/></Relationships>
</file>

<file path=ppt/notesSlides/_rels/notesSlide2986.xml.rels><?xml version="1.0" encoding="UTF-8" standalone="yes"?>
<Relationships xmlns="http://schemas.openxmlformats.org/package/2006/relationships"><Relationship Id="rId2" Type="http://schemas.openxmlformats.org/officeDocument/2006/relationships/slide" Target="../slides/slide3120.xml"/><Relationship Id="rId1" Type="http://schemas.openxmlformats.org/officeDocument/2006/relationships/notesMaster" Target="../notesMasters/notesMaster1.xml"/></Relationships>
</file>

<file path=ppt/notesSlides/_rels/notesSlide2987.xml.rels><?xml version="1.0" encoding="UTF-8" standalone="yes"?>
<Relationships xmlns="http://schemas.openxmlformats.org/package/2006/relationships"><Relationship Id="rId2" Type="http://schemas.openxmlformats.org/officeDocument/2006/relationships/slide" Target="../slides/slide3121.xml"/><Relationship Id="rId1" Type="http://schemas.openxmlformats.org/officeDocument/2006/relationships/notesMaster" Target="../notesMasters/notesMaster1.xml"/></Relationships>
</file>

<file path=ppt/notesSlides/_rels/notesSlide2988.xml.rels><?xml version="1.0" encoding="UTF-8" standalone="yes"?>
<Relationships xmlns="http://schemas.openxmlformats.org/package/2006/relationships"><Relationship Id="rId2" Type="http://schemas.openxmlformats.org/officeDocument/2006/relationships/slide" Target="../slides/slide3122.xml"/><Relationship Id="rId1" Type="http://schemas.openxmlformats.org/officeDocument/2006/relationships/notesMaster" Target="../notesMasters/notesMaster1.xml"/></Relationships>
</file>

<file path=ppt/notesSlides/_rels/notesSlide2989.xml.rels><?xml version="1.0" encoding="UTF-8" standalone="yes"?>
<Relationships xmlns="http://schemas.openxmlformats.org/package/2006/relationships"><Relationship Id="rId2" Type="http://schemas.openxmlformats.org/officeDocument/2006/relationships/slide" Target="../slides/slide3123.xml"/><Relationship Id="rId1" Type="http://schemas.openxmlformats.org/officeDocument/2006/relationships/notesMaster" Target="../notesMasters/notesMaster1.xml"/></Relationships>
</file>

<file path=ppt/notesSlides/_rels/notesSlide2990.xml.rels><?xml version="1.0" encoding="UTF-8" standalone="yes"?>
<Relationships xmlns="http://schemas.openxmlformats.org/package/2006/relationships"><Relationship Id="rId2" Type="http://schemas.openxmlformats.org/officeDocument/2006/relationships/slide" Target="../slides/slide3124.xml"/><Relationship Id="rId1" Type="http://schemas.openxmlformats.org/officeDocument/2006/relationships/notesMaster" Target="../notesMasters/notesMaster1.xml"/></Relationships>
</file>

<file path=ppt/notesSlides/_rels/notesSlide2991.xml.rels><?xml version="1.0" encoding="UTF-8" standalone="yes"?>
<Relationships xmlns="http://schemas.openxmlformats.org/package/2006/relationships"><Relationship Id="rId2" Type="http://schemas.openxmlformats.org/officeDocument/2006/relationships/slide" Target="../slides/slide3125.xml"/><Relationship Id="rId1" Type="http://schemas.openxmlformats.org/officeDocument/2006/relationships/notesMaster" Target="../notesMasters/notesMaster1.xml"/></Relationships>
</file>

<file path=ppt/notesSlides/_rels/notesSlide2992.xml.rels><?xml version="1.0" encoding="UTF-8" standalone="yes"?>
<Relationships xmlns="http://schemas.openxmlformats.org/package/2006/relationships"><Relationship Id="rId2" Type="http://schemas.openxmlformats.org/officeDocument/2006/relationships/slide" Target="../slides/slide3126.xml"/><Relationship Id="rId1" Type="http://schemas.openxmlformats.org/officeDocument/2006/relationships/notesMaster" Target="../notesMasters/notesMaster1.xml"/></Relationships>
</file>

<file path=ppt/notesSlides/_rels/notesSlide2993.xml.rels><?xml version="1.0" encoding="UTF-8" standalone="yes"?>
<Relationships xmlns="http://schemas.openxmlformats.org/package/2006/relationships"><Relationship Id="rId2" Type="http://schemas.openxmlformats.org/officeDocument/2006/relationships/slide" Target="../slides/slide3127.xml"/><Relationship Id="rId1" Type="http://schemas.openxmlformats.org/officeDocument/2006/relationships/notesMaster" Target="../notesMasters/notesMaster1.xml"/></Relationships>
</file>

<file path=ppt/notesSlides/_rels/notesSlide2994.xml.rels><?xml version="1.0" encoding="UTF-8" standalone="yes"?>
<Relationships xmlns="http://schemas.openxmlformats.org/package/2006/relationships"><Relationship Id="rId2" Type="http://schemas.openxmlformats.org/officeDocument/2006/relationships/slide" Target="../slides/slide3128.xml"/><Relationship Id="rId1" Type="http://schemas.openxmlformats.org/officeDocument/2006/relationships/notesMaster" Target="../notesMasters/notesMaster1.xml"/></Relationships>
</file>

<file path=ppt/notesSlides/_rels/notesSlide2995.xml.rels><?xml version="1.0" encoding="UTF-8" standalone="yes"?>
<Relationships xmlns="http://schemas.openxmlformats.org/package/2006/relationships"><Relationship Id="rId2" Type="http://schemas.openxmlformats.org/officeDocument/2006/relationships/slide" Target="../slides/slide3129.xml"/><Relationship Id="rId1" Type="http://schemas.openxmlformats.org/officeDocument/2006/relationships/notesMaster" Target="../notesMasters/notesMaster1.xml"/></Relationships>
</file>

<file path=ppt/notesSlides/_rels/notesSlide2996.xml.rels><?xml version="1.0" encoding="UTF-8" standalone="yes"?>
<Relationships xmlns="http://schemas.openxmlformats.org/package/2006/relationships"><Relationship Id="rId2" Type="http://schemas.openxmlformats.org/officeDocument/2006/relationships/slide" Target="../slides/slide3130.xml"/><Relationship Id="rId1" Type="http://schemas.openxmlformats.org/officeDocument/2006/relationships/notesMaster" Target="../notesMasters/notesMaster1.xml"/></Relationships>
</file>

<file path=ppt/notesSlides/_rels/notesSlide2997.xml.rels><?xml version="1.0" encoding="UTF-8" standalone="yes"?>
<Relationships xmlns="http://schemas.openxmlformats.org/package/2006/relationships"><Relationship Id="rId2" Type="http://schemas.openxmlformats.org/officeDocument/2006/relationships/slide" Target="../slides/slide3131.xml"/><Relationship Id="rId1" Type="http://schemas.openxmlformats.org/officeDocument/2006/relationships/notesMaster" Target="../notesMasters/notesMaster1.xml"/></Relationships>
</file>

<file path=ppt/notesSlides/_rels/notesSlide2998.xml.rels><?xml version="1.0" encoding="UTF-8" standalone="yes"?>
<Relationships xmlns="http://schemas.openxmlformats.org/package/2006/relationships"><Relationship Id="rId2" Type="http://schemas.openxmlformats.org/officeDocument/2006/relationships/slide" Target="../slides/slide3132.xml"/><Relationship Id="rId1" Type="http://schemas.openxmlformats.org/officeDocument/2006/relationships/notesMaster" Target="../notesMasters/notesMaster1.xml"/></Relationships>
</file>

<file path=ppt/notesSlides/_rels/notesSlide2999.xml.rels><?xml version="1.0" encoding="UTF-8" standalone="yes"?>
<Relationships xmlns="http://schemas.openxmlformats.org/package/2006/relationships"><Relationship Id="rId2" Type="http://schemas.openxmlformats.org/officeDocument/2006/relationships/slide" Target="../slides/slide3133.xml"/><Relationship Id="rId1" Type="http://schemas.openxmlformats.org/officeDocument/2006/relationships/notesMaster" Target="../notesMasters/notesMaster1.xml"/></Relationships>
</file>

<file path=ppt/notesSlides/_rels/notesSlide3000.xml.rels><?xml version="1.0" encoding="UTF-8" standalone="yes"?>
<Relationships xmlns="http://schemas.openxmlformats.org/package/2006/relationships"><Relationship Id="rId2" Type="http://schemas.openxmlformats.org/officeDocument/2006/relationships/slide" Target="../slides/slide3134.xml"/><Relationship Id="rId1" Type="http://schemas.openxmlformats.org/officeDocument/2006/relationships/notesMaster" Target="../notesMasters/notesMaster1.xml"/></Relationships>
</file>

<file path=ppt/notesSlides/_rels/notesSlide3001.xml.rels><?xml version="1.0" encoding="UTF-8" standalone="yes"?>
<Relationships xmlns="http://schemas.openxmlformats.org/package/2006/relationships"><Relationship Id="rId2" Type="http://schemas.openxmlformats.org/officeDocument/2006/relationships/slide" Target="../slides/slide3135.xml"/><Relationship Id="rId1" Type="http://schemas.openxmlformats.org/officeDocument/2006/relationships/notesMaster" Target="../notesMasters/notesMaster1.xml"/></Relationships>
</file>

<file path=ppt/notesSlides/_rels/notesSlide3002.xml.rels><?xml version="1.0" encoding="UTF-8" standalone="yes"?>
<Relationships xmlns="http://schemas.openxmlformats.org/package/2006/relationships"><Relationship Id="rId2" Type="http://schemas.openxmlformats.org/officeDocument/2006/relationships/slide" Target="../slides/slide3136.xml"/><Relationship Id="rId1" Type="http://schemas.openxmlformats.org/officeDocument/2006/relationships/notesMaster" Target="../notesMasters/notesMaster1.xml"/></Relationships>
</file>

<file path=ppt/notesSlides/_rels/notesSlide3003.xml.rels><?xml version="1.0" encoding="UTF-8" standalone="yes"?>
<Relationships xmlns="http://schemas.openxmlformats.org/package/2006/relationships"><Relationship Id="rId2" Type="http://schemas.openxmlformats.org/officeDocument/2006/relationships/slide" Target="../slides/slide3137.xml"/><Relationship Id="rId1" Type="http://schemas.openxmlformats.org/officeDocument/2006/relationships/notesMaster" Target="../notesMasters/notesMaster1.xml"/></Relationships>
</file>

<file path=ppt/notesSlides/_rels/notesSlide3004.xml.rels><?xml version="1.0" encoding="UTF-8" standalone="yes"?>
<Relationships xmlns="http://schemas.openxmlformats.org/package/2006/relationships"><Relationship Id="rId2" Type="http://schemas.openxmlformats.org/officeDocument/2006/relationships/slide" Target="../slides/slide3138.xml"/><Relationship Id="rId1" Type="http://schemas.openxmlformats.org/officeDocument/2006/relationships/notesMaster" Target="../notesMasters/notesMaster1.xml"/></Relationships>
</file>

<file path=ppt/notesSlides/_rels/notesSlide3005.xml.rels><?xml version="1.0" encoding="UTF-8" standalone="yes"?>
<Relationships xmlns="http://schemas.openxmlformats.org/package/2006/relationships"><Relationship Id="rId2" Type="http://schemas.openxmlformats.org/officeDocument/2006/relationships/slide" Target="../slides/slide3139.xml"/><Relationship Id="rId1" Type="http://schemas.openxmlformats.org/officeDocument/2006/relationships/notesMaster" Target="../notesMasters/notesMaster1.xml"/></Relationships>
</file>

<file path=ppt/notesSlides/_rels/notesSlide3006.xml.rels><?xml version="1.0" encoding="UTF-8" standalone="yes"?>
<Relationships xmlns="http://schemas.openxmlformats.org/package/2006/relationships"><Relationship Id="rId2" Type="http://schemas.openxmlformats.org/officeDocument/2006/relationships/slide" Target="../slides/slide3140.xml"/><Relationship Id="rId1" Type="http://schemas.openxmlformats.org/officeDocument/2006/relationships/notesMaster" Target="../notesMasters/notesMaster1.xml"/></Relationships>
</file>

<file path=ppt/notesSlides/_rels/notesSlide3007.xml.rels><?xml version="1.0" encoding="UTF-8" standalone="yes"?>
<Relationships xmlns="http://schemas.openxmlformats.org/package/2006/relationships"><Relationship Id="rId2" Type="http://schemas.openxmlformats.org/officeDocument/2006/relationships/slide" Target="../slides/slide3141.xml"/><Relationship Id="rId1" Type="http://schemas.openxmlformats.org/officeDocument/2006/relationships/notesMaster" Target="../notesMasters/notesMaster1.xml"/></Relationships>
</file>

<file path=ppt/notesSlides/_rels/notesSlide3008.xml.rels><?xml version="1.0" encoding="UTF-8" standalone="yes"?>
<Relationships xmlns="http://schemas.openxmlformats.org/package/2006/relationships"><Relationship Id="rId2" Type="http://schemas.openxmlformats.org/officeDocument/2006/relationships/slide" Target="../slides/slide3142.xml"/><Relationship Id="rId1" Type="http://schemas.openxmlformats.org/officeDocument/2006/relationships/notesMaster" Target="../notesMasters/notesMaster1.xml"/></Relationships>
</file>

<file path=ppt/notesSlides/_rels/notesSlide3009.xml.rels><?xml version="1.0" encoding="UTF-8" standalone="yes"?>
<Relationships xmlns="http://schemas.openxmlformats.org/package/2006/relationships"><Relationship Id="rId2" Type="http://schemas.openxmlformats.org/officeDocument/2006/relationships/slide" Target="../slides/slide3143.xml"/><Relationship Id="rId1" Type="http://schemas.openxmlformats.org/officeDocument/2006/relationships/notesMaster" Target="../notesMasters/notesMaster1.xml"/></Relationships>
</file>

<file path=ppt/notesSlides/_rels/notesSlide3010.xml.rels><?xml version="1.0" encoding="UTF-8" standalone="yes"?>
<Relationships xmlns="http://schemas.openxmlformats.org/package/2006/relationships"><Relationship Id="rId2" Type="http://schemas.openxmlformats.org/officeDocument/2006/relationships/slide" Target="../slides/slide3144.xml"/><Relationship Id="rId1" Type="http://schemas.openxmlformats.org/officeDocument/2006/relationships/notesMaster" Target="../notesMasters/notesMaster1.xml"/></Relationships>
</file>

<file path=ppt/notesSlides/_rels/notesSlide3011.xml.rels><?xml version="1.0" encoding="UTF-8" standalone="yes"?>
<Relationships xmlns="http://schemas.openxmlformats.org/package/2006/relationships"><Relationship Id="rId2" Type="http://schemas.openxmlformats.org/officeDocument/2006/relationships/slide" Target="../slides/slide3145.xml"/><Relationship Id="rId1" Type="http://schemas.openxmlformats.org/officeDocument/2006/relationships/notesMaster" Target="../notesMasters/notesMaster1.xml"/></Relationships>
</file>

<file path=ppt/notesSlides/_rels/notesSlide3012.xml.rels><?xml version="1.0" encoding="UTF-8" standalone="yes"?>
<Relationships xmlns="http://schemas.openxmlformats.org/package/2006/relationships"><Relationship Id="rId2" Type="http://schemas.openxmlformats.org/officeDocument/2006/relationships/slide" Target="../slides/slide3146.xml"/><Relationship Id="rId1" Type="http://schemas.openxmlformats.org/officeDocument/2006/relationships/notesMaster" Target="../notesMasters/notesMaster1.xml"/></Relationships>
</file>

<file path=ppt/notesSlides/_rels/notesSlide3013.xml.rels><?xml version="1.0" encoding="UTF-8" standalone="yes"?>
<Relationships xmlns="http://schemas.openxmlformats.org/package/2006/relationships"><Relationship Id="rId2" Type="http://schemas.openxmlformats.org/officeDocument/2006/relationships/slide" Target="../slides/slide3147.xml"/><Relationship Id="rId1" Type="http://schemas.openxmlformats.org/officeDocument/2006/relationships/notesMaster" Target="../notesMasters/notesMaster1.xml"/></Relationships>
</file>

<file path=ppt/notesSlides/_rels/notesSlide3014.xml.rels><?xml version="1.0" encoding="UTF-8" standalone="yes"?>
<Relationships xmlns="http://schemas.openxmlformats.org/package/2006/relationships"><Relationship Id="rId2" Type="http://schemas.openxmlformats.org/officeDocument/2006/relationships/slide" Target="../slides/slide3148.xml"/><Relationship Id="rId1" Type="http://schemas.openxmlformats.org/officeDocument/2006/relationships/notesMaster" Target="../notesMasters/notesMaster1.xml"/></Relationships>
</file>

<file path=ppt/notesSlides/_rels/notesSlide3015.xml.rels><?xml version="1.0" encoding="UTF-8" standalone="yes"?>
<Relationships xmlns="http://schemas.openxmlformats.org/package/2006/relationships"><Relationship Id="rId2" Type="http://schemas.openxmlformats.org/officeDocument/2006/relationships/slide" Target="../slides/slide3149.xml"/><Relationship Id="rId1" Type="http://schemas.openxmlformats.org/officeDocument/2006/relationships/notesMaster" Target="../notesMasters/notesMaster1.xml"/></Relationships>
</file>

<file path=ppt/notesSlides/_rels/notesSlide3016.xml.rels><?xml version="1.0" encoding="UTF-8" standalone="yes"?>
<Relationships xmlns="http://schemas.openxmlformats.org/package/2006/relationships"><Relationship Id="rId2" Type="http://schemas.openxmlformats.org/officeDocument/2006/relationships/slide" Target="../slides/slide3150.xml"/><Relationship Id="rId1" Type="http://schemas.openxmlformats.org/officeDocument/2006/relationships/notesMaster" Target="../notesMasters/notesMaster1.xml"/></Relationships>
</file>

<file path=ppt/notesSlides/_rels/notesSlide3017.xml.rels><?xml version="1.0" encoding="UTF-8" standalone="yes"?>
<Relationships xmlns="http://schemas.openxmlformats.org/package/2006/relationships"><Relationship Id="rId2" Type="http://schemas.openxmlformats.org/officeDocument/2006/relationships/slide" Target="../slides/slide3151.xml"/><Relationship Id="rId1" Type="http://schemas.openxmlformats.org/officeDocument/2006/relationships/notesMaster" Target="../notesMasters/notesMaster1.xml"/></Relationships>
</file>

<file path=ppt/notesSlides/_rels/notesSlide3018.xml.rels><?xml version="1.0" encoding="UTF-8" standalone="yes"?>
<Relationships xmlns="http://schemas.openxmlformats.org/package/2006/relationships"><Relationship Id="rId2" Type="http://schemas.openxmlformats.org/officeDocument/2006/relationships/slide" Target="../slides/slide3152.xml"/><Relationship Id="rId1" Type="http://schemas.openxmlformats.org/officeDocument/2006/relationships/notesMaster" Target="../notesMasters/notesMaster1.xml"/></Relationships>
</file>

<file path=ppt/notesSlides/_rels/notesSlide3019.xml.rels><?xml version="1.0" encoding="UTF-8" standalone="yes"?>
<Relationships xmlns="http://schemas.openxmlformats.org/package/2006/relationships"><Relationship Id="rId2" Type="http://schemas.openxmlformats.org/officeDocument/2006/relationships/slide" Target="../slides/slide3153.xml"/><Relationship Id="rId1" Type="http://schemas.openxmlformats.org/officeDocument/2006/relationships/notesMaster" Target="../notesMasters/notesMaster1.xml"/></Relationships>
</file>

<file path=ppt/notesSlides/_rels/notesSlide3020.xml.rels><?xml version="1.0" encoding="UTF-8" standalone="yes"?>
<Relationships xmlns="http://schemas.openxmlformats.org/package/2006/relationships"><Relationship Id="rId2" Type="http://schemas.openxmlformats.org/officeDocument/2006/relationships/slide" Target="../slides/slide3154.xml"/><Relationship Id="rId1" Type="http://schemas.openxmlformats.org/officeDocument/2006/relationships/notesMaster" Target="../notesMasters/notesMaster1.xml"/></Relationships>
</file>

<file path=ppt/notesSlides/_rels/notesSlide3021.xml.rels><?xml version="1.0" encoding="UTF-8" standalone="yes"?>
<Relationships xmlns="http://schemas.openxmlformats.org/package/2006/relationships"><Relationship Id="rId2" Type="http://schemas.openxmlformats.org/officeDocument/2006/relationships/slide" Target="../slides/slide3155.xml"/><Relationship Id="rId1" Type="http://schemas.openxmlformats.org/officeDocument/2006/relationships/notesMaster" Target="../notesMasters/notesMaster1.xml"/></Relationships>
</file>

<file path=ppt/notesSlides/_rels/notesSlide3022.xml.rels><?xml version="1.0" encoding="UTF-8" standalone="yes"?>
<Relationships xmlns="http://schemas.openxmlformats.org/package/2006/relationships"><Relationship Id="rId2" Type="http://schemas.openxmlformats.org/officeDocument/2006/relationships/slide" Target="../slides/slide3156.xml"/><Relationship Id="rId1" Type="http://schemas.openxmlformats.org/officeDocument/2006/relationships/notesMaster" Target="../notesMasters/notesMaster1.xml"/></Relationships>
</file>

<file path=ppt/notesSlides/_rels/notesSlide3023.xml.rels><?xml version="1.0" encoding="UTF-8" standalone="yes"?>
<Relationships xmlns="http://schemas.openxmlformats.org/package/2006/relationships"><Relationship Id="rId2" Type="http://schemas.openxmlformats.org/officeDocument/2006/relationships/slide" Target="../slides/slide3157.xml"/><Relationship Id="rId1" Type="http://schemas.openxmlformats.org/officeDocument/2006/relationships/notesMaster" Target="../notesMasters/notesMaster1.xml"/></Relationships>
</file>

<file path=ppt/notesSlides/_rels/notesSlide3024.xml.rels><?xml version="1.0" encoding="UTF-8" standalone="yes"?>
<Relationships xmlns="http://schemas.openxmlformats.org/package/2006/relationships"><Relationship Id="rId2" Type="http://schemas.openxmlformats.org/officeDocument/2006/relationships/slide" Target="../slides/slide3158.xml"/><Relationship Id="rId1" Type="http://schemas.openxmlformats.org/officeDocument/2006/relationships/notesMaster" Target="../notesMasters/notesMaster1.xml"/></Relationships>
</file>

<file path=ppt/notesSlides/_rels/notesSlide3025.xml.rels><?xml version="1.0" encoding="UTF-8" standalone="yes"?>
<Relationships xmlns="http://schemas.openxmlformats.org/package/2006/relationships"><Relationship Id="rId2" Type="http://schemas.openxmlformats.org/officeDocument/2006/relationships/slide" Target="../slides/slide3159.xml"/><Relationship Id="rId1" Type="http://schemas.openxmlformats.org/officeDocument/2006/relationships/notesMaster" Target="../notesMasters/notesMaster1.xml"/></Relationships>
</file>

<file path=ppt/notesSlides/_rels/notesSlide3026.xml.rels><?xml version="1.0" encoding="UTF-8" standalone="yes"?>
<Relationships xmlns="http://schemas.openxmlformats.org/package/2006/relationships"><Relationship Id="rId2" Type="http://schemas.openxmlformats.org/officeDocument/2006/relationships/slide" Target="../slides/slide3160.xml"/><Relationship Id="rId1" Type="http://schemas.openxmlformats.org/officeDocument/2006/relationships/notesMaster" Target="../notesMasters/notesMaster1.xml"/></Relationships>
</file>

<file path=ppt/notesSlides/_rels/notesSlide3027.xml.rels><?xml version="1.0" encoding="UTF-8" standalone="yes"?>
<Relationships xmlns="http://schemas.openxmlformats.org/package/2006/relationships"><Relationship Id="rId2" Type="http://schemas.openxmlformats.org/officeDocument/2006/relationships/slide" Target="../slides/slide3161.xml"/><Relationship Id="rId1" Type="http://schemas.openxmlformats.org/officeDocument/2006/relationships/notesMaster" Target="../notesMasters/notesMaster1.xml"/></Relationships>
</file>

<file path=ppt/notesSlides/_rels/notesSlide3028.xml.rels><?xml version="1.0" encoding="UTF-8" standalone="yes"?>
<Relationships xmlns="http://schemas.openxmlformats.org/package/2006/relationships"><Relationship Id="rId2" Type="http://schemas.openxmlformats.org/officeDocument/2006/relationships/slide" Target="../slides/slide3162.xml"/><Relationship Id="rId1" Type="http://schemas.openxmlformats.org/officeDocument/2006/relationships/notesMaster" Target="../notesMasters/notesMaster1.xml"/></Relationships>
</file>

<file path=ppt/notesSlides/_rels/notesSlide3029.xml.rels><?xml version="1.0" encoding="UTF-8" standalone="yes"?>
<Relationships xmlns="http://schemas.openxmlformats.org/package/2006/relationships"><Relationship Id="rId2" Type="http://schemas.openxmlformats.org/officeDocument/2006/relationships/slide" Target="../slides/slide3163.xml"/><Relationship Id="rId1" Type="http://schemas.openxmlformats.org/officeDocument/2006/relationships/notesMaster" Target="../notesMasters/notesMaster1.xml"/></Relationships>
</file>

<file path=ppt/notesSlides/_rels/notesSlide3030.xml.rels><?xml version="1.0" encoding="UTF-8" standalone="yes"?>
<Relationships xmlns="http://schemas.openxmlformats.org/package/2006/relationships"><Relationship Id="rId2" Type="http://schemas.openxmlformats.org/officeDocument/2006/relationships/slide" Target="../slides/slide3164.xml"/><Relationship Id="rId1" Type="http://schemas.openxmlformats.org/officeDocument/2006/relationships/notesMaster" Target="../notesMasters/notesMaster1.xml"/></Relationships>
</file>

<file path=ppt/notesSlides/_rels/notesSlide3031.xml.rels><?xml version="1.0" encoding="UTF-8" standalone="yes"?>
<Relationships xmlns="http://schemas.openxmlformats.org/package/2006/relationships"><Relationship Id="rId2" Type="http://schemas.openxmlformats.org/officeDocument/2006/relationships/slide" Target="../slides/slide3165.xml"/><Relationship Id="rId1" Type="http://schemas.openxmlformats.org/officeDocument/2006/relationships/notesMaster" Target="../notesMasters/notesMaster1.xml"/></Relationships>
</file>

<file path=ppt/notesSlides/_rels/notesSlide3032.xml.rels><?xml version="1.0" encoding="UTF-8" standalone="yes"?>
<Relationships xmlns="http://schemas.openxmlformats.org/package/2006/relationships"><Relationship Id="rId2" Type="http://schemas.openxmlformats.org/officeDocument/2006/relationships/slide" Target="../slides/slide3166.xml"/><Relationship Id="rId1" Type="http://schemas.openxmlformats.org/officeDocument/2006/relationships/notesMaster" Target="../notesMasters/notesMaster1.xml"/></Relationships>
</file>

<file path=ppt/notesSlides/_rels/notesSlide3033.xml.rels><?xml version="1.0" encoding="UTF-8" standalone="yes"?>
<Relationships xmlns="http://schemas.openxmlformats.org/package/2006/relationships"><Relationship Id="rId2" Type="http://schemas.openxmlformats.org/officeDocument/2006/relationships/slide" Target="../slides/slide3167.xml"/><Relationship Id="rId1" Type="http://schemas.openxmlformats.org/officeDocument/2006/relationships/notesMaster" Target="../notesMasters/notesMaster1.xml"/></Relationships>
</file>

<file path=ppt/notesSlides/_rels/notesSlide3034.xml.rels><?xml version="1.0" encoding="UTF-8" standalone="yes"?>
<Relationships xmlns="http://schemas.openxmlformats.org/package/2006/relationships"><Relationship Id="rId2" Type="http://schemas.openxmlformats.org/officeDocument/2006/relationships/slide" Target="../slides/slide3168.xml"/><Relationship Id="rId1" Type="http://schemas.openxmlformats.org/officeDocument/2006/relationships/notesMaster" Target="../notesMasters/notesMaster1.xml"/></Relationships>
</file>

<file path=ppt/notesSlides/_rels/notesSlide3035.xml.rels><?xml version="1.0" encoding="UTF-8" standalone="yes"?>
<Relationships xmlns="http://schemas.openxmlformats.org/package/2006/relationships"><Relationship Id="rId2" Type="http://schemas.openxmlformats.org/officeDocument/2006/relationships/slide" Target="../slides/slide3169.xml"/><Relationship Id="rId1" Type="http://schemas.openxmlformats.org/officeDocument/2006/relationships/notesMaster" Target="../notesMasters/notesMaster1.xml"/></Relationships>
</file>

<file path=ppt/notesSlides/_rels/notesSlide3036.xml.rels><?xml version="1.0" encoding="UTF-8" standalone="yes"?>
<Relationships xmlns="http://schemas.openxmlformats.org/package/2006/relationships"><Relationship Id="rId2" Type="http://schemas.openxmlformats.org/officeDocument/2006/relationships/slide" Target="../slides/slide3170.xml"/><Relationship Id="rId1" Type="http://schemas.openxmlformats.org/officeDocument/2006/relationships/notesMaster" Target="../notesMasters/notesMaster1.xml"/></Relationships>
</file>

<file path=ppt/notesSlides/_rels/notesSlide3037.xml.rels><?xml version="1.0" encoding="UTF-8" standalone="yes"?>
<Relationships xmlns="http://schemas.openxmlformats.org/package/2006/relationships"><Relationship Id="rId2" Type="http://schemas.openxmlformats.org/officeDocument/2006/relationships/slide" Target="../slides/slide3171.xml"/><Relationship Id="rId1" Type="http://schemas.openxmlformats.org/officeDocument/2006/relationships/notesMaster" Target="../notesMasters/notesMaster1.xml"/></Relationships>
</file>

<file path=ppt/notesSlides/_rels/notesSlide3038.xml.rels><?xml version="1.0" encoding="UTF-8" standalone="yes"?>
<Relationships xmlns="http://schemas.openxmlformats.org/package/2006/relationships"><Relationship Id="rId2" Type="http://schemas.openxmlformats.org/officeDocument/2006/relationships/slide" Target="../slides/slide3172.xml"/><Relationship Id="rId1" Type="http://schemas.openxmlformats.org/officeDocument/2006/relationships/notesMaster" Target="../notesMasters/notesMaster1.xml"/></Relationships>
</file>

<file path=ppt/notesSlides/_rels/notesSlide3039.xml.rels><?xml version="1.0" encoding="UTF-8" standalone="yes"?>
<Relationships xmlns="http://schemas.openxmlformats.org/package/2006/relationships"><Relationship Id="rId2" Type="http://schemas.openxmlformats.org/officeDocument/2006/relationships/slide" Target="../slides/slide3173.xml"/><Relationship Id="rId1" Type="http://schemas.openxmlformats.org/officeDocument/2006/relationships/notesMaster" Target="../notesMasters/notesMaster1.xml"/></Relationships>
</file>

<file path=ppt/notesSlides/_rels/notesSlide3040.xml.rels><?xml version="1.0" encoding="UTF-8" standalone="yes"?>
<Relationships xmlns="http://schemas.openxmlformats.org/package/2006/relationships"><Relationship Id="rId2" Type="http://schemas.openxmlformats.org/officeDocument/2006/relationships/slide" Target="../slides/slide3174.xml"/><Relationship Id="rId1" Type="http://schemas.openxmlformats.org/officeDocument/2006/relationships/notesMaster" Target="../notesMasters/notesMaster1.xml"/></Relationships>
</file>

<file path=ppt/notesSlides/_rels/notesSlide3041.xml.rels><?xml version="1.0" encoding="UTF-8" standalone="yes"?>
<Relationships xmlns="http://schemas.openxmlformats.org/package/2006/relationships"><Relationship Id="rId2" Type="http://schemas.openxmlformats.org/officeDocument/2006/relationships/slide" Target="../slides/slide3175.xml"/><Relationship Id="rId1" Type="http://schemas.openxmlformats.org/officeDocument/2006/relationships/notesMaster" Target="../notesMasters/notesMaster1.xml"/></Relationships>
</file>

<file path=ppt/notesSlides/_rels/notesSlide3042.xml.rels><?xml version="1.0" encoding="UTF-8" standalone="yes"?>
<Relationships xmlns="http://schemas.openxmlformats.org/package/2006/relationships"><Relationship Id="rId2" Type="http://schemas.openxmlformats.org/officeDocument/2006/relationships/slide" Target="../slides/slide3176.xml"/><Relationship Id="rId1" Type="http://schemas.openxmlformats.org/officeDocument/2006/relationships/notesMaster" Target="../notesMasters/notesMaster1.xml"/></Relationships>
</file>

<file path=ppt/notesSlides/_rels/notesSlide3043.xml.rels><?xml version="1.0" encoding="UTF-8" standalone="yes"?>
<Relationships xmlns="http://schemas.openxmlformats.org/package/2006/relationships"><Relationship Id="rId2" Type="http://schemas.openxmlformats.org/officeDocument/2006/relationships/slide" Target="../slides/slide3177.xml"/><Relationship Id="rId1" Type="http://schemas.openxmlformats.org/officeDocument/2006/relationships/notesMaster" Target="../notesMasters/notesMaster1.xml"/></Relationships>
</file>

<file path=ppt/notesSlides/_rels/notesSlide3044.xml.rels><?xml version="1.0" encoding="UTF-8" standalone="yes"?>
<Relationships xmlns="http://schemas.openxmlformats.org/package/2006/relationships"><Relationship Id="rId2" Type="http://schemas.openxmlformats.org/officeDocument/2006/relationships/slide" Target="../slides/slide3178.xml"/><Relationship Id="rId1" Type="http://schemas.openxmlformats.org/officeDocument/2006/relationships/notesMaster" Target="../notesMasters/notesMaster1.xml"/></Relationships>
</file>

<file path=ppt/notesSlides/_rels/notesSlide3045.xml.rels><?xml version="1.0" encoding="UTF-8" standalone="yes"?>
<Relationships xmlns="http://schemas.openxmlformats.org/package/2006/relationships"><Relationship Id="rId2" Type="http://schemas.openxmlformats.org/officeDocument/2006/relationships/slide" Target="../slides/slide3179.xml"/><Relationship Id="rId1" Type="http://schemas.openxmlformats.org/officeDocument/2006/relationships/notesMaster" Target="../notesMasters/notesMaster1.xml"/></Relationships>
</file>

<file path=ppt/notesSlides/_rels/notesSlide3046.xml.rels><?xml version="1.0" encoding="UTF-8" standalone="yes"?>
<Relationships xmlns="http://schemas.openxmlformats.org/package/2006/relationships"><Relationship Id="rId2" Type="http://schemas.openxmlformats.org/officeDocument/2006/relationships/slide" Target="../slides/slide3180.xml"/><Relationship Id="rId1" Type="http://schemas.openxmlformats.org/officeDocument/2006/relationships/notesMaster" Target="../notesMasters/notesMaster1.xml"/></Relationships>
</file>

<file path=ppt/notesSlides/_rels/notesSlide3047.xml.rels><?xml version="1.0" encoding="UTF-8" standalone="yes"?>
<Relationships xmlns="http://schemas.openxmlformats.org/package/2006/relationships"><Relationship Id="rId2" Type="http://schemas.openxmlformats.org/officeDocument/2006/relationships/slide" Target="../slides/slide3181.xml"/><Relationship Id="rId1" Type="http://schemas.openxmlformats.org/officeDocument/2006/relationships/notesMaster" Target="../notesMasters/notesMaster1.xml"/></Relationships>
</file>

<file path=ppt/notesSlides/_rels/notesSlide3048.xml.rels><?xml version="1.0" encoding="UTF-8" standalone="yes"?>
<Relationships xmlns="http://schemas.openxmlformats.org/package/2006/relationships"><Relationship Id="rId2" Type="http://schemas.openxmlformats.org/officeDocument/2006/relationships/slide" Target="../slides/slide3182.xml"/><Relationship Id="rId1" Type="http://schemas.openxmlformats.org/officeDocument/2006/relationships/notesMaster" Target="../notesMasters/notesMaster1.xml"/></Relationships>
</file>

<file path=ppt/notesSlides/_rels/notesSlide3049.xml.rels><?xml version="1.0" encoding="UTF-8" standalone="yes"?>
<Relationships xmlns="http://schemas.openxmlformats.org/package/2006/relationships"><Relationship Id="rId2" Type="http://schemas.openxmlformats.org/officeDocument/2006/relationships/slide" Target="../slides/slide3183.xml"/><Relationship Id="rId1" Type="http://schemas.openxmlformats.org/officeDocument/2006/relationships/notesMaster" Target="../notesMasters/notesMaster1.xml"/></Relationships>
</file>

<file path=ppt/notesSlides/_rels/notesSlide3050.xml.rels><?xml version="1.0" encoding="UTF-8" standalone="yes"?>
<Relationships xmlns="http://schemas.openxmlformats.org/package/2006/relationships"><Relationship Id="rId2" Type="http://schemas.openxmlformats.org/officeDocument/2006/relationships/slide" Target="../slides/slide3184.xml"/><Relationship Id="rId1" Type="http://schemas.openxmlformats.org/officeDocument/2006/relationships/notesMaster" Target="../notesMasters/notesMaster1.xml"/></Relationships>
</file>

<file path=ppt/notesSlides/_rels/notesSlide3051.xml.rels><?xml version="1.0" encoding="UTF-8" standalone="yes"?>
<Relationships xmlns="http://schemas.openxmlformats.org/package/2006/relationships"><Relationship Id="rId2" Type="http://schemas.openxmlformats.org/officeDocument/2006/relationships/slide" Target="../slides/slide3185.xml"/><Relationship Id="rId1" Type="http://schemas.openxmlformats.org/officeDocument/2006/relationships/notesMaster" Target="../notesMasters/notesMaster1.xml"/></Relationships>
</file>

<file path=ppt/notesSlides/_rels/notesSlide3052.xml.rels><?xml version="1.0" encoding="UTF-8" standalone="yes"?>
<Relationships xmlns="http://schemas.openxmlformats.org/package/2006/relationships"><Relationship Id="rId2" Type="http://schemas.openxmlformats.org/officeDocument/2006/relationships/slide" Target="../slides/slide3186.xml"/><Relationship Id="rId1" Type="http://schemas.openxmlformats.org/officeDocument/2006/relationships/notesMaster" Target="../notesMasters/notesMaster1.xml"/></Relationships>
</file>

<file path=ppt/notesSlides/_rels/notesSlide3053.xml.rels><?xml version="1.0" encoding="UTF-8" standalone="yes"?>
<Relationships xmlns="http://schemas.openxmlformats.org/package/2006/relationships"><Relationship Id="rId2" Type="http://schemas.openxmlformats.org/officeDocument/2006/relationships/slide" Target="../slides/slide3187.xml"/><Relationship Id="rId1" Type="http://schemas.openxmlformats.org/officeDocument/2006/relationships/notesMaster" Target="../notesMasters/notesMaster1.xml"/></Relationships>
</file>

<file path=ppt/notesSlides/_rels/notesSlide3054.xml.rels><?xml version="1.0" encoding="UTF-8" standalone="yes"?>
<Relationships xmlns="http://schemas.openxmlformats.org/package/2006/relationships"><Relationship Id="rId2" Type="http://schemas.openxmlformats.org/officeDocument/2006/relationships/slide" Target="../slides/slide3188.xml"/><Relationship Id="rId1" Type="http://schemas.openxmlformats.org/officeDocument/2006/relationships/notesMaster" Target="../notesMasters/notesMaster1.xml"/></Relationships>
</file>

<file path=ppt/notesSlides/_rels/notesSlide3055.xml.rels><?xml version="1.0" encoding="UTF-8" standalone="yes"?>
<Relationships xmlns="http://schemas.openxmlformats.org/package/2006/relationships"><Relationship Id="rId2" Type="http://schemas.openxmlformats.org/officeDocument/2006/relationships/slide" Target="../slides/slide3189.xml"/><Relationship Id="rId1" Type="http://schemas.openxmlformats.org/officeDocument/2006/relationships/notesMaster" Target="../notesMasters/notesMaster1.xml"/></Relationships>
</file>

<file path=ppt/notesSlides/_rels/notesSlide3056.xml.rels><?xml version="1.0" encoding="UTF-8" standalone="yes"?>
<Relationships xmlns="http://schemas.openxmlformats.org/package/2006/relationships"><Relationship Id="rId2" Type="http://schemas.openxmlformats.org/officeDocument/2006/relationships/slide" Target="../slides/slide3190.xml"/><Relationship Id="rId1" Type="http://schemas.openxmlformats.org/officeDocument/2006/relationships/notesMaster" Target="../notesMasters/notesMaster1.xml"/></Relationships>
</file>

<file path=ppt/notesSlides/_rels/notesSlide3057.xml.rels><?xml version="1.0" encoding="UTF-8" standalone="yes"?>
<Relationships xmlns="http://schemas.openxmlformats.org/package/2006/relationships"><Relationship Id="rId2" Type="http://schemas.openxmlformats.org/officeDocument/2006/relationships/slide" Target="../slides/slide3191.xml"/><Relationship Id="rId1" Type="http://schemas.openxmlformats.org/officeDocument/2006/relationships/notesMaster" Target="../notesMasters/notesMaster1.xml"/></Relationships>
</file>

<file path=ppt/notesSlides/_rels/notesSlide3058.xml.rels><?xml version="1.0" encoding="UTF-8" standalone="yes"?>
<Relationships xmlns="http://schemas.openxmlformats.org/package/2006/relationships"><Relationship Id="rId2" Type="http://schemas.openxmlformats.org/officeDocument/2006/relationships/slide" Target="../slides/slide3192.xml"/><Relationship Id="rId1" Type="http://schemas.openxmlformats.org/officeDocument/2006/relationships/notesMaster" Target="../notesMasters/notesMaster1.xml"/></Relationships>
</file>

<file path=ppt/notesSlides/_rels/notesSlide3059.xml.rels><?xml version="1.0" encoding="UTF-8" standalone="yes"?>
<Relationships xmlns="http://schemas.openxmlformats.org/package/2006/relationships"><Relationship Id="rId2" Type="http://schemas.openxmlformats.org/officeDocument/2006/relationships/slide" Target="../slides/slide3193.xml"/><Relationship Id="rId1" Type="http://schemas.openxmlformats.org/officeDocument/2006/relationships/notesMaster" Target="../notesMasters/notesMaster1.xml"/></Relationships>
</file>

<file path=ppt/notesSlides/_rels/notesSlide3060.xml.rels><?xml version="1.0" encoding="UTF-8" standalone="yes"?>
<Relationships xmlns="http://schemas.openxmlformats.org/package/2006/relationships"><Relationship Id="rId2" Type="http://schemas.openxmlformats.org/officeDocument/2006/relationships/slide" Target="../slides/slide3194.xml"/><Relationship Id="rId1" Type="http://schemas.openxmlformats.org/officeDocument/2006/relationships/notesMaster" Target="../notesMasters/notesMaster1.xml"/></Relationships>
</file>

<file path=ppt/notesSlides/_rels/notesSlide3061.xml.rels><?xml version="1.0" encoding="UTF-8" standalone="yes"?>
<Relationships xmlns="http://schemas.openxmlformats.org/package/2006/relationships"><Relationship Id="rId2" Type="http://schemas.openxmlformats.org/officeDocument/2006/relationships/slide" Target="../slides/slide3195.xml"/><Relationship Id="rId1" Type="http://schemas.openxmlformats.org/officeDocument/2006/relationships/notesMaster" Target="../notesMasters/notesMaster1.xml"/></Relationships>
</file>

<file path=ppt/notesSlides/_rels/notesSlide3062.xml.rels><?xml version="1.0" encoding="UTF-8" standalone="yes"?>
<Relationships xmlns="http://schemas.openxmlformats.org/package/2006/relationships"><Relationship Id="rId2" Type="http://schemas.openxmlformats.org/officeDocument/2006/relationships/slide" Target="../slides/slide3196.xml"/><Relationship Id="rId1" Type="http://schemas.openxmlformats.org/officeDocument/2006/relationships/notesMaster" Target="../notesMasters/notesMaster1.xml"/></Relationships>
</file>

<file path=ppt/notesSlides/_rels/notesSlide3063.xml.rels><?xml version="1.0" encoding="UTF-8" standalone="yes"?>
<Relationships xmlns="http://schemas.openxmlformats.org/package/2006/relationships"><Relationship Id="rId2" Type="http://schemas.openxmlformats.org/officeDocument/2006/relationships/slide" Target="../slides/slide3197.xml"/><Relationship Id="rId1" Type="http://schemas.openxmlformats.org/officeDocument/2006/relationships/notesMaster" Target="../notesMasters/notesMaster1.xml"/></Relationships>
</file>

<file path=ppt/notesSlides/_rels/notesSlide3064.xml.rels><?xml version="1.0" encoding="UTF-8" standalone="yes"?>
<Relationships xmlns="http://schemas.openxmlformats.org/package/2006/relationships"><Relationship Id="rId2" Type="http://schemas.openxmlformats.org/officeDocument/2006/relationships/slide" Target="../slides/slide3198.xml"/><Relationship Id="rId1" Type="http://schemas.openxmlformats.org/officeDocument/2006/relationships/notesMaster" Target="../notesMasters/notesMaster1.xml"/></Relationships>
</file>

<file path=ppt/notesSlides/_rels/notesSlide3065.xml.rels><?xml version="1.0" encoding="UTF-8" standalone="yes"?>
<Relationships xmlns="http://schemas.openxmlformats.org/package/2006/relationships"><Relationship Id="rId2" Type="http://schemas.openxmlformats.org/officeDocument/2006/relationships/slide" Target="../slides/slide3199.xml"/><Relationship Id="rId1" Type="http://schemas.openxmlformats.org/officeDocument/2006/relationships/notesMaster" Target="../notesMasters/notesMaster1.xml"/></Relationships>
</file>

<file path=ppt/notesSlides/_rels/notesSlide3066.xml.rels><?xml version="1.0" encoding="UTF-8" standalone="yes"?>
<Relationships xmlns="http://schemas.openxmlformats.org/package/2006/relationships"><Relationship Id="rId2" Type="http://schemas.openxmlformats.org/officeDocument/2006/relationships/slide" Target="../slides/slide3200.xml"/><Relationship Id="rId1" Type="http://schemas.openxmlformats.org/officeDocument/2006/relationships/notesMaster" Target="../notesMasters/notesMaster1.xml"/></Relationships>
</file>

<file path=ppt/notesSlides/_rels/notesSlide3067.xml.rels><?xml version="1.0" encoding="UTF-8" standalone="yes"?>
<Relationships xmlns="http://schemas.openxmlformats.org/package/2006/relationships"><Relationship Id="rId2" Type="http://schemas.openxmlformats.org/officeDocument/2006/relationships/slide" Target="../slides/slide3201.xml"/><Relationship Id="rId1" Type="http://schemas.openxmlformats.org/officeDocument/2006/relationships/notesMaster" Target="../notesMasters/notesMaster1.xml"/></Relationships>
</file>

<file path=ppt/notesSlides/_rels/notesSlide3068.xml.rels><?xml version="1.0" encoding="UTF-8" standalone="yes"?>
<Relationships xmlns="http://schemas.openxmlformats.org/package/2006/relationships"><Relationship Id="rId2" Type="http://schemas.openxmlformats.org/officeDocument/2006/relationships/slide" Target="../slides/slide3202.xml"/><Relationship Id="rId1" Type="http://schemas.openxmlformats.org/officeDocument/2006/relationships/notesMaster" Target="../notesMasters/notesMaster1.xml"/></Relationships>
</file>

<file path=ppt/notesSlides/_rels/notesSlide3069.xml.rels><?xml version="1.0" encoding="UTF-8" standalone="yes"?>
<Relationships xmlns="http://schemas.openxmlformats.org/package/2006/relationships"><Relationship Id="rId2" Type="http://schemas.openxmlformats.org/officeDocument/2006/relationships/slide" Target="../slides/slide3203.xml"/><Relationship Id="rId1" Type="http://schemas.openxmlformats.org/officeDocument/2006/relationships/notesMaster" Target="../notesMasters/notesMaster1.xml"/></Relationships>
</file>

<file path=ppt/notesSlides/_rels/notesSlide3070.xml.rels><?xml version="1.0" encoding="UTF-8" standalone="yes"?>
<Relationships xmlns="http://schemas.openxmlformats.org/package/2006/relationships"><Relationship Id="rId2" Type="http://schemas.openxmlformats.org/officeDocument/2006/relationships/slide" Target="../slides/slide3204.xml"/><Relationship Id="rId1" Type="http://schemas.openxmlformats.org/officeDocument/2006/relationships/notesMaster" Target="../notesMasters/notesMaster1.xml"/></Relationships>
</file>

<file path=ppt/notesSlides/_rels/notesSlide3071.xml.rels><?xml version="1.0" encoding="UTF-8" standalone="yes"?>
<Relationships xmlns="http://schemas.openxmlformats.org/package/2006/relationships"><Relationship Id="rId2" Type="http://schemas.openxmlformats.org/officeDocument/2006/relationships/slide" Target="../slides/slide3205.xml"/><Relationship Id="rId1" Type="http://schemas.openxmlformats.org/officeDocument/2006/relationships/notesMaster" Target="../notesMasters/notesMaster1.xml"/></Relationships>
</file>

<file path=ppt/notesSlides/_rels/notesSlide3072.xml.rels><?xml version="1.0" encoding="UTF-8" standalone="yes"?>
<Relationships xmlns="http://schemas.openxmlformats.org/package/2006/relationships"><Relationship Id="rId2" Type="http://schemas.openxmlformats.org/officeDocument/2006/relationships/slide" Target="../slides/slide3206.xml"/><Relationship Id="rId1" Type="http://schemas.openxmlformats.org/officeDocument/2006/relationships/notesMaster" Target="../notesMasters/notesMaster1.xml"/></Relationships>
</file>

<file path=ppt/notesSlides/_rels/notesSlide3073.xml.rels><?xml version="1.0" encoding="UTF-8" standalone="yes"?>
<Relationships xmlns="http://schemas.openxmlformats.org/package/2006/relationships"><Relationship Id="rId2" Type="http://schemas.openxmlformats.org/officeDocument/2006/relationships/slide" Target="../slides/slide3207.xml"/><Relationship Id="rId1" Type="http://schemas.openxmlformats.org/officeDocument/2006/relationships/notesMaster" Target="../notesMasters/notesMaster1.xml"/></Relationships>
</file>

<file path=ppt/notesSlides/_rels/notesSlide3074.xml.rels><?xml version="1.0" encoding="UTF-8" standalone="yes"?>
<Relationships xmlns="http://schemas.openxmlformats.org/package/2006/relationships"><Relationship Id="rId2" Type="http://schemas.openxmlformats.org/officeDocument/2006/relationships/slide" Target="../slides/slide3208.xml"/><Relationship Id="rId1" Type="http://schemas.openxmlformats.org/officeDocument/2006/relationships/notesMaster" Target="../notesMasters/notesMaster1.xml"/></Relationships>
</file>

<file path=ppt/notesSlides/_rels/notesSlide3075.xml.rels><?xml version="1.0" encoding="UTF-8" standalone="yes"?>
<Relationships xmlns="http://schemas.openxmlformats.org/package/2006/relationships"><Relationship Id="rId2" Type="http://schemas.openxmlformats.org/officeDocument/2006/relationships/slide" Target="../slides/slide3209.xml"/><Relationship Id="rId1" Type="http://schemas.openxmlformats.org/officeDocument/2006/relationships/notesMaster" Target="../notesMasters/notesMaster1.xml"/></Relationships>
</file>

<file path=ppt/notesSlides/_rels/notesSlide3076.xml.rels><?xml version="1.0" encoding="UTF-8" standalone="yes"?>
<Relationships xmlns="http://schemas.openxmlformats.org/package/2006/relationships"><Relationship Id="rId2" Type="http://schemas.openxmlformats.org/officeDocument/2006/relationships/slide" Target="../slides/slide3210.xml"/><Relationship Id="rId1" Type="http://schemas.openxmlformats.org/officeDocument/2006/relationships/notesMaster" Target="../notesMasters/notesMaster1.xml"/></Relationships>
</file>

<file path=ppt/notesSlides/_rels/notesSlide3077.xml.rels><?xml version="1.0" encoding="UTF-8" standalone="yes"?>
<Relationships xmlns="http://schemas.openxmlformats.org/package/2006/relationships"><Relationship Id="rId2" Type="http://schemas.openxmlformats.org/officeDocument/2006/relationships/slide" Target="../slides/slide3211.xml"/><Relationship Id="rId1" Type="http://schemas.openxmlformats.org/officeDocument/2006/relationships/notesMaster" Target="../notesMasters/notesMaster1.xml"/></Relationships>
</file>

<file path=ppt/notesSlides/_rels/notesSlide3078.xml.rels><?xml version="1.0" encoding="UTF-8" standalone="yes"?>
<Relationships xmlns="http://schemas.openxmlformats.org/package/2006/relationships"><Relationship Id="rId2" Type="http://schemas.openxmlformats.org/officeDocument/2006/relationships/slide" Target="../slides/slide3212.xml"/><Relationship Id="rId1" Type="http://schemas.openxmlformats.org/officeDocument/2006/relationships/notesMaster" Target="../notesMasters/notesMaster1.xml"/></Relationships>
</file>

<file path=ppt/notesSlides/_rels/notesSlide3079.xml.rels><?xml version="1.0" encoding="UTF-8" standalone="yes"?>
<Relationships xmlns="http://schemas.openxmlformats.org/package/2006/relationships"><Relationship Id="rId2" Type="http://schemas.openxmlformats.org/officeDocument/2006/relationships/slide" Target="../slides/slide3213.xml"/><Relationship Id="rId1" Type="http://schemas.openxmlformats.org/officeDocument/2006/relationships/notesMaster" Target="../notesMasters/notesMaster1.xml"/></Relationships>
</file>

<file path=ppt/notesSlides/_rels/notesSlide3080.xml.rels><?xml version="1.0" encoding="UTF-8" standalone="yes"?>
<Relationships xmlns="http://schemas.openxmlformats.org/package/2006/relationships"><Relationship Id="rId2" Type="http://schemas.openxmlformats.org/officeDocument/2006/relationships/slide" Target="../slides/slide3214.xml"/><Relationship Id="rId1" Type="http://schemas.openxmlformats.org/officeDocument/2006/relationships/notesMaster" Target="../notesMasters/notesMaster1.xml"/></Relationships>
</file>

<file path=ppt/notesSlides/_rels/notesSlide3081.xml.rels><?xml version="1.0" encoding="UTF-8" standalone="yes"?>
<Relationships xmlns="http://schemas.openxmlformats.org/package/2006/relationships"><Relationship Id="rId2" Type="http://schemas.openxmlformats.org/officeDocument/2006/relationships/slide" Target="../slides/slide3215.xml"/><Relationship Id="rId1" Type="http://schemas.openxmlformats.org/officeDocument/2006/relationships/notesMaster" Target="../notesMasters/notesMaster1.xml"/></Relationships>
</file>

<file path=ppt/notesSlides/_rels/notesSlide3082.xml.rels><?xml version="1.0" encoding="UTF-8" standalone="yes"?>
<Relationships xmlns="http://schemas.openxmlformats.org/package/2006/relationships"><Relationship Id="rId2" Type="http://schemas.openxmlformats.org/officeDocument/2006/relationships/slide" Target="../slides/slide3216.xml"/><Relationship Id="rId1" Type="http://schemas.openxmlformats.org/officeDocument/2006/relationships/notesMaster" Target="../notesMasters/notesMaster1.xml"/></Relationships>
</file>

<file path=ppt/notesSlides/_rels/notesSlide3083.xml.rels><?xml version="1.0" encoding="UTF-8" standalone="yes"?>
<Relationships xmlns="http://schemas.openxmlformats.org/package/2006/relationships"><Relationship Id="rId2" Type="http://schemas.openxmlformats.org/officeDocument/2006/relationships/slide" Target="../slides/slide3217.xml"/><Relationship Id="rId1" Type="http://schemas.openxmlformats.org/officeDocument/2006/relationships/notesMaster" Target="../notesMasters/notesMaster1.xml"/></Relationships>
</file>

<file path=ppt/notesSlides/_rels/notesSlide3084.xml.rels><?xml version="1.0" encoding="UTF-8" standalone="yes"?>
<Relationships xmlns="http://schemas.openxmlformats.org/package/2006/relationships"><Relationship Id="rId2" Type="http://schemas.openxmlformats.org/officeDocument/2006/relationships/slide" Target="../slides/slide3218.xml"/><Relationship Id="rId1" Type="http://schemas.openxmlformats.org/officeDocument/2006/relationships/notesMaster" Target="../notesMasters/notesMaster1.xml"/></Relationships>
</file>

<file path=ppt/notesSlides/_rels/notesSlide3085.xml.rels><?xml version="1.0" encoding="UTF-8" standalone="yes"?>
<Relationships xmlns="http://schemas.openxmlformats.org/package/2006/relationships"><Relationship Id="rId2" Type="http://schemas.openxmlformats.org/officeDocument/2006/relationships/slide" Target="../slides/slide3219.xml"/><Relationship Id="rId1" Type="http://schemas.openxmlformats.org/officeDocument/2006/relationships/notesMaster" Target="../notesMasters/notesMaster1.xml"/></Relationships>
</file>

<file path=ppt/notesSlides/_rels/notesSlide3086.xml.rels><?xml version="1.0" encoding="UTF-8" standalone="yes"?>
<Relationships xmlns="http://schemas.openxmlformats.org/package/2006/relationships"><Relationship Id="rId2" Type="http://schemas.openxmlformats.org/officeDocument/2006/relationships/slide" Target="../slides/slide3220.xml"/><Relationship Id="rId1" Type="http://schemas.openxmlformats.org/officeDocument/2006/relationships/notesMaster" Target="../notesMasters/notesMaster1.xml"/></Relationships>
</file>

<file path=ppt/notesSlides/_rels/notesSlide3087.xml.rels><?xml version="1.0" encoding="UTF-8" standalone="yes"?>
<Relationships xmlns="http://schemas.openxmlformats.org/package/2006/relationships"><Relationship Id="rId2" Type="http://schemas.openxmlformats.org/officeDocument/2006/relationships/slide" Target="../slides/slide3221.xml"/><Relationship Id="rId1" Type="http://schemas.openxmlformats.org/officeDocument/2006/relationships/notesMaster" Target="../notesMasters/notesMaster1.xml"/></Relationships>
</file>

<file path=ppt/notesSlides/_rels/notesSlide3088.xml.rels><?xml version="1.0" encoding="UTF-8" standalone="yes"?>
<Relationships xmlns="http://schemas.openxmlformats.org/package/2006/relationships"><Relationship Id="rId2" Type="http://schemas.openxmlformats.org/officeDocument/2006/relationships/slide" Target="../slides/slide3222.xml"/><Relationship Id="rId1" Type="http://schemas.openxmlformats.org/officeDocument/2006/relationships/notesMaster" Target="../notesMasters/notesMaster1.xml"/></Relationships>
</file>

<file path=ppt/notesSlides/_rels/notesSlide3089.xml.rels><?xml version="1.0" encoding="UTF-8" standalone="yes"?>
<Relationships xmlns="http://schemas.openxmlformats.org/package/2006/relationships"><Relationship Id="rId2" Type="http://schemas.openxmlformats.org/officeDocument/2006/relationships/slide" Target="../slides/slide3223.xml"/><Relationship Id="rId1" Type="http://schemas.openxmlformats.org/officeDocument/2006/relationships/notesMaster" Target="../notesMasters/notesMaster1.xml"/></Relationships>
</file>

<file path=ppt/notesSlides/_rels/notesSlide3090.xml.rels><?xml version="1.0" encoding="UTF-8" standalone="yes"?>
<Relationships xmlns="http://schemas.openxmlformats.org/package/2006/relationships"><Relationship Id="rId2" Type="http://schemas.openxmlformats.org/officeDocument/2006/relationships/slide" Target="../slides/slide3224.xml"/><Relationship Id="rId1" Type="http://schemas.openxmlformats.org/officeDocument/2006/relationships/notesMaster" Target="../notesMasters/notesMaster1.xml"/></Relationships>
</file>

<file path=ppt/notesSlides/_rels/notesSlide3091.xml.rels><?xml version="1.0" encoding="UTF-8" standalone="yes"?>
<Relationships xmlns="http://schemas.openxmlformats.org/package/2006/relationships"><Relationship Id="rId2" Type="http://schemas.openxmlformats.org/officeDocument/2006/relationships/slide" Target="../slides/slide3225.xml"/><Relationship Id="rId1" Type="http://schemas.openxmlformats.org/officeDocument/2006/relationships/notesMaster" Target="../notesMasters/notesMaster1.xml"/></Relationships>
</file>

<file path=ppt/notesSlides/_rels/notesSlide3092.xml.rels><?xml version="1.0" encoding="UTF-8" standalone="yes"?>
<Relationships xmlns="http://schemas.openxmlformats.org/package/2006/relationships"><Relationship Id="rId2" Type="http://schemas.openxmlformats.org/officeDocument/2006/relationships/slide" Target="../slides/slide3226.xml"/><Relationship Id="rId1" Type="http://schemas.openxmlformats.org/officeDocument/2006/relationships/notesMaster" Target="../notesMasters/notesMaster1.xml"/></Relationships>
</file>

<file path=ppt/notesSlides/_rels/notesSlide3093.xml.rels><?xml version="1.0" encoding="UTF-8" standalone="yes"?>
<Relationships xmlns="http://schemas.openxmlformats.org/package/2006/relationships"><Relationship Id="rId2" Type="http://schemas.openxmlformats.org/officeDocument/2006/relationships/slide" Target="../slides/slide3227.xml"/><Relationship Id="rId1" Type="http://schemas.openxmlformats.org/officeDocument/2006/relationships/notesMaster" Target="../notesMasters/notesMaster1.xml"/></Relationships>
</file>

<file path=ppt/notesSlides/_rels/notesSlide3094.xml.rels><?xml version="1.0" encoding="UTF-8" standalone="yes"?>
<Relationships xmlns="http://schemas.openxmlformats.org/package/2006/relationships"><Relationship Id="rId2" Type="http://schemas.openxmlformats.org/officeDocument/2006/relationships/slide" Target="../slides/slide3228.xml"/><Relationship Id="rId1" Type="http://schemas.openxmlformats.org/officeDocument/2006/relationships/notesMaster" Target="../notesMasters/notesMaster1.xml"/></Relationships>
</file>

<file path=ppt/notesSlides/_rels/notesSlide3095.xml.rels><?xml version="1.0" encoding="UTF-8" standalone="yes"?>
<Relationships xmlns="http://schemas.openxmlformats.org/package/2006/relationships"><Relationship Id="rId2" Type="http://schemas.openxmlformats.org/officeDocument/2006/relationships/slide" Target="../slides/slide3229.xml"/><Relationship Id="rId1" Type="http://schemas.openxmlformats.org/officeDocument/2006/relationships/notesMaster" Target="../notesMasters/notesMaster1.xml"/></Relationships>
</file>

<file path=ppt/notesSlides/_rels/notesSlide3096.xml.rels><?xml version="1.0" encoding="UTF-8" standalone="yes"?>
<Relationships xmlns="http://schemas.openxmlformats.org/package/2006/relationships"><Relationship Id="rId2" Type="http://schemas.openxmlformats.org/officeDocument/2006/relationships/slide" Target="../slides/slide3230.xml"/><Relationship Id="rId1" Type="http://schemas.openxmlformats.org/officeDocument/2006/relationships/notesMaster" Target="../notesMasters/notesMaster1.xml"/></Relationships>
</file>

<file path=ppt/notesSlides/_rels/notesSlide3097.xml.rels><?xml version="1.0" encoding="UTF-8" standalone="yes"?>
<Relationships xmlns="http://schemas.openxmlformats.org/package/2006/relationships"><Relationship Id="rId2" Type="http://schemas.openxmlformats.org/officeDocument/2006/relationships/slide" Target="../slides/slide3231.xml"/><Relationship Id="rId1" Type="http://schemas.openxmlformats.org/officeDocument/2006/relationships/notesMaster" Target="../notesMasters/notesMaster1.xml"/></Relationships>
</file>

<file path=ppt/notesSlides/_rels/notesSlide3098.xml.rels><?xml version="1.0" encoding="UTF-8" standalone="yes"?>
<Relationships xmlns="http://schemas.openxmlformats.org/package/2006/relationships"><Relationship Id="rId2" Type="http://schemas.openxmlformats.org/officeDocument/2006/relationships/slide" Target="../slides/slide3232.xml"/><Relationship Id="rId1" Type="http://schemas.openxmlformats.org/officeDocument/2006/relationships/notesMaster" Target="../notesMasters/notesMaster1.xml"/></Relationships>
</file>

<file path=ppt/notesSlides/_rels/notesSlide3099.xml.rels><?xml version="1.0" encoding="UTF-8" standalone="yes"?>
<Relationships xmlns="http://schemas.openxmlformats.org/package/2006/relationships"><Relationship Id="rId2" Type="http://schemas.openxmlformats.org/officeDocument/2006/relationships/slide" Target="../slides/slide3233.xml"/><Relationship Id="rId1" Type="http://schemas.openxmlformats.org/officeDocument/2006/relationships/notesMaster" Target="../notesMasters/notesMaster1.xml"/></Relationships>
</file>

<file path=ppt/notesSlides/_rels/notesSlide3100.xml.rels><?xml version="1.0" encoding="UTF-8" standalone="yes"?>
<Relationships xmlns="http://schemas.openxmlformats.org/package/2006/relationships"><Relationship Id="rId2" Type="http://schemas.openxmlformats.org/officeDocument/2006/relationships/slide" Target="../slides/slide3234.xml"/><Relationship Id="rId1" Type="http://schemas.openxmlformats.org/officeDocument/2006/relationships/notesMaster" Target="../notesMasters/notesMaster1.xml"/></Relationships>
</file>

<file path=ppt/notesSlides/_rels/notesSlide3101.xml.rels><?xml version="1.0" encoding="UTF-8" standalone="yes"?>
<Relationships xmlns="http://schemas.openxmlformats.org/package/2006/relationships"><Relationship Id="rId2" Type="http://schemas.openxmlformats.org/officeDocument/2006/relationships/slide" Target="../slides/slide3235.xml"/><Relationship Id="rId1" Type="http://schemas.openxmlformats.org/officeDocument/2006/relationships/notesMaster" Target="../notesMasters/notesMaster1.xml"/></Relationships>
</file>

<file path=ppt/notesSlides/_rels/notesSlide3102.xml.rels><?xml version="1.0" encoding="UTF-8" standalone="yes"?>
<Relationships xmlns="http://schemas.openxmlformats.org/package/2006/relationships"><Relationship Id="rId2" Type="http://schemas.openxmlformats.org/officeDocument/2006/relationships/slide" Target="../slides/slide3236.xml"/><Relationship Id="rId1" Type="http://schemas.openxmlformats.org/officeDocument/2006/relationships/notesMaster" Target="../notesMasters/notesMaster1.xml"/></Relationships>
</file>

<file path=ppt/notesSlides/_rels/notesSlide3103.xml.rels><?xml version="1.0" encoding="UTF-8" standalone="yes"?>
<Relationships xmlns="http://schemas.openxmlformats.org/package/2006/relationships"><Relationship Id="rId2" Type="http://schemas.openxmlformats.org/officeDocument/2006/relationships/slide" Target="../slides/slide3237.xml"/><Relationship Id="rId1" Type="http://schemas.openxmlformats.org/officeDocument/2006/relationships/notesMaster" Target="../notesMasters/notesMaster1.xml"/></Relationships>
</file>

<file path=ppt/notesSlides/_rels/notesSlide3104.xml.rels><?xml version="1.0" encoding="UTF-8" standalone="yes"?>
<Relationships xmlns="http://schemas.openxmlformats.org/package/2006/relationships"><Relationship Id="rId2" Type="http://schemas.openxmlformats.org/officeDocument/2006/relationships/slide" Target="../slides/slide3238.xml"/><Relationship Id="rId1" Type="http://schemas.openxmlformats.org/officeDocument/2006/relationships/notesMaster" Target="../notesMasters/notesMaster1.xml"/></Relationships>
</file>

<file path=ppt/notesSlides/_rels/notesSlide3105.xml.rels><?xml version="1.0" encoding="UTF-8" standalone="yes"?>
<Relationships xmlns="http://schemas.openxmlformats.org/package/2006/relationships"><Relationship Id="rId2" Type="http://schemas.openxmlformats.org/officeDocument/2006/relationships/slide" Target="../slides/slide3239.xml"/><Relationship Id="rId1" Type="http://schemas.openxmlformats.org/officeDocument/2006/relationships/notesMaster" Target="../notesMasters/notesMaster1.xml"/></Relationships>
</file>

<file path=ppt/notesSlides/_rels/notesSlide3106.xml.rels><?xml version="1.0" encoding="UTF-8" standalone="yes"?>
<Relationships xmlns="http://schemas.openxmlformats.org/package/2006/relationships"><Relationship Id="rId2" Type="http://schemas.openxmlformats.org/officeDocument/2006/relationships/slide" Target="../slides/slide3240.xml"/><Relationship Id="rId1" Type="http://schemas.openxmlformats.org/officeDocument/2006/relationships/notesMaster" Target="../notesMasters/notesMaster1.xml"/></Relationships>
</file>

<file path=ppt/notesSlides/_rels/notesSlide3107.xml.rels><?xml version="1.0" encoding="UTF-8" standalone="yes"?>
<Relationships xmlns="http://schemas.openxmlformats.org/package/2006/relationships"><Relationship Id="rId2" Type="http://schemas.openxmlformats.org/officeDocument/2006/relationships/slide" Target="../slides/slide3241.xml"/><Relationship Id="rId1" Type="http://schemas.openxmlformats.org/officeDocument/2006/relationships/notesMaster" Target="../notesMasters/notesMaster1.xml"/></Relationships>
</file>

<file path=ppt/notesSlides/_rels/notesSlide3108.xml.rels><?xml version="1.0" encoding="UTF-8" standalone="yes"?>
<Relationships xmlns="http://schemas.openxmlformats.org/package/2006/relationships"><Relationship Id="rId2" Type="http://schemas.openxmlformats.org/officeDocument/2006/relationships/slide" Target="../slides/slide3242.xml"/><Relationship Id="rId1" Type="http://schemas.openxmlformats.org/officeDocument/2006/relationships/notesMaster" Target="../notesMasters/notesMaster1.xml"/></Relationships>
</file>

<file path=ppt/notesSlides/_rels/notesSlide3109.xml.rels><?xml version="1.0" encoding="UTF-8" standalone="yes"?>
<Relationships xmlns="http://schemas.openxmlformats.org/package/2006/relationships"><Relationship Id="rId2" Type="http://schemas.openxmlformats.org/officeDocument/2006/relationships/slide" Target="../slides/slide3243.xml"/><Relationship Id="rId1" Type="http://schemas.openxmlformats.org/officeDocument/2006/relationships/notesMaster" Target="../notesMasters/notesMaster1.xml"/></Relationships>
</file>

<file path=ppt/notesSlides/_rels/notesSlide3110.xml.rels><?xml version="1.0" encoding="UTF-8" standalone="yes"?>
<Relationships xmlns="http://schemas.openxmlformats.org/package/2006/relationships"><Relationship Id="rId2" Type="http://schemas.openxmlformats.org/officeDocument/2006/relationships/slide" Target="../slides/slide3244.xml"/><Relationship Id="rId1" Type="http://schemas.openxmlformats.org/officeDocument/2006/relationships/notesMaster" Target="../notesMasters/notesMaster1.xml"/></Relationships>
</file>

<file path=ppt/notesSlides/_rels/notesSlide3111.xml.rels><?xml version="1.0" encoding="UTF-8" standalone="yes"?>
<Relationships xmlns="http://schemas.openxmlformats.org/package/2006/relationships"><Relationship Id="rId2" Type="http://schemas.openxmlformats.org/officeDocument/2006/relationships/slide" Target="../slides/slide3245.xml"/><Relationship Id="rId1" Type="http://schemas.openxmlformats.org/officeDocument/2006/relationships/notesMaster" Target="../notesMasters/notesMaster1.xml"/></Relationships>
</file>

<file path=ppt/notesSlides/_rels/notesSlide3112.xml.rels><?xml version="1.0" encoding="UTF-8" standalone="yes"?>
<Relationships xmlns="http://schemas.openxmlformats.org/package/2006/relationships"><Relationship Id="rId2" Type="http://schemas.openxmlformats.org/officeDocument/2006/relationships/slide" Target="../slides/slide3246.xml"/><Relationship Id="rId1" Type="http://schemas.openxmlformats.org/officeDocument/2006/relationships/notesMaster" Target="../notesMasters/notesMaster1.xml"/></Relationships>
</file>

<file path=ppt/notesSlides/_rels/notesSlide3113.xml.rels><?xml version="1.0" encoding="UTF-8" standalone="yes"?>
<Relationships xmlns="http://schemas.openxmlformats.org/package/2006/relationships"><Relationship Id="rId2" Type="http://schemas.openxmlformats.org/officeDocument/2006/relationships/slide" Target="../slides/slide3247.xml"/><Relationship Id="rId1" Type="http://schemas.openxmlformats.org/officeDocument/2006/relationships/notesMaster" Target="../notesMasters/notesMaster1.xml"/></Relationships>
</file>

<file path=ppt/notesSlides/_rels/notesSlide3114.xml.rels><?xml version="1.0" encoding="UTF-8" standalone="yes"?>
<Relationships xmlns="http://schemas.openxmlformats.org/package/2006/relationships"><Relationship Id="rId2" Type="http://schemas.openxmlformats.org/officeDocument/2006/relationships/slide" Target="../slides/slide3248.xml"/><Relationship Id="rId1" Type="http://schemas.openxmlformats.org/officeDocument/2006/relationships/notesMaster" Target="../notesMasters/notesMaster1.xml"/></Relationships>
</file>

<file path=ppt/notesSlides/_rels/notesSlide3115.xml.rels><?xml version="1.0" encoding="UTF-8" standalone="yes"?>
<Relationships xmlns="http://schemas.openxmlformats.org/package/2006/relationships"><Relationship Id="rId2" Type="http://schemas.openxmlformats.org/officeDocument/2006/relationships/slide" Target="../slides/slide3249.xml"/><Relationship Id="rId1" Type="http://schemas.openxmlformats.org/officeDocument/2006/relationships/notesMaster" Target="../notesMasters/notesMaster1.xml"/></Relationships>
</file>

<file path=ppt/notesSlides/_rels/notesSlide3116.xml.rels><?xml version="1.0" encoding="UTF-8" standalone="yes"?>
<Relationships xmlns="http://schemas.openxmlformats.org/package/2006/relationships"><Relationship Id="rId2" Type="http://schemas.openxmlformats.org/officeDocument/2006/relationships/slide" Target="../slides/slide3250.xml"/><Relationship Id="rId1" Type="http://schemas.openxmlformats.org/officeDocument/2006/relationships/notesMaster" Target="../notesMasters/notesMaster1.xml"/></Relationships>
</file>

<file path=ppt/notesSlides/_rels/notesSlide3117.xml.rels><?xml version="1.0" encoding="UTF-8" standalone="yes"?>
<Relationships xmlns="http://schemas.openxmlformats.org/package/2006/relationships"><Relationship Id="rId2" Type="http://schemas.openxmlformats.org/officeDocument/2006/relationships/slide" Target="../slides/slide3251.xml"/><Relationship Id="rId1" Type="http://schemas.openxmlformats.org/officeDocument/2006/relationships/notesMaster" Target="../notesMasters/notesMaster1.xml"/></Relationships>
</file>

<file path=ppt/notesSlides/_rels/notesSlide3118.xml.rels><?xml version="1.0" encoding="UTF-8" standalone="yes"?>
<Relationships xmlns="http://schemas.openxmlformats.org/package/2006/relationships"><Relationship Id="rId2" Type="http://schemas.openxmlformats.org/officeDocument/2006/relationships/slide" Target="../slides/slide3252.xml"/><Relationship Id="rId1" Type="http://schemas.openxmlformats.org/officeDocument/2006/relationships/notesMaster" Target="../notesMasters/notesMaster1.xml"/></Relationships>
</file>

<file path=ppt/notesSlides/_rels/notesSlide3119.xml.rels><?xml version="1.0" encoding="UTF-8" standalone="yes"?>
<Relationships xmlns="http://schemas.openxmlformats.org/package/2006/relationships"><Relationship Id="rId2" Type="http://schemas.openxmlformats.org/officeDocument/2006/relationships/slide" Target="../slides/slide3253.xml"/><Relationship Id="rId1" Type="http://schemas.openxmlformats.org/officeDocument/2006/relationships/notesMaster" Target="../notesMasters/notesMaster1.xml"/></Relationships>
</file>

<file path=ppt/notesSlides/_rels/notesSlide3120.xml.rels><?xml version="1.0" encoding="UTF-8" standalone="yes"?>
<Relationships xmlns="http://schemas.openxmlformats.org/package/2006/relationships"><Relationship Id="rId2" Type="http://schemas.openxmlformats.org/officeDocument/2006/relationships/slide" Target="../slides/slide3254.xml"/><Relationship Id="rId1" Type="http://schemas.openxmlformats.org/officeDocument/2006/relationships/notesMaster" Target="../notesMasters/notesMaster1.xml"/></Relationships>
</file>

<file path=ppt/notesSlides/_rels/notesSlide3121.xml.rels><?xml version="1.0" encoding="UTF-8" standalone="yes"?>
<Relationships xmlns="http://schemas.openxmlformats.org/package/2006/relationships"><Relationship Id="rId2" Type="http://schemas.openxmlformats.org/officeDocument/2006/relationships/slide" Target="../slides/slide3255.xml"/><Relationship Id="rId1" Type="http://schemas.openxmlformats.org/officeDocument/2006/relationships/notesMaster" Target="../notesMasters/notesMaster1.xml"/></Relationships>
</file>

<file path=ppt/notesSlides/_rels/notesSlide3122.xml.rels><?xml version="1.0" encoding="UTF-8" standalone="yes"?>
<Relationships xmlns="http://schemas.openxmlformats.org/package/2006/relationships"><Relationship Id="rId2" Type="http://schemas.openxmlformats.org/officeDocument/2006/relationships/slide" Target="../slides/slide3256.xml"/><Relationship Id="rId1" Type="http://schemas.openxmlformats.org/officeDocument/2006/relationships/notesMaster" Target="../notesMasters/notesMaster1.xml"/></Relationships>
</file>

<file path=ppt/notesSlides/_rels/notesSlide3123.xml.rels><?xml version="1.0" encoding="UTF-8" standalone="yes"?>
<Relationships xmlns="http://schemas.openxmlformats.org/package/2006/relationships"><Relationship Id="rId2" Type="http://schemas.openxmlformats.org/officeDocument/2006/relationships/slide" Target="../slides/slide3257.xml"/><Relationship Id="rId1" Type="http://schemas.openxmlformats.org/officeDocument/2006/relationships/notesMaster" Target="../notesMasters/notesMaster1.xml"/></Relationships>
</file>

<file path=ppt/notesSlides/_rels/notesSlide3124.xml.rels><?xml version="1.0" encoding="UTF-8" standalone="yes"?>
<Relationships xmlns="http://schemas.openxmlformats.org/package/2006/relationships"><Relationship Id="rId2" Type="http://schemas.openxmlformats.org/officeDocument/2006/relationships/slide" Target="../slides/slide3258.xml"/><Relationship Id="rId1" Type="http://schemas.openxmlformats.org/officeDocument/2006/relationships/notesMaster" Target="../notesMasters/notesMaster1.xml"/></Relationships>
</file>

<file path=ppt/notesSlides/_rels/notesSlide3125.xml.rels><?xml version="1.0" encoding="UTF-8" standalone="yes"?>
<Relationships xmlns="http://schemas.openxmlformats.org/package/2006/relationships"><Relationship Id="rId2" Type="http://schemas.openxmlformats.org/officeDocument/2006/relationships/slide" Target="../slides/slide3259.xml"/><Relationship Id="rId1" Type="http://schemas.openxmlformats.org/officeDocument/2006/relationships/notesMaster" Target="../notesMasters/notesMaster1.xml"/></Relationships>
</file>

<file path=ppt/notesSlides/_rels/notesSlide3126.xml.rels><?xml version="1.0" encoding="UTF-8" standalone="yes"?>
<Relationships xmlns="http://schemas.openxmlformats.org/package/2006/relationships"><Relationship Id="rId2" Type="http://schemas.openxmlformats.org/officeDocument/2006/relationships/slide" Target="../slides/slide3260.xml"/><Relationship Id="rId1" Type="http://schemas.openxmlformats.org/officeDocument/2006/relationships/notesMaster" Target="../notesMasters/notesMaster1.xml"/></Relationships>
</file>

<file path=ppt/notesSlides/_rels/notesSlide3127.xml.rels><?xml version="1.0" encoding="UTF-8" standalone="yes"?>
<Relationships xmlns="http://schemas.openxmlformats.org/package/2006/relationships"><Relationship Id="rId2" Type="http://schemas.openxmlformats.org/officeDocument/2006/relationships/slide" Target="../slides/slide3261.xml"/><Relationship Id="rId1" Type="http://schemas.openxmlformats.org/officeDocument/2006/relationships/notesMaster" Target="../notesMasters/notesMaster1.xml"/></Relationships>
</file>

<file path=ppt/notesSlides/_rels/notesSlide3128.xml.rels><?xml version="1.0" encoding="UTF-8" standalone="yes"?>
<Relationships xmlns="http://schemas.openxmlformats.org/package/2006/relationships"><Relationship Id="rId2" Type="http://schemas.openxmlformats.org/officeDocument/2006/relationships/slide" Target="../slides/slide3262.xml"/><Relationship Id="rId1" Type="http://schemas.openxmlformats.org/officeDocument/2006/relationships/notesMaster" Target="../notesMasters/notesMaster1.xml"/></Relationships>
</file>

<file path=ppt/notesSlides/_rels/notesSlide3129.xml.rels><?xml version="1.0" encoding="UTF-8" standalone="yes"?>
<Relationships xmlns="http://schemas.openxmlformats.org/package/2006/relationships"><Relationship Id="rId2" Type="http://schemas.openxmlformats.org/officeDocument/2006/relationships/slide" Target="../slides/slide3263.xml"/><Relationship Id="rId1" Type="http://schemas.openxmlformats.org/officeDocument/2006/relationships/notesMaster" Target="../notesMasters/notesMaster1.xml"/></Relationships>
</file>

<file path=ppt/notesSlides/_rels/notesSlide3130.xml.rels><?xml version="1.0" encoding="UTF-8" standalone="yes"?>
<Relationships xmlns="http://schemas.openxmlformats.org/package/2006/relationships"><Relationship Id="rId2" Type="http://schemas.openxmlformats.org/officeDocument/2006/relationships/slide" Target="../slides/slide3264.xml"/><Relationship Id="rId1" Type="http://schemas.openxmlformats.org/officeDocument/2006/relationships/notesMaster" Target="../notesMasters/notesMaster1.xml"/></Relationships>
</file>

<file path=ppt/notesSlides/_rels/notesSlide3131.xml.rels><?xml version="1.0" encoding="UTF-8" standalone="yes"?>
<Relationships xmlns="http://schemas.openxmlformats.org/package/2006/relationships"><Relationship Id="rId2" Type="http://schemas.openxmlformats.org/officeDocument/2006/relationships/slide" Target="../slides/slide3265.xml"/><Relationship Id="rId1" Type="http://schemas.openxmlformats.org/officeDocument/2006/relationships/notesMaster" Target="../notesMasters/notesMaster1.xml"/></Relationships>
</file>

<file path=ppt/notesSlides/_rels/notesSlide3132.xml.rels><?xml version="1.0" encoding="UTF-8" standalone="yes"?>
<Relationships xmlns="http://schemas.openxmlformats.org/package/2006/relationships"><Relationship Id="rId2" Type="http://schemas.openxmlformats.org/officeDocument/2006/relationships/slide" Target="../slides/slide3266.xml"/><Relationship Id="rId1" Type="http://schemas.openxmlformats.org/officeDocument/2006/relationships/notesMaster" Target="../notesMasters/notesMaster1.xml"/></Relationships>
</file>

<file path=ppt/notesSlides/_rels/notesSlide3133.xml.rels><?xml version="1.0" encoding="UTF-8" standalone="yes"?>
<Relationships xmlns="http://schemas.openxmlformats.org/package/2006/relationships"><Relationship Id="rId2" Type="http://schemas.openxmlformats.org/officeDocument/2006/relationships/slide" Target="../slides/slide3267.xml"/><Relationship Id="rId1" Type="http://schemas.openxmlformats.org/officeDocument/2006/relationships/notesMaster" Target="../notesMasters/notesMaster1.xml"/></Relationships>
</file>

<file path=ppt/notesSlides/_rels/notesSlide3134.xml.rels><?xml version="1.0" encoding="UTF-8" standalone="yes"?>
<Relationships xmlns="http://schemas.openxmlformats.org/package/2006/relationships"><Relationship Id="rId2" Type="http://schemas.openxmlformats.org/officeDocument/2006/relationships/slide" Target="../slides/slide3268.xml"/><Relationship Id="rId1" Type="http://schemas.openxmlformats.org/officeDocument/2006/relationships/notesMaster" Target="../notesMasters/notesMaster1.xml"/></Relationships>
</file>

<file path=ppt/notesSlides/_rels/notesSlide3135.xml.rels><?xml version="1.0" encoding="UTF-8" standalone="yes"?>
<Relationships xmlns="http://schemas.openxmlformats.org/package/2006/relationships"><Relationship Id="rId2" Type="http://schemas.openxmlformats.org/officeDocument/2006/relationships/slide" Target="../slides/slide3269.xml"/><Relationship Id="rId1" Type="http://schemas.openxmlformats.org/officeDocument/2006/relationships/notesMaster" Target="../notesMasters/notesMaster1.xml"/></Relationships>
</file>

<file path=ppt/notesSlides/_rels/notesSlide3136.xml.rels><?xml version="1.0" encoding="UTF-8" standalone="yes"?>
<Relationships xmlns="http://schemas.openxmlformats.org/package/2006/relationships"><Relationship Id="rId2" Type="http://schemas.openxmlformats.org/officeDocument/2006/relationships/slide" Target="../slides/slide3270.xml"/><Relationship Id="rId1" Type="http://schemas.openxmlformats.org/officeDocument/2006/relationships/notesMaster" Target="../notesMasters/notesMaster1.xml"/></Relationships>
</file>

<file path=ppt/notesSlides/_rels/notesSlide3137.xml.rels><?xml version="1.0" encoding="UTF-8" standalone="yes"?>
<Relationships xmlns="http://schemas.openxmlformats.org/package/2006/relationships"><Relationship Id="rId2" Type="http://schemas.openxmlformats.org/officeDocument/2006/relationships/slide" Target="../slides/slide3271.xml"/><Relationship Id="rId1" Type="http://schemas.openxmlformats.org/officeDocument/2006/relationships/notesMaster" Target="../notesMasters/notesMaster1.xml"/></Relationships>
</file>

<file path=ppt/notesSlides/_rels/notesSlide3138.xml.rels><?xml version="1.0" encoding="UTF-8" standalone="yes"?>
<Relationships xmlns="http://schemas.openxmlformats.org/package/2006/relationships"><Relationship Id="rId2" Type="http://schemas.openxmlformats.org/officeDocument/2006/relationships/slide" Target="../slides/slide3272.xml"/><Relationship Id="rId1" Type="http://schemas.openxmlformats.org/officeDocument/2006/relationships/notesMaster" Target="../notesMasters/notesMaster1.xml"/></Relationships>
</file>

<file path=ppt/notesSlides/_rels/notesSlide3139.xml.rels><?xml version="1.0" encoding="UTF-8" standalone="yes"?>
<Relationships xmlns="http://schemas.openxmlformats.org/package/2006/relationships"><Relationship Id="rId2" Type="http://schemas.openxmlformats.org/officeDocument/2006/relationships/slide" Target="../slides/slide3273.xml"/><Relationship Id="rId1" Type="http://schemas.openxmlformats.org/officeDocument/2006/relationships/notesMaster" Target="../notesMasters/notesMaster1.xml"/></Relationships>
</file>

<file path=ppt/notesSlides/_rels/notesSlide3140.xml.rels><?xml version="1.0" encoding="UTF-8" standalone="yes"?>
<Relationships xmlns="http://schemas.openxmlformats.org/package/2006/relationships"><Relationship Id="rId2" Type="http://schemas.openxmlformats.org/officeDocument/2006/relationships/slide" Target="../slides/slide3274.xml"/><Relationship Id="rId1" Type="http://schemas.openxmlformats.org/officeDocument/2006/relationships/notesMaster" Target="../notesMasters/notesMaster1.xml"/></Relationships>
</file>

<file path=ppt/notesSlides/_rels/notesSlide3141.xml.rels><?xml version="1.0" encoding="UTF-8" standalone="yes"?>
<Relationships xmlns="http://schemas.openxmlformats.org/package/2006/relationships"><Relationship Id="rId2" Type="http://schemas.openxmlformats.org/officeDocument/2006/relationships/slide" Target="../slides/slide3275.xml"/><Relationship Id="rId1" Type="http://schemas.openxmlformats.org/officeDocument/2006/relationships/notesMaster" Target="../notesMasters/notesMaster1.xml"/></Relationships>
</file>

<file path=ppt/notesSlides/_rels/notesSlide3142.xml.rels><?xml version="1.0" encoding="UTF-8" standalone="yes"?>
<Relationships xmlns="http://schemas.openxmlformats.org/package/2006/relationships"><Relationship Id="rId2" Type="http://schemas.openxmlformats.org/officeDocument/2006/relationships/slide" Target="../slides/slide3276.xml"/><Relationship Id="rId1" Type="http://schemas.openxmlformats.org/officeDocument/2006/relationships/notesMaster" Target="../notesMasters/notesMaster1.xml"/></Relationships>
</file>

<file path=ppt/notesSlides/_rels/notesSlide3143.xml.rels><?xml version="1.0" encoding="UTF-8" standalone="yes"?>
<Relationships xmlns="http://schemas.openxmlformats.org/package/2006/relationships"><Relationship Id="rId2" Type="http://schemas.openxmlformats.org/officeDocument/2006/relationships/slide" Target="../slides/slide3277.xml"/><Relationship Id="rId1" Type="http://schemas.openxmlformats.org/officeDocument/2006/relationships/notesMaster" Target="../notesMasters/notesMaster1.xml"/></Relationships>
</file>

<file path=ppt/notesSlides/_rels/notesSlide3144.xml.rels><?xml version="1.0" encoding="UTF-8" standalone="yes"?>
<Relationships xmlns="http://schemas.openxmlformats.org/package/2006/relationships"><Relationship Id="rId2" Type="http://schemas.openxmlformats.org/officeDocument/2006/relationships/slide" Target="../slides/slide3278.xml"/><Relationship Id="rId1" Type="http://schemas.openxmlformats.org/officeDocument/2006/relationships/notesMaster" Target="../notesMasters/notesMaster1.xml"/></Relationships>
</file>

<file path=ppt/notesSlides/_rels/notesSlide3145.xml.rels><?xml version="1.0" encoding="UTF-8" standalone="yes"?>
<Relationships xmlns="http://schemas.openxmlformats.org/package/2006/relationships"><Relationship Id="rId2" Type="http://schemas.openxmlformats.org/officeDocument/2006/relationships/slide" Target="../slides/slide3279.xml"/><Relationship Id="rId1" Type="http://schemas.openxmlformats.org/officeDocument/2006/relationships/notesMaster" Target="../notesMasters/notesMaster1.xml"/></Relationships>
</file>

<file path=ppt/notesSlides/_rels/notesSlide3146.xml.rels><?xml version="1.0" encoding="UTF-8" standalone="yes"?>
<Relationships xmlns="http://schemas.openxmlformats.org/package/2006/relationships"><Relationship Id="rId2" Type="http://schemas.openxmlformats.org/officeDocument/2006/relationships/slide" Target="../slides/slide3280.xml"/><Relationship Id="rId1" Type="http://schemas.openxmlformats.org/officeDocument/2006/relationships/notesMaster" Target="../notesMasters/notesMaster1.xml"/></Relationships>
</file>

<file path=ppt/notesSlides/_rels/notesSlide3147.xml.rels><?xml version="1.0" encoding="UTF-8" standalone="yes"?>
<Relationships xmlns="http://schemas.openxmlformats.org/package/2006/relationships"><Relationship Id="rId2" Type="http://schemas.openxmlformats.org/officeDocument/2006/relationships/slide" Target="../slides/slide3281.xml"/><Relationship Id="rId1" Type="http://schemas.openxmlformats.org/officeDocument/2006/relationships/notesMaster" Target="../notesMasters/notesMaster1.xml"/></Relationships>
</file>

<file path=ppt/notesSlides/_rels/notesSlide3148.xml.rels><?xml version="1.0" encoding="UTF-8" standalone="yes"?>
<Relationships xmlns="http://schemas.openxmlformats.org/package/2006/relationships"><Relationship Id="rId2" Type="http://schemas.openxmlformats.org/officeDocument/2006/relationships/slide" Target="../slides/slide3282.xml"/><Relationship Id="rId1" Type="http://schemas.openxmlformats.org/officeDocument/2006/relationships/notesMaster" Target="../notesMasters/notesMaster1.xml"/></Relationships>
</file>

<file path=ppt/notesSlides/_rels/notesSlide3149.xml.rels><?xml version="1.0" encoding="UTF-8" standalone="yes"?>
<Relationships xmlns="http://schemas.openxmlformats.org/package/2006/relationships"><Relationship Id="rId2" Type="http://schemas.openxmlformats.org/officeDocument/2006/relationships/slide" Target="../slides/slide3283.xml"/><Relationship Id="rId1" Type="http://schemas.openxmlformats.org/officeDocument/2006/relationships/notesMaster" Target="../notesMasters/notesMaster1.xml"/></Relationships>
</file>

<file path=ppt/notesSlides/_rels/notesSlide3150.xml.rels><?xml version="1.0" encoding="UTF-8" standalone="yes"?>
<Relationships xmlns="http://schemas.openxmlformats.org/package/2006/relationships"><Relationship Id="rId2" Type="http://schemas.openxmlformats.org/officeDocument/2006/relationships/slide" Target="../slides/slide3284.xml"/><Relationship Id="rId1" Type="http://schemas.openxmlformats.org/officeDocument/2006/relationships/notesMaster" Target="../notesMasters/notesMaster1.xml"/></Relationships>
</file>

<file path=ppt/notesSlides/_rels/notesSlide3151.xml.rels><?xml version="1.0" encoding="UTF-8" standalone="yes"?>
<Relationships xmlns="http://schemas.openxmlformats.org/package/2006/relationships"><Relationship Id="rId2" Type="http://schemas.openxmlformats.org/officeDocument/2006/relationships/slide" Target="../slides/slide3285.xml"/><Relationship Id="rId1" Type="http://schemas.openxmlformats.org/officeDocument/2006/relationships/notesMaster" Target="../notesMasters/notesMaster1.xml"/></Relationships>
</file>

<file path=ppt/notesSlides/_rels/notesSlide3152.xml.rels><?xml version="1.0" encoding="UTF-8" standalone="yes"?>
<Relationships xmlns="http://schemas.openxmlformats.org/package/2006/relationships"><Relationship Id="rId2" Type="http://schemas.openxmlformats.org/officeDocument/2006/relationships/slide" Target="../slides/slide3286.xml"/><Relationship Id="rId1" Type="http://schemas.openxmlformats.org/officeDocument/2006/relationships/notesMaster" Target="../notesMasters/notesMaster1.xml"/></Relationships>
</file>

<file path=ppt/notesSlides/_rels/notesSlide3153.xml.rels><?xml version="1.0" encoding="UTF-8" standalone="yes"?>
<Relationships xmlns="http://schemas.openxmlformats.org/package/2006/relationships"><Relationship Id="rId2" Type="http://schemas.openxmlformats.org/officeDocument/2006/relationships/slide" Target="../slides/slide3287.xml"/><Relationship Id="rId1" Type="http://schemas.openxmlformats.org/officeDocument/2006/relationships/notesMaster" Target="../notesMasters/notesMaster1.xml"/></Relationships>
</file>

<file path=ppt/notesSlides/_rels/notesSlide3154.xml.rels><?xml version="1.0" encoding="UTF-8" standalone="yes"?>
<Relationships xmlns="http://schemas.openxmlformats.org/package/2006/relationships"><Relationship Id="rId2" Type="http://schemas.openxmlformats.org/officeDocument/2006/relationships/slide" Target="../slides/slide3288.xml"/><Relationship Id="rId1" Type="http://schemas.openxmlformats.org/officeDocument/2006/relationships/notesMaster" Target="../notesMasters/notesMaster1.xml"/></Relationships>
</file>

<file path=ppt/notesSlides/_rels/notesSlide3155.xml.rels><?xml version="1.0" encoding="UTF-8" standalone="yes"?>
<Relationships xmlns="http://schemas.openxmlformats.org/package/2006/relationships"><Relationship Id="rId2" Type="http://schemas.openxmlformats.org/officeDocument/2006/relationships/slide" Target="../slides/slide3289.xml"/><Relationship Id="rId1" Type="http://schemas.openxmlformats.org/officeDocument/2006/relationships/notesMaster" Target="../notesMasters/notesMaster1.xml"/></Relationships>
</file>

<file path=ppt/notesSlides/_rels/notesSlide3156.xml.rels><?xml version="1.0" encoding="UTF-8" standalone="yes"?>
<Relationships xmlns="http://schemas.openxmlformats.org/package/2006/relationships"><Relationship Id="rId2" Type="http://schemas.openxmlformats.org/officeDocument/2006/relationships/slide" Target="../slides/slide3290.xml"/><Relationship Id="rId1" Type="http://schemas.openxmlformats.org/officeDocument/2006/relationships/notesMaster" Target="../notesMasters/notesMaster1.xml"/></Relationships>
</file>

<file path=ppt/notesSlides/_rels/notesSlide3157.xml.rels><?xml version="1.0" encoding="UTF-8" standalone="yes"?>
<Relationships xmlns="http://schemas.openxmlformats.org/package/2006/relationships"><Relationship Id="rId2" Type="http://schemas.openxmlformats.org/officeDocument/2006/relationships/slide" Target="../slides/slide3291.xml"/><Relationship Id="rId1" Type="http://schemas.openxmlformats.org/officeDocument/2006/relationships/notesMaster" Target="../notesMasters/notesMaster1.xml"/></Relationships>
</file>

<file path=ppt/notesSlides/_rels/notesSlide3158.xml.rels><?xml version="1.0" encoding="UTF-8" standalone="yes"?>
<Relationships xmlns="http://schemas.openxmlformats.org/package/2006/relationships"><Relationship Id="rId2" Type="http://schemas.openxmlformats.org/officeDocument/2006/relationships/slide" Target="../slides/slide3292.xml"/><Relationship Id="rId1" Type="http://schemas.openxmlformats.org/officeDocument/2006/relationships/notesMaster" Target="../notesMasters/notesMaster1.xml"/></Relationships>
</file>

<file path=ppt/notesSlides/_rels/notesSlide3159.xml.rels><?xml version="1.0" encoding="UTF-8" standalone="yes"?>
<Relationships xmlns="http://schemas.openxmlformats.org/package/2006/relationships"><Relationship Id="rId2" Type="http://schemas.openxmlformats.org/officeDocument/2006/relationships/slide" Target="../slides/slide3293.xml"/><Relationship Id="rId1" Type="http://schemas.openxmlformats.org/officeDocument/2006/relationships/notesMaster" Target="../notesMasters/notesMaster1.xml"/></Relationships>
</file>

<file path=ppt/notesSlides/_rels/notesSlide3160.xml.rels><?xml version="1.0" encoding="UTF-8" standalone="yes"?>
<Relationships xmlns="http://schemas.openxmlformats.org/package/2006/relationships"><Relationship Id="rId2" Type="http://schemas.openxmlformats.org/officeDocument/2006/relationships/slide" Target="../slides/slide3294.xml"/><Relationship Id="rId1" Type="http://schemas.openxmlformats.org/officeDocument/2006/relationships/notesMaster" Target="../notesMasters/notesMaster1.xml"/></Relationships>
</file>

<file path=ppt/notesSlides/_rels/notesSlide3161.xml.rels><?xml version="1.0" encoding="UTF-8" standalone="yes"?>
<Relationships xmlns="http://schemas.openxmlformats.org/package/2006/relationships"><Relationship Id="rId2" Type="http://schemas.openxmlformats.org/officeDocument/2006/relationships/slide" Target="../slides/slide3295.xml"/><Relationship Id="rId1" Type="http://schemas.openxmlformats.org/officeDocument/2006/relationships/notesMaster" Target="../notesMasters/notesMaster1.xml"/></Relationships>
</file>

<file path=ppt/notesSlides/_rels/notesSlide3162.xml.rels><?xml version="1.0" encoding="UTF-8" standalone="yes"?>
<Relationships xmlns="http://schemas.openxmlformats.org/package/2006/relationships"><Relationship Id="rId2" Type="http://schemas.openxmlformats.org/officeDocument/2006/relationships/slide" Target="../slides/slide3296.xml"/><Relationship Id="rId1" Type="http://schemas.openxmlformats.org/officeDocument/2006/relationships/notesMaster" Target="../notesMasters/notesMaster1.xml"/></Relationships>
</file>

<file path=ppt/notesSlides/_rels/notesSlide3163.xml.rels><?xml version="1.0" encoding="UTF-8" standalone="yes"?>
<Relationships xmlns="http://schemas.openxmlformats.org/package/2006/relationships"><Relationship Id="rId2" Type="http://schemas.openxmlformats.org/officeDocument/2006/relationships/slide" Target="../slides/slide3297.xml"/><Relationship Id="rId1" Type="http://schemas.openxmlformats.org/officeDocument/2006/relationships/notesMaster" Target="../notesMasters/notesMaster1.xml"/></Relationships>
</file>

<file path=ppt/notesSlides/_rels/notesSlide3164.xml.rels><?xml version="1.0" encoding="UTF-8" standalone="yes"?>
<Relationships xmlns="http://schemas.openxmlformats.org/package/2006/relationships"><Relationship Id="rId2" Type="http://schemas.openxmlformats.org/officeDocument/2006/relationships/slide" Target="../slides/slide3298.xml"/><Relationship Id="rId1" Type="http://schemas.openxmlformats.org/officeDocument/2006/relationships/notesMaster" Target="../notesMasters/notesMaster1.xml"/></Relationships>
</file>

<file path=ppt/notesSlides/_rels/notesSlide3165.xml.rels><?xml version="1.0" encoding="UTF-8" standalone="yes"?>
<Relationships xmlns="http://schemas.openxmlformats.org/package/2006/relationships"><Relationship Id="rId2" Type="http://schemas.openxmlformats.org/officeDocument/2006/relationships/slide" Target="../slides/slide3299.xml"/><Relationship Id="rId1" Type="http://schemas.openxmlformats.org/officeDocument/2006/relationships/notesMaster" Target="../notesMasters/notesMaster1.xml"/></Relationships>
</file>

<file path=ppt/notesSlides/_rels/notesSlide3166.xml.rels><?xml version="1.0" encoding="UTF-8" standalone="yes"?>
<Relationships xmlns="http://schemas.openxmlformats.org/package/2006/relationships"><Relationship Id="rId2" Type="http://schemas.openxmlformats.org/officeDocument/2006/relationships/slide" Target="../slides/slide3300.xml"/><Relationship Id="rId1" Type="http://schemas.openxmlformats.org/officeDocument/2006/relationships/notesMaster" Target="../notesMasters/notesMaster1.xml"/></Relationships>
</file>

<file path=ppt/notesSlides/_rels/notesSlide3167.xml.rels><?xml version="1.0" encoding="UTF-8" standalone="yes"?>
<Relationships xmlns="http://schemas.openxmlformats.org/package/2006/relationships"><Relationship Id="rId2" Type="http://schemas.openxmlformats.org/officeDocument/2006/relationships/slide" Target="../slides/slide3301.xml"/><Relationship Id="rId1" Type="http://schemas.openxmlformats.org/officeDocument/2006/relationships/notesMaster" Target="../notesMasters/notesMaster1.xml"/></Relationships>
</file>

<file path=ppt/notesSlides/_rels/notesSlide3168.xml.rels><?xml version="1.0" encoding="UTF-8" standalone="yes"?>
<Relationships xmlns="http://schemas.openxmlformats.org/package/2006/relationships"><Relationship Id="rId2" Type="http://schemas.openxmlformats.org/officeDocument/2006/relationships/slide" Target="../slides/slide3302.xml"/><Relationship Id="rId1" Type="http://schemas.openxmlformats.org/officeDocument/2006/relationships/notesMaster" Target="../notesMasters/notesMaster1.xml"/></Relationships>
</file>

<file path=ppt/notesSlides/_rels/notesSlide3169.xml.rels><?xml version="1.0" encoding="UTF-8" standalone="yes"?>
<Relationships xmlns="http://schemas.openxmlformats.org/package/2006/relationships"><Relationship Id="rId2" Type="http://schemas.openxmlformats.org/officeDocument/2006/relationships/slide" Target="../slides/slide3303.xml"/><Relationship Id="rId1" Type="http://schemas.openxmlformats.org/officeDocument/2006/relationships/notesMaster" Target="../notesMasters/notesMaster1.xml"/></Relationships>
</file>

<file path=ppt/notesSlides/_rels/notesSlide3170.xml.rels><?xml version="1.0" encoding="UTF-8" standalone="yes"?>
<Relationships xmlns="http://schemas.openxmlformats.org/package/2006/relationships"><Relationship Id="rId2" Type="http://schemas.openxmlformats.org/officeDocument/2006/relationships/slide" Target="../slides/slide3304.xml"/><Relationship Id="rId1" Type="http://schemas.openxmlformats.org/officeDocument/2006/relationships/notesMaster" Target="../notesMasters/notesMaster1.xml"/></Relationships>
</file>

<file path=ppt/notesSlides/_rels/notesSlide3171.xml.rels><?xml version="1.0" encoding="UTF-8" standalone="yes"?>
<Relationships xmlns="http://schemas.openxmlformats.org/package/2006/relationships"><Relationship Id="rId2" Type="http://schemas.openxmlformats.org/officeDocument/2006/relationships/slide" Target="../slides/slide3305.xml"/><Relationship Id="rId1" Type="http://schemas.openxmlformats.org/officeDocument/2006/relationships/notesMaster" Target="../notesMasters/notesMaster1.xml"/></Relationships>
</file>

<file path=ppt/notesSlides/_rels/notesSlide3172.xml.rels><?xml version="1.0" encoding="UTF-8" standalone="yes"?>
<Relationships xmlns="http://schemas.openxmlformats.org/package/2006/relationships"><Relationship Id="rId2" Type="http://schemas.openxmlformats.org/officeDocument/2006/relationships/slide" Target="../slides/slide3306.xml"/><Relationship Id="rId1" Type="http://schemas.openxmlformats.org/officeDocument/2006/relationships/notesMaster" Target="../notesMasters/notesMaster1.xml"/></Relationships>
</file>

<file path=ppt/notesSlides/_rels/notesSlide3173.xml.rels><?xml version="1.0" encoding="UTF-8" standalone="yes"?>
<Relationships xmlns="http://schemas.openxmlformats.org/package/2006/relationships"><Relationship Id="rId2" Type="http://schemas.openxmlformats.org/officeDocument/2006/relationships/slide" Target="../slides/slide3307.xml"/><Relationship Id="rId1" Type="http://schemas.openxmlformats.org/officeDocument/2006/relationships/notesMaster" Target="../notesMasters/notesMaster1.xml"/></Relationships>
</file>

<file path=ppt/notesSlides/_rels/notesSlide3174.xml.rels><?xml version="1.0" encoding="UTF-8" standalone="yes"?>
<Relationships xmlns="http://schemas.openxmlformats.org/package/2006/relationships"><Relationship Id="rId2" Type="http://schemas.openxmlformats.org/officeDocument/2006/relationships/slide" Target="../slides/slide3308.xml"/><Relationship Id="rId1" Type="http://schemas.openxmlformats.org/officeDocument/2006/relationships/notesMaster" Target="../notesMasters/notesMaster1.xml"/></Relationships>
</file>

<file path=ppt/notesSlides/_rels/notesSlide3175.xml.rels><?xml version="1.0" encoding="UTF-8" standalone="yes"?>
<Relationships xmlns="http://schemas.openxmlformats.org/package/2006/relationships"><Relationship Id="rId2" Type="http://schemas.openxmlformats.org/officeDocument/2006/relationships/slide" Target="../slides/slide3309.xml"/><Relationship Id="rId1" Type="http://schemas.openxmlformats.org/officeDocument/2006/relationships/notesMaster" Target="../notesMasters/notesMaster1.xml"/></Relationships>
</file>

<file path=ppt/notesSlides/_rels/notesSlide3176.xml.rels><?xml version="1.0" encoding="UTF-8" standalone="yes"?>
<Relationships xmlns="http://schemas.openxmlformats.org/package/2006/relationships"><Relationship Id="rId2" Type="http://schemas.openxmlformats.org/officeDocument/2006/relationships/slide" Target="../slides/slide3310.xml"/><Relationship Id="rId1" Type="http://schemas.openxmlformats.org/officeDocument/2006/relationships/notesMaster" Target="../notesMasters/notesMaster1.xml"/></Relationships>
</file>

<file path=ppt/notesSlides/_rels/notesSlide3177.xml.rels><?xml version="1.0" encoding="UTF-8" standalone="yes"?>
<Relationships xmlns="http://schemas.openxmlformats.org/package/2006/relationships"><Relationship Id="rId2" Type="http://schemas.openxmlformats.org/officeDocument/2006/relationships/slide" Target="../slides/slide3311.xml"/><Relationship Id="rId1" Type="http://schemas.openxmlformats.org/officeDocument/2006/relationships/notesMaster" Target="../notesMasters/notesMaster1.xml"/></Relationships>
</file>

<file path=ppt/notesSlides/_rels/notesSlide3178.xml.rels><?xml version="1.0" encoding="UTF-8" standalone="yes"?>
<Relationships xmlns="http://schemas.openxmlformats.org/package/2006/relationships"><Relationship Id="rId2" Type="http://schemas.openxmlformats.org/officeDocument/2006/relationships/slide" Target="../slides/slide3312.xml"/><Relationship Id="rId1" Type="http://schemas.openxmlformats.org/officeDocument/2006/relationships/notesMaster" Target="../notesMasters/notesMaster1.xml"/></Relationships>
</file>

<file path=ppt/notesSlides/_rels/notesSlide3179.xml.rels><?xml version="1.0" encoding="UTF-8" standalone="yes"?>
<Relationships xmlns="http://schemas.openxmlformats.org/package/2006/relationships"><Relationship Id="rId2" Type="http://schemas.openxmlformats.org/officeDocument/2006/relationships/slide" Target="../slides/slide3313.xml"/><Relationship Id="rId1" Type="http://schemas.openxmlformats.org/officeDocument/2006/relationships/notesMaster" Target="../notesMasters/notesMaster1.xml"/></Relationships>
</file>

<file path=ppt/notesSlides/_rels/notesSlide3180.xml.rels><?xml version="1.0" encoding="UTF-8" standalone="yes"?>
<Relationships xmlns="http://schemas.openxmlformats.org/package/2006/relationships"><Relationship Id="rId2" Type="http://schemas.openxmlformats.org/officeDocument/2006/relationships/slide" Target="../slides/slide3314.xml"/><Relationship Id="rId1" Type="http://schemas.openxmlformats.org/officeDocument/2006/relationships/notesMaster" Target="../notesMasters/notesMaster1.xml"/></Relationships>
</file>

<file path=ppt/notesSlides/_rels/notesSlide3181.xml.rels><?xml version="1.0" encoding="UTF-8" standalone="yes"?>
<Relationships xmlns="http://schemas.openxmlformats.org/package/2006/relationships"><Relationship Id="rId2" Type="http://schemas.openxmlformats.org/officeDocument/2006/relationships/slide" Target="../slides/slide3315.xml"/><Relationship Id="rId1" Type="http://schemas.openxmlformats.org/officeDocument/2006/relationships/notesMaster" Target="../notesMasters/notesMaster1.xml"/></Relationships>
</file>

<file path=ppt/notesSlides/_rels/notesSlide3182.xml.rels><?xml version="1.0" encoding="UTF-8" standalone="yes"?>
<Relationships xmlns="http://schemas.openxmlformats.org/package/2006/relationships"><Relationship Id="rId2" Type="http://schemas.openxmlformats.org/officeDocument/2006/relationships/slide" Target="../slides/slide3316.xml"/><Relationship Id="rId1" Type="http://schemas.openxmlformats.org/officeDocument/2006/relationships/notesMaster" Target="../notesMasters/notesMaster1.xml"/></Relationships>
</file>

<file path=ppt/notesSlides/_rels/notesSlide3183.xml.rels><?xml version="1.0" encoding="UTF-8" standalone="yes"?>
<Relationships xmlns="http://schemas.openxmlformats.org/package/2006/relationships"><Relationship Id="rId2" Type="http://schemas.openxmlformats.org/officeDocument/2006/relationships/slide" Target="../slides/slide3317.xml"/><Relationship Id="rId1" Type="http://schemas.openxmlformats.org/officeDocument/2006/relationships/notesMaster" Target="../notesMasters/notesMaster1.xml"/></Relationships>
</file>

<file path=ppt/notesSlides/_rels/notesSlide3184.xml.rels><?xml version="1.0" encoding="UTF-8" standalone="yes"?>
<Relationships xmlns="http://schemas.openxmlformats.org/package/2006/relationships"><Relationship Id="rId2" Type="http://schemas.openxmlformats.org/officeDocument/2006/relationships/slide" Target="../slides/slide3318.xml"/><Relationship Id="rId1" Type="http://schemas.openxmlformats.org/officeDocument/2006/relationships/notesMaster" Target="../notesMasters/notesMaster1.xml"/></Relationships>
</file>

<file path=ppt/notesSlides/_rels/notesSlide3185.xml.rels><?xml version="1.0" encoding="UTF-8" standalone="yes"?>
<Relationships xmlns="http://schemas.openxmlformats.org/package/2006/relationships"><Relationship Id="rId2" Type="http://schemas.openxmlformats.org/officeDocument/2006/relationships/slide" Target="../slides/slide3319.xml"/><Relationship Id="rId1" Type="http://schemas.openxmlformats.org/officeDocument/2006/relationships/notesMaster" Target="../notesMasters/notesMaster1.xml"/></Relationships>
</file>

<file path=ppt/notesSlides/_rels/notesSlide3186.xml.rels><?xml version="1.0" encoding="UTF-8" standalone="yes"?>
<Relationships xmlns="http://schemas.openxmlformats.org/package/2006/relationships"><Relationship Id="rId2" Type="http://schemas.openxmlformats.org/officeDocument/2006/relationships/slide" Target="../slides/slide3320.xml"/><Relationship Id="rId1" Type="http://schemas.openxmlformats.org/officeDocument/2006/relationships/notesMaster" Target="../notesMasters/notesMaster1.xml"/></Relationships>
</file>

<file path=ppt/notesSlides/_rels/notesSlide3187.xml.rels><?xml version="1.0" encoding="UTF-8" standalone="yes"?>
<Relationships xmlns="http://schemas.openxmlformats.org/package/2006/relationships"><Relationship Id="rId2" Type="http://schemas.openxmlformats.org/officeDocument/2006/relationships/slide" Target="../slides/slide3321.xml"/><Relationship Id="rId1" Type="http://schemas.openxmlformats.org/officeDocument/2006/relationships/notesMaster" Target="../notesMasters/notesMaster1.xml"/></Relationships>
</file>

<file path=ppt/notesSlides/_rels/notesSlide3188.xml.rels><?xml version="1.0" encoding="UTF-8" standalone="yes"?>
<Relationships xmlns="http://schemas.openxmlformats.org/package/2006/relationships"><Relationship Id="rId2" Type="http://schemas.openxmlformats.org/officeDocument/2006/relationships/slide" Target="../slides/slide3322.xml"/><Relationship Id="rId1" Type="http://schemas.openxmlformats.org/officeDocument/2006/relationships/notesMaster" Target="../notesMasters/notesMaster1.xml"/></Relationships>
</file>

<file path=ppt/notesSlides/_rels/notesSlide3189.xml.rels><?xml version="1.0" encoding="UTF-8" standalone="yes"?>
<Relationships xmlns="http://schemas.openxmlformats.org/package/2006/relationships"><Relationship Id="rId2" Type="http://schemas.openxmlformats.org/officeDocument/2006/relationships/slide" Target="../slides/slide3323.xml"/><Relationship Id="rId1" Type="http://schemas.openxmlformats.org/officeDocument/2006/relationships/notesMaster" Target="../notesMasters/notesMaster1.xml"/></Relationships>
</file>

<file path=ppt/notesSlides/_rels/notesSlide3190.xml.rels><?xml version="1.0" encoding="UTF-8" standalone="yes"?>
<Relationships xmlns="http://schemas.openxmlformats.org/package/2006/relationships"><Relationship Id="rId2" Type="http://schemas.openxmlformats.org/officeDocument/2006/relationships/slide" Target="../slides/slide3324.xml"/><Relationship Id="rId1" Type="http://schemas.openxmlformats.org/officeDocument/2006/relationships/notesMaster" Target="../notesMasters/notesMaster1.xml"/></Relationships>
</file>

<file path=ppt/notesSlides/_rels/notesSlide3191.xml.rels><?xml version="1.0" encoding="UTF-8" standalone="yes"?>
<Relationships xmlns="http://schemas.openxmlformats.org/package/2006/relationships"><Relationship Id="rId2" Type="http://schemas.openxmlformats.org/officeDocument/2006/relationships/slide" Target="../slides/slide3325.xml"/><Relationship Id="rId1" Type="http://schemas.openxmlformats.org/officeDocument/2006/relationships/notesMaster" Target="../notesMasters/notesMaster1.xml"/></Relationships>
</file>

<file path=ppt/notesSlides/_rels/notesSlide3192.xml.rels><?xml version="1.0" encoding="UTF-8" standalone="yes"?>
<Relationships xmlns="http://schemas.openxmlformats.org/package/2006/relationships"><Relationship Id="rId2" Type="http://schemas.openxmlformats.org/officeDocument/2006/relationships/slide" Target="../slides/slide3326.xml"/><Relationship Id="rId1" Type="http://schemas.openxmlformats.org/officeDocument/2006/relationships/notesMaster" Target="../notesMasters/notesMaster1.xml"/></Relationships>
</file>

<file path=ppt/notesSlides/_rels/notesSlide3193.xml.rels><?xml version="1.0" encoding="UTF-8" standalone="yes"?>
<Relationships xmlns="http://schemas.openxmlformats.org/package/2006/relationships"><Relationship Id="rId2" Type="http://schemas.openxmlformats.org/officeDocument/2006/relationships/slide" Target="../slides/slide3327.xml"/><Relationship Id="rId1" Type="http://schemas.openxmlformats.org/officeDocument/2006/relationships/notesMaster" Target="../notesMasters/notesMaster1.xml"/></Relationships>
</file>

<file path=ppt/notesSlides/_rels/notesSlide3194.xml.rels><?xml version="1.0" encoding="UTF-8" standalone="yes"?>
<Relationships xmlns="http://schemas.openxmlformats.org/package/2006/relationships"><Relationship Id="rId2" Type="http://schemas.openxmlformats.org/officeDocument/2006/relationships/slide" Target="../slides/slide3328.xml"/><Relationship Id="rId1" Type="http://schemas.openxmlformats.org/officeDocument/2006/relationships/notesMaster" Target="../notesMasters/notesMaster1.xml"/></Relationships>
</file>

<file path=ppt/notesSlides/_rels/notesSlide3195.xml.rels><?xml version="1.0" encoding="UTF-8" standalone="yes"?>
<Relationships xmlns="http://schemas.openxmlformats.org/package/2006/relationships"><Relationship Id="rId2" Type="http://schemas.openxmlformats.org/officeDocument/2006/relationships/slide" Target="../slides/slide3329.xml"/><Relationship Id="rId1" Type="http://schemas.openxmlformats.org/officeDocument/2006/relationships/notesMaster" Target="../notesMasters/notesMaster1.xml"/></Relationships>
</file>

<file path=ppt/notesSlides/_rels/notesSlide3196.xml.rels><?xml version="1.0" encoding="UTF-8" standalone="yes"?>
<Relationships xmlns="http://schemas.openxmlformats.org/package/2006/relationships"><Relationship Id="rId2" Type="http://schemas.openxmlformats.org/officeDocument/2006/relationships/slide" Target="../slides/slide3330.xml"/><Relationship Id="rId1" Type="http://schemas.openxmlformats.org/officeDocument/2006/relationships/notesMaster" Target="../notesMasters/notesMaster1.xml"/></Relationships>
</file>

<file path=ppt/notesSlides/_rels/notesSlide3197.xml.rels><?xml version="1.0" encoding="UTF-8" standalone="yes"?>
<Relationships xmlns="http://schemas.openxmlformats.org/package/2006/relationships"><Relationship Id="rId2" Type="http://schemas.openxmlformats.org/officeDocument/2006/relationships/slide" Target="../slides/slide3331.xml"/><Relationship Id="rId1" Type="http://schemas.openxmlformats.org/officeDocument/2006/relationships/notesMaster" Target="../notesMasters/notesMaster1.xml"/></Relationships>
</file>

<file path=ppt/notesSlides/_rels/notesSlide3198.xml.rels><?xml version="1.0" encoding="UTF-8" standalone="yes"?>
<Relationships xmlns="http://schemas.openxmlformats.org/package/2006/relationships"><Relationship Id="rId2" Type="http://schemas.openxmlformats.org/officeDocument/2006/relationships/slide" Target="../slides/slide3332.xml"/><Relationship Id="rId1" Type="http://schemas.openxmlformats.org/officeDocument/2006/relationships/notesMaster" Target="../notesMasters/notesMaster1.xml"/></Relationships>
</file>

<file path=ppt/notesSlides/_rels/notesSlide3199.xml.rels><?xml version="1.0" encoding="UTF-8" standalone="yes"?>
<Relationships xmlns="http://schemas.openxmlformats.org/package/2006/relationships"><Relationship Id="rId2" Type="http://schemas.openxmlformats.org/officeDocument/2006/relationships/slide" Target="../slides/slide3333.xml"/><Relationship Id="rId1" Type="http://schemas.openxmlformats.org/officeDocument/2006/relationships/notesMaster" Target="../notesMasters/notesMaster1.xml"/></Relationships>
</file>

<file path=ppt/notesSlides/_rels/notesSlide3200.xml.rels><?xml version="1.0" encoding="UTF-8" standalone="yes"?>
<Relationships xmlns="http://schemas.openxmlformats.org/package/2006/relationships"><Relationship Id="rId2" Type="http://schemas.openxmlformats.org/officeDocument/2006/relationships/slide" Target="../slides/slide3334.xml"/><Relationship Id="rId1" Type="http://schemas.openxmlformats.org/officeDocument/2006/relationships/notesMaster" Target="../notesMasters/notesMaster1.xml"/></Relationships>
</file>

<file path=ppt/notesSlides/_rels/notesSlide3201.xml.rels><?xml version="1.0" encoding="UTF-8" standalone="yes"?>
<Relationships xmlns="http://schemas.openxmlformats.org/package/2006/relationships"><Relationship Id="rId2" Type="http://schemas.openxmlformats.org/officeDocument/2006/relationships/slide" Target="../slides/slide3335.xml"/><Relationship Id="rId1" Type="http://schemas.openxmlformats.org/officeDocument/2006/relationships/notesMaster" Target="../notesMasters/notesMaster1.xml"/></Relationships>
</file>

<file path=ppt/notesSlides/_rels/notesSlide3202.xml.rels><?xml version="1.0" encoding="UTF-8" standalone="yes"?>
<Relationships xmlns="http://schemas.openxmlformats.org/package/2006/relationships"><Relationship Id="rId2" Type="http://schemas.openxmlformats.org/officeDocument/2006/relationships/slide" Target="../slides/slide3336.xml"/><Relationship Id="rId1" Type="http://schemas.openxmlformats.org/officeDocument/2006/relationships/notesMaster" Target="../notesMasters/notesMaster1.xml"/></Relationships>
</file>

<file path=ppt/notesSlides/_rels/notesSlide3203.xml.rels><?xml version="1.0" encoding="UTF-8" standalone="yes"?>
<Relationships xmlns="http://schemas.openxmlformats.org/package/2006/relationships"><Relationship Id="rId2" Type="http://schemas.openxmlformats.org/officeDocument/2006/relationships/slide" Target="../slides/slide3337.xml"/><Relationship Id="rId1" Type="http://schemas.openxmlformats.org/officeDocument/2006/relationships/notesMaster" Target="../notesMasters/notesMaster1.xml"/></Relationships>
</file>

<file path=ppt/notesSlides/_rels/notesSlide3204.xml.rels><?xml version="1.0" encoding="UTF-8" standalone="yes"?>
<Relationships xmlns="http://schemas.openxmlformats.org/package/2006/relationships"><Relationship Id="rId2" Type="http://schemas.openxmlformats.org/officeDocument/2006/relationships/slide" Target="../slides/slide3338.xml"/><Relationship Id="rId1" Type="http://schemas.openxmlformats.org/officeDocument/2006/relationships/notesMaster" Target="../notesMasters/notesMaster1.xml"/></Relationships>
</file>

<file path=ppt/notesSlides/_rels/notesSlide3205.xml.rels><?xml version="1.0" encoding="UTF-8" standalone="yes"?>
<Relationships xmlns="http://schemas.openxmlformats.org/package/2006/relationships"><Relationship Id="rId2" Type="http://schemas.openxmlformats.org/officeDocument/2006/relationships/slide" Target="../slides/slide3339.xml"/><Relationship Id="rId1" Type="http://schemas.openxmlformats.org/officeDocument/2006/relationships/notesMaster" Target="../notesMasters/notesMaster1.xml"/></Relationships>
</file>

<file path=ppt/notesSlides/_rels/notesSlide3206.xml.rels><?xml version="1.0" encoding="UTF-8" standalone="yes"?>
<Relationships xmlns="http://schemas.openxmlformats.org/package/2006/relationships"><Relationship Id="rId2" Type="http://schemas.openxmlformats.org/officeDocument/2006/relationships/slide" Target="../slides/slide3340.xml"/><Relationship Id="rId1" Type="http://schemas.openxmlformats.org/officeDocument/2006/relationships/notesMaster" Target="../notesMasters/notesMaster1.xml"/></Relationships>
</file>

<file path=ppt/notesSlides/_rels/notesSlide3207.xml.rels><?xml version="1.0" encoding="UTF-8" standalone="yes"?>
<Relationships xmlns="http://schemas.openxmlformats.org/package/2006/relationships"><Relationship Id="rId2" Type="http://schemas.openxmlformats.org/officeDocument/2006/relationships/slide" Target="../slides/slide3341.xml"/><Relationship Id="rId1" Type="http://schemas.openxmlformats.org/officeDocument/2006/relationships/notesMaster" Target="../notesMasters/notesMaster1.xml"/></Relationships>
</file>

<file path=ppt/notesSlides/_rels/notesSlide3208.xml.rels><?xml version="1.0" encoding="UTF-8" standalone="yes"?>
<Relationships xmlns="http://schemas.openxmlformats.org/package/2006/relationships"><Relationship Id="rId2" Type="http://schemas.openxmlformats.org/officeDocument/2006/relationships/slide" Target="../slides/slide3342.xml"/><Relationship Id="rId1" Type="http://schemas.openxmlformats.org/officeDocument/2006/relationships/notesMaster" Target="../notesMasters/notesMaster1.xml"/></Relationships>
</file>

<file path=ppt/notesSlides/_rels/notesSlide3209.xml.rels><?xml version="1.0" encoding="UTF-8" standalone="yes"?>
<Relationships xmlns="http://schemas.openxmlformats.org/package/2006/relationships"><Relationship Id="rId2" Type="http://schemas.openxmlformats.org/officeDocument/2006/relationships/slide" Target="../slides/slide3343.xml"/><Relationship Id="rId1" Type="http://schemas.openxmlformats.org/officeDocument/2006/relationships/notesMaster" Target="../notesMasters/notesMaster1.xml"/></Relationships>
</file>

<file path=ppt/notesSlides/_rels/notesSlide3210.xml.rels><?xml version="1.0" encoding="UTF-8" standalone="yes"?>
<Relationships xmlns="http://schemas.openxmlformats.org/package/2006/relationships"><Relationship Id="rId2" Type="http://schemas.openxmlformats.org/officeDocument/2006/relationships/slide" Target="../slides/slide3344.xml"/><Relationship Id="rId1" Type="http://schemas.openxmlformats.org/officeDocument/2006/relationships/notesMaster" Target="../notesMasters/notesMaster1.xml"/></Relationships>
</file>

<file path=ppt/notesSlides/_rels/notesSlide3211.xml.rels><?xml version="1.0" encoding="UTF-8" standalone="yes"?>
<Relationships xmlns="http://schemas.openxmlformats.org/package/2006/relationships"><Relationship Id="rId2" Type="http://schemas.openxmlformats.org/officeDocument/2006/relationships/slide" Target="../slides/slide3345.xml"/><Relationship Id="rId1" Type="http://schemas.openxmlformats.org/officeDocument/2006/relationships/notesMaster" Target="../notesMasters/notesMaster1.xml"/></Relationships>
</file>

<file path=ppt/notesSlides/_rels/notesSlide3212.xml.rels><?xml version="1.0" encoding="UTF-8" standalone="yes"?>
<Relationships xmlns="http://schemas.openxmlformats.org/package/2006/relationships"><Relationship Id="rId2" Type="http://schemas.openxmlformats.org/officeDocument/2006/relationships/slide" Target="../slides/slide3346.xml"/><Relationship Id="rId1" Type="http://schemas.openxmlformats.org/officeDocument/2006/relationships/notesMaster" Target="../notesMasters/notesMaster1.xml"/></Relationships>
</file>

<file path=ppt/notesSlides/_rels/notesSlide3213.xml.rels><?xml version="1.0" encoding="UTF-8" standalone="yes"?>
<Relationships xmlns="http://schemas.openxmlformats.org/package/2006/relationships"><Relationship Id="rId2" Type="http://schemas.openxmlformats.org/officeDocument/2006/relationships/slide" Target="../slides/slide3347.xml"/><Relationship Id="rId1" Type="http://schemas.openxmlformats.org/officeDocument/2006/relationships/notesMaster" Target="../notesMasters/notesMaster1.xml"/></Relationships>
</file>

<file path=ppt/notesSlides/_rels/notesSlide3214.xml.rels><?xml version="1.0" encoding="UTF-8" standalone="yes"?>
<Relationships xmlns="http://schemas.openxmlformats.org/package/2006/relationships"><Relationship Id="rId2" Type="http://schemas.openxmlformats.org/officeDocument/2006/relationships/slide" Target="../slides/slide3348.xml"/><Relationship Id="rId1" Type="http://schemas.openxmlformats.org/officeDocument/2006/relationships/notesMaster" Target="../notesMasters/notesMaster1.xml"/></Relationships>
</file>

<file path=ppt/notesSlides/_rels/notesSlide3215.xml.rels><?xml version="1.0" encoding="UTF-8" standalone="yes"?>
<Relationships xmlns="http://schemas.openxmlformats.org/package/2006/relationships"><Relationship Id="rId2" Type="http://schemas.openxmlformats.org/officeDocument/2006/relationships/slide" Target="../slides/slide3349.xml"/><Relationship Id="rId1" Type="http://schemas.openxmlformats.org/officeDocument/2006/relationships/notesMaster" Target="../notesMasters/notesMaster1.xml"/></Relationships>
</file>

<file path=ppt/notesSlides/_rels/notesSlide3216.xml.rels><?xml version="1.0" encoding="UTF-8" standalone="yes"?>
<Relationships xmlns="http://schemas.openxmlformats.org/package/2006/relationships"><Relationship Id="rId2" Type="http://schemas.openxmlformats.org/officeDocument/2006/relationships/slide" Target="../slides/slide3350.xml"/><Relationship Id="rId1" Type="http://schemas.openxmlformats.org/officeDocument/2006/relationships/notesMaster" Target="../notesMasters/notesMaster1.xml"/></Relationships>
</file>

<file path=ppt/notesSlides/_rels/notesSlide3217.xml.rels><?xml version="1.0" encoding="UTF-8" standalone="yes"?>
<Relationships xmlns="http://schemas.openxmlformats.org/package/2006/relationships"><Relationship Id="rId2" Type="http://schemas.openxmlformats.org/officeDocument/2006/relationships/slide" Target="../slides/slide3351.xml"/><Relationship Id="rId1" Type="http://schemas.openxmlformats.org/officeDocument/2006/relationships/notesMaster" Target="../notesMasters/notesMaster1.xml"/></Relationships>
</file>

<file path=ppt/notesSlides/_rels/notesSlide3218.xml.rels><?xml version="1.0" encoding="UTF-8" standalone="yes"?>
<Relationships xmlns="http://schemas.openxmlformats.org/package/2006/relationships"><Relationship Id="rId2" Type="http://schemas.openxmlformats.org/officeDocument/2006/relationships/slide" Target="../slides/slide3352.xml"/><Relationship Id="rId1" Type="http://schemas.openxmlformats.org/officeDocument/2006/relationships/notesMaster" Target="../notesMasters/notesMaster1.xml"/></Relationships>
</file>

<file path=ppt/notesSlides/_rels/notesSlide3219.xml.rels><?xml version="1.0" encoding="UTF-8" standalone="yes"?>
<Relationships xmlns="http://schemas.openxmlformats.org/package/2006/relationships"><Relationship Id="rId2" Type="http://schemas.openxmlformats.org/officeDocument/2006/relationships/slide" Target="../slides/slide3353.xml"/><Relationship Id="rId1" Type="http://schemas.openxmlformats.org/officeDocument/2006/relationships/notesMaster" Target="../notesMasters/notesMaster1.xml"/></Relationships>
</file>

<file path=ppt/notesSlides/_rels/notesSlide3220.xml.rels><?xml version="1.0" encoding="UTF-8" standalone="yes"?>
<Relationships xmlns="http://schemas.openxmlformats.org/package/2006/relationships"><Relationship Id="rId2" Type="http://schemas.openxmlformats.org/officeDocument/2006/relationships/slide" Target="../slides/slide3354.xml"/><Relationship Id="rId1" Type="http://schemas.openxmlformats.org/officeDocument/2006/relationships/notesMaster" Target="../notesMasters/notesMaster1.xml"/></Relationships>
</file>

<file path=ppt/notesSlides/_rels/notesSlide3221.xml.rels><?xml version="1.0" encoding="UTF-8" standalone="yes"?>
<Relationships xmlns="http://schemas.openxmlformats.org/package/2006/relationships"><Relationship Id="rId2" Type="http://schemas.openxmlformats.org/officeDocument/2006/relationships/slide" Target="../slides/slide3355.xml"/><Relationship Id="rId1" Type="http://schemas.openxmlformats.org/officeDocument/2006/relationships/notesMaster" Target="../notesMasters/notesMaster1.xml"/></Relationships>
</file>

<file path=ppt/notesSlides/_rels/notesSlide3222.xml.rels><?xml version="1.0" encoding="UTF-8" standalone="yes"?>
<Relationships xmlns="http://schemas.openxmlformats.org/package/2006/relationships"><Relationship Id="rId2" Type="http://schemas.openxmlformats.org/officeDocument/2006/relationships/slide" Target="../slides/slide3356.xml"/><Relationship Id="rId1" Type="http://schemas.openxmlformats.org/officeDocument/2006/relationships/notesMaster" Target="../notesMasters/notesMaster1.xml"/></Relationships>
</file>

<file path=ppt/notesSlides/_rels/notesSlide3223.xml.rels><?xml version="1.0" encoding="UTF-8" standalone="yes"?>
<Relationships xmlns="http://schemas.openxmlformats.org/package/2006/relationships"><Relationship Id="rId2" Type="http://schemas.openxmlformats.org/officeDocument/2006/relationships/slide" Target="../slides/slide3357.xml"/><Relationship Id="rId1" Type="http://schemas.openxmlformats.org/officeDocument/2006/relationships/notesMaster" Target="../notesMasters/notesMaster1.xml"/></Relationships>
</file>

<file path=ppt/notesSlides/_rels/notesSlide3224.xml.rels><?xml version="1.0" encoding="UTF-8" standalone="yes"?>
<Relationships xmlns="http://schemas.openxmlformats.org/package/2006/relationships"><Relationship Id="rId2" Type="http://schemas.openxmlformats.org/officeDocument/2006/relationships/slide" Target="../slides/slide3358.xml"/><Relationship Id="rId1" Type="http://schemas.openxmlformats.org/officeDocument/2006/relationships/notesMaster" Target="../notesMasters/notesMaster1.xml"/></Relationships>
</file>

<file path=ppt/notesSlides/_rels/notesSlide3225.xml.rels><?xml version="1.0" encoding="UTF-8" standalone="yes"?>
<Relationships xmlns="http://schemas.openxmlformats.org/package/2006/relationships"><Relationship Id="rId2" Type="http://schemas.openxmlformats.org/officeDocument/2006/relationships/slide" Target="../slides/slide3359.xml"/><Relationship Id="rId1" Type="http://schemas.openxmlformats.org/officeDocument/2006/relationships/notesMaster" Target="../notesMasters/notesMaster1.xml"/></Relationships>
</file>

<file path=ppt/notesSlides/_rels/notesSlide3226.xml.rels><?xml version="1.0" encoding="UTF-8" standalone="yes"?>
<Relationships xmlns="http://schemas.openxmlformats.org/package/2006/relationships"><Relationship Id="rId2" Type="http://schemas.openxmlformats.org/officeDocument/2006/relationships/slide" Target="../slides/slide3360.xml"/><Relationship Id="rId1" Type="http://schemas.openxmlformats.org/officeDocument/2006/relationships/notesMaster" Target="../notesMasters/notesMaster1.xml"/></Relationships>
</file>

<file path=ppt/notesSlides/_rels/notesSlide3227.xml.rels><?xml version="1.0" encoding="UTF-8" standalone="yes"?>
<Relationships xmlns="http://schemas.openxmlformats.org/package/2006/relationships"><Relationship Id="rId2" Type="http://schemas.openxmlformats.org/officeDocument/2006/relationships/slide" Target="../slides/slide3361.xml"/><Relationship Id="rId1" Type="http://schemas.openxmlformats.org/officeDocument/2006/relationships/notesMaster" Target="../notesMasters/notesMaster1.xml"/></Relationships>
</file>

<file path=ppt/notesSlides/_rels/notesSlide3228.xml.rels><?xml version="1.0" encoding="UTF-8" standalone="yes"?>
<Relationships xmlns="http://schemas.openxmlformats.org/package/2006/relationships"><Relationship Id="rId2" Type="http://schemas.openxmlformats.org/officeDocument/2006/relationships/slide" Target="../slides/slide3362.xml"/><Relationship Id="rId1" Type="http://schemas.openxmlformats.org/officeDocument/2006/relationships/notesMaster" Target="../notesMasters/notesMaster1.xml"/></Relationships>
</file>

<file path=ppt/notesSlides/_rels/notesSlide3229.xml.rels><?xml version="1.0" encoding="UTF-8" standalone="yes"?>
<Relationships xmlns="http://schemas.openxmlformats.org/package/2006/relationships"><Relationship Id="rId2" Type="http://schemas.openxmlformats.org/officeDocument/2006/relationships/slide" Target="../slides/slide3363.xml"/><Relationship Id="rId1" Type="http://schemas.openxmlformats.org/officeDocument/2006/relationships/notesMaster" Target="../notesMasters/notesMaster1.xml"/></Relationships>
</file>

<file path=ppt/notesSlides/_rels/notesSlide3230.xml.rels><?xml version="1.0" encoding="UTF-8" standalone="yes"?>
<Relationships xmlns="http://schemas.openxmlformats.org/package/2006/relationships"><Relationship Id="rId2" Type="http://schemas.openxmlformats.org/officeDocument/2006/relationships/slide" Target="../slides/slide3364.xml"/><Relationship Id="rId1" Type="http://schemas.openxmlformats.org/officeDocument/2006/relationships/notesMaster" Target="../notesMasters/notesMaster1.xml"/></Relationships>
</file>

<file path=ppt/notesSlides/_rels/notesSlide3231.xml.rels><?xml version="1.0" encoding="UTF-8" standalone="yes"?>
<Relationships xmlns="http://schemas.openxmlformats.org/package/2006/relationships"><Relationship Id="rId2" Type="http://schemas.openxmlformats.org/officeDocument/2006/relationships/slide" Target="../slides/slide3365.xml"/><Relationship Id="rId1" Type="http://schemas.openxmlformats.org/officeDocument/2006/relationships/notesMaster" Target="../notesMasters/notesMaster1.xml"/></Relationships>
</file>

<file path=ppt/notesSlides/_rels/notesSlide3232.xml.rels><?xml version="1.0" encoding="UTF-8" standalone="yes"?>
<Relationships xmlns="http://schemas.openxmlformats.org/package/2006/relationships"><Relationship Id="rId2" Type="http://schemas.openxmlformats.org/officeDocument/2006/relationships/slide" Target="../slides/slide3366.xml"/><Relationship Id="rId1" Type="http://schemas.openxmlformats.org/officeDocument/2006/relationships/notesMaster" Target="../notesMasters/notesMaster1.xml"/></Relationships>
</file>

<file path=ppt/notesSlides/_rels/notesSlide3233.xml.rels><?xml version="1.0" encoding="UTF-8" standalone="yes"?>
<Relationships xmlns="http://schemas.openxmlformats.org/package/2006/relationships"><Relationship Id="rId2" Type="http://schemas.openxmlformats.org/officeDocument/2006/relationships/slide" Target="../slides/slide3367.xml"/><Relationship Id="rId1" Type="http://schemas.openxmlformats.org/officeDocument/2006/relationships/notesMaster" Target="../notesMasters/notesMaster1.xml"/></Relationships>
</file>

<file path=ppt/notesSlides/_rels/notesSlide3234.xml.rels><?xml version="1.0" encoding="UTF-8" standalone="yes"?>
<Relationships xmlns="http://schemas.openxmlformats.org/package/2006/relationships"><Relationship Id="rId2" Type="http://schemas.openxmlformats.org/officeDocument/2006/relationships/slide" Target="../slides/slide3368.xml"/><Relationship Id="rId1" Type="http://schemas.openxmlformats.org/officeDocument/2006/relationships/notesMaster" Target="../notesMasters/notesMaster1.xml"/></Relationships>
</file>

<file path=ppt/notesSlides/_rels/notesSlide3235.xml.rels><?xml version="1.0" encoding="UTF-8" standalone="yes"?>
<Relationships xmlns="http://schemas.openxmlformats.org/package/2006/relationships"><Relationship Id="rId2" Type="http://schemas.openxmlformats.org/officeDocument/2006/relationships/slide" Target="../slides/slide3369.xml"/><Relationship Id="rId1" Type="http://schemas.openxmlformats.org/officeDocument/2006/relationships/notesMaster" Target="../notesMasters/notesMaster1.xml"/></Relationships>
</file>

<file path=ppt/notesSlides/_rels/notesSlide3236.xml.rels><?xml version="1.0" encoding="UTF-8" standalone="yes"?>
<Relationships xmlns="http://schemas.openxmlformats.org/package/2006/relationships"><Relationship Id="rId2" Type="http://schemas.openxmlformats.org/officeDocument/2006/relationships/slide" Target="../slides/slide3370.xml"/><Relationship Id="rId1" Type="http://schemas.openxmlformats.org/officeDocument/2006/relationships/notesMaster" Target="../notesMasters/notesMaster1.xml"/></Relationships>
</file>

<file path=ppt/notesSlides/_rels/notesSlide3237.xml.rels><?xml version="1.0" encoding="UTF-8" standalone="yes"?>
<Relationships xmlns="http://schemas.openxmlformats.org/package/2006/relationships"><Relationship Id="rId2" Type="http://schemas.openxmlformats.org/officeDocument/2006/relationships/slide" Target="../slides/slide3371.xml"/><Relationship Id="rId1" Type="http://schemas.openxmlformats.org/officeDocument/2006/relationships/notesMaster" Target="../notesMasters/notesMaster1.xml"/></Relationships>
</file>

<file path=ppt/notesSlides/_rels/notesSlide3238.xml.rels><?xml version="1.0" encoding="UTF-8" standalone="yes"?>
<Relationships xmlns="http://schemas.openxmlformats.org/package/2006/relationships"><Relationship Id="rId2" Type="http://schemas.openxmlformats.org/officeDocument/2006/relationships/slide" Target="../slides/slide3372.xml"/><Relationship Id="rId1" Type="http://schemas.openxmlformats.org/officeDocument/2006/relationships/notesMaster" Target="../notesMasters/notesMaster1.xml"/></Relationships>
</file>

<file path=ppt/notesSlides/_rels/notesSlide3239.xml.rels><?xml version="1.0" encoding="UTF-8" standalone="yes"?>
<Relationships xmlns="http://schemas.openxmlformats.org/package/2006/relationships"><Relationship Id="rId2" Type="http://schemas.openxmlformats.org/officeDocument/2006/relationships/slide" Target="../slides/slide3373.xml"/><Relationship Id="rId1" Type="http://schemas.openxmlformats.org/officeDocument/2006/relationships/notesMaster" Target="../notesMasters/notesMaster1.xml"/></Relationships>
</file>

<file path=ppt/notesSlides/_rels/notesSlide3240.xml.rels><?xml version="1.0" encoding="UTF-8" standalone="yes"?>
<Relationships xmlns="http://schemas.openxmlformats.org/package/2006/relationships"><Relationship Id="rId2" Type="http://schemas.openxmlformats.org/officeDocument/2006/relationships/slide" Target="../slides/slide3374.xml"/><Relationship Id="rId1" Type="http://schemas.openxmlformats.org/officeDocument/2006/relationships/notesMaster" Target="../notesMasters/notesMaster1.xml"/></Relationships>
</file>

<file path=ppt/notesSlides/_rels/notesSlide3241.xml.rels><?xml version="1.0" encoding="UTF-8" standalone="yes"?>
<Relationships xmlns="http://schemas.openxmlformats.org/package/2006/relationships"><Relationship Id="rId2" Type="http://schemas.openxmlformats.org/officeDocument/2006/relationships/slide" Target="../slides/slide3375.xml"/><Relationship Id="rId1" Type="http://schemas.openxmlformats.org/officeDocument/2006/relationships/notesMaster" Target="../notesMasters/notesMaster1.xml"/></Relationships>
</file>

<file path=ppt/notesSlides/_rels/notesSlide3242.xml.rels><?xml version="1.0" encoding="UTF-8" standalone="yes"?>
<Relationships xmlns="http://schemas.openxmlformats.org/package/2006/relationships"><Relationship Id="rId2" Type="http://schemas.openxmlformats.org/officeDocument/2006/relationships/slide" Target="../slides/slide3376.xml"/><Relationship Id="rId1" Type="http://schemas.openxmlformats.org/officeDocument/2006/relationships/notesMaster" Target="../notesMasters/notesMaster1.xml"/></Relationships>
</file>

<file path=ppt/notesSlides/_rels/notesSlide3243.xml.rels><?xml version="1.0" encoding="UTF-8" standalone="yes"?>
<Relationships xmlns="http://schemas.openxmlformats.org/package/2006/relationships"><Relationship Id="rId2" Type="http://schemas.openxmlformats.org/officeDocument/2006/relationships/slide" Target="../slides/slide3377.xml"/><Relationship Id="rId1" Type="http://schemas.openxmlformats.org/officeDocument/2006/relationships/notesMaster" Target="../notesMasters/notesMaster1.xml"/></Relationships>
</file>

<file path=ppt/notesSlides/_rels/notesSlide3244.xml.rels><?xml version="1.0" encoding="UTF-8" standalone="yes"?>
<Relationships xmlns="http://schemas.openxmlformats.org/package/2006/relationships"><Relationship Id="rId2" Type="http://schemas.openxmlformats.org/officeDocument/2006/relationships/slide" Target="../slides/slide3378.xml"/><Relationship Id="rId1" Type="http://schemas.openxmlformats.org/officeDocument/2006/relationships/notesMaster" Target="../notesMasters/notesMaster1.xml"/></Relationships>
</file>

<file path=ppt/notesSlides/_rels/notesSlide3245.xml.rels><?xml version="1.0" encoding="UTF-8" standalone="yes"?>
<Relationships xmlns="http://schemas.openxmlformats.org/package/2006/relationships"><Relationship Id="rId2" Type="http://schemas.openxmlformats.org/officeDocument/2006/relationships/slide" Target="../slides/slide3379.xml"/><Relationship Id="rId1" Type="http://schemas.openxmlformats.org/officeDocument/2006/relationships/notesMaster" Target="../notesMasters/notesMaster1.xml"/></Relationships>
</file>

<file path=ppt/notesSlides/_rels/notesSlide3246.xml.rels><?xml version="1.0" encoding="UTF-8" standalone="yes"?>
<Relationships xmlns="http://schemas.openxmlformats.org/package/2006/relationships"><Relationship Id="rId2" Type="http://schemas.openxmlformats.org/officeDocument/2006/relationships/slide" Target="../slides/slide3380.xml"/><Relationship Id="rId1" Type="http://schemas.openxmlformats.org/officeDocument/2006/relationships/notesMaster" Target="../notesMasters/notesMaster1.xml"/></Relationships>
</file>

<file path=ppt/notesSlides/_rels/notesSlide3247.xml.rels><?xml version="1.0" encoding="UTF-8" standalone="yes"?>
<Relationships xmlns="http://schemas.openxmlformats.org/package/2006/relationships"><Relationship Id="rId2" Type="http://schemas.openxmlformats.org/officeDocument/2006/relationships/slide" Target="../slides/slide3381.xml"/><Relationship Id="rId1" Type="http://schemas.openxmlformats.org/officeDocument/2006/relationships/notesMaster" Target="../notesMasters/notesMaster1.xml"/></Relationships>
</file>

<file path=ppt/notesSlides/_rels/notesSlide3248.xml.rels><?xml version="1.0" encoding="UTF-8" standalone="yes"?>
<Relationships xmlns="http://schemas.openxmlformats.org/package/2006/relationships"><Relationship Id="rId2" Type="http://schemas.openxmlformats.org/officeDocument/2006/relationships/slide" Target="../slides/slide3382.xml"/><Relationship Id="rId1" Type="http://schemas.openxmlformats.org/officeDocument/2006/relationships/notesMaster" Target="../notesMasters/notesMaster1.xml"/></Relationships>
</file>

<file path=ppt/notesSlides/_rels/notesSlide3249.xml.rels><?xml version="1.0" encoding="UTF-8" standalone="yes"?>
<Relationships xmlns="http://schemas.openxmlformats.org/package/2006/relationships"><Relationship Id="rId2" Type="http://schemas.openxmlformats.org/officeDocument/2006/relationships/slide" Target="../slides/slide3383.xml"/><Relationship Id="rId1" Type="http://schemas.openxmlformats.org/officeDocument/2006/relationships/notesMaster" Target="../notesMasters/notesMaster1.xml"/></Relationships>
</file>

<file path=ppt/notesSlides/_rels/notesSlide3250.xml.rels><?xml version="1.0" encoding="UTF-8" standalone="yes"?>
<Relationships xmlns="http://schemas.openxmlformats.org/package/2006/relationships"><Relationship Id="rId2" Type="http://schemas.openxmlformats.org/officeDocument/2006/relationships/slide" Target="../slides/slide3384.xml"/><Relationship Id="rId1" Type="http://schemas.openxmlformats.org/officeDocument/2006/relationships/notesMaster" Target="../notesMasters/notesMaster1.xml"/></Relationships>
</file>

<file path=ppt/notesSlides/_rels/notesSlide3251.xml.rels><?xml version="1.0" encoding="UTF-8" standalone="yes"?>
<Relationships xmlns="http://schemas.openxmlformats.org/package/2006/relationships"><Relationship Id="rId2" Type="http://schemas.openxmlformats.org/officeDocument/2006/relationships/slide" Target="../slides/slide3385.xml"/><Relationship Id="rId1" Type="http://schemas.openxmlformats.org/officeDocument/2006/relationships/notesMaster" Target="../notesMasters/notesMaster1.xml"/></Relationships>
</file>

<file path=ppt/notesSlides/_rels/notesSlide3252.xml.rels><?xml version="1.0" encoding="UTF-8" standalone="yes"?>
<Relationships xmlns="http://schemas.openxmlformats.org/package/2006/relationships"><Relationship Id="rId2" Type="http://schemas.openxmlformats.org/officeDocument/2006/relationships/slide" Target="../slides/slide3386.xml"/><Relationship Id="rId1" Type="http://schemas.openxmlformats.org/officeDocument/2006/relationships/notesMaster" Target="../notesMasters/notesMaster1.xml"/></Relationships>
</file>

<file path=ppt/notesSlides/_rels/notesSlide3253.xml.rels><?xml version="1.0" encoding="UTF-8" standalone="yes"?>
<Relationships xmlns="http://schemas.openxmlformats.org/package/2006/relationships"><Relationship Id="rId2" Type="http://schemas.openxmlformats.org/officeDocument/2006/relationships/slide" Target="../slides/slide3387.xml"/><Relationship Id="rId1" Type="http://schemas.openxmlformats.org/officeDocument/2006/relationships/notesMaster" Target="../notesMasters/notesMaster1.xml"/></Relationships>
</file>

<file path=ppt/notesSlides/_rels/notesSlide3254.xml.rels><?xml version="1.0" encoding="UTF-8" standalone="yes"?>
<Relationships xmlns="http://schemas.openxmlformats.org/package/2006/relationships"><Relationship Id="rId2" Type="http://schemas.openxmlformats.org/officeDocument/2006/relationships/slide" Target="../slides/slide3388.xml"/><Relationship Id="rId1" Type="http://schemas.openxmlformats.org/officeDocument/2006/relationships/notesMaster" Target="../notesMasters/notesMaster1.xml"/></Relationships>
</file>

<file path=ppt/notesSlides/_rels/notesSlide3255.xml.rels><?xml version="1.0" encoding="UTF-8" standalone="yes"?>
<Relationships xmlns="http://schemas.openxmlformats.org/package/2006/relationships"><Relationship Id="rId2" Type="http://schemas.openxmlformats.org/officeDocument/2006/relationships/slide" Target="../slides/slide3389.xml"/><Relationship Id="rId1" Type="http://schemas.openxmlformats.org/officeDocument/2006/relationships/notesMaster" Target="../notesMasters/notesMaster1.xml"/></Relationships>
</file>

<file path=ppt/notesSlides/_rels/notesSlide3256.xml.rels><?xml version="1.0" encoding="UTF-8" standalone="yes"?>
<Relationships xmlns="http://schemas.openxmlformats.org/package/2006/relationships"><Relationship Id="rId2" Type="http://schemas.openxmlformats.org/officeDocument/2006/relationships/slide" Target="../slides/slide3390.xml"/><Relationship Id="rId1" Type="http://schemas.openxmlformats.org/officeDocument/2006/relationships/notesMaster" Target="../notesMasters/notesMaster1.xml"/></Relationships>
</file>

<file path=ppt/notesSlides/_rels/notesSlide3257.xml.rels><?xml version="1.0" encoding="UTF-8" standalone="yes"?>
<Relationships xmlns="http://schemas.openxmlformats.org/package/2006/relationships"><Relationship Id="rId2" Type="http://schemas.openxmlformats.org/officeDocument/2006/relationships/slide" Target="../slides/slide3391.xml"/><Relationship Id="rId1" Type="http://schemas.openxmlformats.org/officeDocument/2006/relationships/notesMaster" Target="../notesMasters/notesMaster1.xml"/></Relationships>
</file>

<file path=ppt/notesSlides/_rels/notesSlide3258.xml.rels><?xml version="1.0" encoding="UTF-8" standalone="yes"?>
<Relationships xmlns="http://schemas.openxmlformats.org/package/2006/relationships"><Relationship Id="rId2" Type="http://schemas.openxmlformats.org/officeDocument/2006/relationships/slide" Target="../slides/slide3392.xml"/><Relationship Id="rId1" Type="http://schemas.openxmlformats.org/officeDocument/2006/relationships/notesMaster" Target="../notesMasters/notesMaster1.xml"/></Relationships>
</file>

<file path=ppt/notesSlides/_rels/notesSlide3259.xml.rels><?xml version="1.0" encoding="UTF-8" standalone="yes"?>
<Relationships xmlns="http://schemas.openxmlformats.org/package/2006/relationships"><Relationship Id="rId2" Type="http://schemas.openxmlformats.org/officeDocument/2006/relationships/slide" Target="../slides/slide3393.xml"/><Relationship Id="rId1" Type="http://schemas.openxmlformats.org/officeDocument/2006/relationships/notesMaster" Target="../notesMasters/notesMaster1.xml"/></Relationships>
</file>

<file path=ppt/notesSlides/_rels/notesSlide3260.xml.rels><?xml version="1.0" encoding="UTF-8" standalone="yes"?>
<Relationships xmlns="http://schemas.openxmlformats.org/package/2006/relationships"><Relationship Id="rId2" Type="http://schemas.openxmlformats.org/officeDocument/2006/relationships/slide" Target="../slides/slide3394.xml"/><Relationship Id="rId1" Type="http://schemas.openxmlformats.org/officeDocument/2006/relationships/notesMaster" Target="../notesMasters/notesMaster1.xml"/></Relationships>
</file>

<file path=ppt/notesSlides/_rels/notesSlide3261.xml.rels><?xml version="1.0" encoding="UTF-8" standalone="yes"?>
<Relationships xmlns="http://schemas.openxmlformats.org/package/2006/relationships"><Relationship Id="rId2" Type="http://schemas.openxmlformats.org/officeDocument/2006/relationships/slide" Target="../slides/slide3395.xml"/><Relationship Id="rId1" Type="http://schemas.openxmlformats.org/officeDocument/2006/relationships/notesMaster" Target="../notesMasters/notesMaster1.xml"/></Relationships>
</file>

<file path=ppt/notesSlides/_rels/notesSlide3262.xml.rels><?xml version="1.0" encoding="UTF-8" standalone="yes"?>
<Relationships xmlns="http://schemas.openxmlformats.org/package/2006/relationships"><Relationship Id="rId2" Type="http://schemas.openxmlformats.org/officeDocument/2006/relationships/slide" Target="../slides/slide3396.xml"/><Relationship Id="rId1" Type="http://schemas.openxmlformats.org/officeDocument/2006/relationships/notesMaster" Target="../notesMasters/notesMaster1.xml"/></Relationships>
</file>

<file path=ppt/notesSlides/_rels/notesSlide3263.xml.rels><?xml version="1.0" encoding="UTF-8" standalone="yes"?>
<Relationships xmlns="http://schemas.openxmlformats.org/package/2006/relationships"><Relationship Id="rId2" Type="http://schemas.openxmlformats.org/officeDocument/2006/relationships/slide" Target="../slides/slide3397.xml"/><Relationship Id="rId1" Type="http://schemas.openxmlformats.org/officeDocument/2006/relationships/notesMaster" Target="../notesMasters/notesMaster1.xml"/></Relationships>
</file>

<file path=ppt/notesSlides/_rels/notesSlide3264.xml.rels><?xml version="1.0" encoding="UTF-8" standalone="yes"?>
<Relationships xmlns="http://schemas.openxmlformats.org/package/2006/relationships"><Relationship Id="rId2" Type="http://schemas.openxmlformats.org/officeDocument/2006/relationships/slide" Target="../slides/slide3398.xml"/><Relationship Id="rId1" Type="http://schemas.openxmlformats.org/officeDocument/2006/relationships/notesMaster" Target="../notesMasters/notesMaster1.xml"/></Relationships>
</file>

<file path=ppt/notesSlides/_rels/notesSlide3265.xml.rels><?xml version="1.0" encoding="UTF-8" standalone="yes"?>
<Relationships xmlns="http://schemas.openxmlformats.org/package/2006/relationships"><Relationship Id="rId2" Type="http://schemas.openxmlformats.org/officeDocument/2006/relationships/slide" Target="../slides/slide3399.xml"/><Relationship Id="rId1" Type="http://schemas.openxmlformats.org/officeDocument/2006/relationships/notesMaster" Target="../notesMasters/notesMaster1.xml"/></Relationships>
</file>

<file path=ppt/notesSlides/_rels/notesSlide3266.xml.rels><?xml version="1.0" encoding="UTF-8" standalone="yes"?>
<Relationships xmlns="http://schemas.openxmlformats.org/package/2006/relationships"><Relationship Id="rId2" Type="http://schemas.openxmlformats.org/officeDocument/2006/relationships/slide" Target="../slides/slide3400.xml"/><Relationship Id="rId1" Type="http://schemas.openxmlformats.org/officeDocument/2006/relationships/notesMaster" Target="../notesMasters/notesMaster1.xml"/></Relationships>
</file>

<file path=ppt/notesSlides/_rels/notesSlide3267.xml.rels><?xml version="1.0" encoding="UTF-8" standalone="yes"?>
<Relationships xmlns="http://schemas.openxmlformats.org/package/2006/relationships"><Relationship Id="rId2" Type="http://schemas.openxmlformats.org/officeDocument/2006/relationships/slide" Target="../slides/slide3401.xml"/><Relationship Id="rId1" Type="http://schemas.openxmlformats.org/officeDocument/2006/relationships/notesMaster" Target="../notesMasters/notesMaster1.xml"/></Relationships>
</file>

<file path=ppt/notesSlides/_rels/notesSlide3268.xml.rels><?xml version="1.0" encoding="UTF-8" standalone="yes"?>
<Relationships xmlns="http://schemas.openxmlformats.org/package/2006/relationships"><Relationship Id="rId2" Type="http://schemas.openxmlformats.org/officeDocument/2006/relationships/slide" Target="../slides/slide3402.xml"/><Relationship Id="rId1" Type="http://schemas.openxmlformats.org/officeDocument/2006/relationships/notesMaster" Target="../notesMasters/notesMaster1.xml"/></Relationships>
</file>

<file path=ppt/notesSlides/_rels/notesSlide3269.xml.rels><?xml version="1.0" encoding="UTF-8" standalone="yes"?>
<Relationships xmlns="http://schemas.openxmlformats.org/package/2006/relationships"><Relationship Id="rId2" Type="http://schemas.openxmlformats.org/officeDocument/2006/relationships/slide" Target="../slides/slide3403.xml"/><Relationship Id="rId1" Type="http://schemas.openxmlformats.org/officeDocument/2006/relationships/notesMaster" Target="../notesMasters/notesMaster1.xml"/></Relationships>
</file>

<file path=ppt/notesSlides/_rels/notesSlide3270.xml.rels><?xml version="1.0" encoding="UTF-8" standalone="yes"?>
<Relationships xmlns="http://schemas.openxmlformats.org/package/2006/relationships"><Relationship Id="rId2" Type="http://schemas.openxmlformats.org/officeDocument/2006/relationships/slide" Target="../slides/slide3404.xml"/><Relationship Id="rId1" Type="http://schemas.openxmlformats.org/officeDocument/2006/relationships/notesMaster" Target="../notesMasters/notesMaster1.xml"/></Relationships>
</file>

<file path=ppt/notesSlides/_rels/notesSlide3271.xml.rels><?xml version="1.0" encoding="UTF-8" standalone="yes"?>
<Relationships xmlns="http://schemas.openxmlformats.org/package/2006/relationships"><Relationship Id="rId2" Type="http://schemas.openxmlformats.org/officeDocument/2006/relationships/slide" Target="../slides/slide3405.xml"/><Relationship Id="rId1" Type="http://schemas.openxmlformats.org/officeDocument/2006/relationships/notesMaster" Target="../notesMasters/notesMaster1.xml"/></Relationships>
</file>

<file path=ppt/notesSlides/_rels/notesSlide3272.xml.rels><?xml version="1.0" encoding="UTF-8" standalone="yes"?>
<Relationships xmlns="http://schemas.openxmlformats.org/package/2006/relationships"><Relationship Id="rId2" Type="http://schemas.openxmlformats.org/officeDocument/2006/relationships/slide" Target="../slides/slide3406.xml"/><Relationship Id="rId1" Type="http://schemas.openxmlformats.org/officeDocument/2006/relationships/notesMaster" Target="../notesMasters/notesMaster1.xml"/></Relationships>
</file>

<file path=ppt/notesSlides/_rels/notesSlide3273.xml.rels><?xml version="1.0" encoding="UTF-8" standalone="yes"?>
<Relationships xmlns="http://schemas.openxmlformats.org/package/2006/relationships"><Relationship Id="rId2" Type="http://schemas.openxmlformats.org/officeDocument/2006/relationships/slide" Target="../slides/slide3407.xml"/><Relationship Id="rId1" Type="http://schemas.openxmlformats.org/officeDocument/2006/relationships/notesMaster" Target="../notesMasters/notesMaster1.xml"/></Relationships>
</file>

<file path=ppt/notesSlides/_rels/notesSlide3274.xml.rels><?xml version="1.0" encoding="UTF-8" standalone="yes"?>
<Relationships xmlns="http://schemas.openxmlformats.org/package/2006/relationships"><Relationship Id="rId2" Type="http://schemas.openxmlformats.org/officeDocument/2006/relationships/slide" Target="../slides/slide3408.xml"/><Relationship Id="rId1" Type="http://schemas.openxmlformats.org/officeDocument/2006/relationships/notesMaster" Target="../notesMasters/notesMaster1.xml"/></Relationships>
</file>

<file path=ppt/notesSlides/_rels/notesSlide3275.xml.rels><?xml version="1.0" encoding="UTF-8" standalone="yes"?>
<Relationships xmlns="http://schemas.openxmlformats.org/package/2006/relationships"><Relationship Id="rId2" Type="http://schemas.openxmlformats.org/officeDocument/2006/relationships/slide" Target="../slides/slide3409.xml"/><Relationship Id="rId1" Type="http://schemas.openxmlformats.org/officeDocument/2006/relationships/notesMaster" Target="../notesMasters/notesMaster1.xml"/></Relationships>
</file>

<file path=ppt/notesSlides/_rels/notesSlide3276.xml.rels><?xml version="1.0" encoding="UTF-8" standalone="yes"?>
<Relationships xmlns="http://schemas.openxmlformats.org/package/2006/relationships"><Relationship Id="rId2" Type="http://schemas.openxmlformats.org/officeDocument/2006/relationships/slide" Target="../slides/slide3410.xml"/><Relationship Id="rId1" Type="http://schemas.openxmlformats.org/officeDocument/2006/relationships/notesMaster" Target="../notesMasters/notesMaster1.xml"/></Relationships>
</file>

<file path=ppt/notesSlides/_rels/notesSlide3277.xml.rels><?xml version="1.0" encoding="UTF-8" standalone="yes"?>
<Relationships xmlns="http://schemas.openxmlformats.org/package/2006/relationships"><Relationship Id="rId2" Type="http://schemas.openxmlformats.org/officeDocument/2006/relationships/slide" Target="../slides/slide3411.xml"/><Relationship Id="rId1" Type="http://schemas.openxmlformats.org/officeDocument/2006/relationships/notesMaster" Target="../notesMasters/notesMaster1.xml"/></Relationships>
</file>

<file path=ppt/notesSlides/_rels/notesSlide3278.xml.rels><?xml version="1.0" encoding="UTF-8" standalone="yes"?>
<Relationships xmlns="http://schemas.openxmlformats.org/package/2006/relationships"><Relationship Id="rId2" Type="http://schemas.openxmlformats.org/officeDocument/2006/relationships/slide" Target="../slides/slide3412.xml"/><Relationship Id="rId1" Type="http://schemas.openxmlformats.org/officeDocument/2006/relationships/notesMaster" Target="../notesMasters/notesMaster1.xml"/></Relationships>
</file>

<file path=ppt/notesSlides/_rels/notesSlide3279.xml.rels><?xml version="1.0" encoding="UTF-8" standalone="yes"?>
<Relationships xmlns="http://schemas.openxmlformats.org/package/2006/relationships"><Relationship Id="rId2" Type="http://schemas.openxmlformats.org/officeDocument/2006/relationships/slide" Target="../slides/slide3413.xml"/><Relationship Id="rId1" Type="http://schemas.openxmlformats.org/officeDocument/2006/relationships/notesMaster" Target="../notesMasters/notesMaster1.xml"/></Relationships>
</file>

<file path=ppt/notesSlides/_rels/notesSlide3280.xml.rels><?xml version="1.0" encoding="UTF-8" standalone="yes"?>
<Relationships xmlns="http://schemas.openxmlformats.org/package/2006/relationships"><Relationship Id="rId2" Type="http://schemas.openxmlformats.org/officeDocument/2006/relationships/slide" Target="../slides/slide3414.xml"/><Relationship Id="rId1" Type="http://schemas.openxmlformats.org/officeDocument/2006/relationships/notesMaster" Target="../notesMasters/notesMaster1.xml"/></Relationships>
</file>

<file path=ppt/notesSlides/_rels/notesSlide3281.xml.rels><?xml version="1.0" encoding="UTF-8" standalone="yes"?>
<Relationships xmlns="http://schemas.openxmlformats.org/package/2006/relationships"><Relationship Id="rId2" Type="http://schemas.openxmlformats.org/officeDocument/2006/relationships/slide" Target="../slides/slide3415.xml"/><Relationship Id="rId1" Type="http://schemas.openxmlformats.org/officeDocument/2006/relationships/notesMaster" Target="../notesMasters/notesMaster1.xml"/></Relationships>
</file>

<file path=ppt/notesSlides/_rels/notesSlide3282.xml.rels><?xml version="1.0" encoding="UTF-8" standalone="yes"?>
<Relationships xmlns="http://schemas.openxmlformats.org/package/2006/relationships"><Relationship Id="rId2" Type="http://schemas.openxmlformats.org/officeDocument/2006/relationships/slide" Target="../slides/slide3416.xml"/><Relationship Id="rId1" Type="http://schemas.openxmlformats.org/officeDocument/2006/relationships/notesMaster" Target="../notesMasters/notesMaster1.xml"/></Relationships>
</file>

<file path=ppt/notesSlides/_rels/notesSlide3283.xml.rels><?xml version="1.0" encoding="UTF-8" standalone="yes"?>
<Relationships xmlns="http://schemas.openxmlformats.org/package/2006/relationships"><Relationship Id="rId2" Type="http://schemas.openxmlformats.org/officeDocument/2006/relationships/slide" Target="../slides/slide3417.xml"/><Relationship Id="rId1" Type="http://schemas.openxmlformats.org/officeDocument/2006/relationships/notesMaster" Target="../notesMasters/notesMaster1.xml"/></Relationships>
</file>

<file path=ppt/notesSlides/_rels/notesSlide3284.xml.rels><?xml version="1.0" encoding="UTF-8" standalone="yes"?>
<Relationships xmlns="http://schemas.openxmlformats.org/package/2006/relationships"><Relationship Id="rId2" Type="http://schemas.openxmlformats.org/officeDocument/2006/relationships/slide" Target="../slides/slide3418.xml"/><Relationship Id="rId1" Type="http://schemas.openxmlformats.org/officeDocument/2006/relationships/notesMaster" Target="../notesMasters/notesMaster1.xml"/></Relationships>
</file>

<file path=ppt/notesSlides/_rels/notesSlide3285.xml.rels><?xml version="1.0" encoding="UTF-8" standalone="yes"?>
<Relationships xmlns="http://schemas.openxmlformats.org/package/2006/relationships"><Relationship Id="rId2" Type="http://schemas.openxmlformats.org/officeDocument/2006/relationships/slide" Target="../slides/slide3419.xml"/><Relationship Id="rId1" Type="http://schemas.openxmlformats.org/officeDocument/2006/relationships/notesMaster" Target="../notesMasters/notesMaster1.xml"/></Relationships>
</file>

<file path=ppt/notesSlides/_rels/notesSlide3286.xml.rels><?xml version="1.0" encoding="UTF-8" standalone="yes"?>
<Relationships xmlns="http://schemas.openxmlformats.org/package/2006/relationships"><Relationship Id="rId2" Type="http://schemas.openxmlformats.org/officeDocument/2006/relationships/slide" Target="../slides/slide3420.xml"/><Relationship Id="rId1" Type="http://schemas.openxmlformats.org/officeDocument/2006/relationships/notesMaster" Target="../notesMasters/notesMaster1.xml"/></Relationships>
</file>

<file path=ppt/notesSlides/_rels/notesSlide3287.xml.rels><?xml version="1.0" encoding="UTF-8" standalone="yes"?>
<Relationships xmlns="http://schemas.openxmlformats.org/package/2006/relationships"><Relationship Id="rId2" Type="http://schemas.openxmlformats.org/officeDocument/2006/relationships/slide" Target="../slides/slide3421.xml"/><Relationship Id="rId1" Type="http://schemas.openxmlformats.org/officeDocument/2006/relationships/notesMaster" Target="../notesMasters/notesMaster1.xml"/></Relationships>
</file>

<file path=ppt/notesSlides/_rels/notesSlide3288.xml.rels><?xml version="1.0" encoding="UTF-8" standalone="yes"?>
<Relationships xmlns="http://schemas.openxmlformats.org/package/2006/relationships"><Relationship Id="rId2" Type="http://schemas.openxmlformats.org/officeDocument/2006/relationships/slide" Target="../slides/slide3422.xml"/><Relationship Id="rId1" Type="http://schemas.openxmlformats.org/officeDocument/2006/relationships/notesMaster" Target="../notesMasters/notesMaster1.xml"/></Relationships>
</file>

<file path=ppt/notesSlides/_rels/notesSlide3289.xml.rels><?xml version="1.0" encoding="UTF-8" standalone="yes"?>
<Relationships xmlns="http://schemas.openxmlformats.org/package/2006/relationships"><Relationship Id="rId2" Type="http://schemas.openxmlformats.org/officeDocument/2006/relationships/slide" Target="../slides/slide3423.xml"/><Relationship Id="rId1" Type="http://schemas.openxmlformats.org/officeDocument/2006/relationships/notesMaster" Target="../notesMasters/notesMaster1.xml"/></Relationships>
</file>

<file path=ppt/notesSlides/_rels/notesSlide3290.xml.rels><?xml version="1.0" encoding="UTF-8" standalone="yes"?>
<Relationships xmlns="http://schemas.openxmlformats.org/package/2006/relationships"><Relationship Id="rId2" Type="http://schemas.openxmlformats.org/officeDocument/2006/relationships/slide" Target="../slides/slide3424.xml"/><Relationship Id="rId1" Type="http://schemas.openxmlformats.org/officeDocument/2006/relationships/notesMaster" Target="../notesMasters/notesMaster1.xml"/></Relationships>
</file>

<file path=ppt/notesSlides/_rels/notesSlide3291.xml.rels><?xml version="1.0" encoding="UTF-8" standalone="yes"?>
<Relationships xmlns="http://schemas.openxmlformats.org/package/2006/relationships"><Relationship Id="rId2" Type="http://schemas.openxmlformats.org/officeDocument/2006/relationships/slide" Target="../slides/slide3425.xml"/><Relationship Id="rId1" Type="http://schemas.openxmlformats.org/officeDocument/2006/relationships/notesMaster" Target="../notesMasters/notesMaster1.xml"/></Relationships>
</file>

<file path=ppt/notesSlides/_rels/notesSlide3292.xml.rels><?xml version="1.0" encoding="UTF-8" standalone="yes"?>
<Relationships xmlns="http://schemas.openxmlformats.org/package/2006/relationships"><Relationship Id="rId2" Type="http://schemas.openxmlformats.org/officeDocument/2006/relationships/slide" Target="../slides/slide3426.xml"/><Relationship Id="rId1" Type="http://schemas.openxmlformats.org/officeDocument/2006/relationships/notesMaster" Target="../notesMasters/notesMaster1.xml"/></Relationships>
</file>

<file path=ppt/notesSlides/_rels/notesSlide3293.xml.rels><?xml version="1.0" encoding="UTF-8" standalone="yes"?>
<Relationships xmlns="http://schemas.openxmlformats.org/package/2006/relationships"><Relationship Id="rId2" Type="http://schemas.openxmlformats.org/officeDocument/2006/relationships/slide" Target="../slides/slide3427.xml"/><Relationship Id="rId1" Type="http://schemas.openxmlformats.org/officeDocument/2006/relationships/notesMaster" Target="../notesMasters/notesMaster1.xml"/></Relationships>
</file>

<file path=ppt/notesSlides/_rels/notesSlide3294.xml.rels><?xml version="1.0" encoding="UTF-8" standalone="yes"?>
<Relationships xmlns="http://schemas.openxmlformats.org/package/2006/relationships"><Relationship Id="rId2" Type="http://schemas.openxmlformats.org/officeDocument/2006/relationships/slide" Target="../slides/slide3428.xml"/><Relationship Id="rId1" Type="http://schemas.openxmlformats.org/officeDocument/2006/relationships/notesMaster" Target="../notesMasters/notesMaster1.xml"/></Relationships>
</file>

<file path=ppt/notesSlides/_rels/notesSlide3295.xml.rels><?xml version="1.0" encoding="UTF-8" standalone="yes"?>
<Relationships xmlns="http://schemas.openxmlformats.org/package/2006/relationships"><Relationship Id="rId2" Type="http://schemas.openxmlformats.org/officeDocument/2006/relationships/slide" Target="../slides/slide3429.xml"/><Relationship Id="rId1" Type="http://schemas.openxmlformats.org/officeDocument/2006/relationships/notesMaster" Target="../notesMasters/notesMaster1.xml"/></Relationships>
</file>

<file path=ppt/notesSlides/_rels/notesSlide3296.xml.rels><?xml version="1.0" encoding="UTF-8" standalone="yes"?>
<Relationships xmlns="http://schemas.openxmlformats.org/package/2006/relationships"><Relationship Id="rId2" Type="http://schemas.openxmlformats.org/officeDocument/2006/relationships/slide" Target="../slides/slide3430.xml"/><Relationship Id="rId1" Type="http://schemas.openxmlformats.org/officeDocument/2006/relationships/notesMaster" Target="../notesMasters/notesMaster1.xml"/></Relationships>
</file>

<file path=ppt/notesSlides/_rels/notesSlide3297.xml.rels><?xml version="1.0" encoding="UTF-8" standalone="yes"?>
<Relationships xmlns="http://schemas.openxmlformats.org/package/2006/relationships"><Relationship Id="rId2" Type="http://schemas.openxmlformats.org/officeDocument/2006/relationships/slide" Target="../slides/slide3431.xml"/><Relationship Id="rId1" Type="http://schemas.openxmlformats.org/officeDocument/2006/relationships/notesMaster" Target="../notesMasters/notesMaster1.xml"/></Relationships>
</file>

<file path=ppt/notesSlides/_rels/notesSlide3298.xml.rels><?xml version="1.0" encoding="UTF-8" standalone="yes"?>
<Relationships xmlns="http://schemas.openxmlformats.org/package/2006/relationships"><Relationship Id="rId2" Type="http://schemas.openxmlformats.org/officeDocument/2006/relationships/slide" Target="../slides/slide3432.xml"/><Relationship Id="rId1" Type="http://schemas.openxmlformats.org/officeDocument/2006/relationships/notesMaster" Target="../notesMasters/notesMaster1.xml"/></Relationships>
</file>

<file path=ppt/notesSlides/_rels/notesSlide3299.xml.rels><?xml version="1.0" encoding="UTF-8" standalone="yes"?>
<Relationships xmlns="http://schemas.openxmlformats.org/package/2006/relationships"><Relationship Id="rId2" Type="http://schemas.openxmlformats.org/officeDocument/2006/relationships/slide" Target="../slides/slide3433.xml"/><Relationship Id="rId1" Type="http://schemas.openxmlformats.org/officeDocument/2006/relationships/notesMaster" Target="../notesMasters/notesMaster1.xml"/></Relationships>
</file>

<file path=ppt/notesSlides/_rels/notesSlide3300.xml.rels><?xml version="1.0" encoding="UTF-8" standalone="yes"?>
<Relationships xmlns="http://schemas.openxmlformats.org/package/2006/relationships"><Relationship Id="rId2" Type="http://schemas.openxmlformats.org/officeDocument/2006/relationships/slide" Target="../slides/slide3434.xml"/><Relationship Id="rId1" Type="http://schemas.openxmlformats.org/officeDocument/2006/relationships/notesMaster" Target="../notesMasters/notesMaster1.xml"/></Relationships>
</file>

<file path=ppt/notesSlides/_rels/notesSlide3301.xml.rels><?xml version="1.0" encoding="UTF-8" standalone="yes"?>
<Relationships xmlns="http://schemas.openxmlformats.org/package/2006/relationships"><Relationship Id="rId2" Type="http://schemas.openxmlformats.org/officeDocument/2006/relationships/slide" Target="../slides/slide3435.xml"/><Relationship Id="rId1" Type="http://schemas.openxmlformats.org/officeDocument/2006/relationships/notesMaster" Target="../notesMasters/notesMaster1.xml"/></Relationships>
</file>

<file path=ppt/notesSlides/_rels/notesSlide3302.xml.rels><?xml version="1.0" encoding="UTF-8" standalone="yes"?>
<Relationships xmlns="http://schemas.openxmlformats.org/package/2006/relationships"><Relationship Id="rId2" Type="http://schemas.openxmlformats.org/officeDocument/2006/relationships/slide" Target="../slides/slide3436.xml"/><Relationship Id="rId1" Type="http://schemas.openxmlformats.org/officeDocument/2006/relationships/notesMaster" Target="../notesMasters/notesMaster1.xml"/></Relationships>
</file>

<file path=ppt/notesSlides/_rels/notesSlide3303.xml.rels><?xml version="1.0" encoding="UTF-8" standalone="yes"?>
<Relationships xmlns="http://schemas.openxmlformats.org/package/2006/relationships"><Relationship Id="rId2" Type="http://schemas.openxmlformats.org/officeDocument/2006/relationships/slide" Target="../slides/slide3437.xml"/><Relationship Id="rId1" Type="http://schemas.openxmlformats.org/officeDocument/2006/relationships/notesMaster" Target="../notesMasters/notesMaster1.xml"/></Relationships>
</file>

<file path=ppt/notesSlides/_rels/notesSlide3304.xml.rels><?xml version="1.0" encoding="UTF-8" standalone="yes"?>
<Relationships xmlns="http://schemas.openxmlformats.org/package/2006/relationships"><Relationship Id="rId2" Type="http://schemas.openxmlformats.org/officeDocument/2006/relationships/slide" Target="../slides/slide3438.xml"/><Relationship Id="rId1" Type="http://schemas.openxmlformats.org/officeDocument/2006/relationships/notesMaster" Target="../notesMasters/notesMaster1.xml"/></Relationships>
</file>

<file path=ppt/notesSlides/_rels/notesSlide3305.xml.rels><?xml version="1.0" encoding="UTF-8" standalone="yes"?>
<Relationships xmlns="http://schemas.openxmlformats.org/package/2006/relationships"><Relationship Id="rId2" Type="http://schemas.openxmlformats.org/officeDocument/2006/relationships/slide" Target="../slides/slide3439.xml"/><Relationship Id="rId1" Type="http://schemas.openxmlformats.org/officeDocument/2006/relationships/notesMaster" Target="../notesMasters/notesMaster1.xml"/></Relationships>
</file>

<file path=ppt/notesSlides/_rels/notesSlide3306.xml.rels><?xml version="1.0" encoding="UTF-8" standalone="yes"?>
<Relationships xmlns="http://schemas.openxmlformats.org/package/2006/relationships"><Relationship Id="rId2" Type="http://schemas.openxmlformats.org/officeDocument/2006/relationships/slide" Target="../slides/slide3440.xml"/><Relationship Id="rId1" Type="http://schemas.openxmlformats.org/officeDocument/2006/relationships/notesMaster" Target="../notesMasters/notesMaster1.xml"/></Relationships>
</file>

<file path=ppt/notesSlides/_rels/notesSlide3307.xml.rels><?xml version="1.0" encoding="UTF-8" standalone="yes"?>
<Relationships xmlns="http://schemas.openxmlformats.org/package/2006/relationships"><Relationship Id="rId2" Type="http://schemas.openxmlformats.org/officeDocument/2006/relationships/slide" Target="../slides/slide3441.xml"/><Relationship Id="rId1" Type="http://schemas.openxmlformats.org/officeDocument/2006/relationships/notesMaster" Target="../notesMasters/notesMaster1.xml"/></Relationships>
</file>

<file path=ppt/notesSlides/_rels/notesSlide3308.xml.rels><?xml version="1.0" encoding="UTF-8" standalone="yes"?>
<Relationships xmlns="http://schemas.openxmlformats.org/package/2006/relationships"><Relationship Id="rId2" Type="http://schemas.openxmlformats.org/officeDocument/2006/relationships/slide" Target="../slides/slide3442.xml"/><Relationship Id="rId1" Type="http://schemas.openxmlformats.org/officeDocument/2006/relationships/notesMaster" Target="../notesMasters/notesMaster1.xml"/></Relationships>
</file>

<file path=ppt/notesSlides/_rels/notesSlide3309.xml.rels><?xml version="1.0" encoding="UTF-8" standalone="yes"?>
<Relationships xmlns="http://schemas.openxmlformats.org/package/2006/relationships"><Relationship Id="rId2" Type="http://schemas.openxmlformats.org/officeDocument/2006/relationships/slide" Target="../slides/slide3443.xml"/><Relationship Id="rId1" Type="http://schemas.openxmlformats.org/officeDocument/2006/relationships/notesMaster" Target="../notesMasters/notesMaster1.xml"/></Relationships>
</file>

<file path=ppt/notesSlides/_rels/notesSlide3310.xml.rels><?xml version="1.0" encoding="UTF-8" standalone="yes"?>
<Relationships xmlns="http://schemas.openxmlformats.org/package/2006/relationships"><Relationship Id="rId2" Type="http://schemas.openxmlformats.org/officeDocument/2006/relationships/slide" Target="../slides/slide3444.xml"/><Relationship Id="rId1" Type="http://schemas.openxmlformats.org/officeDocument/2006/relationships/notesMaster" Target="../notesMasters/notesMaster1.xml"/></Relationships>
</file>

<file path=ppt/notesSlides/_rels/notesSlide3311.xml.rels><?xml version="1.0" encoding="UTF-8" standalone="yes"?>
<Relationships xmlns="http://schemas.openxmlformats.org/package/2006/relationships"><Relationship Id="rId2" Type="http://schemas.openxmlformats.org/officeDocument/2006/relationships/slide" Target="../slides/slide3445.xml"/><Relationship Id="rId1" Type="http://schemas.openxmlformats.org/officeDocument/2006/relationships/notesMaster" Target="../notesMasters/notesMaster1.xml"/></Relationships>
</file>

<file path=ppt/notesSlides/_rels/notesSlide3312.xml.rels><?xml version="1.0" encoding="UTF-8" standalone="yes"?>
<Relationships xmlns="http://schemas.openxmlformats.org/package/2006/relationships"><Relationship Id="rId2" Type="http://schemas.openxmlformats.org/officeDocument/2006/relationships/slide" Target="../slides/slide3446.xml"/><Relationship Id="rId1" Type="http://schemas.openxmlformats.org/officeDocument/2006/relationships/notesMaster" Target="../notesMasters/notesMaster1.xml"/></Relationships>
</file>

<file path=ppt/notesSlides/_rels/notesSlide3313.xml.rels><?xml version="1.0" encoding="UTF-8" standalone="yes"?>
<Relationships xmlns="http://schemas.openxmlformats.org/package/2006/relationships"><Relationship Id="rId2" Type="http://schemas.openxmlformats.org/officeDocument/2006/relationships/slide" Target="../slides/slide3447.xml"/><Relationship Id="rId1" Type="http://schemas.openxmlformats.org/officeDocument/2006/relationships/notesMaster" Target="../notesMasters/notesMaster1.xml"/></Relationships>
</file>

<file path=ppt/notesSlides/_rels/notesSlide3314.xml.rels><?xml version="1.0" encoding="UTF-8" standalone="yes"?>
<Relationships xmlns="http://schemas.openxmlformats.org/package/2006/relationships"><Relationship Id="rId2" Type="http://schemas.openxmlformats.org/officeDocument/2006/relationships/slide" Target="../slides/slide3448.xml"/><Relationship Id="rId1" Type="http://schemas.openxmlformats.org/officeDocument/2006/relationships/notesMaster" Target="../notesMasters/notesMaster1.xml"/></Relationships>
</file>

<file path=ppt/notesSlides/_rels/notesSlide3315.xml.rels><?xml version="1.0" encoding="UTF-8" standalone="yes"?>
<Relationships xmlns="http://schemas.openxmlformats.org/package/2006/relationships"><Relationship Id="rId2" Type="http://schemas.openxmlformats.org/officeDocument/2006/relationships/slide" Target="../slides/slide3449.xml"/><Relationship Id="rId1" Type="http://schemas.openxmlformats.org/officeDocument/2006/relationships/notesMaster" Target="../notesMasters/notesMaster1.xml"/></Relationships>
</file>

<file path=ppt/notesSlides/_rels/notesSlide3316.xml.rels><?xml version="1.0" encoding="UTF-8" standalone="yes"?>
<Relationships xmlns="http://schemas.openxmlformats.org/package/2006/relationships"><Relationship Id="rId2" Type="http://schemas.openxmlformats.org/officeDocument/2006/relationships/slide" Target="../slides/slide3450.xml"/><Relationship Id="rId1" Type="http://schemas.openxmlformats.org/officeDocument/2006/relationships/notesMaster" Target="../notesMasters/notesMaster1.xml"/></Relationships>
</file>

<file path=ppt/notesSlides/_rels/notesSlide3317.xml.rels><?xml version="1.0" encoding="UTF-8" standalone="yes"?>
<Relationships xmlns="http://schemas.openxmlformats.org/package/2006/relationships"><Relationship Id="rId2" Type="http://schemas.openxmlformats.org/officeDocument/2006/relationships/slide" Target="../slides/slide3451.xml"/><Relationship Id="rId1" Type="http://schemas.openxmlformats.org/officeDocument/2006/relationships/notesMaster" Target="../notesMasters/notesMaster1.xml"/></Relationships>
</file>

<file path=ppt/notesSlides/_rels/notesSlide3318.xml.rels><?xml version="1.0" encoding="UTF-8" standalone="yes"?>
<Relationships xmlns="http://schemas.openxmlformats.org/package/2006/relationships"><Relationship Id="rId2" Type="http://schemas.openxmlformats.org/officeDocument/2006/relationships/slide" Target="../slides/slide3452.xml"/><Relationship Id="rId1" Type="http://schemas.openxmlformats.org/officeDocument/2006/relationships/notesMaster" Target="../notesMasters/notesMaster1.xml"/></Relationships>
</file>

<file path=ppt/notesSlides/_rels/notesSlide3319.xml.rels><?xml version="1.0" encoding="UTF-8" standalone="yes"?>
<Relationships xmlns="http://schemas.openxmlformats.org/package/2006/relationships"><Relationship Id="rId2" Type="http://schemas.openxmlformats.org/officeDocument/2006/relationships/slide" Target="../slides/slide3453.xml"/><Relationship Id="rId1" Type="http://schemas.openxmlformats.org/officeDocument/2006/relationships/notesMaster" Target="../notesMasters/notesMaster1.xml"/></Relationships>
</file>

<file path=ppt/notesSlides/_rels/notesSlide3320.xml.rels><?xml version="1.0" encoding="UTF-8" standalone="yes"?>
<Relationships xmlns="http://schemas.openxmlformats.org/package/2006/relationships"><Relationship Id="rId2" Type="http://schemas.openxmlformats.org/officeDocument/2006/relationships/slide" Target="../slides/slide3454.xml"/><Relationship Id="rId1" Type="http://schemas.openxmlformats.org/officeDocument/2006/relationships/notesMaster" Target="../notesMasters/notesMaster1.xml"/></Relationships>
</file>

<file path=ppt/notesSlides/_rels/notesSlide3321.xml.rels><?xml version="1.0" encoding="UTF-8" standalone="yes"?>
<Relationships xmlns="http://schemas.openxmlformats.org/package/2006/relationships"><Relationship Id="rId2" Type="http://schemas.openxmlformats.org/officeDocument/2006/relationships/slide" Target="../slides/slide3455.xml"/><Relationship Id="rId1" Type="http://schemas.openxmlformats.org/officeDocument/2006/relationships/notesMaster" Target="../notesMasters/notesMaster1.xml"/></Relationships>
</file>

<file path=ppt/notesSlides/_rels/notesSlide3322.xml.rels><?xml version="1.0" encoding="UTF-8" standalone="yes"?>
<Relationships xmlns="http://schemas.openxmlformats.org/package/2006/relationships"><Relationship Id="rId2" Type="http://schemas.openxmlformats.org/officeDocument/2006/relationships/slide" Target="../slides/slide3456.xml"/><Relationship Id="rId1" Type="http://schemas.openxmlformats.org/officeDocument/2006/relationships/notesMaster" Target="../notesMasters/notesMaster1.xml"/></Relationships>
</file>

<file path=ppt/notesSlides/_rels/notesSlide3323.xml.rels><?xml version="1.0" encoding="UTF-8" standalone="yes"?>
<Relationships xmlns="http://schemas.openxmlformats.org/package/2006/relationships"><Relationship Id="rId2" Type="http://schemas.openxmlformats.org/officeDocument/2006/relationships/slide" Target="../slides/slide3457.xml"/><Relationship Id="rId1" Type="http://schemas.openxmlformats.org/officeDocument/2006/relationships/notesMaster" Target="../notesMasters/notesMaster1.xml"/></Relationships>
</file>

<file path=ppt/notesSlides/_rels/notesSlide3324.xml.rels><?xml version="1.0" encoding="UTF-8" standalone="yes"?>
<Relationships xmlns="http://schemas.openxmlformats.org/package/2006/relationships"><Relationship Id="rId2" Type="http://schemas.openxmlformats.org/officeDocument/2006/relationships/slide" Target="../slides/slide3458.xml"/><Relationship Id="rId1" Type="http://schemas.openxmlformats.org/officeDocument/2006/relationships/notesMaster" Target="../notesMasters/notesMaster1.xml"/></Relationships>
</file>

<file path=ppt/notesSlides/_rels/notesSlide3325.xml.rels><?xml version="1.0" encoding="UTF-8" standalone="yes"?>
<Relationships xmlns="http://schemas.openxmlformats.org/package/2006/relationships"><Relationship Id="rId2" Type="http://schemas.openxmlformats.org/officeDocument/2006/relationships/slide" Target="../slides/slide3459.xml"/><Relationship Id="rId1" Type="http://schemas.openxmlformats.org/officeDocument/2006/relationships/notesMaster" Target="../notesMasters/notesMaster1.xml"/></Relationships>
</file>

<file path=ppt/notesSlides/_rels/notesSlide3326.xml.rels><?xml version="1.0" encoding="UTF-8" standalone="yes"?>
<Relationships xmlns="http://schemas.openxmlformats.org/package/2006/relationships"><Relationship Id="rId2" Type="http://schemas.openxmlformats.org/officeDocument/2006/relationships/slide" Target="../slides/slide3460.xml"/><Relationship Id="rId1" Type="http://schemas.openxmlformats.org/officeDocument/2006/relationships/notesMaster" Target="../notesMasters/notesMaster1.xml"/></Relationships>
</file>

<file path=ppt/notesSlides/_rels/notesSlide3327.xml.rels><?xml version="1.0" encoding="UTF-8" standalone="yes"?>
<Relationships xmlns="http://schemas.openxmlformats.org/package/2006/relationships"><Relationship Id="rId2" Type="http://schemas.openxmlformats.org/officeDocument/2006/relationships/slide" Target="../slides/slide3461.xml"/><Relationship Id="rId1" Type="http://schemas.openxmlformats.org/officeDocument/2006/relationships/notesMaster" Target="../notesMasters/notesMaster1.xml"/></Relationships>
</file>

<file path=ppt/notesSlides/_rels/notesSlide3328.xml.rels><?xml version="1.0" encoding="UTF-8" standalone="yes"?>
<Relationships xmlns="http://schemas.openxmlformats.org/package/2006/relationships"><Relationship Id="rId2" Type="http://schemas.openxmlformats.org/officeDocument/2006/relationships/slide" Target="../slides/slide3462.xml"/><Relationship Id="rId1" Type="http://schemas.openxmlformats.org/officeDocument/2006/relationships/notesMaster" Target="../notesMasters/notesMaster1.xml"/></Relationships>
</file>

<file path=ppt/notesSlides/_rels/notesSlide3329.xml.rels><?xml version="1.0" encoding="UTF-8" standalone="yes"?>
<Relationships xmlns="http://schemas.openxmlformats.org/package/2006/relationships"><Relationship Id="rId2" Type="http://schemas.openxmlformats.org/officeDocument/2006/relationships/slide" Target="../slides/slide3463.xml"/><Relationship Id="rId1" Type="http://schemas.openxmlformats.org/officeDocument/2006/relationships/notesMaster" Target="../notesMasters/notesMaster1.xml"/></Relationships>
</file>

<file path=ppt/notesSlides/_rels/notesSlide3330.xml.rels><?xml version="1.0" encoding="UTF-8" standalone="yes"?>
<Relationships xmlns="http://schemas.openxmlformats.org/package/2006/relationships"><Relationship Id="rId2" Type="http://schemas.openxmlformats.org/officeDocument/2006/relationships/slide" Target="../slides/slide3464.xml"/><Relationship Id="rId1" Type="http://schemas.openxmlformats.org/officeDocument/2006/relationships/notesMaster" Target="../notesMasters/notesMaster1.xml"/></Relationships>
</file>

<file path=ppt/notesSlides/_rels/notesSlide3331.xml.rels><?xml version="1.0" encoding="UTF-8" standalone="yes"?>
<Relationships xmlns="http://schemas.openxmlformats.org/package/2006/relationships"><Relationship Id="rId2" Type="http://schemas.openxmlformats.org/officeDocument/2006/relationships/slide" Target="../slides/slide3465.xml"/><Relationship Id="rId1" Type="http://schemas.openxmlformats.org/officeDocument/2006/relationships/notesMaster" Target="../notesMasters/notesMaster1.xml"/></Relationships>
</file>

<file path=ppt/notesSlides/_rels/notesSlide3332.xml.rels><?xml version="1.0" encoding="UTF-8" standalone="yes"?>
<Relationships xmlns="http://schemas.openxmlformats.org/package/2006/relationships"><Relationship Id="rId2" Type="http://schemas.openxmlformats.org/officeDocument/2006/relationships/slide" Target="../slides/slide3466.xml"/><Relationship Id="rId1" Type="http://schemas.openxmlformats.org/officeDocument/2006/relationships/notesMaster" Target="../notesMasters/notesMaster1.xml"/></Relationships>
</file>

<file path=ppt/notesSlides/_rels/notesSlide3333.xml.rels><?xml version="1.0" encoding="UTF-8" standalone="yes"?>
<Relationships xmlns="http://schemas.openxmlformats.org/package/2006/relationships"><Relationship Id="rId2" Type="http://schemas.openxmlformats.org/officeDocument/2006/relationships/slide" Target="../slides/slide3467.xml"/><Relationship Id="rId1" Type="http://schemas.openxmlformats.org/officeDocument/2006/relationships/notesMaster" Target="../notesMasters/notesMaster1.xml"/></Relationships>
</file>

<file path=ppt/notesSlides/_rels/notesSlide3334.xml.rels><?xml version="1.0" encoding="UTF-8" standalone="yes"?>
<Relationships xmlns="http://schemas.openxmlformats.org/package/2006/relationships"><Relationship Id="rId2" Type="http://schemas.openxmlformats.org/officeDocument/2006/relationships/slide" Target="../slides/slide3468.xml"/><Relationship Id="rId1" Type="http://schemas.openxmlformats.org/officeDocument/2006/relationships/notesMaster" Target="../notesMasters/notesMaster1.xml"/></Relationships>
</file>

<file path=ppt/notesSlides/_rels/notesSlide3335.xml.rels><?xml version="1.0" encoding="UTF-8" standalone="yes"?>
<Relationships xmlns="http://schemas.openxmlformats.org/package/2006/relationships"><Relationship Id="rId2" Type="http://schemas.openxmlformats.org/officeDocument/2006/relationships/slide" Target="../slides/slide3469.xml"/><Relationship Id="rId1" Type="http://schemas.openxmlformats.org/officeDocument/2006/relationships/notesMaster" Target="../notesMasters/notesMaster1.xml"/></Relationships>
</file>

<file path=ppt/notesSlides/_rels/notesSlide3336.xml.rels><?xml version="1.0" encoding="UTF-8" standalone="yes"?>
<Relationships xmlns="http://schemas.openxmlformats.org/package/2006/relationships"><Relationship Id="rId2" Type="http://schemas.openxmlformats.org/officeDocument/2006/relationships/slide" Target="../slides/slide3470.xml"/><Relationship Id="rId1" Type="http://schemas.openxmlformats.org/officeDocument/2006/relationships/notesMaster" Target="../notesMasters/notesMaster1.xml"/></Relationships>
</file>

<file path=ppt/notesSlides/_rels/notesSlide3337.xml.rels><?xml version="1.0" encoding="UTF-8" standalone="yes"?>
<Relationships xmlns="http://schemas.openxmlformats.org/package/2006/relationships"><Relationship Id="rId2" Type="http://schemas.openxmlformats.org/officeDocument/2006/relationships/slide" Target="../slides/slide3471.xml"/><Relationship Id="rId1" Type="http://schemas.openxmlformats.org/officeDocument/2006/relationships/notesMaster" Target="../notesMasters/notesMaster1.xml"/></Relationships>
</file>

<file path=ppt/notesSlides/_rels/notesSlide3338.xml.rels><?xml version="1.0" encoding="UTF-8" standalone="yes"?>
<Relationships xmlns="http://schemas.openxmlformats.org/package/2006/relationships"><Relationship Id="rId2" Type="http://schemas.openxmlformats.org/officeDocument/2006/relationships/slide" Target="../slides/slide3472.xml"/><Relationship Id="rId1" Type="http://schemas.openxmlformats.org/officeDocument/2006/relationships/notesMaster" Target="../notesMasters/notesMaster1.xml"/></Relationships>
</file>

<file path=ppt/notesSlides/_rels/notesSlide3339.xml.rels><?xml version="1.0" encoding="UTF-8" standalone="yes"?>
<Relationships xmlns="http://schemas.openxmlformats.org/package/2006/relationships"><Relationship Id="rId2" Type="http://schemas.openxmlformats.org/officeDocument/2006/relationships/slide" Target="../slides/slide3473.xml"/><Relationship Id="rId1" Type="http://schemas.openxmlformats.org/officeDocument/2006/relationships/notesMaster" Target="../notesMasters/notesMaster1.xml"/></Relationships>
</file>

<file path=ppt/notesSlides/_rels/notesSlide3340.xml.rels><?xml version="1.0" encoding="UTF-8" standalone="yes"?>
<Relationships xmlns="http://schemas.openxmlformats.org/package/2006/relationships"><Relationship Id="rId2" Type="http://schemas.openxmlformats.org/officeDocument/2006/relationships/slide" Target="../slides/slide3474.xml"/><Relationship Id="rId1" Type="http://schemas.openxmlformats.org/officeDocument/2006/relationships/notesMaster" Target="../notesMasters/notesMaster1.xml"/></Relationships>
</file>

<file path=ppt/notesSlides/_rels/notesSlide3341.xml.rels><?xml version="1.0" encoding="UTF-8" standalone="yes"?>
<Relationships xmlns="http://schemas.openxmlformats.org/package/2006/relationships"><Relationship Id="rId2" Type="http://schemas.openxmlformats.org/officeDocument/2006/relationships/slide" Target="../slides/slide3475.xml"/><Relationship Id="rId1" Type="http://schemas.openxmlformats.org/officeDocument/2006/relationships/notesMaster" Target="../notesMasters/notesMaster1.xml"/></Relationships>
</file>

<file path=ppt/notesSlides/_rels/notesSlide3342.xml.rels><?xml version="1.0" encoding="UTF-8" standalone="yes"?>
<Relationships xmlns="http://schemas.openxmlformats.org/package/2006/relationships"><Relationship Id="rId2" Type="http://schemas.openxmlformats.org/officeDocument/2006/relationships/slide" Target="../slides/slide3476.xml"/><Relationship Id="rId1" Type="http://schemas.openxmlformats.org/officeDocument/2006/relationships/notesMaster" Target="../notesMasters/notesMaster1.xml"/></Relationships>
</file>

<file path=ppt/notesSlides/_rels/notesSlide3343.xml.rels><?xml version="1.0" encoding="UTF-8" standalone="yes"?>
<Relationships xmlns="http://schemas.openxmlformats.org/package/2006/relationships"><Relationship Id="rId2" Type="http://schemas.openxmlformats.org/officeDocument/2006/relationships/slide" Target="../slides/slide3477.xml"/><Relationship Id="rId1" Type="http://schemas.openxmlformats.org/officeDocument/2006/relationships/notesMaster" Target="../notesMasters/notesMaster1.xml"/></Relationships>
</file>

<file path=ppt/notesSlides/_rels/notesSlide3344.xml.rels><?xml version="1.0" encoding="UTF-8" standalone="yes"?>
<Relationships xmlns="http://schemas.openxmlformats.org/package/2006/relationships"><Relationship Id="rId2" Type="http://schemas.openxmlformats.org/officeDocument/2006/relationships/slide" Target="../slides/slide3478.xml"/><Relationship Id="rId1" Type="http://schemas.openxmlformats.org/officeDocument/2006/relationships/notesMaster" Target="../notesMasters/notesMaster1.xml"/></Relationships>
</file>

<file path=ppt/notesSlides/_rels/notesSlide3345.xml.rels><?xml version="1.0" encoding="UTF-8" standalone="yes"?>
<Relationships xmlns="http://schemas.openxmlformats.org/package/2006/relationships"><Relationship Id="rId2" Type="http://schemas.openxmlformats.org/officeDocument/2006/relationships/slide" Target="../slides/slide3479.xml"/><Relationship Id="rId1" Type="http://schemas.openxmlformats.org/officeDocument/2006/relationships/notesMaster" Target="../notesMasters/notesMaster1.xml"/></Relationships>
</file>

<file path=ppt/notesSlides/_rels/notesSlide3346.xml.rels><?xml version="1.0" encoding="UTF-8" standalone="yes"?>
<Relationships xmlns="http://schemas.openxmlformats.org/package/2006/relationships"><Relationship Id="rId2" Type="http://schemas.openxmlformats.org/officeDocument/2006/relationships/slide" Target="../slides/slide3480.xml"/><Relationship Id="rId1" Type="http://schemas.openxmlformats.org/officeDocument/2006/relationships/notesMaster" Target="../notesMasters/notesMaster1.xml"/></Relationships>
</file>

<file path=ppt/notesSlides/_rels/notesSlide3347.xml.rels><?xml version="1.0" encoding="UTF-8" standalone="yes"?>
<Relationships xmlns="http://schemas.openxmlformats.org/package/2006/relationships"><Relationship Id="rId2" Type="http://schemas.openxmlformats.org/officeDocument/2006/relationships/slide" Target="../slides/slide3481.xml"/><Relationship Id="rId1" Type="http://schemas.openxmlformats.org/officeDocument/2006/relationships/notesMaster" Target="../notesMasters/notesMaster1.xml"/></Relationships>
</file>

<file path=ppt/notesSlides/_rels/notesSlide3348.xml.rels><?xml version="1.0" encoding="UTF-8" standalone="yes"?>
<Relationships xmlns="http://schemas.openxmlformats.org/package/2006/relationships"><Relationship Id="rId2" Type="http://schemas.openxmlformats.org/officeDocument/2006/relationships/slide" Target="../slides/slide3482.xml"/><Relationship Id="rId1" Type="http://schemas.openxmlformats.org/officeDocument/2006/relationships/notesMaster" Target="../notesMasters/notesMaster1.xml"/></Relationships>
</file>

<file path=ppt/notesSlides/_rels/notesSlide3349.xml.rels><?xml version="1.0" encoding="UTF-8" standalone="yes"?>
<Relationships xmlns="http://schemas.openxmlformats.org/package/2006/relationships"><Relationship Id="rId2" Type="http://schemas.openxmlformats.org/officeDocument/2006/relationships/slide" Target="../slides/slide3483.xml"/><Relationship Id="rId1" Type="http://schemas.openxmlformats.org/officeDocument/2006/relationships/notesMaster" Target="../notesMasters/notesMaster1.xml"/></Relationships>
</file>

<file path=ppt/notesSlides/_rels/notesSlide3350.xml.rels><?xml version="1.0" encoding="UTF-8" standalone="yes"?>
<Relationships xmlns="http://schemas.openxmlformats.org/package/2006/relationships"><Relationship Id="rId2" Type="http://schemas.openxmlformats.org/officeDocument/2006/relationships/slide" Target="../slides/slide3484.xml"/><Relationship Id="rId1" Type="http://schemas.openxmlformats.org/officeDocument/2006/relationships/notesMaster" Target="../notesMasters/notesMaster1.xml"/></Relationships>
</file>

<file path=ppt/notesSlides/_rels/notesSlide3351.xml.rels><?xml version="1.0" encoding="UTF-8" standalone="yes"?>
<Relationships xmlns="http://schemas.openxmlformats.org/package/2006/relationships"><Relationship Id="rId2" Type="http://schemas.openxmlformats.org/officeDocument/2006/relationships/slide" Target="../slides/slide3485.xml"/><Relationship Id="rId1" Type="http://schemas.openxmlformats.org/officeDocument/2006/relationships/notesMaster" Target="../notesMasters/notesMaster1.xml"/></Relationships>
</file>

<file path=ppt/notesSlides/_rels/notesSlide3352.xml.rels><?xml version="1.0" encoding="UTF-8" standalone="yes"?>
<Relationships xmlns="http://schemas.openxmlformats.org/package/2006/relationships"><Relationship Id="rId2" Type="http://schemas.openxmlformats.org/officeDocument/2006/relationships/slide" Target="../slides/slide3486.xml"/><Relationship Id="rId1" Type="http://schemas.openxmlformats.org/officeDocument/2006/relationships/notesMaster" Target="../notesMasters/notesMaster1.xml"/></Relationships>
</file>

<file path=ppt/notesSlides/_rels/notesSlide3353.xml.rels><?xml version="1.0" encoding="UTF-8" standalone="yes"?>
<Relationships xmlns="http://schemas.openxmlformats.org/package/2006/relationships"><Relationship Id="rId2" Type="http://schemas.openxmlformats.org/officeDocument/2006/relationships/slide" Target="../slides/slide3487.xml"/><Relationship Id="rId1" Type="http://schemas.openxmlformats.org/officeDocument/2006/relationships/notesMaster" Target="../notesMasters/notesMaster1.xml"/></Relationships>
</file>

<file path=ppt/notesSlides/_rels/notesSlide3354.xml.rels><?xml version="1.0" encoding="UTF-8" standalone="yes"?>
<Relationships xmlns="http://schemas.openxmlformats.org/package/2006/relationships"><Relationship Id="rId2" Type="http://schemas.openxmlformats.org/officeDocument/2006/relationships/slide" Target="../slides/slide3488.xml"/><Relationship Id="rId1" Type="http://schemas.openxmlformats.org/officeDocument/2006/relationships/notesMaster" Target="../notesMasters/notesMaster1.xml"/></Relationships>
</file>

<file path=ppt/notesSlides/_rels/notesSlide3355.xml.rels><?xml version="1.0" encoding="UTF-8" standalone="yes"?>
<Relationships xmlns="http://schemas.openxmlformats.org/package/2006/relationships"><Relationship Id="rId2" Type="http://schemas.openxmlformats.org/officeDocument/2006/relationships/slide" Target="../slides/slide3489.xml"/><Relationship Id="rId1" Type="http://schemas.openxmlformats.org/officeDocument/2006/relationships/notesMaster" Target="../notesMasters/notesMaster1.xml"/></Relationships>
</file>

<file path=ppt/notesSlides/_rels/notesSlide3356.xml.rels><?xml version="1.0" encoding="UTF-8" standalone="yes"?>
<Relationships xmlns="http://schemas.openxmlformats.org/package/2006/relationships"><Relationship Id="rId2" Type="http://schemas.openxmlformats.org/officeDocument/2006/relationships/slide" Target="../slides/slide3490.xml"/><Relationship Id="rId1" Type="http://schemas.openxmlformats.org/officeDocument/2006/relationships/notesMaster" Target="../notesMasters/notesMaster1.xml"/></Relationships>
</file>

<file path=ppt/notesSlides/_rels/notesSlide3357.xml.rels><?xml version="1.0" encoding="UTF-8" standalone="yes"?>
<Relationships xmlns="http://schemas.openxmlformats.org/package/2006/relationships"><Relationship Id="rId2" Type="http://schemas.openxmlformats.org/officeDocument/2006/relationships/slide" Target="../slides/slide3491.xml"/><Relationship Id="rId1" Type="http://schemas.openxmlformats.org/officeDocument/2006/relationships/notesMaster" Target="../notesMasters/notesMaster1.xml"/></Relationships>
</file>

<file path=ppt/notesSlides/_rels/notesSlide3358.xml.rels><?xml version="1.0" encoding="UTF-8" standalone="yes"?>
<Relationships xmlns="http://schemas.openxmlformats.org/package/2006/relationships"><Relationship Id="rId2" Type="http://schemas.openxmlformats.org/officeDocument/2006/relationships/slide" Target="../slides/slide3492.xml"/><Relationship Id="rId1" Type="http://schemas.openxmlformats.org/officeDocument/2006/relationships/notesMaster" Target="../notesMasters/notesMaster1.xml"/></Relationships>
</file>

<file path=ppt/notesSlides/_rels/notesSlide3359.xml.rels><?xml version="1.0" encoding="UTF-8" standalone="yes"?>
<Relationships xmlns="http://schemas.openxmlformats.org/package/2006/relationships"><Relationship Id="rId2" Type="http://schemas.openxmlformats.org/officeDocument/2006/relationships/slide" Target="../slides/slide3493.xml"/><Relationship Id="rId1" Type="http://schemas.openxmlformats.org/officeDocument/2006/relationships/notesMaster" Target="../notesMasters/notesMaster1.xml"/></Relationships>
</file>

<file path=ppt/notesSlides/_rels/notesSlide3360.xml.rels><?xml version="1.0" encoding="UTF-8" standalone="yes"?>
<Relationships xmlns="http://schemas.openxmlformats.org/package/2006/relationships"><Relationship Id="rId2" Type="http://schemas.openxmlformats.org/officeDocument/2006/relationships/slide" Target="../slides/slide3494.xml"/><Relationship Id="rId1" Type="http://schemas.openxmlformats.org/officeDocument/2006/relationships/notesMaster" Target="../notesMasters/notesMaster1.xml"/></Relationships>
</file>

<file path=ppt/notesSlides/_rels/notesSlide3361.xml.rels><?xml version="1.0" encoding="UTF-8" standalone="yes"?>
<Relationships xmlns="http://schemas.openxmlformats.org/package/2006/relationships"><Relationship Id="rId2" Type="http://schemas.openxmlformats.org/officeDocument/2006/relationships/slide" Target="../slides/slide3495.xml"/><Relationship Id="rId1" Type="http://schemas.openxmlformats.org/officeDocument/2006/relationships/notesMaster" Target="../notesMasters/notesMaster1.xml"/></Relationships>
</file>

<file path=ppt/notesSlides/_rels/notesSlide3362.xml.rels><?xml version="1.0" encoding="UTF-8" standalone="yes"?>
<Relationships xmlns="http://schemas.openxmlformats.org/package/2006/relationships"><Relationship Id="rId2" Type="http://schemas.openxmlformats.org/officeDocument/2006/relationships/slide" Target="../slides/slide3496.xml"/><Relationship Id="rId1" Type="http://schemas.openxmlformats.org/officeDocument/2006/relationships/notesMaster" Target="../notesMasters/notesMaster1.xml"/></Relationships>
</file>

<file path=ppt/notesSlides/_rels/notesSlide3363.xml.rels><?xml version="1.0" encoding="UTF-8" standalone="yes"?>
<Relationships xmlns="http://schemas.openxmlformats.org/package/2006/relationships"><Relationship Id="rId2" Type="http://schemas.openxmlformats.org/officeDocument/2006/relationships/slide" Target="../slides/slide3497.xml"/><Relationship Id="rId1" Type="http://schemas.openxmlformats.org/officeDocument/2006/relationships/notesMaster" Target="../notesMasters/notesMaster1.xml"/></Relationships>
</file>

<file path=ppt/notesSlides/_rels/notesSlide3364.xml.rels><?xml version="1.0" encoding="UTF-8" standalone="yes"?>
<Relationships xmlns="http://schemas.openxmlformats.org/package/2006/relationships"><Relationship Id="rId2" Type="http://schemas.openxmlformats.org/officeDocument/2006/relationships/slide" Target="../slides/slide3498.xml"/><Relationship Id="rId1" Type="http://schemas.openxmlformats.org/officeDocument/2006/relationships/notesMaster" Target="../notesMasters/notesMaster1.xml"/></Relationships>
</file>

<file path=ppt/notesSlides/_rels/notesSlide3365.xml.rels><?xml version="1.0" encoding="UTF-8" standalone="yes"?>
<Relationships xmlns="http://schemas.openxmlformats.org/package/2006/relationships"><Relationship Id="rId2" Type="http://schemas.openxmlformats.org/officeDocument/2006/relationships/slide" Target="../slides/slide3499.xml"/><Relationship Id="rId1" Type="http://schemas.openxmlformats.org/officeDocument/2006/relationships/notesMaster" Target="../notesMasters/notesMaster1.xml"/></Relationships>
</file>

<file path=ppt/notesSlides/_rels/notesSlide3366.xml.rels><?xml version="1.0" encoding="UTF-8" standalone="yes"?>
<Relationships xmlns="http://schemas.openxmlformats.org/package/2006/relationships"><Relationship Id="rId2" Type="http://schemas.openxmlformats.org/officeDocument/2006/relationships/slide" Target="../slides/slide3500.xml"/><Relationship Id="rId1" Type="http://schemas.openxmlformats.org/officeDocument/2006/relationships/notesMaster" Target="../notesMasters/notesMaster1.xml"/></Relationships>
</file>

<file path=ppt/notesSlides/_rels/notesSlide3367.xml.rels><?xml version="1.0" encoding="UTF-8" standalone="yes"?>
<Relationships xmlns="http://schemas.openxmlformats.org/package/2006/relationships"><Relationship Id="rId2" Type="http://schemas.openxmlformats.org/officeDocument/2006/relationships/slide" Target="../slides/slide3501.xml"/><Relationship Id="rId1" Type="http://schemas.openxmlformats.org/officeDocument/2006/relationships/notesMaster" Target="../notesMasters/notesMaster1.xml"/></Relationships>
</file>

<file path=ppt/notesSlides/_rels/notesSlide3368.xml.rels><?xml version="1.0" encoding="UTF-8" standalone="yes"?>
<Relationships xmlns="http://schemas.openxmlformats.org/package/2006/relationships"><Relationship Id="rId2" Type="http://schemas.openxmlformats.org/officeDocument/2006/relationships/slide" Target="../slides/slide3502.xml"/><Relationship Id="rId1" Type="http://schemas.openxmlformats.org/officeDocument/2006/relationships/notesMaster" Target="../notesMasters/notesMaster1.xml"/></Relationships>
</file>

<file path=ppt/notesSlides/_rels/notesSlide3369.xml.rels><?xml version="1.0" encoding="UTF-8" standalone="yes"?>
<Relationships xmlns="http://schemas.openxmlformats.org/package/2006/relationships"><Relationship Id="rId2" Type="http://schemas.openxmlformats.org/officeDocument/2006/relationships/slide" Target="../slides/slide3503.xml"/><Relationship Id="rId1" Type="http://schemas.openxmlformats.org/officeDocument/2006/relationships/notesMaster" Target="../notesMasters/notesMaster1.xml"/></Relationships>
</file>

<file path=ppt/notesSlides/_rels/notesSlide3370.xml.rels><?xml version="1.0" encoding="UTF-8" standalone="yes"?>
<Relationships xmlns="http://schemas.openxmlformats.org/package/2006/relationships"><Relationship Id="rId2" Type="http://schemas.openxmlformats.org/officeDocument/2006/relationships/slide" Target="../slides/slide3504.xml"/><Relationship Id="rId1" Type="http://schemas.openxmlformats.org/officeDocument/2006/relationships/notesMaster" Target="../notesMasters/notesMaster1.xml"/></Relationships>
</file>

<file path=ppt/notesSlides/_rels/notesSlide3371.xml.rels><?xml version="1.0" encoding="UTF-8" standalone="yes"?>
<Relationships xmlns="http://schemas.openxmlformats.org/package/2006/relationships"><Relationship Id="rId2" Type="http://schemas.openxmlformats.org/officeDocument/2006/relationships/slide" Target="../slides/slide3505.xml"/><Relationship Id="rId1" Type="http://schemas.openxmlformats.org/officeDocument/2006/relationships/notesMaster" Target="../notesMasters/notesMaster1.xml"/></Relationships>
</file>

<file path=ppt/notesSlides/_rels/notesSlide3372.xml.rels><?xml version="1.0" encoding="UTF-8" standalone="yes"?>
<Relationships xmlns="http://schemas.openxmlformats.org/package/2006/relationships"><Relationship Id="rId2" Type="http://schemas.openxmlformats.org/officeDocument/2006/relationships/slide" Target="../slides/slide3506.xml"/><Relationship Id="rId1" Type="http://schemas.openxmlformats.org/officeDocument/2006/relationships/notesMaster" Target="../notesMasters/notesMaster1.xml"/></Relationships>
</file>

<file path=ppt/notesSlides/_rels/notesSlide3373.xml.rels><?xml version="1.0" encoding="UTF-8" standalone="yes"?>
<Relationships xmlns="http://schemas.openxmlformats.org/package/2006/relationships"><Relationship Id="rId2" Type="http://schemas.openxmlformats.org/officeDocument/2006/relationships/slide" Target="../slides/slide3507.xml"/><Relationship Id="rId1" Type="http://schemas.openxmlformats.org/officeDocument/2006/relationships/notesMaster" Target="../notesMasters/notesMaster1.xml"/></Relationships>
</file>

<file path=ppt/notesSlides/_rels/notesSlide3374.xml.rels><?xml version="1.0" encoding="UTF-8" standalone="yes"?>
<Relationships xmlns="http://schemas.openxmlformats.org/package/2006/relationships"><Relationship Id="rId2" Type="http://schemas.openxmlformats.org/officeDocument/2006/relationships/slide" Target="../slides/slide3508.xml"/><Relationship Id="rId1" Type="http://schemas.openxmlformats.org/officeDocument/2006/relationships/notesMaster" Target="../notesMasters/notesMaster1.xml"/></Relationships>
</file>

<file path=ppt/notesSlides/_rels/notesSlide3375.xml.rels><?xml version="1.0" encoding="UTF-8" standalone="yes"?>
<Relationships xmlns="http://schemas.openxmlformats.org/package/2006/relationships"><Relationship Id="rId2" Type="http://schemas.openxmlformats.org/officeDocument/2006/relationships/slide" Target="../slides/slide3509.xml"/><Relationship Id="rId1" Type="http://schemas.openxmlformats.org/officeDocument/2006/relationships/notesMaster" Target="../notesMasters/notesMaster1.xml"/></Relationships>
</file>

<file path=ppt/notesSlides/_rels/notesSlide3376.xml.rels><?xml version="1.0" encoding="UTF-8" standalone="yes"?>
<Relationships xmlns="http://schemas.openxmlformats.org/package/2006/relationships"><Relationship Id="rId2" Type="http://schemas.openxmlformats.org/officeDocument/2006/relationships/slide" Target="../slides/slide3510.xml"/><Relationship Id="rId1" Type="http://schemas.openxmlformats.org/officeDocument/2006/relationships/notesMaster" Target="../notesMasters/notesMaster1.xml"/></Relationships>
</file>

<file path=ppt/notesSlides/_rels/notesSlide3377.xml.rels><?xml version="1.0" encoding="UTF-8" standalone="yes"?>
<Relationships xmlns="http://schemas.openxmlformats.org/package/2006/relationships"><Relationship Id="rId2" Type="http://schemas.openxmlformats.org/officeDocument/2006/relationships/slide" Target="../slides/slide3511.xml"/><Relationship Id="rId1" Type="http://schemas.openxmlformats.org/officeDocument/2006/relationships/notesMaster" Target="../notesMasters/notesMaster1.xml"/></Relationships>
</file>

<file path=ppt/notesSlides/_rels/notesSlide3378.xml.rels><?xml version="1.0" encoding="UTF-8" standalone="yes"?>
<Relationships xmlns="http://schemas.openxmlformats.org/package/2006/relationships"><Relationship Id="rId2" Type="http://schemas.openxmlformats.org/officeDocument/2006/relationships/slide" Target="../slides/slide3512.xml"/><Relationship Id="rId1" Type="http://schemas.openxmlformats.org/officeDocument/2006/relationships/notesMaster" Target="../notesMasters/notesMaster1.xml"/></Relationships>
</file>

<file path=ppt/notesSlides/_rels/notesSlide3379.xml.rels><?xml version="1.0" encoding="UTF-8" standalone="yes"?>
<Relationships xmlns="http://schemas.openxmlformats.org/package/2006/relationships"><Relationship Id="rId2" Type="http://schemas.openxmlformats.org/officeDocument/2006/relationships/slide" Target="../slides/slide3513.xml"/><Relationship Id="rId1" Type="http://schemas.openxmlformats.org/officeDocument/2006/relationships/notesMaster" Target="../notesMasters/notesMaster1.xml"/></Relationships>
</file>

<file path=ppt/notesSlides/_rels/notesSlide3380.xml.rels><?xml version="1.0" encoding="UTF-8" standalone="yes"?>
<Relationships xmlns="http://schemas.openxmlformats.org/package/2006/relationships"><Relationship Id="rId2" Type="http://schemas.openxmlformats.org/officeDocument/2006/relationships/slide" Target="../slides/slide3514.xml"/><Relationship Id="rId1" Type="http://schemas.openxmlformats.org/officeDocument/2006/relationships/notesMaster" Target="../notesMasters/notesMaster1.xml"/></Relationships>
</file>

<file path=ppt/notesSlides/_rels/notesSlide3381.xml.rels><?xml version="1.0" encoding="UTF-8" standalone="yes"?>
<Relationships xmlns="http://schemas.openxmlformats.org/package/2006/relationships"><Relationship Id="rId2" Type="http://schemas.openxmlformats.org/officeDocument/2006/relationships/slide" Target="../slides/slide3515.xml"/><Relationship Id="rId1" Type="http://schemas.openxmlformats.org/officeDocument/2006/relationships/notesMaster" Target="../notesMasters/notesMaster1.xml"/></Relationships>
</file>

<file path=ppt/notesSlides/_rels/notesSlide3382.xml.rels><?xml version="1.0" encoding="UTF-8" standalone="yes"?>
<Relationships xmlns="http://schemas.openxmlformats.org/package/2006/relationships"><Relationship Id="rId2" Type="http://schemas.openxmlformats.org/officeDocument/2006/relationships/slide" Target="../slides/slide3516.xml"/><Relationship Id="rId1" Type="http://schemas.openxmlformats.org/officeDocument/2006/relationships/notesMaster" Target="../notesMasters/notesMaster1.xml"/></Relationships>
</file>

<file path=ppt/notesSlides/_rels/notesSlide3383.xml.rels><?xml version="1.0" encoding="UTF-8" standalone="yes"?>
<Relationships xmlns="http://schemas.openxmlformats.org/package/2006/relationships"><Relationship Id="rId2" Type="http://schemas.openxmlformats.org/officeDocument/2006/relationships/slide" Target="../slides/slide3517.xml"/><Relationship Id="rId1" Type="http://schemas.openxmlformats.org/officeDocument/2006/relationships/notesMaster" Target="../notesMasters/notesMaster1.xml"/></Relationships>
</file>

<file path=ppt/notesSlides/_rels/notesSlide3384.xml.rels><?xml version="1.0" encoding="UTF-8" standalone="yes"?>
<Relationships xmlns="http://schemas.openxmlformats.org/package/2006/relationships"><Relationship Id="rId2" Type="http://schemas.openxmlformats.org/officeDocument/2006/relationships/slide" Target="../slides/slide3518.xml"/><Relationship Id="rId1" Type="http://schemas.openxmlformats.org/officeDocument/2006/relationships/notesMaster" Target="../notesMasters/notesMaster1.xml"/></Relationships>
</file>

<file path=ppt/notesSlides/_rels/notesSlide3385.xml.rels><?xml version="1.0" encoding="UTF-8" standalone="yes"?>
<Relationships xmlns="http://schemas.openxmlformats.org/package/2006/relationships"><Relationship Id="rId2" Type="http://schemas.openxmlformats.org/officeDocument/2006/relationships/slide" Target="../slides/slide3519.xml"/><Relationship Id="rId1" Type="http://schemas.openxmlformats.org/officeDocument/2006/relationships/notesMaster" Target="../notesMasters/notesMaster1.xml"/></Relationships>
</file>

<file path=ppt/notesSlides/_rels/notesSlide3386.xml.rels><?xml version="1.0" encoding="UTF-8" standalone="yes"?>
<Relationships xmlns="http://schemas.openxmlformats.org/package/2006/relationships"><Relationship Id="rId2" Type="http://schemas.openxmlformats.org/officeDocument/2006/relationships/slide" Target="../slides/slide3520.xml"/><Relationship Id="rId1" Type="http://schemas.openxmlformats.org/officeDocument/2006/relationships/notesMaster" Target="../notesMasters/notesMaster1.xml"/></Relationships>
</file>

<file path=ppt/notesSlides/_rels/notesSlide3387.xml.rels><?xml version="1.0" encoding="UTF-8" standalone="yes"?>
<Relationships xmlns="http://schemas.openxmlformats.org/package/2006/relationships"><Relationship Id="rId2" Type="http://schemas.openxmlformats.org/officeDocument/2006/relationships/slide" Target="../slides/slide3521.xml"/><Relationship Id="rId1" Type="http://schemas.openxmlformats.org/officeDocument/2006/relationships/notesMaster" Target="../notesMasters/notesMaster1.xml"/></Relationships>
</file>

<file path=ppt/notesSlides/_rels/notesSlide3388.xml.rels><?xml version="1.0" encoding="UTF-8" standalone="yes"?>
<Relationships xmlns="http://schemas.openxmlformats.org/package/2006/relationships"><Relationship Id="rId2" Type="http://schemas.openxmlformats.org/officeDocument/2006/relationships/slide" Target="../slides/slide3522.xml"/><Relationship Id="rId1" Type="http://schemas.openxmlformats.org/officeDocument/2006/relationships/notesMaster" Target="../notesMasters/notesMaster1.xml"/></Relationships>
</file>

<file path=ppt/notesSlides/_rels/notesSlide3389.xml.rels><?xml version="1.0" encoding="UTF-8" standalone="yes"?>
<Relationships xmlns="http://schemas.openxmlformats.org/package/2006/relationships"><Relationship Id="rId2" Type="http://schemas.openxmlformats.org/officeDocument/2006/relationships/slide" Target="../slides/slide3523.xml"/><Relationship Id="rId1" Type="http://schemas.openxmlformats.org/officeDocument/2006/relationships/notesMaster" Target="../notesMasters/notesMaster1.xml"/></Relationships>
</file>

<file path=ppt/notesSlides/_rels/notesSlide3390.xml.rels><?xml version="1.0" encoding="UTF-8" standalone="yes"?>
<Relationships xmlns="http://schemas.openxmlformats.org/package/2006/relationships"><Relationship Id="rId2" Type="http://schemas.openxmlformats.org/officeDocument/2006/relationships/slide" Target="../slides/slide3524.xml"/><Relationship Id="rId1" Type="http://schemas.openxmlformats.org/officeDocument/2006/relationships/notesMaster" Target="../notesMasters/notesMaster1.xml"/></Relationships>
</file>

<file path=ppt/notesSlides/_rels/notesSlide3391.xml.rels><?xml version="1.0" encoding="UTF-8" standalone="yes"?>
<Relationships xmlns="http://schemas.openxmlformats.org/package/2006/relationships"><Relationship Id="rId2" Type="http://schemas.openxmlformats.org/officeDocument/2006/relationships/slide" Target="../slides/slide3525.xml"/><Relationship Id="rId1" Type="http://schemas.openxmlformats.org/officeDocument/2006/relationships/notesMaster" Target="../notesMasters/notesMaster1.xml"/></Relationships>
</file>

<file path=ppt/notesSlides/_rels/notesSlide3392.xml.rels><?xml version="1.0" encoding="UTF-8" standalone="yes"?>
<Relationships xmlns="http://schemas.openxmlformats.org/package/2006/relationships"><Relationship Id="rId2" Type="http://schemas.openxmlformats.org/officeDocument/2006/relationships/slide" Target="../slides/slide3526.xml"/><Relationship Id="rId1" Type="http://schemas.openxmlformats.org/officeDocument/2006/relationships/notesMaster" Target="../notesMasters/notesMaster1.xml"/></Relationships>
</file>

<file path=ppt/notesSlides/_rels/notesSlide3393.xml.rels><?xml version="1.0" encoding="UTF-8" standalone="yes"?>
<Relationships xmlns="http://schemas.openxmlformats.org/package/2006/relationships"><Relationship Id="rId2" Type="http://schemas.openxmlformats.org/officeDocument/2006/relationships/slide" Target="../slides/slide3527.xml"/><Relationship Id="rId1" Type="http://schemas.openxmlformats.org/officeDocument/2006/relationships/notesMaster" Target="../notesMasters/notesMaster1.xml"/></Relationships>
</file>

<file path=ppt/notesSlides/_rels/notesSlide3394.xml.rels><?xml version="1.0" encoding="UTF-8" standalone="yes"?>
<Relationships xmlns="http://schemas.openxmlformats.org/package/2006/relationships"><Relationship Id="rId2" Type="http://schemas.openxmlformats.org/officeDocument/2006/relationships/slide" Target="../slides/slide3528.xml"/><Relationship Id="rId1" Type="http://schemas.openxmlformats.org/officeDocument/2006/relationships/notesMaster" Target="../notesMasters/notesMaster1.xml"/></Relationships>
</file>

<file path=ppt/notesSlides/_rels/notesSlide3395.xml.rels><?xml version="1.0" encoding="UTF-8" standalone="yes"?>
<Relationships xmlns="http://schemas.openxmlformats.org/package/2006/relationships"><Relationship Id="rId2" Type="http://schemas.openxmlformats.org/officeDocument/2006/relationships/slide" Target="../slides/slide3529.xml"/><Relationship Id="rId1" Type="http://schemas.openxmlformats.org/officeDocument/2006/relationships/notesMaster" Target="../notesMasters/notesMaster1.xml"/></Relationships>
</file>

<file path=ppt/notesSlides/_rels/notesSlide3396.xml.rels><?xml version="1.0" encoding="UTF-8" standalone="yes"?>
<Relationships xmlns="http://schemas.openxmlformats.org/package/2006/relationships"><Relationship Id="rId2" Type="http://schemas.openxmlformats.org/officeDocument/2006/relationships/slide" Target="../slides/slide3530.xml"/><Relationship Id="rId1" Type="http://schemas.openxmlformats.org/officeDocument/2006/relationships/notesMaster" Target="../notesMasters/notesMaster1.xml"/></Relationships>
</file>

<file path=ppt/notesSlides/_rels/notesSlide3397.xml.rels><?xml version="1.0" encoding="UTF-8" standalone="yes"?>
<Relationships xmlns="http://schemas.openxmlformats.org/package/2006/relationships"><Relationship Id="rId2" Type="http://schemas.openxmlformats.org/officeDocument/2006/relationships/slide" Target="../slides/slide3531.xml"/><Relationship Id="rId1" Type="http://schemas.openxmlformats.org/officeDocument/2006/relationships/notesMaster" Target="../notesMasters/notesMaster1.xml"/></Relationships>
</file>

<file path=ppt/notesSlides/_rels/notesSlide3398.xml.rels><?xml version="1.0" encoding="UTF-8" standalone="yes"?>
<Relationships xmlns="http://schemas.openxmlformats.org/package/2006/relationships"><Relationship Id="rId2" Type="http://schemas.openxmlformats.org/officeDocument/2006/relationships/slide" Target="../slides/slide3532.xml"/><Relationship Id="rId1" Type="http://schemas.openxmlformats.org/officeDocument/2006/relationships/notesMaster" Target="../notesMasters/notesMaster1.xml"/></Relationships>
</file>

<file path=ppt/notesSlides/_rels/notesSlide3399.xml.rels><?xml version="1.0" encoding="UTF-8" standalone="yes"?>
<Relationships xmlns="http://schemas.openxmlformats.org/package/2006/relationships"><Relationship Id="rId2" Type="http://schemas.openxmlformats.org/officeDocument/2006/relationships/slide" Target="../slides/slide3533.xml"/><Relationship Id="rId1" Type="http://schemas.openxmlformats.org/officeDocument/2006/relationships/notesMaster" Target="../notesMasters/notesMaster1.xml"/></Relationships>
</file>

<file path=ppt/notesSlides/_rels/notesSlide3400.xml.rels><?xml version="1.0" encoding="UTF-8" standalone="yes"?>
<Relationships xmlns="http://schemas.openxmlformats.org/package/2006/relationships"><Relationship Id="rId2" Type="http://schemas.openxmlformats.org/officeDocument/2006/relationships/slide" Target="../slides/slide3534.xml"/><Relationship Id="rId1" Type="http://schemas.openxmlformats.org/officeDocument/2006/relationships/notesMaster" Target="../notesMasters/notesMaster1.xml"/></Relationships>
</file>

<file path=ppt/notesSlides/_rels/notesSlide3401.xml.rels><?xml version="1.0" encoding="UTF-8" standalone="yes"?>
<Relationships xmlns="http://schemas.openxmlformats.org/package/2006/relationships"><Relationship Id="rId2" Type="http://schemas.openxmlformats.org/officeDocument/2006/relationships/slide" Target="../slides/slide3535.xml"/><Relationship Id="rId1" Type="http://schemas.openxmlformats.org/officeDocument/2006/relationships/notesMaster" Target="../notesMasters/notesMaster1.xml"/></Relationships>
</file>

<file path=ppt/notesSlides/_rels/notesSlide3402.xml.rels><?xml version="1.0" encoding="UTF-8" standalone="yes"?>
<Relationships xmlns="http://schemas.openxmlformats.org/package/2006/relationships"><Relationship Id="rId2" Type="http://schemas.openxmlformats.org/officeDocument/2006/relationships/slide" Target="../slides/slide3536.xml"/><Relationship Id="rId1" Type="http://schemas.openxmlformats.org/officeDocument/2006/relationships/notesMaster" Target="../notesMasters/notesMaster1.xml"/></Relationships>
</file>

<file path=ppt/notesSlides/_rels/notesSlide3403.xml.rels><?xml version="1.0" encoding="UTF-8" standalone="yes"?>
<Relationships xmlns="http://schemas.openxmlformats.org/package/2006/relationships"><Relationship Id="rId2" Type="http://schemas.openxmlformats.org/officeDocument/2006/relationships/slide" Target="../slides/slide3537.xml"/><Relationship Id="rId1" Type="http://schemas.openxmlformats.org/officeDocument/2006/relationships/notesMaster" Target="../notesMasters/notesMaster1.xml"/></Relationships>
</file>

<file path=ppt/notesSlides/_rels/notesSlide3404.xml.rels><?xml version="1.0" encoding="UTF-8" standalone="yes"?>
<Relationships xmlns="http://schemas.openxmlformats.org/package/2006/relationships"><Relationship Id="rId2" Type="http://schemas.openxmlformats.org/officeDocument/2006/relationships/slide" Target="../slides/slide3538.xml"/><Relationship Id="rId1" Type="http://schemas.openxmlformats.org/officeDocument/2006/relationships/notesMaster" Target="../notesMasters/notesMaster1.xml"/></Relationships>
</file>

<file path=ppt/notesSlides/_rels/notesSlide3405.xml.rels><?xml version="1.0" encoding="UTF-8" standalone="yes"?>
<Relationships xmlns="http://schemas.openxmlformats.org/package/2006/relationships"><Relationship Id="rId2" Type="http://schemas.openxmlformats.org/officeDocument/2006/relationships/slide" Target="../slides/slide3539.xml"/><Relationship Id="rId1" Type="http://schemas.openxmlformats.org/officeDocument/2006/relationships/notesMaster" Target="../notesMasters/notesMaster1.xml"/></Relationships>
</file>

<file path=ppt/notesSlides/_rels/notesSlide3406.xml.rels><?xml version="1.0" encoding="UTF-8" standalone="yes"?>
<Relationships xmlns="http://schemas.openxmlformats.org/package/2006/relationships"><Relationship Id="rId2" Type="http://schemas.openxmlformats.org/officeDocument/2006/relationships/slide" Target="../slides/slide3540.xml"/><Relationship Id="rId1" Type="http://schemas.openxmlformats.org/officeDocument/2006/relationships/notesMaster" Target="../notesMasters/notesMaster1.xml"/></Relationships>
</file>

<file path=ppt/notesSlides/_rels/notesSlide3407.xml.rels><?xml version="1.0" encoding="UTF-8" standalone="yes"?>
<Relationships xmlns="http://schemas.openxmlformats.org/package/2006/relationships"><Relationship Id="rId2" Type="http://schemas.openxmlformats.org/officeDocument/2006/relationships/slide" Target="../slides/slide3541.xml"/><Relationship Id="rId1" Type="http://schemas.openxmlformats.org/officeDocument/2006/relationships/notesMaster" Target="../notesMasters/notesMaster1.xml"/></Relationships>
</file>

<file path=ppt/notesSlides/_rels/notesSlide3408.xml.rels><?xml version="1.0" encoding="UTF-8" standalone="yes"?>
<Relationships xmlns="http://schemas.openxmlformats.org/package/2006/relationships"><Relationship Id="rId2" Type="http://schemas.openxmlformats.org/officeDocument/2006/relationships/slide" Target="../slides/slide3542.xml"/><Relationship Id="rId1" Type="http://schemas.openxmlformats.org/officeDocument/2006/relationships/notesMaster" Target="../notesMasters/notesMaster1.xml"/></Relationships>
</file>

<file path=ppt/notesSlides/_rels/notesSlide3409.xml.rels><?xml version="1.0" encoding="UTF-8" standalone="yes"?>
<Relationships xmlns="http://schemas.openxmlformats.org/package/2006/relationships"><Relationship Id="rId2" Type="http://schemas.openxmlformats.org/officeDocument/2006/relationships/slide" Target="../slides/slide3543.xml"/><Relationship Id="rId1" Type="http://schemas.openxmlformats.org/officeDocument/2006/relationships/notesMaster" Target="../notesMasters/notesMaster1.xml"/></Relationships>
</file>

<file path=ppt/notesSlides/_rels/notesSlide3410.xml.rels><?xml version="1.0" encoding="UTF-8" standalone="yes"?>
<Relationships xmlns="http://schemas.openxmlformats.org/package/2006/relationships"><Relationship Id="rId2" Type="http://schemas.openxmlformats.org/officeDocument/2006/relationships/slide" Target="../slides/slide3544.xml"/><Relationship Id="rId1" Type="http://schemas.openxmlformats.org/officeDocument/2006/relationships/notesMaster" Target="../notesMasters/notesMaster1.xml"/></Relationships>
</file>

<file path=ppt/notesSlides/_rels/notesSlide3411.xml.rels><?xml version="1.0" encoding="UTF-8" standalone="yes"?>
<Relationships xmlns="http://schemas.openxmlformats.org/package/2006/relationships"><Relationship Id="rId2" Type="http://schemas.openxmlformats.org/officeDocument/2006/relationships/slide" Target="../slides/slide3545.xml"/><Relationship Id="rId1" Type="http://schemas.openxmlformats.org/officeDocument/2006/relationships/notesMaster" Target="../notesMasters/notesMaster1.xml"/></Relationships>
</file>

<file path=ppt/notesSlides/_rels/notesSlide3412.xml.rels><?xml version="1.0" encoding="UTF-8" standalone="yes"?>
<Relationships xmlns="http://schemas.openxmlformats.org/package/2006/relationships"><Relationship Id="rId2" Type="http://schemas.openxmlformats.org/officeDocument/2006/relationships/slide" Target="../slides/slide3546.xml"/><Relationship Id="rId1" Type="http://schemas.openxmlformats.org/officeDocument/2006/relationships/notesMaster" Target="../notesMasters/notesMaster1.xml"/></Relationships>
</file>

<file path=ppt/notesSlides/_rels/notesSlide3413.xml.rels><?xml version="1.0" encoding="UTF-8" standalone="yes"?>
<Relationships xmlns="http://schemas.openxmlformats.org/package/2006/relationships"><Relationship Id="rId2" Type="http://schemas.openxmlformats.org/officeDocument/2006/relationships/slide" Target="../slides/slide3547.xml"/><Relationship Id="rId1" Type="http://schemas.openxmlformats.org/officeDocument/2006/relationships/notesMaster" Target="../notesMasters/notesMaster1.xml"/></Relationships>
</file>

<file path=ppt/notesSlides/_rels/notesSlide3414.xml.rels><?xml version="1.0" encoding="UTF-8" standalone="yes"?>
<Relationships xmlns="http://schemas.openxmlformats.org/package/2006/relationships"><Relationship Id="rId2" Type="http://schemas.openxmlformats.org/officeDocument/2006/relationships/slide" Target="../slides/slide3548.xml"/><Relationship Id="rId1" Type="http://schemas.openxmlformats.org/officeDocument/2006/relationships/notesMaster" Target="../notesMasters/notesMaster1.xml"/></Relationships>
</file>

<file path=ppt/notesSlides/_rels/notesSlide3415.xml.rels><?xml version="1.0" encoding="UTF-8" standalone="yes"?>
<Relationships xmlns="http://schemas.openxmlformats.org/package/2006/relationships"><Relationship Id="rId2" Type="http://schemas.openxmlformats.org/officeDocument/2006/relationships/slide" Target="../slides/slide3549.xml"/><Relationship Id="rId1" Type="http://schemas.openxmlformats.org/officeDocument/2006/relationships/notesMaster" Target="../notesMasters/notesMaster1.xml"/></Relationships>
</file>

<file path=ppt/notesSlides/_rels/notesSlide3416.xml.rels><?xml version="1.0" encoding="UTF-8" standalone="yes"?>
<Relationships xmlns="http://schemas.openxmlformats.org/package/2006/relationships"><Relationship Id="rId2" Type="http://schemas.openxmlformats.org/officeDocument/2006/relationships/slide" Target="../slides/slide3550.xml"/><Relationship Id="rId1" Type="http://schemas.openxmlformats.org/officeDocument/2006/relationships/notesMaster" Target="../notesMasters/notesMaster1.xml"/></Relationships>
</file>

<file path=ppt/notesSlides/_rels/notesSlide3417.xml.rels><?xml version="1.0" encoding="UTF-8" standalone="yes"?>
<Relationships xmlns="http://schemas.openxmlformats.org/package/2006/relationships"><Relationship Id="rId2" Type="http://schemas.openxmlformats.org/officeDocument/2006/relationships/slide" Target="../slides/slide3551.xml"/><Relationship Id="rId1" Type="http://schemas.openxmlformats.org/officeDocument/2006/relationships/notesMaster" Target="../notesMasters/notesMaster1.xml"/></Relationships>
</file>

<file path=ppt/notesSlides/_rels/notesSlide3418.xml.rels><?xml version="1.0" encoding="UTF-8" standalone="yes"?>
<Relationships xmlns="http://schemas.openxmlformats.org/package/2006/relationships"><Relationship Id="rId2" Type="http://schemas.openxmlformats.org/officeDocument/2006/relationships/slide" Target="../slides/slide3552.xml"/><Relationship Id="rId1" Type="http://schemas.openxmlformats.org/officeDocument/2006/relationships/notesMaster" Target="../notesMasters/notesMaster1.xml"/></Relationships>
</file>

<file path=ppt/notesSlides/_rels/notesSlide3419.xml.rels><?xml version="1.0" encoding="UTF-8" standalone="yes"?>
<Relationships xmlns="http://schemas.openxmlformats.org/package/2006/relationships"><Relationship Id="rId2" Type="http://schemas.openxmlformats.org/officeDocument/2006/relationships/slide" Target="../slides/slide3553.xml"/><Relationship Id="rId1" Type="http://schemas.openxmlformats.org/officeDocument/2006/relationships/notesMaster" Target="../notesMasters/notesMaster1.xml"/></Relationships>
</file>

<file path=ppt/notesSlides/_rels/notesSlide3420.xml.rels><?xml version="1.0" encoding="UTF-8" standalone="yes"?>
<Relationships xmlns="http://schemas.openxmlformats.org/package/2006/relationships"><Relationship Id="rId2" Type="http://schemas.openxmlformats.org/officeDocument/2006/relationships/slide" Target="../slides/slide3554.xml"/><Relationship Id="rId1" Type="http://schemas.openxmlformats.org/officeDocument/2006/relationships/notesMaster" Target="../notesMasters/notesMaster1.xml"/></Relationships>
</file>

<file path=ppt/notesSlides/_rels/notesSlide3421.xml.rels><?xml version="1.0" encoding="UTF-8" standalone="yes"?>
<Relationships xmlns="http://schemas.openxmlformats.org/package/2006/relationships"><Relationship Id="rId2" Type="http://schemas.openxmlformats.org/officeDocument/2006/relationships/slide" Target="../slides/slide3555.xml"/><Relationship Id="rId1" Type="http://schemas.openxmlformats.org/officeDocument/2006/relationships/notesMaster" Target="../notesMasters/notesMaster1.xml"/></Relationships>
</file>

<file path=ppt/notesSlides/_rels/notesSlide3422.xml.rels><?xml version="1.0" encoding="UTF-8" standalone="yes"?>
<Relationships xmlns="http://schemas.openxmlformats.org/package/2006/relationships"><Relationship Id="rId2" Type="http://schemas.openxmlformats.org/officeDocument/2006/relationships/slide" Target="../slides/slide3556.xml"/><Relationship Id="rId1" Type="http://schemas.openxmlformats.org/officeDocument/2006/relationships/notesMaster" Target="../notesMasters/notesMaster1.xml"/></Relationships>
</file>

<file path=ppt/notesSlides/_rels/notesSlide3423.xml.rels><?xml version="1.0" encoding="UTF-8" standalone="yes"?>
<Relationships xmlns="http://schemas.openxmlformats.org/package/2006/relationships"><Relationship Id="rId2" Type="http://schemas.openxmlformats.org/officeDocument/2006/relationships/slide" Target="../slides/slide3557.xml"/><Relationship Id="rId1" Type="http://schemas.openxmlformats.org/officeDocument/2006/relationships/notesMaster" Target="../notesMasters/notesMaster1.xml"/></Relationships>
</file>

<file path=ppt/notesSlides/_rels/notesSlide3424.xml.rels><?xml version="1.0" encoding="UTF-8" standalone="yes"?>
<Relationships xmlns="http://schemas.openxmlformats.org/package/2006/relationships"><Relationship Id="rId2" Type="http://schemas.openxmlformats.org/officeDocument/2006/relationships/slide" Target="../slides/slide3558.xml"/><Relationship Id="rId1" Type="http://schemas.openxmlformats.org/officeDocument/2006/relationships/notesMaster" Target="../notesMasters/notesMaster1.xml"/></Relationships>
</file>

<file path=ppt/notesSlides/_rels/notesSlide3425.xml.rels><?xml version="1.0" encoding="UTF-8" standalone="yes"?>
<Relationships xmlns="http://schemas.openxmlformats.org/package/2006/relationships"><Relationship Id="rId2" Type="http://schemas.openxmlformats.org/officeDocument/2006/relationships/slide" Target="../slides/slide3559.xml"/><Relationship Id="rId1" Type="http://schemas.openxmlformats.org/officeDocument/2006/relationships/notesMaster" Target="../notesMasters/notesMaster1.xml"/></Relationships>
</file>

<file path=ppt/notesSlides/_rels/notesSlide3426.xml.rels><?xml version="1.0" encoding="UTF-8" standalone="yes"?>
<Relationships xmlns="http://schemas.openxmlformats.org/package/2006/relationships"><Relationship Id="rId2" Type="http://schemas.openxmlformats.org/officeDocument/2006/relationships/slide" Target="../slides/slide3560.xml"/><Relationship Id="rId1" Type="http://schemas.openxmlformats.org/officeDocument/2006/relationships/notesMaster" Target="../notesMasters/notesMaster1.xml"/></Relationships>
</file>

<file path=ppt/notesSlides/_rels/notesSlide3427.xml.rels><?xml version="1.0" encoding="UTF-8" standalone="yes"?>
<Relationships xmlns="http://schemas.openxmlformats.org/package/2006/relationships"><Relationship Id="rId2" Type="http://schemas.openxmlformats.org/officeDocument/2006/relationships/slide" Target="../slides/slide3561.xml"/><Relationship Id="rId1" Type="http://schemas.openxmlformats.org/officeDocument/2006/relationships/notesMaster" Target="../notesMasters/notesMaster1.xml"/></Relationships>
</file>

<file path=ppt/notesSlides/_rels/notesSlide3428.xml.rels><?xml version="1.0" encoding="UTF-8" standalone="yes"?>
<Relationships xmlns="http://schemas.openxmlformats.org/package/2006/relationships"><Relationship Id="rId2" Type="http://schemas.openxmlformats.org/officeDocument/2006/relationships/slide" Target="../slides/slide3562.xml"/><Relationship Id="rId1" Type="http://schemas.openxmlformats.org/officeDocument/2006/relationships/notesMaster" Target="../notesMasters/notesMaster1.xml"/></Relationships>
</file>

<file path=ppt/notesSlides/_rels/notesSlide3429.xml.rels><?xml version="1.0" encoding="UTF-8" standalone="yes"?>
<Relationships xmlns="http://schemas.openxmlformats.org/package/2006/relationships"><Relationship Id="rId2" Type="http://schemas.openxmlformats.org/officeDocument/2006/relationships/slide" Target="../slides/slide3563.xml"/><Relationship Id="rId1" Type="http://schemas.openxmlformats.org/officeDocument/2006/relationships/notesMaster" Target="../notesMasters/notesMaster1.xml"/></Relationships>
</file>

<file path=ppt/notesSlides/_rels/notesSlide3430.xml.rels><?xml version="1.0" encoding="UTF-8" standalone="yes"?>
<Relationships xmlns="http://schemas.openxmlformats.org/package/2006/relationships"><Relationship Id="rId2" Type="http://schemas.openxmlformats.org/officeDocument/2006/relationships/slide" Target="../slides/slide3564.xml"/><Relationship Id="rId1" Type="http://schemas.openxmlformats.org/officeDocument/2006/relationships/notesMaster" Target="../notesMasters/notesMaster1.xml"/></Relationships>
</file>

<file path=ppt/notesSlides/_rels/notesSlide3431.xml.rels><?xml version="1.0" encoding="UTF-8" standalone="yes"?>
<Relationships xmlns="http://schemas.openxmlformats.org/package/2006/relationships"><Relationship Id="rId2" Type="http://schemas.openxmlformats.org/officeDocument/2006/relationships/slide" Target="../slides/slide3565.xml"/><Relationship Id="rId1" Type="http://schemas.openxmlformats.org/officeDocument/2006/relationships/notesMaster" Target="../notesMasters/notesMaster1.xml"/></Relationships>
</file>

<file path=ppt/notesSlides/_rels/notesSlide3432.xml.rels><?xml version="1.0" encoding="UTF-8" standalone="yes"?>
<Relationships xmlns="http://schemas.openxmlformats.org/package/2006/relationships"><Relationship Id="rId2" Type="http://schemas.openxmlformats.org/officeDocument/2006/relationships/slide" Target="../slides/slide3566.xml"/><Relationship Id="rId1" Type="http://schemas.openxmlformats.org/officeDocument/2006/relationships/notesMaster" Target="../notesMasters/notesMaster1.xml"/></Relationships>
</file>

<file path=ppt/notesSlides/_rels/notesSlide3433.xml.rels><?xml version="1.0" encoding="UTF-8" standalone="yes"?>
<Relationships xmlns="http://schemas.openxmlformats.org/package/2006/relationships"><Relationship Id="rId2" Type="http://schemas.openxmlformats.org/officeDocument/2006/relationships/slide" Target="../slides/slide3567.xml"/><Relationship Id="rId1" Type="http://schemas.openxmlformats.org/officeDocument/2006/relationships/notesMaster" Target="../notesMasters/notesMaster1.xml"/></Relationships>
</file>

<file path=ppt/notesSlides/_rels/notesSlide3434.xml.rels><?xml version="1.0" encoding="UTF-8" standalone="yes"?>
<Relationships xmlns="http://schemas.openxmlformats.org/package/2006/relationships"><Relationship Id="rId2" Type="http://schemas.openxmlformats.org/officeDocument/2006/relationships/slide" Target="../slides/slide3568.xml"/><Relationship Id="rId1" Type="http://schemas.openxmlformats.org/officeDocument/2006/relationships/notesMaster" Target="../notesMasters/notesMaster1.xml"/></Relationships>
</file>

<file path=ppt/notesSlides/_rels/notesSlide3435.xml.rels><?xml version="1.0" encoding="UTF-8" standalone="yes"?>
<Relationships xmlns="http://schemas.openxmlformats.org/package/2006/relationships"><Relationship Id="rId2" Type="http://schemas.openxmlformats.org/officeDocument/2006/relationships/slide" Target="../slides/slide3569.xml"/><Relationship Id="rId1" Type="http://schemas.openxmlformats.org/officeDocument/2006/relationships/notesMaster" Target="../notesMasters/notesMaster1.xml"/></Relationships>
</file>

<file path=ppt/notesSlides/_rels/notesSlide3436.xml.rels><?xml version="1.0" encoding="UTF-8" standalone="yes"?>
<Relationships xmlns="http://schemas.openxmlformats.org/package/2006/relationships"><Relationship Id="rId2" Type="http://schemas.openxmlformats.org/officeDocument/2006/relationships/slide" Target="../slides/slide3570.xml"/><Relationship Id="rId1" Type="http://schemas.openxmlformats.org/officeDocument/2006/relationships/notesMaster" Target="../notesMasters/notesMaster1.xml"/></Relationships>
</file>

<file path=ppt/notesSlides/_rels/notesSlide3437.xml.rels><?xml version="1.0" encoding="UTF-8" standalone="yes"?>
<Relationships xmlns="http://schemas.openxmlformats.org/package/2006/relationships"><Relationship Id="rId2" Type="http://schemas.openxmlformats.org/officeDocument/2006/relationships/slide" Target="../slides/slide3571.xml"/><Relationship Id="rId1" Type="http://schemas.openxmlformats.org/officeDocument/2006/relationships/notesMaster" Target="../notesMasters/notesMaster1.xml"/></Relationships>
</file>

<file path=ppt/notesSlides/_rels/notesSlide3438.xml.rels><?xml version="1.0" encoding="UTF-8" standalone="yes"?>
<Relationships xmlns="http://schemas.openxmlformats.org/package/2006/relationships"><Relationship Id="rId2" Type="http://schemas.openxmlformats.org/officeDocument/2006/relationships/slide" Target="../slides/slide3572.xml"/><Relationship Id="rId1" Type="http://schemas.openxmlformats.org/officeDocument/2006/relationships/notesMaster" Target="../notesMasters/notesMaster1.xml"/></Relationships>
</file>

<file path=ppt/notesSlides/_rels/notesSlide3439.xml.rels><?xml version="1.0" encoding="UTF-8" standalone="yes"?>
<Relationships xmlns="http://schemas.openxmlformats.org/package/2006/relationships"><Relationship Id="rId2" Type="http://schemas.openxmlformats.org/officeDocument/2006/relationships/slide" Target="../slides/slide3573.xml"/><Relationship Id="rId1" Type="http://schemas.openxmlformats.org/officeDocument/2006/relationships/notesMaster" Target="../notesMasters/notesMaster1.xml"/></Relationships>
</file>

<file path=ppt/notesSlides/_rels/notesSlide3440.xml.rels><?xml version="1.0" encoding="UTF-8" standalone="yes"?>
<Relationships xmlns="http://schemas.openxmlformats.org/package/2006/relationships"><Relationship Id="rId2" Type="http://schemas.openxmlformats.org/officeDocument/2006/relationships/slide" Target="../slides/slide3574.xml"/><Relationship Id="rId1" Type="http://schemas.openxmlformats.org/officeDocument/2006/relationships/notesMaster" Target="../notesMasters/notesMaster1.xml"/></Relationships>
</file>

<file path=ppt/notesSlides/_rels/notesSlide3441.xml.rels><?xml version="1.0" encoding="UTF-8" standalone="yes"?>
<Relationships xmlns="http://schemas.openxmlformats.org/package/2006/relationships"><Relationship Id="rId2" Type="http://schemas.openxmlformats.org/officeDocument/2006/relationships/slide" Target="../slides/slide3575.xml"/><Relationship Id="rId1" Type="http://schemas.openxmlformats.org/officeDocument/2006/relationships/notesMaster" Target="../notesMasters/notesMaster1.xml"/></Relationships>
</file>

<file path=ppt/notesSlides/_rels/notesSlide3442.xml.rels><?xml version="1.0" encoding="UTF-8" standalone="yes"?>
<Relationships xmlns="http://schemas.openxmlformats.org/package/2006/relationships"><Relationship Id="rId2" Type="http://schemas.openxmlformats.org/officeDocument/2006/relationships/slide" Target="../slides/slide3576.xml"/><Relationship Id="rId1" Type="http://schemas.openxmlformats.org/officeDocument/2006/relationships/notesMaster" Target="../notesMasters/notesMaster1.xml"/></Relationships>
</file>

<file path=ppt/notesSlides/_rels/notesSlide3443.xml.rels><?xml version="1.0" encoding="UTF-8" standalone="yes"?>
<Relationships xmlns="http://schemas.openxmlformats.org/package/2006/relationships"><Relationship Id="rId2" Type="http://schemas.openxmlformats.org/officeDocument/2006/relationships/slide" Target="../slides/slide3577.xml"/><Relationship Id="rId1" Type="http://schemas.openxmlformats.org/officeDocument/2006/relationships/notesMaster" Target="../notesMasters/notesMaster1.xml"/></Relationships>
</file>

<file path=ppt/notesSlides/_rels/notesSlide3444.xml.rels><?xml version="1.0" encoding="UTF-8" standalone="yes"?>
<Relationships xmlns="http://schemas.openxmlformats.org/package/2006/relationships"><Relationship Id="rId2" Type="http://schemas.openxmlformats.org/officeDocument/2006/relationships/slide" Target="../slides/slide3578.xml"/><Relationship Id="rId1" Type="http://schemas.openxmlformats.org/officeDocument/2006/relationships/notesMaster" Target="../notesMasters/notesMaster1.xml"/></Relationships>
</file>

<file path=ppt/notesSlides/_rels/notesSlide3445.xml.rels><?xml version="1.0" encoding="UTF-8" standalone="yes"?>
<Relationships xmlns="http://schemas.openxmlformats.org/package/2006/relationships"><Relationship Id="rId2" Type="http://schemas.openxmlformats.org/officeDocument/2006/relationships/slide" Target="../slides/slide3579.xml"/><Relationship Id="rId1" Type="http://schemas.openxmlformats.org/officeDocument/2006/relationships/notesMaster" Target="../notesMasters/notesMaster1.xml"/></Relationships>
</file>

<file path=ppt/notesSlides/_rels/notesSlide3446.xml.rels><?xml version="1.0" encoding="UTF-8" standalone="yes"?>
<Relationships xmlns="http://schemas.openxmlformats.org/package/2006/relationships"><Relationship Id="rId2" Type="http://schemas.openxmlformats.org/officeDocument/2006/relationships/slide" Target="../slides/slide3580.xml"/><Relationship Id="rId1" Type="http://schemas.openxmlformats.org/officeDocument/2006/relationships/notesMaster" Target="../notesMasters/notesMaster1.xml"/></Relationships>
</file>

<file path=ppt/notesSlides/_rels/notesSlide3447.xml.rels><?xml version="1.0" encoding="UTF-8" standalone="yes"?>
<Relationships xmlns="http://schemas.openxmlformats.org/package/2006/relationships"><Relationship Id="rId2" Type="http://schemas.openxmlformats.org/officeDocument/2006/relationships/slide" Target="../slides/slide3581.xml"/><Relationship Id="rId1" Type="http://schemas.openxmlformats.org/officeDocument/2006/relationships/notesMaster" Target="../notesMasters/notesMaster1.xml"/></Relationships>
</file>

<file path=ppt/notesSlides/_rels/notesSlide3448.xml.rels><?xml version="1.0" encoding="UTF-8" standalone="yes"?>
<Relationships xmlns="http://schemas.openxmlformats.org/package/2006/relationships"><Relationship Id="rId2" Type="http://schemas.openxmlformats.org/officeDocument/2006/relationships/slide" Target="../slides/slide3582.xml"/><Relationship Id="rId1" Type="http://schemas.openxmlformats.org/officeDocument/2006/relationships/notesMaster" Target="../notesMasters/notesMaster1.xml"/></Relationships>
</file>

<file path=ppt/notesSlides/_rels/notesSlide3449.xml.rels><?xml version="1.0" encoding="UTF-8" standalone="yes"?>
<Relationships xmlns="http://schemas.openxmlformats.org/package/2006/relationships"><Relationship Id="rId2" Type="http://schemas.openxmlformats.org/officeDocument/2006/relationships/slide" Target="../slides/slide3583.xml"/><Relationship Id="rId1" Type="http://schemas.openxmlformats.org/officeDocument/2006/relationships/notesMaster" Target="../notesMasters/notesMaster1.xml"/></Relationships>
</file>

<file path=ppt/notesSlides/_rels/notesSlide3450.xml.rels><?xml version="1.0" encoding="UTF-8" standalone="yes"?>
<Relationships xmlns="http://schemas.openxmlformats.org/package/2006/relationships"><Relationship Id="rId2" Type="http://schemas.openxmlformats.org/officeDocument/2006/relationships/slide" Target="../slides/slide3584.xml"/><Relationship Id="rId1" Type="http://schemas.openxmlformats.org/officeDocument/2006/relationships/notesMaster" Target="../notesMasters/notesMaster1.xml"/></Relationships>
</file>

<file path=ppt/notesSlides/_rels/notesSlide3451.xml.rels><?xml version="1.0" encoding="UTF-8" standalone="yes"?>
<Relationships xmlns="http://schemas.openxmlformats.org/package/2006/relationships"><Relationship Id="rId2" Type="http://schemas.openxmlformats.org/officeDocument/2006/relationships/slide" Target="../slides/slide3585.xml"/><Relationship Id="rId1" Type="http://schemas.openxmlformats.org/officeDocument/2006/relationships/notesMaster" Target="../notesMasters/notesMaster1.xml"/></Relationships>
</file>

<file path=ppt/notesSlides/_rels/notesSlide3452.xml.rels><?xml version="1.0" encoding="UTF-8" standalone="yes"?>
<Relationships xmlns="http://schemas.openxmlformats.org/package/2006/relationships"><Relationship Id="rId2" Type="http://schemas.openxmlformats.org/officeDocument/2006/relationships/slide" Target="../slides/slide3586.xml"/><Relationship Id="rId1" Type="http://schemas.openxmlformats.org/officeDocument/2006/relationships/notesMaster" Target="../notesMasters/notesMaster1.xml"/></Relationships>
</file>

<file path=ppt/notesSlides/_rels/notesSlide3453.xml.rels><?xml version="1.0" encoding="UTF-8" standalone="yes"?>
<Relationships xmlns="http://schemas.openxmlformats.org/package/2006/relationships"><Relationship Id="rId2" Type="http://schemas.openxmlformats.org/officeDocument/2006/relationships/slide" Target="../slides/slide3587.xml"/><Relationship Id="rId1" Type="http://schemas.openxmlformats.org/officeDocument/2006/relationships/notesMaster" Target="../notesMasters/notesMaster1.xml"/></Relationships>
</file>

<file path=ppt/notesSlides/_rels/notesSlide3454.xml.rels><?xml version="1.0" encoding="UTF-8" standalone="yes"?>
<Relationships xmlns="http://schemas.openxmlformats.org/package/2006/relationships"><Relationship Id="rId2" Type="http://schemas.openxmlformats.org/officeDocument/2006/relationships/slide" Target="../slides/slide3588.xml"/><Relationship Id="rId1" Type="http://schemas.openxmlformats.org/officeDocument/2006/relationships/notesMaster" Target="../notesMasters/notesMaster1.xml"/></Relationships>
</file>

<file path=ppt/notesSlides/_rels/notesSlide3455.xml.rels><?xml version="1.0" encoding="UTF-8" standalone="yes"?>
<Relationships xmlns="http://schemas.openxmlformats.org/package/2006/relationships"><Relationship Id="rId2" Type="http://schemas.openxmlformats.org/officeDocument/2006/relationships/slide" Target="../slides/slide3589.xml"/><Relationship Id="rId1" Type="http://schemas.openxmlformats.org/officeDocument/2006/relationships/notesMaster" Target="../notesMasters/notesMaster1.xml"/></Relationships>
</file>

<file path=ppt/notesSlides/_rels/notesSlide3456.xml.rels><?xml version="1.0" encoding="UTF-8" standalone="yes"?>
<Relationships xmlns="http://schemas.openxmlformats.org/package/2006/relationships"><Relationship Id="rId2" Type="http://schemas.openxmlformats.org/officeDocument/2006/relationships/slide" Target="../slides/slide3590.xml"/><Relationship Id="rId1" Type="http://schemas.openxmlformats.org/officeDocument/2006/relationships/notesMaster" Target="../notesMasters/notesMaster1.xml"/></Relationships>
</file>

<file path=ppt/notesSlides/_rels/notesSlide3457.xml.rels><?xml version="1.0" encoding="UTF-8" standalone="yes"?>
<Relationships xmlns="http://schemas.openxmlformats.org/package/2006/relationships"><Relationship Id="rId2" Type="http://schemas.openxmlformats.org/officeDocument/2006/relationships/slide" Target="../slides/slide3591.xml"/><Relationship Id="rId1" Type="http://schemas.openxmlformats.org/officeDocument/2006/relationships/notesMaster" Target="../notesMasters/notesMaster1.xml"/></Relationships>
</file>

<file path=ppt/notesSlides/_rels/notesSlide3458.xml.rels><?xml version="1.0" encoding="UTF-8" standalone="yes"?>
<Relationships xmlns="http://schemas.openxmlformats.org/package/2006/relationships"><Relationship Id="rId2" Type="http://schemas.openxmlformats.org/officeDocument/2006/relationships/slide" Target="../slides/slide3592.xml"/><Relationship Id="rId1" Type="http://schemas.openxmlformats.org/officeDocument/2006/relationships/notesMaster" Target="../notesMasters/notesMaster1.xml"/></Relationships>
</file>

<file path=ppt/notesSlides/_rels/notesSlide3459.xml.rels><?xml version="1.0" encoding="UTF-8" standalone="yes"?>
<Relationships xmlns="http://schemas.openxmlformats.org/package/2006/relationships"><Relationship Id="rId2" Type="http://schemas.openxmlformats.org/officeDocument/2006/relationships/slide" Target="../slides/slide3593.xml"/><Relationship Id="rId1" Type="http://schemas.openxmlformats.org/officeDocument/2006/relationships/notesMaster" Target="../notesMasters/notesMaster1.xml"/></Relationships>
</file>

<file path=ppt/notesSlides/_rels/notesSlide3460.xml.rels><?xml version="1.0" encoding="UTF-8" standalone="yes"?>
<Relationships xmlns="http://schemas.openxmlformats.org/package/2006/relationships"><Relationship Id="rId2" Type="http://schemas.openxmlformats.org/officeDocument/2006/relationships/slide" Target="../slides/slide3594.xml"/><Relationship Id="rId1" Type="http://schemas.openxmlformats.org/officeDocument/2006/relationships/notesMaster" Target="../notesMasters/notesMaster1.xml"/></Relationships>
</file>

<file path=ppt/notesSlides/_rels/notesSlide3461.xml.rels><?xml version="1.0" encoding="UTF-8" standalone="yes"?>
<Relationships xmlns="http://schemas.openxmlformats.org/package/2006/relationships"><Relationship Id="rId2" Type="http://schemas.openxmlformats.org/officeDocument/2006/relationships/slide" Target="../slides/slide3595.xml"/><Relationship Id="rId1" Type="http://schemas.openxmlformats.org/officeDocument/2006/relationships/notesMaster" Target="../notesMasters/notesMaster1.xml"/></Relationships>
</file>

<file path=ppt/notesSlides/_rels/notesSlide3462.xml.rels><?xml version="1.0" encoding="UTF-8" standalone="yes"?>
<Relationships xmlns="http://schemas.openxmlformats.org/package/2006/relationships"><Relationship Id="rId2" Type="http://schemas.openxmlformats.org/officeDocument/2006/relationships/slide" Target="../slides/slide3596.xml"/><Relationship Id="rId1" Type="http://schemas.openxmlformats.org/officeDocument/2006/relationships/notesMaster" Target="../notesMasters/notesMaster1.xml"/></Relationships>
</file>

<file path=ppt/notesSlides/_rels/notesSlide3463.xml.rels><?xml version="1.0" encoding="UTF-8" standalone="yes"?>
<Relationships xmlns="http://schemas.openxmlformats.org/package/2006/relationships"><Relationship Id="rId2" Type="http://schemas.openxmlformats.org/officeDocument/2006/relationships/slide" Target="../slides/slide3597.xml"/><Relationship Id="rId1" Type="http://schemas.openxmlformats.org/officeDocument/2006/relationships/notesMaster" Target="../notesMasters/notesMaster1.xml"/></Relationships>
</file>

<file path=ppt/notesSlides/_rels/notesSlide3464.xml.rels><?xml version="1.0" encoding="UTF-8" standalone="yes"?>
<Relationships xmlns="http://schemas.openxmlformats.org/package/2006/relationships"><Relationship Id="rId2" Type="http://schemas.openxmlformats.org/officeDocument/2006/relationships/slide" Target="../slides/slide3598.xml"/><Relationship Id="rId1" Type="http://schemas.openxmlformats.org/officeDocument/2006/relationships/notesMaster" Target="../notesMasters/notesMaster1.xml"/></Relationships>
</file>

<file path=ppt/notesSlides/_rels/notesSlide3465.xml.rels><?xml version="1.0" encoding="UTF-8" standalone="yes"?>
<Relationships xmlns="http://schemas.openxmlformats.org/package/2006/relationships"><Relationship Id="rId2" Type="http://schemas.openxmlformats.org/officeDocument/2006/relationships/slide" Target="../slides/slide3599.xml"/><Relationship Id="rId1" Type="http://schemas.openxmlformats.org/officeDocument/2006/relationships/notesMaster" Target="../notesMasters/notesMaster1.xml"/></Relationships>
</file>

<file path=ppt/notesSlides/_rels/notesSlide3466.xml.rels><?xml version="1.0" encoding="UTF-8" standalone="yes"?>
<Relationships xmlns="http://schemas.openxmlformats.org/package/2006/relationships"><Relationship Id="rId2" Type="http://schemas.openxmlformats.org/officeDocument/2006/relationships/slide" Target="../slides/slide3600.xml"/><Relationship Id="rId1" Type="http://schemas.openxmlformats.org/officeDocument/2006/relationships/notesMaster" Target="../notesMasters/notesMaster1.xml"/></Relationships>
</file>

<file path=ppt/notesSlides/_rels/notesSlide3467.xml.rels><?xml version="1.0" encoding="UTF-8" standalone="yes"?>
<Relationships xmlns="http://schemas.openxmlformats.org/package/2006/relationships"><Relationship Id="rId2" Type="http://schemas.openxmlformats.org/officeDocument/2006/relationships/slide" Target="../slides/slide3601.xml"/><Relationship Id="rId1" Type="http://schemas.openxmlformats.org/officeDocument/2006/relationships/notesMaster" Target="../notesMasters/notesMaster1.xml"/></Relationships>
</file>

<file path=ppt/notesSlides/_rels/notesSlide3468.xml.rels><?xml version="1.0" encoding="UTF-8" standalone="yes"?>
<Relationships xmlns="http://schemas.openxmlformats.org/package/2006/relationships"><Relationship Id="rId2" Type="http://schemas.openxmlformats.org/officeDocument/2006/relationships/slide" Target="../slides/slide3602.xml"/><Relationship Id="rId1" Type="http://schemas.openxmlformats.org/officeDocument/2006/relationships/notesMaster" Target="../notesMasters/notesMaster1.xml"/></Relationships>
</file>

<file path=ppt/notesSlides/_rels/notesSlide3469.xml.rels><?xml version="1.0" encoding="UTF-8" standalone="yes"?>
<Relationships xmlns="http://schemas.openxmlformats.org/package/2006/relationships"><Relationship Id="rId2" Type="http://schemas.openxmlformats.org/officeDocument/2006/relationships/slide" Target="../slides/slide3603.xml"/><Relationship Id="rId1" Type="http://schemas.openxmlformats.org/officeDocument/2006/relationships/notesMaster" Target="../notesMasters/notesMaster1.xml"/></Relationships>
</file>

<file path=ppt/notesSlides/_rels/notesSlide3470.xml.rels><?xml version="1.0" encoding="UTF-8" standalone="yes"?>
<Relationships xmlns="http://schemas.openxmlformats.org/package/2006/relationships"><Relationship Id="rId2" Type="http://schemas.openxmlformats.org/officeDocument/2006/relationships/slide" Target="../slides/slide3604.xml"/><Relationship Id="rId1" Type="http://schemas.openxmlformats.org/officeDocument/2006/relationships/notesMaster" Target="../notesMasters/notesMaster1.xml"/></Relationships>
</file>

<file path=ppt/notesSlides/_rels/notesSlide3471.xml.rels><?xml version="1.0" encoding="UTF-8" standalone="yes"?>
<Relationships xmlns="http://schemas.openxmlformats.org/package/2006/relationships"><Relationship Id="rId2" Type="http://schemas.openxmlformats.org/officeDocument/2006/relationships/slide" Target="../slides/slide3605.xml"/><Relationship Id="rId1" Type="http://schemas.openxmlformats.org/officeDocument/2006/relationships/notesMaster" Target="../notesMasters/notesMaster1.xml"/></Relationships>
</file>

<file path=ppt/notesSlides/_rels/notesSlide3472.xml.rels><?xml version="1.0" encoding="UTF-8" standalone="yes"?>
<Relationships xmlns="http://schemas.openxmlformats.org/package/2006/relationships"><Relationship Id="rId2" Type="http://schemas.openxmlformats.org/officeDocument/2006/relationships/slide" Target="../slides/slide3606.xml"/><Relationship Id="rId1" Type="http://schemas.openxmlformats.org/officeDocument/2006/relationships/notesMaster" Target="../notesMasters/notesMaster1.xml"/></Relationships>
</file>

<file path=ppt/notesSlides/_rels/notesSlide3473.xml.rels><?xml version="1.0" encoding="UTF-8" standalone="yes"?>
<Relationships xmlns="http://schemas.openxmlformats.org/package/2006/relationships"><Relationship Id="rId2" Type="http://schemas.openxmlformats.org/officeDocument/2006/relationships/slide" Target="../slides/slide3607.xml"/><Relationship Id="rId1" Type="http://schemas.openxmlformats.org/officeDocument/2006/relationships/notesMaster" Target="../notesMasters/notesMaster1.xml"/></Relationships>
</file>

<file path=ppt/notesSlides/_rels/notesSlide3474.xml.rels><?xml version="1.0" encoding="UTF-8" standalone="yes"?>
<Relationships xmlns="http://schemas.openxmlformats.org/package/2006/relationships"><Relationship Id="rId2" Type="http://schemas.openxmlformats.org/officeDocument/2006/relationships/slide" Target="../slides/slide3608.xml"/><Relationship Id="rId1" Type="http://schemas.openxmlformats.org/officeDocument/2006/relationships/notesMaster" Target="../notesMasters/notesMaster1.xml"/></Relationships>
</file>

<file path=ppt/notesSlides/_rels/notesSlide3475.xml.rels><?xml version="1.0" encoding="UTF-8" standalone="yes"?>
<Relationships xmlns="http://schemas.openxmlformats.org/package/2006/relationships"><Relationship Id="rId2" Type="http://schemas.openxmlformats.org/officeDocument/2006/relationships/slide" Target="../slides/slide3609.xml"/><Relationship Id="rId1" Type="http://schemas.openxmlformats.org/officeDocument/2006/relationships/notesMaster" Target="../notesMasters/notesMaster1.xml"/></Relationships>
</file>

<file path=ppt/notesSlides/_rels/notesSlide3476.xml.rels><?xml version="1.0" encoding="UTF-8" standalone="yes"?>
<Relationships xmlns="http://schemas.openxmlformats.org/package/2006/relationships"><Relationship Id="rId2" Type="http://schemas.openxmlformats.org/officeDocument/2006/relationships/slide" Target="../slides/slide3610.xml"/><Relationship Id="rId1" Type="http://schemas.openxmlformats.org/officeDocument/2006/relationships/notesMaster" Target="../notesMasters/notesMaster1.xml"/></Relationships>
</file>

<file path=ppt/notesSlides/_rels/notesSlide3477.xml.rels><?xml version="1.0" encoding="UTF-8" standalone="yes"?>
<Relationships xmlns="http://schemas.openxmlformats.org/package/2006/relationships"><Relationship Id="rId2" Type="http://schemas.openxmlformats.org/officeDocument/2006/relationships/slide" Target="../slides/slide3611.xml"/><Relationship Id="rId1" Type="http://schemas.openxmlformats.org/officeDocument/2006/relationships/notesMaster" Target="../notesMasters/notesMaster1.xml"/></Relationships>
</file>

<file path=ppt/notesSlides/_rels/notesSlide3478.xml.rels><?xml version="1.0" encoding="UTF-8" standalone="yes"?>
<Relationships xmlns="http://schemas.openxmlformats.org/package/2006/relationships"><Relationship Id="rId2" Type="http://schemas.openxmlformats.org/officeDocument/2006/relationships/slide" Target="../slides/slide3612.xml"/><Relationship Id="rId1" Type="http://schemas.openxmlformats.org/officeDocument/2006/relationships/notesMaster" Target="../notesMasters/notesMaster1.xml"/></Relationships>
</file>

<file path=ppt/notesSlides/_rels/notesSlide3479.xml.rels><?xml version="1.0" encoding="UTF-8" standalone="yes"?>
<Relationships xmlns="http://schemas.openxmlformats.org/package/2006/relationships"><Relationship Id="rId2" Type="http://schemas.openxmlformats.org/officeDocument/2006/relationships/slide" Target="../slides/slide3613.xml"/><Relationship Id="rId1" Type="http://schemas.openxmlformats.org/officeDocument/2006/relationships/notesMaster" Target="../notesMasters/notesMaster1.xml"/></Relationships>
</file>

<file path=ppt/notesSlides/_rels/notesSlide3480.xml.rels><?xml version="1.0" encoding="UTF-8" standalone="yes"?>
<Relationships xmlns="http://schemas.openxmlformats.org/package/2006/relationships"><Relationship Id="rId2" Type="http://schemas.openxmlformats.org/officeDocument/2006/relationships/slide" Target="../slides/slide3614.xml"/><Relationship Id="rId1" Type="http://schemas.openxmlformats.org/officeDocument/2006/relationships/notesMaster" Target="../notesMasters/notesMaster1.xml"/></Relationships>
</file>

<file path=ppt/notesSlides/_rels/notesSlide3481.xml.rels><?xml version="1.0" encoding="UTF-8" standalone="yes"?>
<Relationships xmlns="http://schemas.openxmlformats.org/package/2006/relationships"><Relationship Id="rId2" Type="http://schemas.openxmlformats.org/officeDocument/2006/relationships/slide" Target="../slides/slide3615.xml"/><Relationship Id="rId1" Type="http://schemas.openxmlformats.org/officeDocument/2006/relationships/notesMaster" Target="../notesMasters/notesMaster1.xml"/></Relationships>
</file>

<file path=ppt/notesSlides/_rels/notesSlide3482.xml.rels><?xml version="1.0" encoding="UTF-8" standalone="yes"?>
<Relationships xmlns="http://schemas.openxmlformats.org/package/2006/relationships"><Relationship Id="rId2" Type="http://schemas.openxmlformats.org/officeDocument/2006/relationships/slide" Target="../slides/slide3616.xml"/><Relationship Id="rId1" Type="http://schemas.openxmlformats.org/officeDocument/2006/relationships/notesMaster" Target="../notesMasters/notesMaster1.xml"/></Relationships>
</file>

<file path=ppt/notesSlides/_rels/notesSlide3483.xml.rels><?xml version="1.0" encoding="UTF-8" standalone="yes"?>
<Relationships xmlns="http://schemas.openxmlformats.org/package/2006/relationships"><Relationship Id="rId2" Type="http://schemas.openxmlformats.org/officeDocument/2006/relationships/slide" Target="../slides/slide3617.xml"/><Relationship Id="rId1" Type="http://schemas.openxmlformats.org/officeDocument/2006/relationships/notesMaster" Target="../notesMasters/notesMaster1.xml"/></Relationships>
</file>

<file path=ppt/notesSlides/_rels/notesSlide3484.xml.rels><?xml version="1.0" encoding="UTF-8" standalone="yes"?>
<Relationships xmlns="http://schemas.openxmlformats.org/package/2006/relationships"><Relationship Id="rId2" Type="http://schemas.openxmlformats.org/officeDocument/2006/relationships/slide" Target="../slides/slide3618.xml"/><Relationship Id="rId1" Type="http://schemas.openxmlformats.org/officeDocument/2006/relationships/notesMaster" Target="../notesMasters/notesMaster1.xml"/></Relationships>
</file>

<file path=ppt/notesSlides/_rels/notesSlide3485.xml.rels><?xml version="1.0" encoding="UTF-8" standalone="yes"?>
<Relationships xmlns="http://schemas.openxmlformats.org/package/2006/relationships"><Relationship Id="rId2" Type="http://schemas.openxmlformats.org/officeDocument/2006/relationships/slide" Target="../slides/slide3619.xml"/><Relationship Id="rId1" Type="http://schemas.openxmlformats.org/officeDocument/2006/relationships/notesMaster" Target="../notesMasters/notesMaster1.xml"/></Relationships>
</file>

<file path=ppt/notesSlides/_rels/notesSlide3486.xml.rels><?xml version="1.0" encoding="UTF-8" standalone="yes"?>
<Relationships xmlns="http://schemas.openxmlformats.org/package/2006/relationships"><Relationship Id="rId2" Type="http://schemas.openxmlformats.org/officeDocument/2006/relationships/slide" Target="../slides/slide3620.xml"/><Relationship Id="rId1" Type="http://schemas.openxmlformats.org/officeDocument/2006/relationships/notesMaster" Target="../notesMasters/notesMaster1.xml"/></Relationships>
</file>

<file path=ppt/notesSlides/_rels/notesSlide3487.xml.rels><?xml version="1.0" encoding="UTF-8" standalone="yes"?>
<Relationships xmlns="http://schemas.openxmlformats.org/package/2006/relationships"><Relationship Id="rId2" Type="http://schemas.openxmlformats.org/officeDocument/2006/relationships/slide" Target="../slides/slide3621.xml"/><Relationship Id="rId1" Type="http://schemas.openxmlformats.org/officeDocument/2006/relationships/notesMaster" Target="../notesMasters/notesMaster1.xml"/></Relationships>
</file>

<file path=ppt/notesSlides/_rels/notesSlide3488.xml.rels><?xml version="1.0" encoding="UTF-8" standalone="yes"?>
<Relationships xmlns="http://schemas.openxmlformats.org/package/2006/relationships"><Relationship Id="rId2" Type="http://schemas.openxmlformats.org/officeDocument/2006/relationships/slide" Target="../slides/slide3622.xml"/><Relationship Id="rId1" Type="http://schemas.openxmlformats.org/officeDocument/2006/relationships/notesMaster" Target="../notesMasters/notesMaster1.xml"/></Relationships>
</file>

<file path=ppt/notesSlides/_rels/notesSlide3489.xml.rels><?xml version="1.0" encoding="UTF-8" standalone="yes"?>
<Relationships xmlns="http://schemas.openxmlformats.org/package/2006/relationships"><Relationship Id="rId2" Type="http://schemas.openxmlformats.org/officeDocument/2006/relationships/slide" Target="../slides/slide3623.xml"/><Relationship Id="rId1" Type="http://schemas.openxmlformats.org/officeDocument/2006/relationships/notesMaster" Target="../notesMasters/notesMaster1.xml"/></Relationships>
</file>

<file path=ppt/notesSlides/_rels/notesSlide3490.xml.rels><?xml version="1.0" encoding="UTF-8" standalone="yes"?>
<Relationships xmlns="http://schemas.openxmlformats.org/package/2006/relationships"><Relationship Id="rId2" Type="http://schemas.openxmlformats.org/officeDocument/2006/relationships/slide" Target="../slides/slide3624.xml"/><Relationship Id="rId1" Type="http://schemas.openxmlformats.org/officeDocument/2006/relationships/notesMaster" Target="../notesMasters/notesMaster1.xml"/></Relationships>
</file>

<file path=ppt/notesSlides/_rels/notesSlide3491.xml.rels><?xml version="1.0" encoding="UTF-8" standalone="yes"?>
<Relationships xmlns="http://schemas.openxmlformats.org/package/2006/relationships"><Relationship Id="rId2" Type="http://schemas.openxmlformats.org/officeDocument/2006/relationships/slide" Target="../slides/slide3625.xml"/><Relationship Id="rId1" Type="http://schemas.openxmlformats.org/officeDocument/2006/relationships/notesMaster" Target="../notesMasters/notesMaster1.xml"/></Relationships>
</file>

<file path=ppt/notesSlides/_rels/notesSlide3492.xml.rels><?xml version="1.0" encoding="UTF-8" standalone="yes"?>
<Relationships xmlns="http://schemas.openxmlformats.org/package/2006/relationships"><Relationship Id="rId2" Type="http://schemas.openxmlformats.org/officeDocument/2006/relationships/slide" Target="../slides/slide3626.xml"/><Relationship Id="rId1" Type="http://schemas.openxmlformats.org/officeDocument/2006/relationships/notesMaster" Target="../notesMasters/notesMaster1.xml"/></Relationships>
</file>

<file path=ppt/notesSlides/_rels/notesSlide3493.xml.rels><?xml version="1.0" encoding="UTF-8" standalone="yes"?>
<Relationships xmlns="http://schemas.openxmlformats.org/package/2006/relationships"><Relationship Id="rId2" Type="http://schemas.openxmlformats.org/officeDocument/2006/relationships/slide" Target="../slides/slide3627.xml"/><Relationship Id="rId1" Type="http://schemas.openxmlformats.org/officeDocument/2006/relationships/notesMaster" Target="../notesMasters/notesMaster1.xml"/></Relationships>
</file>

<file path=ppt/notesSlides/_rels/notesSlide3494.xml.rels><?xml version="1.0" encoding="UTF-8" standalone="yes"?>
<Relationships xmlns="http://schemas.openxmlformats.org/package/2006/relationships"><Relationship Id="rId2" Type="http://schemas.openxmlformats.org/officeDocument/2006/relationships/slide" Target="../slides/slide3628.xml"/><Relationship Id="rId1" Type="http://schemas.openxmlformats.org/officeDocument/2006/relationships/notesMaster" Target="../notesMasters/notesMaster1.xml"/></Relationships>
</file>

<file path=ppt/notesSlides/_rels/notesSlide3495.xml.rels><?xml version="1.0" encoding="UTF-8" standalone="yes"?>
<Relationships xmlns="http://schemas.openxmlformats.org/package/2006/relationships"><Relationship Id="rId2" Type="http://schemas.openxmlformats.org/officeDocument/2006/relationships/slide" Target="../slides/slide3629.xml"/><Relationship Id="rId1" Type="http://schemas.openxmlformats.org/officeDocument/2006/relationships/notesMaster" Target="../notesMasters/notesMaster1.xml"/></Relationships>
</file>

<file path=ppt/notesSlides/_rels/notesSlide3496.xml.rels><?xml version="1.0" encoding="UTF-8" standalone="yes"?>
<Relationships xmlns="http://schemas.openxmlformats.org/package/2006/relationships"><Relationship Id="rId2" Type="http://schemas.openxmlformats.org/officeDocument/2006/relationships/slide" Target="../slides/slide3630.xml"/><Relationship Id="rId1" Type="http://schemas.openxmlformats.org/officeDocument/2006/relationships/notesMaster" Target="../notesMasters/notesMaster1.xml"/></Relationships>
</file>

<file path=ppt/notesSlides/_rels/notesSlide3497.xml.rels><?xml version="1.0" encoding="UTF-8" standalone="yes"?>
<Relationships xmlns="http://schemas.openxmlformats.org/package/2006/relationships"><Relationship Id="rId2" Type="http://schemas.openxmlformats.org/officeDocument/2006/relationships/slide" Target="../slides/slide3631.xml"/><Relationship Id="rId1" Type="http://schemas.openxmlformats.org/officeDocument/2006/relationships/notesMaster" Target="../notesMasters/notesMaster1.xml"/></Relationships>
</file>

<file path=ppt/notesSlides/_rels/notesSlide3498.xml.rels><?xml version="1.0" encoding="UTF-8" standalone="yes"?>
<Relationships xmlns="http://schemas.openxmlformats.org/package/2006/relationships"><Relationship Id="rId2" Type="http://schemas.openxmlformats.org/officeDocument/2006/relationships/slide" Target="../slides/slide3632.xml"/><Relationship Id="rId1" Type="http://schemas.openxmlformats.org/officeDocument/2006/relationships/notesMaster" Target="../notesMasters/notesMaster1.xml"/></Relationships>
</file>

<file path=ppt/notesSlides/_rels/notesSlide3499.xml.rels><?xml version="1.0" encoding="UTF-8" standalone="yes"?>
<Relationships xmlns="http://schemas.openxmlformats.org/package/2006/relationships"><Relationship Id="rId2" Type="http://schemas.openxmlformats.org/officeDocument/2006/relationships/slide" Target="../slides/slide3633.xml"/><Relationship Id="rId1" Type="http://schemas.openxmlformats.org/officeDocument/2006/relationships/notesMaster" Target="../notesMasters/notesMaster1.xml"/></Relationships>
</file>

<file path=ppt/notesSlides/_rels/notesSlide3500.xml.rels><?xml version="1.0" encoding="UTF-8" standalone="yes"?>
<Relationships xmlns="http://schemas.openxmlformats.org/package/2006/relationships"><Relationship Id="rId2" Type="http://schemas.openxmlformats.org/officeDocument/2006/relationships/slide" Target="../slides/slide3634.xml"/><Relationship Id="rId1" Type="http://schemas.openxmlformats.org/officeDocument/2006/relationships/notesMaster" Target="../notesMasters/notesMaster1.xml"/></Relationships>
</file>

<file path=ppt/notesSlides/_rels/notesSlide3501.xml.rels><?xml version="1.0" encoding="UTF-8" standalone="yes"?>
<Relationships xmlns="http://schemas.openxmlformats.org/package/2006/relationships"><Relationship Id="rId2" Type="http://schemas.openxmlformats.org/officeDocument/2006/relationships/slide" Target="../slides/slide3635.xml"/><Relationship Id="rId1" Type="http://schemas.openxmlformats.org/officeDocument/2006/relationships/notesMaster" Target="../notesMasters/notesMaster1.xml"/></Relationships>
</file>

<file path=ppt/notesSlides/_rels/notesSlide3502.xml.rels><?xml version="1.0" encoding="UTF-8" standalone="yes"?>
<Relationships xmlns="http://schemas.openxmlformats.org/package/2006/relationships"><Relationship Id="rId2" Type="http://schemas.openxmlformats.org/officeDocument/2006/relationships/slide" Target="../slides/slide3636.xml"/><Relationship Id="rId1" Type="http://schemas.openxmlformats.org/officeDocument/2006/relationships/notesMaster" Target="../notesMasters/notesMaster1.xml"/></Relationships>
</file>

<file path=ppt/notesSlides/_rels/notesSlide3503.xml.rels><?xml version="1.0" encoding="UTF-8" standalone="yes"?>
<Relationships xmlns="http://schemas.openxmlformats.org/package/2006/relationships"><Relationship Id="rId2" Type="http://schemas.openxmlformats.org/officeDocument/2006/relationships/slide" Target="../slides/slide3637.xml"/><Relationship Id="rId1" Type="http://schemas.openxmlformats.org/officeDocument/2006/relationships/notesMaster" Target="../notesMasters/notesMaster1.xml"/></Relationships>
</file>

<file path=ppt/notesSlides/_rels/notesSlide3504.xml.rels><?xml version="1.0" encoding="UTF-8" standalone="yes"?>
<Relationships xmlns="http://schemas.openxmlformats.org/package/2006/relationships"><Relationship Id="rId2" Type="http://schemas.openxmlformats.org/officeDocument/2006/relationships/slide" Target="../slides/slide3638.xml"/><Relationship Id="rId1" Type="http://schemas.openxmlformats.org/officeDocument/2006/relationships/notesMaster" Target="../notesMasters/notesMaster1.xml"/></Relationships>
</file>

<file path=ppt/notesSlides/_rels/notesSlide3505.xml.rels><?xml version="1.0" encoding="UTF-8" standalone="yes"?>
<Relationships xmlns="http://schemas.openxmlformats.org/package/2006/relationships"><Relationship Id="rId2" Type="http://schemas.openxmlformats.org/officeDocument/2006/relationships/slide" Target="../slides/slide3639.xml"/><Relationship Id="rId1" Type="http://schemas.openxmlformats.org/officeDocument/2006/relationships/notesMaster" Target="../notesMasters/notesMaster1.xml"/></Relationships>
</file>

<file path=ppt/notesSlides/_rels/notesSlide3506.xml.rels><?xml version="1.0" encoding="UTF-8" standalone="yes"?>
<Relationships xmlns="http://schemas.openxmlformats.org/package/2006/relationships"><Relationship Id="rId2" Type="http://schemas.openxmlformats.org/officeDocument/2006/relationships/slide" Target="../slides/slide3640.xml"/><Relationship Id="rId1" Type="http://schemas.openxmlformats.org/officeDocument/2006/relationships/notesMaster" Target="../notesMasters/notesMaster1.xml"/></Relationships>
</file>

<file path=ppt/notesSlides/_rels/notesSlide3507.xml.rels><?xml version="1.0" encoding="UTF-8" standalone="yes"?>
<Relationships xmlns="http://schemas.openxmlformats.org/package/2006/relationships"><Relationship Id="rId2" Type="http://schemas.openxmlformats.org/officeDocument/2006/relationships/slide" Target="../slides/slide3641.xml"/><Relationship Id="rId1" Type="http://schemas.openxmlformats.org/officeDocument/2006/relationships/notesMaster" Target="../notesMasters/notesMaster1.xml"/></Relationships>
</file>

<file path=ppt/notesSlides/_rels/notesSlide3508.xml.rels><?xml version="1.0" encoding="UTF-8" standalone="yes"?>
<Relationships xmlns="http://schemas.openxmlformats.org/package/2006/relationships"><Relationship Id="rId2" Type="http://schemas.openxmlformats.org/officeDocument/2006/relationships/slide" Target="../slides/slide3642.xml"/><Relationship Id="rId1" Type="http://schemas.openxmlformats.org/officeDocument/2006/relationships/notesMaster" Target="../notesMasters/notesMaster1.xml"/></Relationships>
</file>

<file path=ppt/notesSlides/_rels/notesSlide3509.xml.rels><?xml version="1.0" encoding="UTF-8" standalone="yes"?>
<Relationships xmlns="http://schemas.openxmlformats.org/package/2006/relationships"><Relationship Id="rId2" Type="http://schemas.openxmlformats.org/officeDocument/2006/relationships/slide" Target="../slides/slide3643.xml"/><Relationship Id="rId1" Type="http://schemas.openxmlformats.org/officeDocument/2006/relationships/notesMaster" Target="../notesMasters/notesMaster1.xml"/></Relationships>
</file>

<file path=ppt/notesSlides/_rels/notesSlide3510.xml.rels><?xml version="1.0" encoding="UTF-8" standalone="yes"?>
<Relationships xmlns="http://schemas.openxmlformats.org/package/2006/relationships"><Relationship Id="rId2" Type="http://schemas.openxmlformats.org/officeDocument/2006/relationships/slide" Target="../slides/slide3644.xml"/><Relationship Id="rId1" Type="http://schemas.openxmlformats.org/officeDocument/2006/relationships/notesMaster" Target="../notesMasters/notesMaster1.xml"/></Relationships>
</file>

<file path=ppt/notesSlides/_rels/notesSlide3511.xml.rels><?xml version="1.0" encoding="UTF-8" standalone="yes"?>
<Relationships xmlns="http://schemas.openxmlformats.org/package/2006/relationships"><Relationship Id="rId2" Type="http://schemas.openxmlformats.org/officeDocument/2006/relationships/slide" Target="../slides/slide3645.xml"/><Relationship Id="rId1" Type="http://schemas.openxmlformats.org/officeDocument/2006/relationships/notesMaster" Target="../notesMasters/notesMaster1.xml"/></Relationships>
</file>

<file path=ppt/notesSlides/_rels/notesSlide3512.xml.rels><?xml version="1.0" encoding="UTF-8" standalone="yes"?>
<Relationships xmlns="http://schemas.openxmlformats.org/package/2006/relationships"><Relationship Id="rId2" Type="http://schemas.openxmlformats.org/officeDocument/2006/relationships/slide" Target="../slides/slide3646.xml"/><Relationship Id="rId1" Type="http://schemas.openxmlformats.org/officeDocument/2006/relationships/notesMaster" Target="../notesMasters/notesMaster1.xml"/></Relationships>
</file>

<file path=ppt/notesSlides/_rels/notesSlide3513.xml.rels><?xml version="1.0" encoding="UTF-8" standalone="yes"?>
<Relationships xmlns="http://schemas.openxmlformats.org/package/2006/relationships"><Relationship Id="rId2" Type="http://schemas.openxmlformats.org/officeDocument/2006/relationships/slide" Target="../slides/slide3647.xml"/><Relationship Id="rId1" Type="http://schemas.openxmlformats.org/officeDocument/2006/relationships/notesMaster" Target="../notesMasters/notesMaster1.xml"/></Relationships>
</file>

<file path=ppt/notesSlides/_rels/notesSlide3514.xml.rels><?xml version="1.0" encoding="UTF-8" standalone="yes"?>
<Relationships xmlns="http://schemas.openxmlformats.org/package/2006/relationships"><Relationship Id="rId2" Type="http://schemas.openxmlformats.org/officeDocument/2006/relationships/slide" Target="../slides/slide3648.xml"/><Relationship Id="rId1" Type="http://schemas.openxmlformats.org/officeDocument/2006/relationships/notesMaster" Target="../notesMasters/notesMaster1.xml"/></Relationships>
</file>

<file path=ppt/notesSlides/_rels/notesSlide3515.xml.rels><?xml version="1.0" encoding="UTF-8" standalone="yes"?>
<Relationships xmlns="http://schemas.openxmlformats.org/package/2006/relationships"><Relationship Id="rId2" Type="http://schemas.openxmlformats.org/officeDocument/2006/relationships/slide" Target="../slides/slide3649.xml"/><Relationship Id="rId1" Type="http://schemas.openxmlformats.org/officeDocument/2006/relationships/notesMaster" Target="../notesMasters/notesMaster1.xml"/></Relationships>
</file>

<file path=ppt/notesSlides/_rels/notesSlide3516.xml.rels><?xml version="1.0" encoding="UTF-8" standalone="yes"?>
<Relationships xmlns="http://schemas.openxmlformats.org/package/2006/relationships"><Relationship Id="rId2" Type="http://schemas.openxmlformats.org/officeDocument/2006/relationships/slide" Target="../slides/slide3650.xml"/><Relationship Id="rId1" Type="http://schemas.openxmlformats.org/officeDocument/2006/relationships/notesMaster" Target="../notesMasters/notesMaster1.xml"/></Relationships>
</file>

<file path=ppt/notesSlides/_rels/notesSlide3517.xml.rels><?xml version="1.0" encoding="UTF-8" standalone="yes"?>
<Relationships xmlns="http://schemas.openxmlformats.org/package/2006/relationships"><Relationship Id="rId2" Type="http://schemas.openxmlformats.org/officeDocument/2006/relationships/slide" Target="../slides/slide3651.xml"/><Relationship Id="rId1" Type="http://schemas.openxmlformats.org/officeDocument/2006/relationships/notesMaster" Target="../notesMasters/notesMaster1.xml"/></Relationships>
</file>

<file path=ppt/notesSlides/_rels/notesSlide3518.xml.rels><?xml version="1.0" encoding="UTF-8" standalone="yes"?>
<Relationships xmlns="http://schemas.openxmlformats.org/package/2006/relationships"><Relationship Id="rId2" Type="http://schemas.openxmlformats.org/officeDocument/2006/relationships/slide" Target="../slides/slide3652.xml"/><Relationship Id="rId1" Type="http://schemas.openxmlformats.org/officeDocument/2006/relationships/notesMaster" Target="../notesMasters/notesMaster1.xml"/></Relationships>
</file>

<file path=ppt/notesSlides/_rels/notesSlide3519.xml.rels><?xml version="1.0" encoding="UTF-8" standalone="yes"?>
<Relationships xmlns="http://schemas.openxmlformats.org/package/2006/relationships"><Relationship Id="rId2" Type="http://schemas.openxmlformats.org/officeDocument/2006/relationships/slide" Target="../slides/slide3653.xml"/><Relationship Id="rId1" Type="http://schemas.openxmlformats.org/officeDocument/2006/relationships/notesMaster" Target="../notesMasters/notesMaster1.xml"/></Relationships>
</file>

<file path=ppt/notesSlides/_rels/notesSlide3520.xml.rels><?xml version="1.0" encoding="UTF-8" standalone="yes"?>
<Relationships xmlns="http://schemas.openxmlformats.org/package/2006/relationships"><Relationship Id="rId2" Type="http://schemas.openxmlformats.org/officeDocument/2006/relationships/slide" Target="../slides/slide3654.xml"/><Relationship Id="rId1" Type="http://schemas.openxmlformats.org/officeDocument/2006/relationships/notesMaster" Target="../notesMasters/notesMaster1.xml"/></Relationships>
</file>

<file path=ppt/notesSlides/_rels/notesSlide3521.xml.rels><?xml version="1.0" encoding="UTF-8" standalone="yes"?>
<Relationships xmlns="http://schemas.openxmlformats.org/package/2006/relationships"><Relationship Id="rId2" Type="http://schemas.openxmlformats.org/officeDocument/2006/relationships/slide" Target="../slides/slide3655.xml"/><Relationship Id="rId1" Type="http://schemas.openxmlformats.org/officeDocument/2006/relationships/notesMaster" Target="../notesMasters/notesMaster1.xml"/></Relationships>
</file>

<file path=ppt/notesSlides/_rels/notesSlide3522.xml.rels><?xml version="1.0" encoding="UTF-8" standalone="yes"?>
<Relationships xmlns="http://schemas.openxmlformats.org/package/2006/relationships"><Relationship Id="rId2" Type="http://schemas.openxmlformats.org/officeDocument/2006/relationships/slide" Target="../slides/slide3656.xml"/><Relationship Id="rId1" Type="http://schemas.openxmlformats.org/officeDocument/2006/relationships/notesMaster" Target="../notesMasters/notesMaster1.xml"/></Relationships>
</file>

<file path=ppt/notesSlides/_rels/notesSlide3523.xml.rels><?xml version="1.0" encoding="UTF-8" standalone="yes"?>
<Relationships xmlns="http://schemas.openxmlformats.org/package/2006/relationships"><Relationship Id="rId2" Type="http://schemas.openxmlformats.org/officeDocument/2006/relationships/slide" Target="../slides/slide3657.xml"/><Relationship Id="rId1" Type="http://schemas.openxmlformats.org/officeDocument/2006/relationships/notesMaster" Target="../notesMasters/notesMaster1.xml"/></Relationships>
</file>

<file path=ppt/notesSlides/_rels/notesSlide3524.xml.rels><?xml version="1.0" encoding="UTF-8" standalone="yes"?>
<Relationships xmlns="http://schemas.openxmlformats.org/package/2006/relationships"><Relationship Id="rId2" Type="http://schemas.openxmlformats.org/officeDocument/2006/relationships/slide" Target="../slides/slide3658.xml"/><Relationship Id="rId1" Type="http://schemas.openxmlformats.org/officeDocument/2006/relationships/notesMaster" Target="../notesMasters/notesMaster1.xml"/></Relationships>
</file>

<file path=ppt/notesSlides/_rels/notesSlide3525.xml.rels><?xml version="1.0" encoding="UTF-8" standalone="yes"?>
<Relationships xmlns="http://schemas.openxmlformats.org/package/2006/relationships"><Relationship Id="rId2" Type="http://schemas.openxmlformats.org/officeDocument/2006/relationships/slide" Target="../slides/slide3659.xml"/><Relationship Id="rId1" Type="http://schemas.openxmlformats.org/officeDocument/2006/relationships/notesMaster" Target="../notesMasters/notesMaster1.xml"/></Relationships>
</file>

<file path=ppt/notesSlides/_rels/notesSlide3526.xml.rels><?xml version="1.0" encoding="UTF-8" standalone="yes"?>
<Relationships xmlns="http://schemas.openxmlformats.org/package/2006/relationships"><Relationship Id="rId2" Type="http://schemas.openxmlformats.org/officeDocument/2006/relationships/slide" Target="../slides/slide3660.xml"/><Relationship Id="rId1" Type="http://schemas.openxmlformats.org/officeDocument/2006/relationships/notesMaster" Target="../notesMasters/notesMaster1.xml"/></Relationships>
</file>

<file path=ppt/notesSlides/_rels/notesSlide3527.xml.rels><?xml version="1.0" encoding="UTF-8" standalone="yes"?>
<Relationships xmlns="http://schemas.openxmlformats.org/package/2006/relationships"><Relationship Id="rId2" Type="http://schemas.openxmlformats.org/officeDocument/2006/relationships/slide" Target="../slides/slide3661.xml"/><Relationship Id="rId1" Type="http://schemas.openxmlformats.org/officeDocument/2006/relationships/notesMaster" Target="../notesMasters/notesMaster1.xml"/></Relationships>
</file>

<file path=ppt/notesSlides/_rels/notesSlide3528.xml.rels><?xml version="1.0" encoding="UTF-8" standalone="yes"?>
<Relationships xmlns="http://schemas.openxmlformats.org/package/2006/relationships"><Relationship Id="rId2" Type="http://schemas.openxmlformats.org/officeDocument/2006/relationships/slide" Target="../slides/slide3662.xml"/><Relationship Id="rId1" Type="http://schemas.openxmlformats.org/officeDocument/2006/relationships/notesMaster" Target="../notesMasters/notesMaster1.xml"/></Relationships>
</file>

<file path=ppt/notesSlides/_rels/notesSlide3529.xml.rels><?xml version="1.0" encoding="UTF-8" standalone="yes"?>
<Relationships xmlns="http://schemas.openxmlformats.org/package/2006/relationships"><Relationship Id="rId2" Type="http://schemas.openxmlformats.org/officeDocument/2006/relationships/slide" Target="../slides/slide3663.xml"/><Relationship Id="rId1" Type="http://schemas.openxmlformats.org/officeDocument/2006/relationships/notesMaster" Target="../notesMasters/notesMaster1.xml"/></Relationships>
</file>

<file path=ppt/notesSlides/_rels/notesSlide3530.xml.rels><?xml version="1.0" encoding="UTF-8" standalone="yes"?>
<Relationships xmlns="http://schemas.openxmlformats.org/package/2006/relationships"><Relationship Id="rId2" Type="http://schemas.openxmlformats.org/officeDocument/2006/relationships/slide" Target="../slides/slide3664.xml"/><Relationship Id="rId1" Type="http://schemas.openxmlformats.org/officeDocument/2006/relationships/notesMaster" Target="../notesMasters/notesMaster1.xml"/></Relationships>
</file>

<file path=ppt/notesSlides/_rels/notesSlide3531.xml.rels><?xml version="1.0" encoding="UTF-8" standalone="yes"?>
<Relationships xmlns="http://schemas.openxmlformats.org/package/2006/relationships"><Relationship Id="rId2" Type="http://schemas.openxmlformats.org/officeDocument/2006/relationships/slide" Target="../slides/slide3665.xml"/><Relationship Id="rId1" Type="http://schemas.openxmlformats.org/officeDocument/2006/relationships/notesMaster" Target="../notesMasters/notesMaster1.xml"/></Relationships>
</file>

<file path=ppt/notesSlides/_rels/notesSlide3532.xml.rels><?xml version="1.0" encoding="UTF-8" standalone="yes"?>
<Relationships xmlns="http://schemas.openxmlformats.org/package/2006/relationships"><Relationship Id="rId2" Type="http://schemas.openxmlformats.org/officeDocument/2006/relationships/slide" Target="../slides/slide3666.xml"/><Relationship Id="rId1" Type="http://schemas.openxmlformats.org/officeDocument/2006/relationships/notesMaster" Target="../notesMasters/notesMaster1.xml"/></Relationships>
</file>

<file path=ppt/notesSlides/_rels/notesSlide3533.xml.rels><?xml version="1.0" encoding="UTF-8" standalone="yes"?>
<Relationships xmlns="http://schemas.openxmlformats.org/package/2006/relationships"><Relationship Id="rId2" Type="http://schemas.openxmlformats.org/officeDocument/2006/relationships/slide" Target="../slides/slide3667.xml"/><Relationship Id="rId1" Type="http://schemas.openxmlformats.org/officeDocument/2006/relationships/notesMaster" Target="../notesMasters/notesMaster1.xml"/></Relationships>
</file>

<file path=ppt/notesSlides/_rels/notesSlide3534.xml.rels><?xml version="1.0" encoding="UTF-8" standalone="yes"?>
<Relationships xmlns="http://schemas.openxmlformats.org/package/2006/relationships"><Relationship Id="rId2" Type="http://schemas.openxmlformats.org/officeDocument/2006/relationships/slide" Target="../slides/slide3668.xml"/><Relationship Id="rId1" Type="http://schemas.openxmlformats.org/officeDocument/2006/relationships/notesMaster" Target="../notesMasters/notesMaster1.xml"/></Relationships>
</file>

<file path=ppt/notesSlides/_rels/notesSlide3535.xml.rels><?xml version="1.0" encoding="UTF-8" standalone="yes"?>
<Relationships xmlns="http://schemas.openxmlformats.org/package/2006/relationships"><Relationship Id="rId2" Type="http://schemas.openxmlformats.org/officeDocument/2006/relationships/slide" Target="../slides/slide3669.xml"/><Relationship Id="rId1" Type="http://schemas.openxmlformats.org/officeDocument/2006/relationships/notesMaster" Target="../notesMasters/notesMaster1.xml"/></Relationships>
</file>

<file path=ppt/notesSlides/_rels/notesSlide3536.xml.rels><?xml version="1.0" encoding="UTF-8" standalone="yes"?>
<Relationships xmlns="http://schemas.openxmlformats.org/package/2006/relationships"><Relationship Id="rId2" Type="http://schemas.openxmlformats.org/officeDocument/2006/relationships/slide" Target="../slides/slide3670.xml"/><Relationship Id="rId1" Type="http://schemas.openxmlformats.org/officeDocument/2006/relationships/notesMaster" Target="../notesMasters/notesMaster1.xml"/></Relationships>
</file>

<file path=ppt/notesSlides/_rels/notesSlide3537.xml.rels><?xml version="1.0" encoding="UTF-8" standalone="yes"?>
<Relationships xmlns="http://schemas.openxmlformats.org/package/2006/relationships"><Relationship Id="rId2" Type="http://schemas.openxmlformats.org/officeDocument/2006/relationships/slide" Target="../slides/slide3671.xml"/><Relationship Id="rId1" Type="http://schemas.openxmlformats.org/officeDocument/2006/relationships/notesMaster" Target="../notesMasters/notesMaster1.xml"/></Relationships>
</file>

<file path=ppt/notesSlides/_rels/notesSlide3538.xml.rels><?xml version="1.0" encoding="UTF-8" standalone="yes"?>
<Relationships xmlns="http://schemas.openxmlformats.org/package/2006/relationships"><Relationship Id="rId2" Type="http://schemas.openxmlformats.org/officeDocument/2006/relationships/slide" Target="../slides/slide3672.xml"/><Relationship Id="rId1" Type="http://schemas.openxmlformats.org/officeDocument/2006/relationships/notesMaster" Target="../notesMasters/notesMaster1.xml"/></Relationships>
</file>

<file path=ppt/notesSlides/_rels/notesSlide3539.xml.rels><?xml version="1.0" encoding="UTF-8" standalone="yes"?>
<Relationships xmlns="http://schemas.openxmlformats.org/package/2006/relationships"><Relationship Id="rId2" Type="http://schemas.openxmlformats.org/officeDocument/2006/relationships/slide" Target="../slides/slide3673.xml"/><Relationship Id="rId1" Type="http://schemas.openxmlformats.org/officeDocument/2006/relationships/notesMaster" Target="../notesMasters/notesMaster1.xml"/></Relationships>
</file>

<file path=ppt/notesSlides/_rels/notesSlide3540.xml.rels><?xml version="1.0" encoding="UTF-8" standalone="yes"?>
<Relationships xmlns="http://schemas.openxmlformats.org/package/2006/relationships"><Relationship Id="rId2" Type="http://schemas.openxmlformats.org/officeDocument/2006/relationships/slide" Target="../slides/slide3674.xml"/><Relationship Id="rId1" Type="http://schemas.openxmlformats.org/officeDocument/2006/relationships/notesMaster" Target="../notesMasters/notesMaster1.xml"/></Relationships>
</file>

<file path=ppt/notesSlides/_rels/notesSlide3541.xml.rels><?xml version="1.0" encoding="UTF-8" standalone="yes"?>
<Relationships xmlns="http://schemas.openxmlformats.org/package/2006/relationships"><Relationship Id="rId2" Type="http://schemas.openxmlformats.org/officeDocument/2006/relationships/slide" Target="../slides/slide3675.xml"/><Relationship Id="rId1" Type="http://schemas.openxmlformats.org/officeDocument/2006/relationships/notesMaster" Target="../notesMasters/notesMaster1.xml"/></Relationships>
</file>

<file path=ppt/notesSlides/_rels/notesSlide3542.xml.rels><?xml version="1.0" encoding="UTF-8" standalone="yes"?>
<Relationships xmlns="http://schemas.openxmlformats.org/package/2006/relationships"><Relationship Id="rId2" Type="http://schemas.openxmlformats.org/officeDocument/2006/relationships/slide" Target="../slides/slide3676.xml"/><Relationship Id="rId1" Type="http://schemas.openxmlformats.org/officeDocument/2006/relationships/notesMaster" Target="../notesMasters/notesMaster1.xml"/></Relationships>
</file>

<file path=ppt/notesSlides/_rels/notesSlide3543.xml.rels><?xml version="1.0" encoding="UTF-8" standalone="yes"?>
<Relationships xmlns="http://schemas.openxmlformats.org/package/2006/relationships"><Relationship Id="rId2" Type="http://schemas.openxmlformats.org/officeDocument/2006/relationships/slide" Target="../slides/slide3677.xml"/><Relationship Id="rId1" Type="http://schemas.openxmlformats.org/officeDocument/2006/relationships/notesMaster" Target="../notesMasters/notesMaster1.xml"/></Relationships>
</file>

<file path=ppt/notesSlides/_rels/notesSlide3544.xml.rels><?xml version="1.0" encoding="UTF-8" standalone="yes"?>
<Relationships xmlns="http://schemas.openxmlformats.org/package/2006/relationships"><Relationship Id="rId2" Type="http://schemas.openxmlformats.org/officeDocument/2006/relationships/slide" Target="../slides/slide3678.xml"/><Relationship Id="rId1" Type="http://schemas.openxmlformats.org/officeDocument/2006/relationships/notesMaster" Target="../notesMasters/notesMaster1.xml"/></Relationships>
</file>

<file path=ppt/notesSlides/_rels/notesSlide3545.xml.rels><?xml version="1.0" encoding="UTF-8" standalone="yes"?>
<Relationships xmlns="http://schemas.openxmlformats.org/package/2006/relationships"><Relationship Id="rId2" Type="http://schemas.openxmlformats.org/officeDocument/2006/relationships/slide" Target="../slides/slide3679.xml"/><Relationship Id="rId1" Type="http://schemas.openxmlformats.org/officeDocument/2006/relationships/notesMaster" Target="../notesMasters/notesMaster1.xml"/></Relationships>
</file>

<file path=ppt/notesSlides/_rels/notesSlide3546.xml.rels><?xml version="1.0" encoding="UTF-8" standalone="yes"?>
<Relationships xmlns="http://schemas.openxmlformats.org/package/2006/relationships"><Relationship Id="rId2" Type="http://schemas.openxmlformats.org/officeDocument/2006/relationships/slide" Target="../slides/slide3680.xml"/><Relationship Id="rId1" Type="http://schemas.openxmlformats.org/officeDocument/2006/relationships/notesMaster" Target="../notesMasters/notesMaster1.xml"/></Relationships>
</file>

<file path=ppt/notesSlides/_rels/notesSlide3547.xml.rels><?xml version="1.0" encoding="UTF-8" standalone="yes"?>
<Relationships xmlns="http://schemas.openxmlformats.org/package/2006/relationships"><Relationship Id="rId2" Type="http://schemas.openxmlformats.org/officeDocument/2006/relationships/slide" Target="../slides/slide3681.xml"/><Relationship Id="rId1" Type="http://schemas.openxmlformats.org/officeDocument/2006/relationships/notesMaster" Target="../notesMasters/notesMaster1.xml"/></Relationships>
</file>

<file path=ppt/notesSlides/_rels/notesSlide3548.xml.rels><?xml version="1.0" encoding="UTF-8" standalone="yes"?>
<Relationships xmlns="http://schemas.openxmlformats.org/package/2006/relationships"><Relationship Id="rId2" Type="http://schemas.openxmlformats.org/officeDocument/2006/relationships/slide" Target="../slides/slide3682.xml"/><Relationship Id="rId1" Type="http://schemas.openxmlformats.org/officeDocument/2006/relationships/notesMaster" Target="../notesMasters/notesMaster1.xml"/></Relationships>
</file>

<file path=ppt/notesSlides/_rels/notesSlide3549.xml.rels><?xml version="1.0" encoding="UTF-8" standalone="yes"?>
<Relationships xmlns="http://schemas.openxmlformats.org/package/2006/relationships"><Relationship Id="rId2" Type="http://schemas.openxmlformats.org/officeDocument/2006/relationships/slide" Target="../slides/slide3683.xml"/><Relationship Id="rId1" Type="http://schemas.openxmlformats.org/officeDocument/2006/relationships/notesMaster" Target="../notesMasters/notesMaster1.xml"/></Relationships>
</file>

<file path=ppt/notesSlides/_rels/notesSlide3550.xml.rels><?xml version="1.0" encoding="UTF-8" standalone="yes"?>
<Relationships xmlns="http://schemas.openxmlformats.org/package/2006/relationships"><Relationship Id="rId2" Type="http://schemas.openxmlformats.org/officeDocument/2006/relationships/slide" Target="../slides/slide3684.xml"/><Relationship Id="rId1" Type="http://schemas.openxmlformats.org/officeDocument/2006/relationships/notesMaster" Target="../notesMasters/notesMaster1.xml"/></Relationships>
</file>

<file path=ppt/notesSlides/_rels/notesSlide3551.xml.rels><?xml version="1.0" encoding="UTF-8" standalone="yes"?>
<Relationships xmlns="http://schemas.openxmlformats.org/package/2006/relationships"><Relationship Id="rId2" Type="http://schemas.openxmlformats.org/officeDocument/2006/relationships/slide" Target="../slides/slide3685.xml"/><Relationship Id="rId1" Type="http://schemas.openxmlformats.org/officeDocument/2006/relationships/notesMaster" Target="../notesMasters/notesMaster1.xml"/></Relationships>
</file>

<file path=ppt/notesSlides/_rels/notesSlide3552.xml.rels><?xml version="1.0" encoding="UTF-8" standalone="yes"?>
<Relationships xmlns="http://schemas.openxmlformats.org/package/2006/relationships"><Relationship Id="rId2" Type="http://schemas.openxmlformats.org/officeDocument/2006/relationships/slide" Target="../slides/slide3686.xml"/><Relationship Id="rId1" Type="http://schemas.openxmlformats.org/officeDocument/2006/relationships/notesMaster" Target="../notesMasters/notesMaster1.xml"/></Relationships>
</file>

<file path=ppt/notesSlides/_rels/notesSlide3553.xml.rels><?xml version="1.0" encoding="UTF-8" standalone="yes"?>
<Relationships xmlns="http://schemas.openxmlformats.org/package/2006/relationships"><Relationship Id="rId2" Type="http://schemas.openxmlformats.org/officeDocument/2006/relationships/slide" Target="../slides/slide3687.xml"/><Relationship Id="rId1" Type="http://schemas.openxmlformats.org/officeDocument/2006/relationships/notesMaster" Target="../notesMasters/notesMaster1.xml"/></Relationships>
</file>

<file path=ppt/notesSlides/_rels/notesSlide3554.xml.rels><?xml version="1.0" encoding="UTF-8" standalone="yes"?>
<Relationships xmlns="http://schemas.openxmlformats.org/package/2006/relationships"><Relationship Id="rId2" Type="http://schemas.openxmlformats.org/officeDocument/2006/relationships/slide" Target="../slides/slide3688.xml"/><Relationship Id="rId1" Type="http://schemas.openxmlformats.org/officeDocument/2006/relationships/notesMaster" Target="../notesMasters/notesMaster1.xml"/></Relationships>
</file>

<file path=ppt/notesSlides/_rels/notesSlide3555.xml.rels><?xml version="1.0" encoding="UTF-8" standalone="yes"?>
<Relationships xmlns="http://schemas.openxmlformats.org/package/2006/relationships"><Relationship Id="rId2" Type="http://schemas.openxmlformats.org/officeDocument/2006/relationships/slide" Target="../slides/slide3689.xml"/><Relationship Id="rId1" Type="http://schemas.openxmlformats.org/officeDocument/2006/relationships/notesMaster" Target="../notesMasters/notesMaster1.xml"/></Relationships>
</file>

<file path=ppt/notesSlides/_rels/notesSlide3556.xml.rels><?xml version="1.0" encoding="UTF-8" standalone="yes"?>
<Relationships xmlns="http://schemas.openxmlformats.org/package/2006/relationships"><Relationship Id="rId2" Type="http://schemas.openxmlformats.org/officeDocument/2006/relationships/slide" Target="../slides/slide3690.xml"/><Relationship Id="rId1" Type="http://schemas.openxmlformats.org/officeDocument/2006/relationships/notesMaster" Target="../notesMasters/notesMaster1.xml"/></Relationships>
</file>

<file path=ppt/notesSlides/_rels/notesSlide3557.xml.rels><?xml version="1.0" encoding="UTF-8" standalone="yes"?>
<Relationships xmlns="http://schemas.openxmlformats.org/package/2006/relationships"><Relationship Id="rId2" Type="http://schemas.openxmlformats.org/officeDocument/2006/relationships/slide" Target="../slides/slide3691.xml"/><Relationship Id="rId1" Type="http://schemas.openxmlformats.org/officeDocument/2006/relationships/notesMaster" Target="../notesMasters/notesMaster1.xml"/></Relationships>
</file>

<file path=ppt/notesSlides/_rels/notesSlide3558.xml.rels><?xml version="1.0" encoding="UTF-8" standalone="yes"?>
<Relationships xmlns="http://schemas.openxmlformats.org/package/2006/relationships"><Relationship Id="rId2" Type="http://schemas.openxmlformats.org/officeDocument/2006/relationships/slide" Target="../slides/slide3692.xml"/><Relationship Id="rId1" Type="http://schemas.openxmlformats.org/officeDocument/2006/relationships/notesMaster" Target="../notesMasters/notesMaster1.xml"/></Relationships>
</file>

<file path=ppt/notesSlides/_rels/notesSlide3559.xml.rels><?xml version="1.0" encoding="UTF-8" standalone="yes"?>
<Relationships xmlns="http://schemas.openxmlformats.org/package/2006/relationships"><Relationship Id="rId2" Type="http://schemas.openxmlformats.org/officeDocument/2006/relationships/slide" Target="../slides/slide3693.xml"/><Relationship Id="rId1" Type="http://schemas.openxmlformats.org/officeDocument/2006/relationships/notesMaster" Target="../notesMasters/notesMaster1.xml"/></Relationships>
</file>

<file path=ppt/notesSlides/_rels/notesSlide3560.xml.rels><?xml version="1.0" encoding="UTF-8" standalone="yes"?>
<Relationships xmlns="http://schemas.openxmlformats.org/package/2006/relationships"><Relationship Id="rId2" Type="http://schemas.openxmlformats.org/officeDocument/2006/relationships/slide" Target="../slides/slide3694.xml"/><Relationship Id="rId1" Type="http://schemas.openxmlformats.org/officeDocument/2006/relationships/notesMaster" Target="../notesMasters/notesMaster1.xml"/></Relationships>
</file>

<file path=ppt/notesSlides/_rels/notesSlide3561.xml.rels><?xml version="1.0" encoding="UTF-8" standalone="yes"?>
<Relationships xmlns="http://schemas.openxmlformats.org/package/2006/relationships"><Relationship Id="rId2" Type="http://schemas.openxmlformats.org/officeDocument/2006/relationships/slide" Target="../slides/slide3695.xml"/><Relationship Id="rId1" Type="http://schemas.openxmlformats.org/officeDocument/2006/relationships/notesMaster" Target="../notesMasters/notesMaster1.xml"/></Relationships>
</file>

<file path=ppt/notesSlides/_rels/notesSlide3562.xml.rels><?xml version="1.0" encoding="UTF-8" standalone="yes"?>
<Relationships xmlns="http://schemas.openxmlformats.org/package/2006/relationships"><Relationship Id="rId2" Type="http://schemas.openxmlformats.org/officeDocument/2006/relationships/slide" Target="../slides/slide3696.xml"/><Relationship Id="rId1" Type="http://schemas.openxmlformats.org/officeDocument/2006/relationships/notesMaster" Target="../notesMasters/notesMaster1.xml"/></Relationships>
</file>

<file path=ppt/notesSlides/_rels/notesSlide3563.xml.rels><?xml version="1.0" encoding="UTF-8" standalone="yes"?>
<Relationships xmlns="http://schemas.openxmlformats.org/package/2006/relationships"><Relationship Id="rId2" Type="http://schemas.openxmlformats.org/officeDocument/2006/relationships/slide" Target="../slides/slide3697.xml"/><Relationship Id="rId1" Type="http://schemas.openxmlformats.org/officeDocument/2006/relationships/notesMaster" Target="../notesMasters/notesMaster1.xml"/></Relationships>
</file>

<file path=ppt/notesSlides/_rels/notesSlide3564.xml.rels><?xml version="1.0" encoding="UTF-8" standalone="yes"?>
<Relationships xmlns="http://schemas.openxmlformats.org/package/2006/relationships"><Relationship Id="rId2" Type="http://schemas.openxmlformats.org/officeDocument/2006/relationships/slide" Target="../slides/slide3698.xml"/><Relationship Id="rId1" Type="http://schemas.openxmlformats.org/officeDocument/2006/relationships/notesMaster" Target="../notesMasters/notesMaster1.xml"/></Relationships>
</file>

<file path=ppt/notesSlides/_rels/notesSlide3565.xml.rels><?xml version="1.0" encoding="UTF-8" standalone="yes"?>
<Relationships xmlns="http://schemas.openxmlformats.org/package/2006/relationships"><Relationship Id="rId2" Type="http://schemas.openxmlformats.org/officeDocument/2006/relationships/slide" Target="../slides/slide3699.xml"/><Relationship Id="rId1" Type="http://schemas.openxmlformats.org/officeDocument/2006/relationships/notesMaster" Target="../notesMasters/notesMaster1.xml"/></Relationships>
</file>

<file path=ppt/notesSlides/_rels/notesSlide3566.xml.rels><?xml version="1.0" encoding="UTF-8" standalone="yes"?>
<Relationships xmlns="http://schemas.openxmlformats.org/package/2006/relationships"><Relationship Id="rId2" Type="http://schemas.openxmlformats.org/officeDocument/2006/relationships/slide" Target="../slides/slide3700.xml"/><Relationship Id="rId1" Type="http://schemas.openxmlformats.org/officeDocument/2006/relationships/notesMaster" Target="../notesMasters/notesMaster1.xml"/></Relationships>
</file>

<file path=ppt/notesSlides/_rels/notesSlide3567.xml.rels><?xml version="1.0" encoding="UTF-8" standalone="yes"?>
<Relationships xmlns="http://schemas.openxmlformats.org/package/2006/relationships"><Relationship Id="rId2" Type="http://schemas.openxmlformats.org/officeDocument/2006/relationships/slide" Target="../slides/slide3701.xml"/><Relationship Id="rId1" Type="http://schemas.openxmlformats.org/officeDocument/2006/relationships/notesMaster" Target="../notesMasters/notesMaster1.xml"/></Relationships>
</file>

<file path=ppt/notesSlides/_rels/notesSlide3568.xml.rels><?xml version="1.0" encoding="UTF-8" standalone="yes"?>
<Relationships xmlns="http://schemas.openxmlformats.org/package/2006/relationships"><Relationship Id="rId2" Type="http://schemas.openxmlformats.org/officeDocument/2006/relationships/slide" Target="../slides/slide3702.xml"/><Relationship Id="rId1" Type="http://schemas.openxmlformats.org/officeDocument/2006/relationships/notesMaster" Target="../notesMasters/notesMaster1.xml"/></Relationships>
</file>

<file path=ppt/notesSlides/_rels/notesSlide3569.xml.rels><?xml version="1.0" encoding="UTF-8" standalone="yes"?>
<Relationships xmlns="http://schemas.openxmlformats.org/package/2006/relationships"><Relationship Id="rId2" Type="http://schemas.openxmlformats.org/officeDocument/2006/relationships/slide" Target="../slides/slide3703.xml"/><Relationship Id="rId1" Type="http://schemas.openxmlformats.org/officeDocument/2006/relationships/notesMaster" Target="../notesMasters/notesMaster1.xml"/></Relationships>
</file>

<file path=ppt/notesSlides/_rels/notesSlide3570.xml.rels><?xml version="1.0" encoding="UTF-8" standalone="yes"?>
<Relationships xmlns="http://schemas.openxmlformats.org/package/2006/relationships"><Relationship Id="rId2" Type="http://schemas.openxmlformats.org/officeDocument/2006/relationships/slide" Target="../slides/slide3704.xml"/><Relationship Id="rId1" Type="http://schemas.openxmlformats.org/officeDocument/2006/relationships/notesMaster" Target="../notesMasters/notesMaster1.xml"/></Relationships>
</file>

<file path=ppt/notesSlides/_rels/notesSlide3571.xml.rels><?xml version="1.0" encoding="UTF-8" standalone="yes"?>
<Relationships xmlns="http://schemas.openxmlformats.org/package/2006/relationships"><Relationship Id="rId2" Type="http://schemas.openxmlformats.org/officeDocument/2006/relationships/slide" Target="../slides/slide3705.xml"/><Relationship Id="rId1" Type="http://schemas.openxmlformats.org/officeDocument/2006/relationships/notesMaster" Target="../notesMasters/notesMaster1.xml"/></Relationships>
</file>

<file path=ppt/notesSlides/_rels/notesSlide3572.xml.rels><?xml version="1.0" encoding="UTF-8" standalone="yes"?>
<Relationships xmlns="http://schemas.openxmlformats.org/package/2006/relationships"><Relationship Id="rId2" Type="http://schemas.openxmlformats.org/officeDocument/2006/relationships/slide" Target="../slides/slide3706.xml"/><Relationship Id="rId1" Type="http://schemas.openxmlformats.org/officeDocument/2006/relationships/notesMaster" Target="../notesMasters/notesMaster1.xml"/></Relationships>
</file>

<file path=ppt/notesSlides/_rels/notesSlide3573.xml.rels><?xml version="1.0" encoding="UTF-8" standalone="yes"?>
<Relationships xmlns="http://schemas.openxmlformats.org/package/2006/relationships"><Relationship Id="rId2" Type="http://schemas.openxmlformats.org/officeDocument/2006/relationships/slide" Target="../slides/slide3707.xml"/><Relationship Id="rId1" Type="http://schemas.openxmlformats.org/officeDocument/2006/relationships/notesMaster" Target="../notesMasters/notesMaster1.xml"/></Relationships>
</file>

<file path=ppt/notesSlides/_rels/notesSlide3574.xml.rels><?xml version="1.0" encoding="UTF-8" standalone="yes"?>
<Relationships xmlns="http://schemas.openxmlformats.org/package/2006/relationships"><Relationship Id="rId2" Type="http://schemas.openxmlformats.org/officeDocument/2006/relationships/slide" Target="../slides/slide3708.xml"/><Relationship Id="rId1" Type="http://schemas.openxmlformats.org/officeDocument/2006/relationships/notesMaster" Target="../notesMasters/notesMaster1.xml"/></Relationships>
</file>

<file path=ppt/notesSlides/_rels/notesSlide3575.xml.rels><?xml version="1.0" encoding="UTF-8" standalone="yes"?>
<Relationships xmlns="http://schemas.openxmlformats.org/package/2006/relationships"><Relationship Id="rId2" Type="http://schemas.openxmlformats.org/officeDocument/2006/relationships/slide" Target="../slides/slide3709.xml"/><Relationship Id="rId1" Type="http://schemas.openxmlformats.org/officeDocument/2006/relationships/notesMaster" Target="../notesMasters/notesMaster1.xml"/></Relationships>
</file>

<file path=ppt/notesSlides/_rels/notesSlide3576.xml.rels><?xml version="1.0" encoding="UTF-8" standalone="yes"?>
<Relationships xmlns="http://schemas.openxmlformats.org/package/2006/relationships"><Relationship Id="rId2" Type="http://schemas.openxmlformats.org/officeDocument/2006/relationships/slide" Target="../slides/slide3710.xml"/><Relationship Id="rId1" Type="http://schemas.openxmlformats.org/officeDocument/2006/relationships/notesMaster" Target="../notesMasters/notesMaster1.xml"/></Relationships>
</file>

<file path=ppt/notesSlides/_rels/notesSlide3577.xml.rels><?xml version="1.0" encoding="UTF-8" standalone="yes"?>
<Relationships xmlns="http://schemas.openxmlformats.org/package/2006/relationships"><Relationship Id="rId2" Type="http://schemas.openxmlformats.org/officeDocument/2006/relationships/slide" Target="../slides/slide3711.xml"/><Relationship Id="rId1" Type="http://schemas.openxmlformats.org/officeDocument/2006/relationships/notesMaster" Target="../notesMasters/notesMaster1.xml"/></Relationships>
</file>

<file path=ppt/notesSlides/_rels/notesSlide3578.xml.rels><?xml version="1.0" encoding="UTF-8" standalone="yes"?>
<Relationships xmlns="http://schemas.openxmlformats.org/package/2006/relationships"><Relationship Id="rId2" Type="http://schemas.openxmlformats.org/officeDocument/2006/relationships/slide" Target="../slides/slide3712.xml"/><Relationship Id="rId1" Type="http://schemas.openxmlformats.org/officeDocument/2006/relationships/notesMaster" Target="../notesMasters/notesMaster1.xml"/></Relationships>
</file>

<file path=ppt/notesSlides/_rels/notesSlide3579.xml.rels><?xml version="1.0" encoding="UTF-8" standalone="yes"?>
<Relationships xmlns="http://schemas.openxmlformats.org/package/2006/relationships"><Relationship Id="rId2" Type="http://schemas.openxmlformats.org/officeDocument/2006/relationships/slide" Target="../slides/slide3713.xml"/><Relationship Id="rId1" Type="http://schemas.openxmlformats.org/officeDocument/2006/relationships/notesMaster" Target="../notesMasters/notesMaster1.xml"/></Relationships>
</file>

<file path=ppt/notesSlides/_rels/notesSlide3580.xml.rels><?xml version="1.0" encoding="UTF-8" standalone="yes"?>
<Relationships xmlns="http://schemas.openxmlformats.org/package/2006/relationships"><Relationship Id="rId2" Type="http://schemas.openxmlformats.org/officeDocument/2006/relationships/slide" Target="../slides/slide3714.xml"/><Relationship Id="rId1" Type="http://schemas.openxmlformats.org/officeDocument/2006/relationships/notesMaster" Target="../notesMasters/notesMaster1.xml"/></Relationships>
</file>

<file path=ppt/notesSlides/_rels/notesSlide3581.xml.rels><?xml version="1.0" encoding="UTF-8" standalone="yes"?>
<Relationships xmlns="http://schemas.openxmlformats.org/package/2006/relationships"><Relationship Id="rId2" Type="http://schemas.openxmlformats.org/officeDocument/2006/relationships/slide" Target="../slides/slide3715.xml"/><Relationship Id="rId1" Type="http://schemas.openxmlformats.org/officeDocument/2006/relationships/notesMaster" Target="../notesMasters/notesMaster1.xml"/></Relationships>
</file>

<file path=ppt/notesSlides/_rels/notesSlide3582.xml.rels><?xml version="1.0" encoding="UTF-8" standalone="yes"?>
<Relationships xmlns="http://schemas.openxmlformats.org/package/2006/relationships"><Relationship Id="rId2" Type="http://schemas.openxmlformats.org/officeDocument/2006/relationships/slide" Target="../slides/slide3716.xml"/><Relationship Id="rId1" Type="http://schemas.openxmlformats.org/officeDocument/2006/relationships/notesMaster" Target="../notesMasters/notesMaster1.xml"/></Relationships>
</file>

<file path=ppt/notesSlides/_rels/notesSlide3583.xml.rels><?xml version="1.0" encoding="UTF-8" standalone="yes"?>
<Relationships xmlns="http://schemas.openxmlformats.org/package/2006/relationships"><Relationship Id="rId2" Type="http://schemas.openxmlformats.org/officeDocument/2006/relationships/slide" Target="../slides/slide3717.xml"/><Relationship Id="rId1" Type="http://schemas.openxmlformats.org/officeDocument/2006/relationships/notesMaster" Target="../notesMasters/notesMaster1.xml"/></Relationships>
</file>

<file path=ppt/notesSlides/_rels/notesSlide3584.xml.rels><?xml version="1.0" encoding="UTF-8" standalone="yes"?>
<Relationships xmlns="http://schemas.openxmlformats.org/package/2006/relationships"><Relationship Id="rId2" Type="http://schemas.openxmlformats.org/officeDocument/2006/relationships/slide" Target="../slides/slide3718.xml"/><Relationship Id="rId1" Type="http://schemas.openxmlformats.org/officeDocument/2006/relationships/notesMaster" Target="../notesMasters/notesMaster1.xml"/></Relationships>
</file>

<file path=ppt/notesSlides/_rels/notesSlide3585.xml.rels><?xml version="1.0" encoding="UTF-8" standalone="yes"?>
<Relationships xmlns="http://schemas.openxmlformats.org/package/2006/relationships"><Relationship Id="rId2" Type="http://schemas.openxmlformats.org/officeDocument/2006/relationships/slide" Target="../slides/slide3719.xml"/><Relationship Id="rId1" Type="http://schemas.openxmlformats.org/officeDocument/2006/relationships/notesMaster" Target="../notesMasters/notesMaster1.xml"/></Relationships>
</file>

<file path=ppt/notesSlides/_rels/notesSlide3586.xml.rels><?xml version="1.0" encoding="UTF-8" standalone="yes"?>
<Relationships xmlns="http://schemas.openxmlformats.org/package/2006/relationships"><Relationship Id="rId2" Type="http://schemas.openxmlformats.org/officeDocument/2006/relationships/slide" Target="../slides/slide3720.xml"/><Relationship Id="rId1" Type="http://schemas.openxmlformats.org/officeDocument/2006/relationships/notesMaster" Target="../notesMasters/notesMaster1.xml"/></Relationships>
</file>

<file path=ppt/notesSlides/_rels/notesSlide3587.xml.rels><?xml version="1.0" encoding="UTF-8" standalone="yes"?>
<Relationships xmlns="http://schemas.openxmlformats.org/package/2006/relationships"><Relationship Id="rId2" Type="http://schemas.openxmlformats.org/officeDocument/2006/relationships/slide" Target="../slides/slide3721.xml"/><Relationship Id="rId1" Type="http://schemas.openxmlformats.org/officeDocument/2006/relationships/notesMaster" Target="../notesMasters/notesMaster1.xml"/></Relationships>
</file>

<file path=ppt/notesSlides/_rels/notesSlide3588.xml.rels><?xml version="1.0" encoding="UTF-8" standalone="yes"?>
<Relationships xmlns="http://schemas.openxmlformats.org/package/2006/relationships"><Relationship Id="rId2" Type="http://schemas.openxmlformats.org/officeDocument/2006/relationships/slide" Target="../slides/slide3722.xml"/><Relationship Id="rId1" Type="http://schemas.openxmlformats.org/officeDocument/2006/relationships/notesMaster" Target="../notesMasters/notesMaster1.xml"/></Relationships>
</file>

<file path=ppt/notesSlides/_rels/notesSlide3589.xml.rels><?xml version="1.0" encoding="UTF-8" standalone="yes"?>
<Relationships xmlns="http://schemas.openxmlformats.org/package/2006/relationships"><Relationship Id="rId2" Type="http://schemas.openxmlformats.org/officeDocument/2006/relationships/slide" Target="../slides/slide3723.xml"/><Relationship Id="rId1" Type="http://schemas.openxmlformats.org/officeDocument/2006/relationships/notesMaster" Target="../notesMasters/notesMaster1.xml"/></Relationships>
</file>

<file path=ppt/notesSlides/_rels/notesSlide3590.xml.rels><?xml version="1.0" encoding="UTF-8" standalone="yes"?>
<Relationships xmlns="http://schemas.openxmlformats.org/package/2006/relationships"><Relationship Id="rId2" Type="http://schemas.openxmlformats.org/officeDocument/2006/relationships/slide" Target="../slides/slide3724.xml"/><Relationship Id="rId1" Type="http://schemas.openxmlformats.org/officeDocument/2006/relationships/notesMaster" Target="../notesMasters/notesMaster1.xml"/></Relationships>
</file>

<file path=ppt/notesSlides/_rels/notesSlide3591.xml.rels><?xml version="1.0" encoding="UTF-8" standalone="yes"?>
<Relationships xmlns="http://schemas.openxmlformats.org/package/2006/relationships"><Relationship Id="rId2" Type="http://schemas.openxmlformats.org/officeDocument/2006/relationships/slide" Target="../slides/slide3725.xml"/><Relationship Id="rId1" Type="http://schemas.openxmlformats.org/officeDocument/2006/relationships/notesMaster" Target="../notesMasters/notesMaster1.xml"/></Relationships>
</file>

<file path=ppt/notesSlides/_rels/notesSlide3592.xml.rels><?xml version="1.0" encoding="UTF-8" standalone="yes"?>
<Relationships xmlns="http://schemas.openxmlformats.org/package/2006/relationships"><Relationship Id="rId2" Type="http://schemas.openxmlformats.org/officeDocument/2006/relationships/slide" Target="../slides/slide3726.xml"/><Relationship Id="rId1" Type="http://schemas.openxmlformats.org/officeDocument/2006/relationships/notesMaster" Target="../notesMasters/notesMaster1.xml"/></Relationships>
</file>

<file path=ppt/notesSlides/_rels/notesSlide3593.xml.rels><?xml version="1.0" encoding="UTF-8" standalone="yes"?>
<Relationships xmlns="http://schemas.openxmlformats.org/package/2006/relationships"><Relationship Id="rId2" Type="http://schemas.openxmlformats.org/officeDocument/2006/relationships/slide" Target="../slides/slide3727.xml"/><Relationship Id="rId1" Type="http://schemas.openxmlformats.org/officeDocument/2006/relationships/notesMaster" Target="../notesMasters/notesMaster1.xml"/></Relationships>
</file>

<file path=ppt/notesSlides/_rels/notesSlide3594.xml.rels><?xml version="1.0" encoding="UTF-8" standalone="yes"?>
<Relationships xmlns="http://schemas.openxmlformats.org/package/2006/relationships"><Relationship Id="rId2" Type="http://schemas.openxmlformats.org/officeDocument/2006/relationships/slide" Target="../slides/slide3728.xml"/><Relationship Id="rId1" Type="http://schemas.openxmlformats.org/officeDocument/2006/relationships/notesMaster" Target="../notesMasters/notesMaster1.xml"/></Relationships>
</file>

<file path=ppt/notesSlides/_rels/notesSlide3595.xml.rels><?xml version="1.0" encoding="UTF-8" standalone="yes"?>
<Relationships xmlns="http://schemas.openxmlformats.org/package/2006/relationships"><Relationship Id="rId2" Type="http://schemas.openxmlformats.org/officeDocument/2006/relationships/slide" Target="../slides/slide3729.xml"/><Relationship Id="rId1" Type="http://schemas.openxmlformats.org/officeDocument/2006/relationships/notesMaster" Target="../notesMasters/notesMaster1.xml"/></Relationships>
</file>

<file path=ppt/notesSlides/_rels/notesSlide3596.xml.rels><?xml version="1.0" encoding="UTF-8" standalone="yes"?>
<Relationships xmlns="http://schemas.openxmlformats.org/package/2006/relationships"><Relationship Id="rId2" Type="http://schemas.openxmlformats.org/officeDocument/2006/relationships/slide" Target="../slides/slide3730.xml"/><Relationship Id="rId1" Type="http://schemas.openxmlformats.org/officeDocument/2006/relationships/notesMaster" Target="../notesMasters/notesMaster1.xml"/></Relationships>
</file>

<file path=ppt/notesSlides/_rels/notesSlide3597.xml.rels><?xml version="1.0" encoding="UTF-8" standalone="yes"?>
<Relationships xmlns="http://schemas.openxmlformats.org/package/2006/relationships"><Relationship Id="rId2" Type="http://schemas.openxmlformats.org/officeDocument/2006/relationships/slide" Target="../slides/slide3731.xml"/><Relationship Id="rId1" Type="http://schemas.openxmlformats.org/officeDocument/2006/relationships/notesMaster" Target="../notesMasters/notesMaster1.xml"/></Relationships>
</file>

<file path=ppt/notesSlides/_rels/notesSlide3598.xml.rels><?xml version="1.0" encoding="UTF-8" standalone="yes"?>
<Relationships xmlns="http://schemas.openxmlformats.org/package/2006/relationships"><Relationship Id="rId2" Type="http://schemas.openxmlformats.org/officeDocument/2006/relationships/slide" Target="../slides/slide3732.xml"/><Relationship Id="rId1" Type="http://schemas.openxmlformats.org/officeDocument/2006/relationships/notesMaster" Target="../notesMasters/notesMaster1.xml"/></Relationships>
</file>

<file path=ppt/notesSlides/_rels/notesSlide3599.xml.rels><?xml version="1.0" encoding="UTF-8" standalone="yes"?>
<Relationships xmlns="http://schemas.openxmlformats.org/package/2006/relationships"><Relationship Id="rId2" Type="http://schemas.openxmlformats.org/officeDocument/2006/relationships/slide" Target="../slides/slide3733.xml"/><Relationship Id="rId1" Type="http://schemas.openxmlformats.org/officeDocument/2006/relationships/notesMaster" Target="../notesMasters/notesMaster1.xml"/></Relationships>
</file>

<file path=ppt/notesSlides/_rels/notesSlide3600.xml.rels><?xml version="1.0" encoding="UTF-8" standalone="yes"?>
<Relationships xmlns="http://schemas.openxmlformats.org/package/2006/relationships"><Relationship Id="rId2" Type="http://schemas.openxmlformats.org/officeDocument/2006/relationships/slide" Target="../slides/slide3734.xml"/><Relationship Id="rId1" Type="http://schemas.openxmlformats.org/officeDocument/2006/relationships/notesMaster" Target="../notesMasters/notesMaster1.xml"/></Relationships>
</file>

<file path=ppt/notesSlides/_rels/notesSlide3601.xml.rels><?xml version="1.0" encoding="UTF-8" standalone="yes"?>
<Relationships xmlns="http://schemas.openxmlformats.org/package/2006/relationships"><Relationship Id="rId2" Type="http://schemas.openxmlformats.org/officeDocument/2006/relationships/slide" Target="../slides/slide3735.xml"/><Relationship Id="rId1" Type="http://schemas.openxmlformats.org/officeDocument/2006/relationships/notesMaster" Target="../notesMasters/notesMaster1.xml"/></Relationships>
</file>

<file path=ppt/notesSlides/_rels/notesSlide3602.xml.rels><?xml version="1.0" encoding="UTF-8" standalone="yes"?>
<Relationships xmlns="http://schemas.openxmlformats.org/package/2006/relationships"><Relationship Id="rId2" Type="http://schemas.openxmlformats.org/officeDocument/2006/relationships/slide" Target="../slides/slide3736.xml"/><Relationship Id="rId1" Type="http://schemas.openxmlformats.org/officeDocument/2006/relationships/notesMaster" Target="../notesMasters/notesMaster1.xml"/></Relationships>
</file>

<file path=ppt/notesSlides/_rels/notesSlide3603.xml.rels><?xml version="1.0" encoding="UTF-8" standalone="yes"?>
<Relationships xmlns="http://schemas.openxmlformats.org/package/2006/relationships"><Relationship Id="rId2" Type="http://schemas.openxmlformats.org/officeDocument/2006/relationships/slide" Target="../slides/slide3737.xml"/><Relationship Id="rId1" Type="http://schemas.openxmlformats.org/officeDocument/2006/relationships/notesMaster" Target="../notesMasters/notesMaster1.xml"/></Relationships>
</file>

<file path=ppt/notesSlides/_rels/notesSlide3604.xml.rels><?xml version="1.0" encoding="UTF-8" standalone="yes"?>
<Relationships xmlns="http://schemas.openxmlformats.org/package/2006/relationships"><Relationship Id="rId2" Type="http://schemas.openxmlformats.org/officeDocument/2006/relationships/slide" Target="../slides/slide3738.xml"/><Relationship Id="rId1" Type="http://schemas.openxmlformats.org/officeDocument/2006/relationships/notesMaster" Target="../notesMasters/notesMaster1.xml"/></Relationships>
</file>

<file path=ppt/notesSlides/_rels/notesSlide3605.xml.rels><?xml version="1.0" encoding="UTF-8" standalone="yes"?>
<Relationships xmlns="http://schemas.openxmlformats.org/package/2006/relationships"><Relationship Id="rId2" Type="http://schemas.openxmlformats.org/officeDocument/2006/relationships/slide" Target="../slides/slide3739.xml"/><Relationship Id="rId1" Type="http://schemas.openxmlformats.org/officeDocument/2006/relationships/notesMaster" Target="../notesMasters/notesMaster1.xml"/></Relationships>
</file>

<file path=ppt/notesSlides/_rels/notesSlide3606.xml.rels><?xml version="1.0" encoding="UTF-8" standalone="yes"?>
<Relationships xmlns="http://schemas.openxmlformats.org/package/2006/relationships"><Relationship Id="rId2" Type="http://schemas.openxmlformats.org/officeDocument/2006/relationships/slide" Target="../slides/slide3740.xml"/><Relationship Id="rId1" Type="http://schemas.openxmlformats.org/officeDocument/2006/relationships/notesMaster" Target="../notesMasters/notesMaster1.xml"/></Relationships>
</file>

<file path=ppt/notesSlides/_rels/notesSlide3607.xml.rels><?xml version="1.0" encoding="UTF-8" standalone="yes"?>
<Relationships xmlns="http://schemas.openxmlformats.org/package/2006/relationships"><Relationship Id="rId2" Type="http://schemas.openxmlformats.org/officeDocument/2006/relationships/slide" Target="../slides/slide3741.xml"/><Relationship Id="rId1" Type="http://schemas.openxmlformats.org/officeDocument/2006/relationships/notesMaster" Target="../notesMasters/notesMaster1.xml"/></Relationships>
</file>

<file path=ppt/notesSlides/_rels/notesSlide3608.xml.rels><?xml version="1.0" encoding="UTF-8" standalone="yes"?>
<Relationships xmlns="http://schemas.openxmlformats.org/package/2006/relationships"><Relationship Id="rId2" Type="http://schemas.openxmlformats.org/officeDocument/2006/relationships/slide" Target="../slides/slide3742.xml"/><Relationship Id="rId1" Type="http://schemas.openxmlformats.org/officeDocument/2006/relationships/notesMaster" Target="../notesMasters/notesMaster1.xml"/></Relationships>
</file>

<file path=ppt/notesSlides/_rels/notesSlide3609.xml.rels><?xml version="1.0" encoding="UTF-8" standalone="yes"?>
<Relationships xmlns="http://schemas.openxmlformats.org/package/2006/relationships"><Relationship Id="rId2" Type="http://schemas.openxmlformats.org/officeDocument/2006/relationships/slide" Target="../slides/slide3743.xml"/><Relationship Id="rId1" Type="http://schemas.openxmlformats.org/officeDocument/2006/relationships/notesMaster" Target="../notesMasters/notesMaster1.xml"/></Relationships>
</file>

<file path=ppt/notesSlides/_rels/notesSlide3610.xml.rels><?xml version="1.0" encoding="UTF-8" standalone="yes"?>
<Relationships xmlns="http://schemas.openxmlformats.org/package/2006/relationships"><Relationship Id="rId2" Type="http://schemas.openxmlformats.org/officeDocument/2006/relationships/slide" Target="../slides/slide3744.xml"/><Relationship Id="rId1" Type="http://schemas.openxmlformats.org/officeDocument/2006/relationships/notesMaster" Target="../notesMasters/notesMaster1.xml"/></Relationships>
</file>

<file path=ppt/notesSlides/_rels/notesSlide3611.xml.rels><?xml version="1.0" encoding="UTF-8" standalone="yes"?>
<Relationships xmlns="http://schemas.openxmlformats.org/package/2006/relationships"><Relationship Id="rId2" Type="http://schemas.openxmlformats.org/officeDocument/2006/relationships/slide" Target="../slides/slide3745.xml"/><Relationship Id="rId1" Type="http://schemas.openxmlformats.org/officeDocument/2006/relationships/notesMaster" Target="../notesMasters/notesMaster1.xml"/></Relationships>
</file>

<file path=ppt/notesSlides/_rels/notesSlide3612.xml.rels><?xml version="1.0" encoding="UTF-8" standalone="yes"?>
<Relationships xmlns="http://schemas.openxmlformats.org/package/2006/relationships"><Relationship Id="rId2" Type="http://schemas.openxmlformats.org/officeDocument/2006/relationships/slide" Target="../slides/slide3746.xml"/><Relationship Id="rId1" Type="http://schemas.openxmlformats.org/officeDocument/2006/relationships/notesMaster" Target="../notesMasters/notesMaster1.xml"/></Relationships>
</file>

<file path=ppt/notesSlides/_rels/notesSlide3613.xml.rels><?xml version="1.0" encoding="UTF-8" standalone="yes"?>
<Relationships xmlns="http://schemas.openxmlformats.org/package/2006/relationships"><Relationship Id="rId2" Type="http://schemas.openxmlformats.org/officeDocument/2006/relationships/slide" Target="../slides/slide3747.xml"/><Relationship Id="rId1" Type="http://schemas.openxmlformats.org/officeDocument/2006/relationships/notesMaster" Target="../notesMasters/notesMaster1.xml"/></Relationships>
</file>

<file path=ppt/notesSlides/_rels/notesSlide3614.xml.rels><?xml version="1.0" encoding="UTF-8" standalone="yes"?>
<Relationships xmlns="http://schemas.openxmlformats.org/package/2006/relationships"><Relationship Id="rId2" Type="http://schemas.openxmlformats.org/officeDocument/2006/relationships/slide" Target="../slides/slide3748.xml"/><Relationship Id="rId1" Type="http://schemas.openxmlformats.org/officeDocument/2006/relationships/notesMaster" Target="../notesMasters/notesMaster1.xml"/></Relationships>
</file>

<file path=ppt/notesSlides/_rels/notesSlide3615.xml.rels><?xml version="1.0" encoding="UTF-8" standalone="yes"?>
<Relationships xmlns="http://schemas.openxmlformats.org/package/2006/relationships"><Relationship Id="rId2" Type="http://schemas.openxmlformats.org/officeDocument/2006/relationships/slide" Target="../slides/slide3749.xml"/><Relationship Id="rId1" Type="http://schemas.openxmlformats.org/officeDocument/2006/relationships/notesMaster" Target="../notesMasters/notesMaster1.xml"/></Relationships>
</file>

<file path=ppt/notesSlides/_rels/notesSlide3616.xml.rels><?xml version="1.0" encoding="UTF-8" standalone="yes"?>
<Relationships xmlns="http://schemas.openxmlformats.org/package/2006/relationships"><Relationship Id="rId2" Type="http://schemas.openxmlformats.org/officeDocument/2006/relationships/slide" Target="../slides/slide3750.xml"/><Relationship Id="rId1" Type="http://schemas.openxmlformats.org/officeDocument/2006/relationships/notesMaster" Target="../notesMasters/notesMaster1.xml"/></Relationships>
</file>

<file path=ppt/notesSlides/_rels/notesSlide3617.xml.rels><?xml version="1.0" encoding="UTF-8" standalone="yes"?>
<Relationships xmlns="http://schemas.openxmlformats.org/package/2006/relationships"><Relationship Id="rId2" Type="http://schemas.openxmlformats.org/officeDocument/2006/relationships/slide" Target="../slides/slide3751.xml"/><Relationship Id="rId1" Type="http://schemas.openxmlformats.org/officeDocument/2006/relationships/notesMaster" Target="../notesMasters/notesMaster1.xml"/></Relationships>
</file>

<file path=ppt/notesSlides/_rels/notesSlide3618.xml.rels><?xml version="1.0" encoding="UTF-8" standalone="yes"?>
<Relationships xmlns="http://schemas.openxmlformats.org/package/2006/relationships"><Relationship Id="rId2" Type="http://schemas.openxmlformats.org/officeDocument/2006/relationships/slide" Target="../slides/slide3752.xml"/><Relationship Id="rId1" Type="http://schemas.openxmlformats.org/officeDocument/2006/relationships/notesMaster" Target="../notesMasters/notesMaster1.xml"/></Relationships>
</file>

<file path=ppt/notesSlides/_rels/notesSlide3619.xml.rels><?xml version="1.0" encoding="UTF-8" standalone="yes"?>
<Relationships xmlns="http://schemas.openxmlformats.org/package/2006/relationships"><Relationship Id="rId2" Type="http://schemas.openxmlformats.org/officeDocument/2006/relationships/slide" Target="../slides/slide3753.xml"/><Relationship Id="rId1" Type="http://schemas.openxmlformats.org/officeDocument/2006/relationships/notesMaster" Target="../notesMasters/notesMaster1.xml"/></Relationships>
</file>

<file path=ppt/notesSlides/_rels/notesSlide3620.xml.rels><?xml version="1.0" encoding="UTF-8" standalone="yes"?>
<Relationships xmlns="http://schemas.openxmlformats.org/package/2006/relationships"><Relationship Id="rId2" Type="http://schemas.openxmlformats.org/officeDocument/2006/relationships/slide" Target="../slides/slide3754.xml"/><Relationship Id="rId1" Type="http://schemas.openxmlformats.org/officeDocument/2006/relationships/notesMaster" Target="../notesMasters/notesMaster1.xml"/></Relationships>
</file>

<file path=ppt/notesSlides/_rels/notesSlide3621.xml.rels><?xml version="1.0" encoding="UTF-8" standalone="yes"?>
<Relationships xmlns="http://schemas.openxmlformats.org/package/2006/relationships"><Relationship Id="rId2" Type="http://schemas.openxmlformats.org/officeDocument/2006/relationships/slide" Target="../slides/slide3755.xml"/><Relationship Id="rId1" Type="http://schemas.openxmlformats.org/officeDocument/2006/relationships/notesMaster" Target="../notesMasters/notesMaster1.xml"/></Relationships>
</file>

<file path=ppt/notesSlides/_rels/notesSlide3622.xml.rels><?xml version="1.0" encoding="UTF-8" standalone="yes"?>
<Relationships xmlns="http://schemas.openxmlformats.org/package/2006/relationships"><Relationship Id="rId2" Type="http://schemas.openxmlformats.org/officeDocument/2006/relationships/slide" Target="../slides/slide3756.xml"/><Relationship Id="rId1" Type="http://schemas.openxmlformats.org/officeDocument/2006/relationships/notesMaster" Target="../notesMasters/notesMaster1.xml"/></Relationships>
</file>

<file path=ppt/notesSlides/_rels/notesSlide3623.xml.rels><?xml version="1.0" encoding="UTF-8" standalone="yes"?>
<Relationships xmlns="http://schemas.openxmlformats.org/package/2006/relationships"><Relationship Id="rId2" Type="http://schemas.openxmlformats.org/officeDocument/2006/relationships/slide" Target="../slides/slide3757.xml"/><Relationship Id="rId1" Type="http://schemas.openxmlformats.org/officeDocument/2006/relationships/notesMaster" Target="../notesMasters/notesMaster1.xml"/></Relationships>
</file>

<file path=ppt/notesSlides/_rels/notesSlide3624.xml.rels><?xml version="1.0" encoding="UTF-8" standalone="yes"?>
<Relationships xmlns="http://schemas.openxmlformats.org/package/2006/relationships"><Relationship Id="rId2" Type="http://schemas.openxmlformats.org/officeDocument/2006/relationships/slide" Target="../slides/slide3758.xml"/><Relationship Id="rId1" Type="http://schemas.openxmlformats.org/officeDocument/2006/relationships/notesMaster" Target="../notesMasters/notesMaster1.xml"/></Relationships>
</file>

<file path=ppt/notesSlides/_rels/notesSlide3625.xml.rels><?xml version="1.0" encoding="UTF-8" standalone="yes"?>
<Relationships xmlns="http://schemas.openxmlformats.org/package/2006/relationships"><Relationship Id="rId2" Type="http://schemas.openxmlformats.org/officeDocument/2006/relationships/slide" Target="../slides/slide3759.xml"/><Relationship Id="rId1" Type="http://schemas.openxmlformats.org/officeDocument/2006/relationships/notesMaster" Target="../notesMasters/notesMaster1.xml"/></Relationships>
</file>

<file path=ppt/notesSlides/_rels/notesSlide3626.xml.rels><?xml version="1.0" encoding="UTF-8" standalone="yes"?>
<Relationships xmlns="http://schemas.openxmlformats.org/package/2006/relationships"><Relationship Id="rId2" Type="http://schemas.openxmlformats.org/officeDocument/2006/relationships/slide" Target="../slides/slide3760.xml"/><Relationship Id="rId1" Type="http://schemas.openxmlformats.org/officeDocument/2006/relationships/notesMaster" Target="../notesMasters/notesMaster1.xml"/></Relationships>
</file>

<file path=ppt/notesSlides/_rels/notesSlide3627.xml.rels><?xml version="1.0" encoding="UTF-8" standalone="yes"?>
<Relationships xmlns="http://schemas.openxmlformats.org/package/2006/relationships"><Relationship Id="rId2" Type="http://schemas.openxmlformats.org/officeDocument/2006/relationships/slide" Target="../slides/slide3761.xml"/><Relationship Id="rId1" Type="http://schemas.openxmlformats.org/officeDocument/2006/relationships/notesMaster" Target="../notesMasters/notesMaster1.xml"/></Relationships>
</file>

<file path=ppt/notesSlides/_rels/notesSlide3628.xml.rels><?xml version="1.0" encoding="UTF-8" standalone="yes"?>
<Relationships xmlns="http://schemas.openxmlformats.org/package/2006/relationships"><Relationship Id="rId2" Type="http://schemas.openxmlformats.org/officeDocument/2006/relationships/slide" Target="../slides/slide3762.xml"/><Relationship Id="rId1" Type="http://schemas.openxmlformats.org/officeDocument/2006/relationships/notesMaster" Target="../notesMasters/notesMaster1.xml"/></Relationships>
</file>

<file path=ppt/notesSlides/_rels/notesSlide3629.xml.rels><?xml version="1.0" encoding="UTF-8" standalone="yes"?>
<Relationships xmlns="http://schemas.openxmlformats.org/package/2006/relationships"><Relationship Id="rId2" Type="http://schemas.openxmlformats.org/officeDocument/2006/relationships/slide" Target="../slides/slide3763.xml"/><Relationship Id="rId1" Type="http://schemas.openxmlformats.org/officeDocument/2006/relationships/notesMaster" Target="../notesMasters/notesMaster1.xml"/></Relationships>
</file>

<file path=ppt/notesSlides/_rels/notesSlide3630.xml.rels><?xml version="1.0" encoding="UTF-8" standalone="yes"?>
<Relationships xmlns="http://schemas.openxmlformats.org/package/2006/relationships"><Relationship Id="rId2" Type="http://schemas.openxmlformats.org/officeDocument/2006/relationships/slide" Target="../slides/slide3764.xml"/><Relationship Id="rId1" Type="http://schemas.openxmlformats.org/officeDocument/2006/relationships/notesMaster" Target="../notesMasters/notesMaster1.xml"/></Relationships>
</file>

<file path=ppt/notesSlides/_rels/notesSlide3631.xml.rels><?xml version="1.0" encoding="UTF-8" standalone="yes"?>
<Relationships xmlns="http://schemas.openxmlformats.org/package/2006/relationships"><Relationship Id="rId2" Type="http://schemas.openxmlformats.org/officeDocument/2006/relationships/slide" Target="../slides/slide3765.xml"/><Relationship Id="rId1" Type="http://schemas.openxmlformats.org/officeDocument/2006/relationships/notesMaster" Target="../notesMasters/notesMaster1.xml"/></Relationships>
</file>

<file path=ppt/notesSlides/_rels/notesSlide3632.xml.rels><?xml version="1.0" encoding="UTF-8" standalone="yes"?>
<Relationships xmlns="http://schemas.openxmlformats.org/package/2006/relationships"><Relationship Id="rId2" Type="http://schemas.openxmlformats.org/officeDocument/2006/relationships/slide" Target="../slides/slide3766.xml"/><Relationship Id="rId1" Type="http://schemas.openxmlformats.org/officeDocument/2006/relationships/notesMaster" Target="../notesMasters/notesMaster1.xml"/></Relationships>
</file>

<file path=ppt/notesSlides/_rels/notesSlide3633.xml.rels><?xml version="1.0" encoding="UTF-8" standalone="yes"?>
<Relationships xmlns="http://schemas.openxmlformats.org/package/2006/relationships"><Relationship Id="rId2" Type="http://schemas.openxmlformats.org/officeDocument/2006/relationships/slide" Target="../slides/slide3767.xml"/><Relationship Id="rId1" Type="http://schemas.openxmlformats.org/officeDocument/2006/relationships/notesMaster" Target="../notesMasters/notesMaster1.xml"/></Relationships>
</file>

<file path=ppt/notesSlides/_rels/notesSlide3634.xml.rels><?xml version="1.0" encoding="UTF-8" standalone="yes"?>
<Relationships xmlns="http://schemas.openxmlformats.org/package/2006/relationships"><Relationship Id="rId2" Type="http://schemas.openxmlformats.org/officeDocument/2006/relationships/slide" Target="../slides/slide3768.xml"/><Relationship Id="rId1" Type="http://schemas.openxmlformats.org/officeDocument/2006/relationships/notesMaster" Target="../notesMasters/notesMaster1.xml"/></Relationships>
</file>

<file path=ppt/notesSlides/_rels/notesSlide3635.xml.rels><?xml version="1.0" encoding="UTF-8" standalone="yes"?>
<Relationships xmlns="http://schemas.openxmlformats.org/package/2006/relationships"><Relationship Id="rId2" Type="http://schemas.openxmlformats.org/officeDocument/2006/relationships/slide" Target="../slides/slide3769.xml"/><Relationship Id="rId1" Type="http://schemas.openxmlformats.org/officeDocument/2006/relationships/notesMaster" Target="../notesMasters/notesMaster1.xml"/></Relationships>
</file>

<file path=ppt/notesSlides/_rels/notesSlide3636.xml.rels><?xml version="1.0" encoding="UTF-8" standalone="yes"?>
<Relationships xmlns="http://schemas.openxmlformats.org/package/2006/relationships"><Relationship Id="rId2" Type="http://schemas.openxmlformats.org/officeDocument/2006/relationships/slide" Target="../slides/slide3770.xml"/><Relationship Id="rId1" Type="http://schemas.openxmlformats.org/officeDocument/2006/relationships/notesMaster" Target="../notesMasters/notesMaster1.xml"/></Relationships>
</file>

<file path=ppt/notesSlides/_rels/notesSlide3637.xml.rels><?xml version="1.0" encoding="UTF-8" standalone="yes"?>
<Relationships xmlns="http://schemas.openxmlformats.org/package/2006/relationships"><Relationship Id="rId2" Type="http://schemas.openxmlformats.org/officeDocument/2006/relationships/slide" Target="../slides/slide3771.xml"/><Relationship Id="rId1" Type="http://schemas.openxmlformats.org/officeDocument/2006/relationships/notesMaster" Target="../notesMasters/notesMaster1.xml"/></Relationships>
</file>

<file path=ppt/notesSlides/_rels/notesSlide3638.xml.rels><?xml version="1.0" encoding="UTF-8" standalone="yes"?>
<Relationships xmlns="http://schemas.openxmlformats.org/package/2006/relationships"><Relationship Id="rId2" Type="http://schemas.openxmlformats.org/officeDocument/2006/relationships/slide" Target="../slides/slide3772.xml"/><Relationship Id="rId1" Type="http://schemas.openxmlformats.org/officeDocument/2006/relationships/notesMaster" Target="../notesMasters/notesMaster1.xml"/></Relationships>
</file>

<file path=ppt/notesSlides/_rels/notesSlide3639.xml.rels><?xml version="1.0" encoding="UTF-8" standalone="yes"?>
<Relationships xmlns="http://schemas.openxmlformats.org/package/2006/relationships"><Relationship Id="rId2" Type="http://schemas.openxmlformats.org/officeDocument/2006/relationships/slide" Target="../slides/slide3773.xml"/><Relationship Id="rId1" Type="http://schemas.openxmlformats.org/officeDocument/2006/relationships/notesMaster" Target="../notesMasters/notesMaster1.xml"/></Relationships>
</file>

<file path=ppt/notesSlides/_rels/notesSlide3640.xml.rels><?xml version="1.0" encoding="UTF-8" standalone="yes"?>
<Relationships xmlns="http://schemas.openxmlformats.org/package/2006/relationships"><Relationship Id="rId2" Type="http://schemas.openxmlformats.org/officeDocument/2006/relationships/slide" Target="../slides/slide3774.xml"/><Relationship Id="rId1" Type="http://schemas.openxmlformats.org/officeDocument/2006/relationships/notesMaster" Target="../notesMasters/notesMaster1.xml"/></Relationships>
</file>

<file path=ppt/notesSlides/_rels/notesSlide3641.xml.rels><?xml version="1.0" encoding="UTF-8" standalone="yes"?>
<Relationships xmlns="http://schemas.openxmlformats.org/package/2006/relationships"><Relationship Id="rId2" Type="http://schemas.openxmlformats.org/officeDocument/2006/relationships/slide" Target="../slides/slide3775.xml"/><Relationship Id="rId1" Type="http://schemas.openxmlformats.org/officeDocument/2006/relationships/notesMaster" Target="../notesMasters/notesMaster1.xml"/></Relationships>
</file>

<file path=ppt/notesSlides/_rels/notesSlide3642.xml.rels><?xml version="1.0" encoding="UTF-8" standalone="yes"?>
<Relationships xmlns="http://schemas.openxmlformats.org/package/2006/relationships"><Relationship Id="rId2" Type="http://schemas.openxmlformats.org/officeDocument/2006/relationships/slide" Target="../slides/slide3776.xml"/><Relationship Id="rId1" Type="http://schemas.openxmlformats.org/officeDocument/2006/relationships/notesMaster" Target="../notesMasters/notesMaster1.xml"/></Relationships>
</file>

<file path=ppt/notesSlides/_rels/notesSlide3643.xml.rels><?xml version="1.0" encoding="UTF-8" standalone="yes"?>
<Relationships xmlns="http://schemas.openxmlformats.org/package/2006/relationships"><Relationship Id="rId2" Type="http://schemas.openxmlformats.org/officeDocument/2006/relationships/slide" Target="../slides/slide3777.xml"/><Relationship Id="rId1" Type="http://schemas.openxmlformats.org/officeDocument/2006/relationships/notesMaster" Target="../notesMasters/notesMaster1.xml"/></Relationships>
</file>

<file path=ppt/notesSlides/_rels/notesSlide3644.xml.rels><?xml version="1.0" encoding="UTF-8" standalone="yes"?>
<Relationships xmlns="http://schemas.openxmlformats.org/package/2006/relationships"><Relationship Id="rId2" Type="http://schemas.openxmlformats.org/officeDocument/2006/relationships/slide" Target="../slides/slide3778.xml"/><Relationship Id="rId1" Type="http://schemas.openxmlformats.org/officeDocument/2006/relationships/notesMaster" Target="../notesMasters/notesMaster1.xml"/></Relationships>
</file>

<file path=ppt/notesSlides/_rels/notesSlide3645.xml.rels><?xml version="1.0" encoding="UTF-8" standalone="yes"?>
<Relationships xmlns="http://schemas.openxmlformats.org/package/2006/relationships"><Relationship Id="rId2" Type="http://schemas.openxmlformats.org/officeDocument/2006/relationships/slide" Target="../slides/slide3779.xml"/><Relationship Id="rId1" Type="http://schemas.openxmlformats.org/officeDocument/2006/relationships/notesMaster" Target="../notesMasters/notesMaster1.xml"/></Relationships>
</file>

<file path=ppt/notesSlides/_rels/notesSlide3646.xml.rels><?xml version="1.0" encoding="UTF-8" standalone="yes"?>
<Relationships xmlns="http://schemas.openxmlformats.org/package/2006/relationships"><Relationship Id="rId2" Type="http://schemas.openxmlformats.org/officeDocument/2006/relationships/slide" Target="../slides/slide3780.xml"/><Relationship Id="rId1" Type="http://schemas.openxmlformats.org/officeDocument/2006/relationships/notesMaster" Target="../notesMasters/notesMaster1.xml"/></Relationships>
</file>

<file path=ppt/notesSlides/_rels/notesSlide3647.xml.rels><?xml version="1.0" encoding="UTF-8" standalone="yes"?>
<Relationships xmlns="http://schemas.openxmlformats.org/package/2006/relationships"><Relationship Id="rId2" Type="http://schemas.openxmlformats.org/officeDocument/2006/relationships/slide" Target="../slides/slide3781.xml"/><Relationship Id="rId1" Type="http://schemas.openxmlformats.org/officeDocument/2006/relationships/notesMaster" Target="../notesMasters/notesMaster1.xml"/></Relationships>
</file>

<file path=ppt/notesSlides/_rels/notesSlide3648.xml.rels><?xml version="1.0" encoding="UTF-8" standalone="yes"?>
<Relationships xmlns="http://schemas.openxmlformats.org/package/2006/relationships"><Relationship Id="rId2" Type="http://schemas.openxmlformats.org/officeDocument/2006/relationships/slide" Target="../slides/slide3782.xml"/><Relationship Id="rId1" Type="http://schemas.openxmlformats.org/officeDocument/2006/relationships/notesMaster" Target="../notesMasters/notesMaster1.xml"/></Relationships>
</file>

<file path=ppt/notesSlides/_rels/notesSlide3649.xml.rels><?xml version="1.0" encoding="UTF-8" standalone="yes"?>
<Relationships xmlns="http://schemas.openxmlformats.org/package/2006/relationships"><Relationship Id="rId2" Type="http://schemas.openxmlformats.org/officeDocument/2006/relationships/slide" Target="../slides/slide3783.xml"/><Relationship Id="rId1" Type="http://schemas.openxmlformats.org/officeDocument/2006/relationships/notesMaster" Target="../notesMasters/notesMaster1.xml"/></Relationships>
</file>

<file path=ppt/notesSlides/_rels/notesSlide3650.xml.rels><?xml version="1.0" encoding="UTF-8" standalone="yes"?>
<Relationships xmlns="http://schemas.openxmlformats.org/package/2006/relationships"><Relationship Id="rId2" Type="http://schemas.openxmlformats.org/officeDocument/2006/relationships/slide" Target="../slides/slide3784.xml"/><Relationship Id="rId1" Type="http://schemas.openxmlformats.org/officeDocument/2006/relationships/notesMaster" Target="../notesMasters/notesMaster1.xml"/></Relationships>
</file>

<file path=ppt/notesSlides/_rels/notesSlide3651.xml.rels><?xml version="1.0" encoding="UTF-8" standalone="yes"?>
<Relationships xmlns="http://schemas.openxmlformats.org/package/2006/relationships"><Relationship Id="rId2" Type="http://schemas.openxmlformats.org/officeDocument/2006/relationships/slide" Target="../slides/slide3785.xml"/><Relationship Id="rId1" Type="http://schemas.openxmlformats.org/officeDocument/2006/relationships/notesMaster" Target="../notesMasters/notesMaster1.xml"/></Relationships>
</file>

<file path=ppt/notesSlides/_rels/notesSlide3652.xml.rels><?xml version="1.0" encoding="UTF-8" standalone="yes"?>
<Relationships xmlns="http://schemas.openxmlformats.org/package/2006/relationships"><Relationship Id="rId2" Type="http://schemas.openxmlformats.org/officeDocument/2006/relationships/slide" Target="../slides/slide3786.xml"/><Relationship Id="rId1" Type="http://schemas.openxmlformats.org/officeDocument/2006/relationships/notesMaster" Target="../notesMasters/notesMaster1.xml"/></Relationships>
</file>

<file path=ppt/notesSlides/_rels/notesSlide3653.xml.rels><?xml version="1.0" encoding="UTF-8" standalone="yes"?>
<Relationships xmlns="http://schemas.openxmlformats.org/package/2006/relationships"><Relationship Id="rId2" Type="http://schemas.openxmlformats.org/officeDocument/2006/relationships/slide" Target="../slides/slide3787.xml"/><Relationship Id="rId1" Type="http://schemas.openxmlformats.org/officeDocument/2006/relationships/notesMaster" Target="../notesMasters/notesMaster1.xml"/></Relationships>
</file>

<file path=ppt/notesSlides/_rels/notesSlide3654.xml.rels><?xml version="1.0" encoding="UTF-8" standalone="yes"?>
<Relationships xmlns="http://schemas.openxmlformats.org/package/2006/relationships"><Relationship Id="rId2" Type="http://schemas.openxmlformats.org/officeDocument/2006/relationships/slide" Target="../slides/slide3788.xml"/><Relationship Id="rId1" Type="http://schemas.openxmlformats.org/officeDocument/2006/relationships/notesMaster" Target="../notesMasters/notesMaster1.xml"/></Relationships>
</file>

<file path=ppt/notesSlides/_rels/notesSlide3655.xml.rels><?xml version="1.0" encoding="UTF-8" standalone="yes"?>
<Relationships xmlns="http://schemas.openxmlformats.org/package/2006/relationships"><Relationship Id="rId2" Type="http://schemas.openxmlformats.org/officeDocument/2006/relationships/slide" Target="../slides/slide3789.xml"/><Relationship Id="rId1" Type="http://schemas.openxmlformats.org/officeDocument/2006/relationships/notesMaster" Target="../notesMasters/notesMaster1.xml"/></Relationships>
</file>

<file path=ppt/notesSlides/_rels/notesSlide3656.xml.rels><?xml version="1.0" encoding="UTF-8" standalone="yes"?>
<Relationships xmlns="http://schemas.openxmlformats.org/package/2006/relationships"><Relationship Id="rId2" Type="http://schemas.openxmlformats.org/officeDocument/2006/relationships/slide" Target="../slides/slide3790.xml"/><Relationship Id="rId1" Type="http://schemas.openxmlformats.org/officeDocument/2006/relationships/notesMaster" Target="../notesMasters/notesMaster1.xml"/></Relationships>
</file>

<file path=ppt/notesSlides/_rels/notesSlide3657.xml.rels><?xml version="1.0" encoding="UTF-8" standalone="yes"?>
<Relationships xmlns="http://schemas.openxmlformats.org/package/2006/relationships"><Relationship Id="rId2" Type="http://schemas.openxmlformats.org/officeDocument/2006/relationships/slide" Target="../slides/slide3791.xml"/><Relationship Id="rId1" Type="http://schemas.openxmlformats.org/officeDocument/2006/relationships/notesMaster" Target="../notesMasters/notesMaster1.xml"/></Relationships>
</file>

<file path=ppt/notesSlides/_rels/notesSlide3658.xml.rels><?xml version="1.0" encoding="UTF-8" standalone="yes"?>
<Relationships xmlns="http://schemas.openxmlformats.org/package/2006/relationships"><Relationship Id="rId2" Type="http://schemas.openxmlformats.org/officeDocument/2006/relationships/slide" Target="../slides/slide3792.xml"/><Relationship Id="rId1" Type="http://schemas.openxmlformats.org/officeDocument/2006/relationships/notesMaster" Target="../notesMasters/notesMaster1.xml"/></Relationships>
</file>

<file path=ppt/notesSlides/_rels/notesSlide3659.xml.rels><?xml version="1.0" encoding="UTF-8" standalone="yes"?>
<Relationships xmlns="http://schemas.openxmlformats.org/package/2006/relationships"><Relationship Id="rId2" Type="http://schemas.openxmlformats.org/officeDocument/2006/relationships/slide" Target="../slides/slide3793.xml"/><Relationship Id="rId1" Type="http://schemas.openxmlformats.org/officeDocument/2006/relationships/notesMaster" Target="../notesMasters/notesMaster1.xml"/></Relationships>
</file>

<file path=ppt/notesSlides/_rels/notesSlide3660.xml.rels><?xml version="1.0" encoding="UTF-8" standalone="yes"?>
<Relationships xmlns="http://schemas.openxmlformats.org/package/2006/relationships"><Relationship Id="rId2" Type="http://schemas.openxmlformats.org/officeDocument/2006/relationships/slide" Target="../slides/slide3794.xml"/><Relationship Id="rId1" Type="http://schemas.openxmlformats.org/officeDocument/2006/relationships/notesMaster" Target="../notesMasters/notesMaster1.xml"/></Relationships>
</file>

<file path=ppt/notesSlides/_rels/notesSlide3661.xml.rels><?xml version="1.0" encoding="UTF-8" standalone="yes"?>
<Relationships xmlns="http://schemas.openxmlformats.org/package/2006/relationships"><Relationship Id="rId2" Type="http://schemas.openxmlformats.org/officeDocument/2006/relationships/slide" Target="../slides/slide3795.xml"/><Relationship Id="rId1" Type="http://schemas.openxmlformats.org/officeDocument/2006/relationships/notesMaster" Target="../notesMasters/notesMaster1.xml"/></Relationships>
</file>

<file path=ppt/notesSlides/_rels/notesSlide3662.xml.rels><?xml version="1.0" encoding="UTF-8" standalone="yes"?>
<Relationships xmlns="http://schemas.openxmlformats.org/package/2006/relationships"><Relationship Id="rId2" Type="http://schemas.openxmlformats.org/officeDocument/2006/relationships/slide" Target="../slides/slide3796.xml"/><Relationship Id="rId1" Type="http://schemas.openxmlformats.org/officeDocument/2006/relationships/notesMaster" Target="../notesMasters/notesMaster1.xml"/></Relationships>
</file>

<file path=ppt/notesSlides/_rels/notesSlide3663.xml.rels><?xml version="1.0" encoding="UTF-8" standalone="yes"?>
<Relationships xmlns="http://schemas.openxmlformats.org/package/2006/relationships"><Relationship Id="rId2" Type="http://schemas.openxmlformats.org/officeDocument/2006/relationships/slide" Target="../slides/slide3797.xml"/><Relationship Id="rId1" Type="http://schemas.openxmlformats.org/officeDocument/2006/relationships/notesMaster" Target="../notesMasters/notesMaster1.xml"/></Relationships>
</file>

<file path=ppt/notesSlides/_rels/notesSlide3664.xml.rels><?xml version="1.0" encoding="UTF-8" standalone="yes"?>
<Relationships xmlns="http://schemas.openxmlformats.org/package/2006/relationships"><Relationship Id="rId2" Type="http://schemas.openxmlformats.org/officeDocument/2006/relationships/slide" Target="../slides/slide3798.xml"/><Relationship Id="rId1" Type="http://schemas.openxmlformats.org/officeDocument/2006/relationships/notesMaster" Target="../notesMasters/notesMaster1.xml"/></Relationships>
</file>

<file path=ppt/notesSlides/_rels/notesSlide3665.xml.rels><?xml version="1.0" encoding="UTF-8" standalone="yes"?>
<Relationships xmlns="http://schemas.openxmlformats.org/package/2006/relationships"><Relationship Id="rId2" Type="http://schemas.openxmlformats.org/officeDocument/2006/relationships/slide" Target="../slides/slide3799.xml"/><Relationship Id="rId1" Type="http://schemas.openxmlformats.org/officeDocument/2006/relationships/notesMaster" Target="../notesMasters/notesMaster1.xml"/></Relationships>
</file>

<file path=ppt/notesSlides/_rels/notesSlide3666.xml.rels><?xml version="1.0" encoding="UTF-8" standalone="yes"?>
<Relationships xmlns="http://schemas.openxmlformats.org/package/2006/relationships"><Relationship Id="rId2" Type="http://schemas.openxmlformats.org/officeDocument/2006/relationships/slide" Target="../slides/slide3800.xml"/><Relationship Id="rId1" Type="http://schemas.openxmlformats.org/officeDocument/2006/relationships/notesMaster" Target="../notesMasters/notesMaster1.xml"/></Relationships>
</file>

<file path=ppt/notesSlides/_rels/notesSlide3667.xml.rels><?xml version="1.0" encoding="UTF-8" standalone="yes"?>
<Relationships xmlns="http://schemas.openxmlformats.org/package/2006/relationships"><Relationship Id="rId2" Type="http://schemas.openxmlformats.org/officeDocument/2006/relationships/slide" Target="../slides/slide3801.xml"/><Relationship Id="rId1" Type="http://schemas.openxmlformats.org/officeDocument/2006/relationships/notesMaster" Target="../notesMasters/notesMaster1.xml"/></Relationships>
</file>

<file path=ppt/notesSlides/_rels/notesSlide3668.xml.rels><?xml version="1.0" encoding="UTF-8" standalone="yes"?>
<Relationships xmlns="http://schemas.openxmlformats.org/package/2006/relationships"><Relationship Id="rId2" Type="http://schemas.openxmlformats.org/officeDocument/2006/relationships/slide" Target="../slides/slide3802.xml"/><Relationship Id="rId1" Type="http://schemas.openxmlformats.org/officeDocument/2006/relationships/notesMaster" Target="../notesMasters/notesMaster1.xml"/></Relationships>
</file>

<file path=ppt/notesSlides/_rels/notesSlide3669.xml.rels><?xml version="1.0" encoding="UTF-8" standalone="yes"?>
<Relationships xmlns="http://schemas.openxmlformats.org/package/2006/relationships"><Relationship Id="rId2" Type="http://schemas.openxmlformats.org/officeDocument/2006/relationships/slide" Target="../slides/slide3803.xml"/><Relationship Id="rId1" Type="http://schemas.openxmlformats.org/officeDocument/2006/relationships/notesMaster" Target="../notesMasters/notesMaster1.xml"/></Relationships>
</file>

<file path=ppt/notesSlides/_rels/notesSlide3670.xml.rels><?xml version="1.0" encoding="UTF-8" standalone="yes"?>
<Relationships xmlns="http://schemas.openxmlformats.org/package/2006/relationships"><Relationship Id="rId2" Type="http://schemas.openxmlformats.org/officeDocument/2006/relationships/slide" Target="../slides/slide3804.xml"/><Relationship Id="rId1" Type="http://schemas.openxmlformats.org/officeDocument/2006/relationships/notesMaster" Target="../notesMasters/notesMaster1.xml"/></Relationships>
</file>

<file path=ppt/notesSlides/_rels/notesSlide3671.xml.rels><?xml version="1.0" encoding="UTF-8" standalone="yes"?>
<Relationships xmlns="http://schemas.openxmlformats.org/package/2006/relationships"><Relationship Id="rId2" Type="http://schemas.openxmlformats.org/officeDocument/2006/relationships/slide" Target="../slides/slide3805.xml"/><Relationship Id="rId1" Type="http://schemas.openxmlformats.org/officeDocument/2006/relationships/notesMaster" Target="../notesMasters/notesMaster1.xml"/></Relationships>
</file>

<file path=ppt/notesSlides/_rels/notesSlide3672.xml.rels><?xml version="1.0" encoding="UTF-8" standalone="yes"?>
<Relationships xmlns="http://schemas.openxmlformats.org/package/2006/relationships"><Relationship Id="rId2" Type="http://schemas.openxmlformats.org/officeDocument/2006/relationships/slide" Target="../slides/slide3806.xml"/><Relationship Id="rId1" Type="http://schemas.openxmlformats.org/officeDocument/2006/relationships/notesMaster" Target="../notesMasters/notesMaster1.xml"/></Relationships>
</file>

<file path=ppt/notesSlides/_rels/notesSlide3673.xml.rels><?xml version="1.0" encoding="UTF-8" standalone="yes"?>
<Relationships xmlns="http://schemas.openxmlformats.org/package/2006/relationships"><Relationship Id="rId2" Type="http://schemas.openxmlformats.org/officeDocument/2006/relationships/slide" Target="../slides/slide3807.xml"/><Relationship Id="rId1" Type="http://schemas.openxmlformats.org/officeDocument/2006/relationships/notesMaster" Target="../notesMasters/notesMaster1.xml"/></Relationships>
</file>

<file path=ppt/notesSlides/_rels/notesSlide3674.xml.rels><?xml version="1.0" encoding="UTF-8" standalone="yes"?>
<Relationships xmlns="http://schemas.openxmlformats.org/package/2006/relationships"><Relationship Id="rId2" Type="http://schemas.openxmlformats.org/officeDocument/2006/relationships/slide" Target="../slides/slide3808.xml"/><Relationship Id="rId1" Type="http://schemas.openxmlformats.org/officeDocument/2006/relationships/notesMaster" Target="../notesMasters/notesMaster1.xml"/></Relationships>
</file>

<file path=ppt/notesSlides/_rels/notesSlide3675.xml.rels><?xml version="1.0" encoding="UTF-8" standalone="yes"?>
<Relationships xmlns="http://schemas.openxmlformats.org/package/2006/relationships"><Relationship Id="rId2" Type="http://schemas.openxmlformats.org/officeDocument/2006/relationships/slide" Target="../slides/slide3809.xml"/><Relationship Id="rId1" Type="http://schemas.openxmlformats.org/officeDocument/2006/relationships/notesMaster" Target="../notesMasters/notesMaster1.xml"/></Relationships>
</file>

<file path=ppt/notesSlides/_rels/notesSlide3676.xml.rels><?xml version="1.0" encoding="UTF-8" standalone="yes"?>
<Relationships xmlns="http://schemas.openxmlformats.org/package/2006/relationships"><Relationship Id="rId2" Type="http://schemas.openxmlformats.org/officeDocument/2006/relationships/slide" Target="../slides/slide3810.xml"/><Relationship Id="rId1" Type="http://schemas.openxmlformats.org/officeDocument/2006/relationships/notesMaster" Target="../notesMasters/notesMaster1.xml"/></Relationships>
</file>

<file path=ppt/notesSlides/_rels/notesSlide3677.xml.rels><?xml version="1.0" encoding="UTF-8" standalone="yes"?>
<Relationships xmlns="http://schemas.openxmlformats.org/package/2006/relationships"><Relationship Id="rId2" Type="http://schemas.openxmlformats.org/officeDocument/2006/relationships/slide" Target="../slides/slide3811.xml"/><Relationship Id="rId1" Type="http://schemas.openxmlformats.org/officeDocument/2006/relationships/notesMaster" Target="../notesMasters/notesMaster1.xml"/></Relationships>
</file>

<file path=ppt/notesSlides/_rels/notesSlide3678.xml.rels><?xml version="1.0" encoding="UTF-8" standalone="yes"?>
<Relationships xmlns="http://schemas.openxmlformats.org/package/2006/relationships"><Relationship Id="rId2" Type="http://schemas.openxmlformats.org/officeDocument/2006/relationships/slide" Target="../slides/slide3812.xml"/><Relationship Id="rId1" Type="http://schemas.openxmlformats.org/officeDocument/2006/relationships/notesMaster" Target="../notesMasters/notesMaster1.xml"/></Relationships>
</file>

<file path=ppt/notesSlides/_rels/notesSlide3679.xml.rels><?xml version="1.0" encoding="UTF-8" standalone="yes"?>
<Relationships xmlns="http://schemas.openxmlformats.org/package/2006/relationships"><Relationship Id="rId2" Type="http://schemas.openxmlformats.org/officeDocument/2006/relationships/slide" Target="../slides/slide3813.xml"/><Relationship Id="rId1" Type="http://schemas.openxmlformats.org/officeDocument/2006/relationships/notesMaster" Target="../notesMasters/notesMaster1.xml"/></Relationships>
</file>

<file path=ppt/notesSlides/_rels/notesSlide3680.xml.rels><?xml version="1.0" encoding="UTF-8" standalone="yes"?>
<Relationships xmlns="http://schemas.openxmlformats.org/package/2006/relationships"><Relationship Id="rId2" Type="http://schemas.openxmlformats.org/officeDocument/2006/relationships/slide" Target="../slides/slide3814.xml"/><Relationship Id="rId1" Type="http://schemas.openxmlformats.org/officeDocument/2006/relationships/notesMaster" Target="../notesMasters/notesMaster1.xml"/></Relationships>
</file>

<file path=ppt/notesSlides/_rels/notesSlide3681.xml.rels><?xml version="1.0" encoding="UTF-8" standalone="yes"?>
<Relationships xmlns="http://schemas.openxmlformats.org/package/2006/relationships"><Relationship Id="rId2" Type="http://schemas.openxmlformats.org/officeDocument/2006/relationships/slide" Target="../slides/slide3815.xml"/><Relationship Id="rId1" Type="http://schemas.openxmlformats.org/officeDocument/2006/relationships/notesMaster" Target="../notesMasters/notesMaster1.xml"/></Relationships>
</file>

<file path=ppt/notesSlides/_rels/notesSlide3682.xml.rels><?xml version="1.0" encoding="UTF-8" standalone="yes"?>
<Relationships xmlns="http://schemas.openxmlformats.org/package/2006/relationships"><Relationship Id="rId2" Type="http://schemas.openxmlformats.org/officeDocument/2006/relationships/slide" Target="../slides/slide3816.xml"/><Relationship Id="rId1" Type="http://schemas.openxmlformats.org/officeDocument/2006/relationships/notesMaster" Target="../notesMasters/notesMaster1.xml"/></Relationships>
</file>

<file path=ppt/notesSlides/_rels/notesSlide3683.xml.rels><?xml version="1.0" encoding="UTF-8" standalone="yes"?>
<Relationships xmlns="http://schemas.openxmlformats.org/package/2006/relationships"><Relationship Id="rId2" Type="http://schemas.openxmlformats.org/officeDocument/2006/relationships/slide" Target="../slides/slide3817.xml"/><Relationship Id="rId1" Type="http://schemas.openxmlformats.org/officeDocument/2006/relationships/notesMaster" Target="../notesMasters/notesMaster1.xml"/></Relationships>
</file>

<file path=ppt/notesSlides/_rels/notesSlide3684.xml.rels><?xml version="1.0" encoding="UTF-8" standalone="yes"?>
<Relationships xmlns="http://schemas.openxmlformats.org/package/2006/relationships"><Relationship Id="rId2" Type="http://schemas.openxmlformats.org/officeDocument/2006/relationships/slide" Target="../slides/slide3818.xml"/><Relationship Id="rId1" Type="http://schemas.openxmlformats.org/officeDocument/2006/relationships/notesMaster" Target="../notesMasters/notesMaster1.xml"/></Relationships>
</file>

<file path=ppt/notesSlides/_rels/notesSlide3685.xml.rels><?xml version="1.0" encoding="UTF-8" standalone="yes"?>
<Relationships xmlns="http://schemas.openxmlformats.org/package/2006/relationships"><Relationship Id="rId2" Type="http://schemas.openxmlformats.org/officeDocument/2006/relationships/slide" Target="../slides/slide3819.xml"/><Relationship Id="rId1" Type="http://schemas.openxmlformats.org/officeDocument/2006/relationships/notesMaster" Target="../notesMasters/notesMaster1.xml"/></Relationships>
</file>

<file path=ppt/notesSlides/_rels/notesSlide3686.xml.rels><?xml version="1.0" encoding="UTF-8" standalone="yes"?>
<Relationships xmlns="http://schemas.openxmlformats.org/package/2006/relationships"><Relationship Id="rId2" Type="http://schemas.openxmlformats.org/officeDocument/2006/relationships/slide" Target="../slides/slide3820.xml"/><Relationship Id="rId1" Type="http://schemas.openxmlformats.org/officeDocument/2006/relationships/notesMaster" Target="../notesMasters/notesMaster1.xml"/></Relationships>
</file>

<file path=ppt/notesSlides/_rels/notesSlide3687.xml.rels><?xml version="1.0" encoding="UTF-8" standalone="yes"?>
<Relationships xmlns="http://schemas.openxmlformats.org/package/2006/relationships"><Relationship Id="rId2" Type="http://schemas.openxmlformats.org/officeDocument/2006/relationships/slide" Target="../slides/slide3821.xml"/><Relationship Id="rId1" Type="http://schemas.openxmlformats.org/officeDocument/2006/relationships/notesMaster" Target="../notesMasters/notesMaster1.xml"/></Relationships>
</file>

<file path=ppt/notesSlides/_rels/notesSlide3688.xml.rels><?xml version="1.0" encoding="UTF-8" standalone="yes"?>
<Relationships xmlns="http://schemas.openxmlformats.org/package/2006/relationships"><Relationship Id="rId2" Type="http://schemas.openxmlformats.org/officeDocument/2006/relationships/slide" Target="../slides/slide3822.xml"/><Relationship Id="rId1" Type="http://schemas.openxmlformats.org/officeDocument/2006/relationships/notesMaster" Target="../notesMasters/notesMaster1.xml"/></Relationships>
</file>

<file path=ppt/notesSlides/_rels/notesSlide3689.xml.rels><?xml version="1.0" encoding="UTF-8" standalone="yes"?>
<Relationships xmlns="http://schemas.openxmlformats.org/package/2006/relationships"><Relationship Id="rId2" Type="http://schemas.openxmlformats.org/officeDocument/2006/relationships/slide" Target="../slides/slide3823.xml"/><Relationship Id="rId1" Type="http://schemas.openxmlformats.org/officeDocument/2006/relationships/notesMaster" Target="../notesMasters/notesMaster1.xml"/></Relationships>
</file>

<file path=ppt/notesSlides/_rels/notesSlide3690.xml.rels><?xml version="1.0" encoding="UTF-8" standalone="yes"?>
<Relationships xmlns="http://schemas.openxmlformats.org/package/2006/relationships"><Relationship Id="rId2" Type="http://schemas.openxmlformats.org/officeDocument/2006/relationships/slide" Target="../slides/slide3824.xml"/><Relationship Id="rId1" Type="http://schemas.openxmlformats.org/officeDocument/2006/relationships/notesMaster" Target="../notesMasters/notesMaster1.xml"/></Relationships>
</file>

<file path=ppt/notesSlides/_rels/notesSlide3691.xml.rels><?xml version="1.0" encoding="UTF-8" standalone="yes"?>
<Relationships xmlns="http://schemas.openxmlformats.org/package/2006/relationships"><Relationship Id="rId2" Type="http://schemas.openxmlformats.org/officeDocument/2006/relationships/slide" Target="../slides/slide3825.xml"/><Relationship Id="rId1" Type="http://schemas.openxmlformats.org/officeDocument/2006/relationships/notesMaster" Target="../notesMasters/notesMaster1.xml"/></Relationships>
</file>

<file path=ppt/notesSlides/_rels/notesSlide3692.xml.rels><?xml version="1.0" encoding="UTF-8" standalone="yes"?>
<Relationships xmlns="http://schemas.openxmlformats.org/package/2006/relationships"><Relationship Id="rId2" Type="http://schemas.openxmlformats.org/officeDocument/2006/relationships/slide" Target="../slides/slide3826.xml"/><Relationship Id="rId1" Type="http://schemas.openxmlformats.org/officeDocument/2006/relationships/notesMaster" Target="../notesMasters/notesMaster1.xml"/></Relationships>
</file>

<file path=ppt/notesSlides/_rels/notesSlide3693.xml.rels><?xml version="1.0" encoding="UTF-8" standalone="yes"?>
<Relationships xmlns="http://schemas.openxmlformats.org/package/2006/relationships"><Relationship Id="rId2" Type="http://schemas.openxmlformats.org/officeDocument/2006/relationships/slide" Target="../slides/slide3827.xml"/><Relationship Id="rId1" Type="http://schemas.openxmlformats.org/officeDocument/2006/relationships/notesMaster" Target="../notesMasters/notesMaster1.xml"/></Relationships>
</file>

<file path=ppt/notesSlides/_rels/notesSlide3694.xml.rels><?xml version="1.0" encoding="UTF-8" standalone="yes"?>
<Relationships xmlns="http://schemas.openxmlformats.org/package/2006/relationships"><Relationship Id="rId2" Type="http://schemas.openxmlformats.org/officeDocument/2006/relationships/slide" Target="../slides/slide3828.xml"/><Relationship Id="rId1" Type="http://schemas.openxmlformats.org/officeDocument/2006/relationships/notesMaster" Target="../notesMasters/notesMaster1.xml"/></Relationships>
</file>

<file path=ppt/notesSlides/_rels/notesSlide3695.xml.rels><?xml version="1.0" encoding="UTF-8" standalone="yes"?>
<Relationships xmlns="http://schemas.openxmlformats.org/package/2006/relationships"><Relationship Id="rId2" Type="http://schemas.openxmlformats.org/officeDocument/2006/relationships/slide" Target="../slides/slide3829.xml"/><Relationship Id="rId1" Type="http://schemas.openxmlformats.org/officeDocument/2006/relationships/notesMaster" Target="../notesMasters/notesMaster1.xml"/></Relationships>
</file>

<file path=ppt/notesSlides/_rels/notesSlide3696.xml.rels><?xml version="1.0" encoding="UTF-8" standalone="yes"?>
<Relationships xmlns="http://schemas.openxmlformats.org/package/2006/relationships"><Relationship Id="rId2" Type="http://schemas.openxmlformats.org/officeDocument/2006/relationships/slide" Target="../slides/slide3830.xml"/><Relationship Id="rId1" Type="http://schemas.openxmlformats.org/officeDocument/2006/relationships/notesMaster" Target="../notesMasters/notesMaster1.xml"/></Relationships>
</file>

<file path=ppt/notesSlides/_rels/notesSlide3697.xml.rels><?xml version="1.0" encoding="UTF-8" standalone="yes"?>
<Relationships xmlns="http://schemas.openxmlformats.org/package/2006/relationships"><Relationship Id="rId2" Type="http://schemas.openxmlformats.org/officeDocument/2006/relationships/slide" Target="../slides/slide3831.xml"/><Relationship Id="rId1" Type="http://schemas.openxmlformats.org/officeDocument/2006/relationships/notesMaster" Target="../notesMasters/notesMaster1.xml"/></Relationships>
</file>

<file path=ppt/notesSlides/_rels/notesSlide3698.xml.rels><?xml version="1.0" encoding="UTF-8" standalone="yes"?>
<Relationships xmlns="http://schemas.openxmlformats.org/package/2006/relationships"><Relationship Id="rId2" Type="http://schemas.openxmlformats.org/officeDocument/2006/relationships/slide" Target="../slides/slide3832.xml"/><Relationship Id="rId1" Type="http://schemas.openxmlformats.org/officeDocument/2006/relationships/notesMaster" Target="../notesMasters/notesMaster1.xml"/></Relationships>
</file>

<file path=ppt/notesSlides/_rels/notesSlide3699.xml.rels><?xml version="1.0" encoding="UTF-8" standalone="yes"?>
<Relationships xmlns="http://schemas.openxmlformats.org/package/2006/relationships"><Relationship Id="rId2" Type="http://schemas.openxmlformats.org/officeDocument/2006/relationships/slide" Target="../slides/slide3833.xml"/><Relationship Id="rId1" Type="http://schemas.openxmlformats.org/officeDocument/2006/relationships/notesMaster" Target="../notesMasters/notesMaster1.xml"/></Relationships>
</file>

<file path=ppt/notesSlides/_rels/notesSlide3700.xml.rels><?xml version="1.0" encoding="UTF-8" standalone="yes"?>
<Relationships xmlns="http://schemas.openxmlformats.org/package/2006/relationships"><Relationship Id="rId2" Type="http://schemas.openxmlformats.org/officeDocument/2006/relationships/slide" Target="../slides/slide3834.xml"/><Relationship Id="rId1" Type="http://schemas.openxmlformats.org/officeDocument/2006/relationships/notesMaster" Target="../notesMasters/notesMaster1.xml"/></Relationships>
</file>

<file path=ppt/notesSlides/_rels/notesSlide3701.xml.rels><?xml version="1.0" encoding="UTF-8" standalone="yes"?>
<Relationships xmlns="http://schemas.openxmlformats.org/package/2006/relationships"><Relationship Id="rId2" Type="http://schemas.openxmlformats.org/officeDocument/2006/relationships/slide" Target="../slides/slide3835.xml"/><Relationship Id="rId1" Type="http://schemas.openxmlformats.org/officeDocument/2006/relationships/notesMaster" Target="../notesMasters/notesMaster1.xml"/></Relationships>
</file>

<file path=ppt/notesSlides/_rels/notesSlide3702.xml.rels><?xml version="1.0" encoding="UTF-8" standalone="yes"?>
<Relationships xmlns="http://schemas.openxmlformats.org/package/2006/relationships"><Relationship Id="rId2" Type="http://schemas.openxmlformats.org/officeDocument/2006/relationships/slide" Target="../slides/slide3836.xml"/><Relationship Id="rId1" Type="http://schemas.openxmlformats.org/officeDocument/2006/relationships/notesMaster" Target="../notesMasters/notesMaster1.xml"/></Relationships>
</file>

<file path=ppt/notesSlides/_rels/notesSlide3703.xml.rels><?xml version="1.0" encoding="UTF-8" standalone="yes"?>
<Relationships xmlns="http://schemas.openxmlformats.org/package/2006/relationships"><Relationship Id="rId2" Type="http://schemas.openxmlformats.org/officeDocument/2006/relationships/slide" Target="../slides/slide3837.xml"/><Relationship Id="rId1" Type="http://schemas.openxmlformats.org/officeDocument/2006/relationships/notesMaster" Target="../notesMasters/notesMaster1.xml"/></Relationships>
</file>

<file path=ppt/notesSlides/_rels/notesSlide3704.xml.rels><?xml version="1.0" encoding="UTF-8" standalone="yes"?>
<Relationships xmlns="http://schemas.openxmlformats.org/package/2006/relationships"><Relationship Id="rId2" Type="http://schemas.openxmlformats.org/officeDocument/2006/relationships/slide" Target="../slides/slide3838.xml"/><Relationship Id="rId1" Type="http://schemas.openxmlformats.org/officeDocument/2006/relationships/notesMaster" Target="../notesMasters/notesMaster1.xml"/></Relationships>
</file>

<file path=ppt/notesSlides/_rels/notesSlide3705.xml.rels><?xml version="1.0" encoding="UTF-8" standalone="yes"?>
<Relationships xmlns="http://schemas.openxmlformats.org/package/2006/relationships"><Relationship Id="rId2" Type="http://schemas.openxmlformats.org/officeDocument/2006/relationships/slide" Target="../slides/slide3839.xml"/><Relationship Id="rId1" Type="http://schemas.openxmlformats.org/officeDocument/2006/relationships/notesMaster" Target="../notesMasters/notesMaster1.xml"/></Relationships>
</file>

<file path=ppt/notesSlides/_rels/notesSlide3706.xml.rels><?xml version="1.0" encoding="UTF-8" standalone="yes"?>
<Relationships xmlns="http://schemas.openxmlformats.org/package/2006/relationships"><Relationship Id="rId2" Type="http://schemas.openxmlformats.org/officeDocument/2006/relationships/slide" Target="../slides/slide3840.xml"/><Relationship Id="rId1" Type="http://schemas.openxmlformats.org/officeDocument/2006/relationships/notesMaster" Target="../notesMasters/notesMaster1.xml"/></Relationships>
</file>

<file path=ppt/notesSlides/_rels/notesSlide3707.xml.rels><?xml version="1.0" encoding="UTF-8" standalone="yes"?>
<Relationships xmlns="http://schemas.openxmlformats.org/package/2006/relationships"><Relationship Id="rId2" Type="http://schemas.openxmlformats.org/officeDocument/2006/relationships/slide" Target="../slides/slide3841.xml"/><Relationship Id="rId1" Type="http://schemas.openxmlformats.org/officeDocument/2006/relationships/notesMaster" Target="../notesMasters/notesMaster1.xml"/></Relationships>
</file>

<file path=ppt/notesSlides/_rels/notesSlide3708.xml.rels><?xml version="1.0" encoding="UTF-8" standalone="yes"?>
<Relationships xmlns="http://schemas.openxmlformats.org/package/2006/relationships"><Relationship Id="rId2" Type="http://schemas.openxmlformats.org/officeDocument/2006/relationships/slide" Target="../slides/slide3842.xml"/><Relationship Id="rId1" Type="http://schemas.openxmlformats.org/officeDocument/2006/relationships/notesMaster" Target="../notesMasters/notesMaster1.xml"/></Relationships>
</file>

<file path=ppt/notesSlides/_rels/notesSlide3709.xml.rels><?xml version="1.0" encoding="UTF-8" standalone="yes"?>
<Relationships xmlns="http://schemas.openxmlformats.org/package/2006/relationships"><Relationship Id="rId2" Type="http://schemas.openxmlformats.org/officeDocument/2006/relationships/slide" Target="../slides/slide3843.xml"/><Relationship Id="rId1" Type="http://schemas.openxmlformats.org/officeDocument/2006/relationships/notesMaster" Target="../notesMasters/notesMaster1.xml"/></Relationships>
</file>

<file path=ppt/notesSlides/_rels/notesSlide3710.xml.rels><?xml version="1.0" encoding="UTF-8" standalone="yes"?>
<Relationships xmlns="http://schemas.openxmlformats.org/package/2006/relationships"><Relationship Id="rId2" Type="http://schemas.openxmlformats.org/officeDocument/2006/relationships/slide" Target="../slides/slide3844.xml"/><Relationship Id="rId1" Type="http://schemas.openxmlformats.org/officeDocument/2006/relationships/notesMaster" Target="../notesMasters/notesMaster1.xml"/></Relationships>
</file>

<file path=ppt/notesSlides/_rels/notesSlide3711.xml.rels><?xml version="1.0" encoding="UTF-8" standalone="yes"?>
<Relationships xmlns="http://schemas.openxmlformats.org/package/2006/relationships"><Relationship Id="rId2" Type="http://schemas.openxmlformats.org/officeDocument/2006/relationships/slide" Target="../slides/slide3845.xml"/><Relationship Id="rId1" Type="http://schemas.openxmlformats.org/officeDocument/2006/relationships/notesMaster" Target="../notesMasters/notesMaster1.xml"/></Relationships>
</file>

<file path=ppt/notesSlides/_rels/notesSlide3712.xml.rels><?xml version="1.0" encoding="UTF-8" standalone="yes"?>
<Relationships xmlns="http://schemas.openxmlformats.org/package/2006/relationships"><Relationship Id="rId2" Type="http://schemas.openxmlformats.org/officeDocument/2006/relationships/slide" Target="../slides/slide3846.xml"/><Relationship Id="rId1" Type="http://schemas.openxmlformats.org/officeDocument/2006/relationships/notesMaster" Target="../notesMasters/notesMaster1.xml"/></Relationships>
</file>

<file path=ppt/notesSlides/_rels/notesSlide3713.xml.rels><?xml version="1.0" encoding="UTF-8" standalone="yes"?>
<Relationships xmlns="http://schemas.openxmlformats.org/package/2006/relationships"><Relationship Id="rId2" Type="http://schemas.openxmlformats.org/officeDocument/2006/relationships/slide" Target="../slides/slide3847.xml"/><Relationship Id="rId1" Type="http://schemas.openxmlformats.org/officeDocument/2006/relationships/notesMaster" Target="../notesMasters/notesMaster1.xml"/></Relationships>
</file>

<file path=ppt/notesSlides/_rels/notesSlide3714.xml.rels><?xml version="1.0" encoding="UTF-8" standalone="yes"?>
<Relationships xmlns="http://schemas.openxmlformats.org/package/2006/relationships"><Relationship Id="rId2" Type="http://schemas.openxmlformats.org/officeDocument/2006/relationships/slide" Target="../slides/slide3848.xml"/><Relationship Id="rId1" Type="http://schemas.openxmlformats.org/officeDocument/2006/relationships/notesMaster" Target="../notesMasters/notesMaster1.xml"/></Relationships>
</file>

<file path=ppt/notesSlides/_rels/notesSlide3715.xml.rels><?xml version="1.0" encoding="UTF-8" standalone="yes"?>
<Relationships xmlns="http://schemas.openxmlformats.org/package/2006/relationships"><Relationship Id="rId2" Type="http://schemas.openxmlformats.org/officeDocument/2006/relationships/slide" Target="../slides/slide3849.xml"/><Relationship Id="rId1" Type="http://schemas.openxmlformats.org/officeDocument/2006/relationships/notesMaster" Target="../notesMasters/notesMaster1.xml"/></Relationships>
</file>

<file path=ppt/notesSlides/_rels/notesSlide3716.xml.rels><?xml version="1.0" encoding="UTF-8" standalone="yes"?>
<Relationships xmlns="http://schemas.openxmlformats.org/package/2006/relationships"><Relationship Id="rId2" Type="http://schemas.openxmlformats.org/officeDocument/2006/relationships/slide" Target="../slides/slide3850.xml"/><Relationship Id="rId1" Type="http://schemas.openxmlformats.org/officeDocument/2006/relationships/notesMaster" Target="../notesMasters/notesMaster1.xml"/></Relationships>
</file>

<file path=ppt/notesSlides/_rels/notesSlide3717.xml.rels><?xml version="1.0" encoding="UTF-8" standalone="yes"?>
<Relationships xmlns="http://schemas.openxmlformats.org/package/2006/relationships"><Relationship Id="rId2" Type="http://schemas.openxmlformats.org/officeDocument/2006/relationships/slide" Target="../slides/slide3851.xml"/><Relationship Id="rId1" Type="http://schemas.openxmlformats.org/officeDocument/2006/relationships/notesMaster" Target="../notesMasters/notesMaster1.xml"/></Relationships>
</file>

<file path=ppt/notesSlides/_rels/notesSlide3718.xml.rels><?xml version="1.0" encoding="UTF-8" standalone="yes"?>
<Relationships xmlns="http://schemas.openxmlformats.org/package/2006/relationships"><Relationship Id="rId2" Type="http://schemas.openxmlformats.org/officeDocument/2006/relationships/slide" Target="../slides/slide3852.xml"/><Relationship Id="rId1" Type="http://schemas.openxmlformats.org/officeDocument/2006/relationships/notesMaster" Target="../notesMasters/notesMaster1.xml"/></Relationships>
</file>

<file path=ppt/notesSlides/_rels/notesSlide3719.xml.rels><?xml version="1.0" encoding="UTF-8" standalone="yes"?>
<Relationships xmlns="http://schemas.openxmlformats.org/package/2006/relationships"><Relationship Id="rId2" Type="http://schemas.openxmlformats.org/officeDocument/2006/relationships/slide" Target="../slides/slide3853.xml"/><Relationship Id="rId1" Type="http://schemas.openxmlformats.org/officeDocument/2006/relationships/notesMaster" Target="../notesMasters/notesMaster1.xml"/></Relationships>
</file>

<file path=ppt/notesSlides/_rels/notesSlide3720.xml.rels><?xml version="1.0" encoding="UTF-8" standalone="yes"?>
<Relationships xmlns="http://schemas.openxmlformats.org/package/2006/relationships"><Relationship Id="rId2" Type="http://schemas.openxmlformats.org/officeDocument/2006/relationships/slide" Target="../slides/slide3854.xml"/><Relationship Id="rId1" Type="http://schemas.openxmlformats.org/officeDocument/2006/relationships/notesMaster" Target="../notesMasters/notesMaster1.xml"/></Relationships>
</file>

<file path=ppt/notesSlides/_rels/notesSlide3721.xml.rels><?xml version="1.0" encoding="UTF-8" standalone="yes"?>
<Relationships xmlns="http://schemas.openxmlformats.org/package/2006/relationships"><Relationship Id="rId2" Type="http://schemas.openxmlformats.org/officeDocument/2006/relationships/slide" Target="../slides/slide3855.xml"/><Relationship Id="rId1" Type="http://schemas.openxmlformats.org/officeDocument/2006/relationships/notesMaster" Target="../notesMasters/notesMaster1.xml"/></Relationships>
</file>

<file path=ppt/notesSlides/_rels/notesSlide3722.xml.rels><?xml version="1.0" encoding="UTF-8" standalone="yes"?>
<Relationships xmlns="http://schemas.openxmlformats.org/package/2006/relationships"><Relationship Id="rId2" Type="http://schemas.openxmlformats.org/officeDocument/2006/relationships/slide" Target="../slides/slide3856.xml"/><Relationship Id="rId1" Type="http://schemas.openxmlformats.org/officeDocument/2006/relationships/notesMaster" Target="../notesMasters/notesMaster1.xml"/></Relationships>
</file>

<file path=ppt/notesSlides/_rels/notesSlide3723.xml.rels><?xml version="1.0" encoding="UTF-8" standalone="yes"?>
<Relationships xmlns="http://schemas.openxmlformats.org/package/2006/relationships"><Relationship Id="rId2" Type="http://schemas.openxmlformats.org/officeDocument/2006/relationships/slide" Target="../slides/slide3857.xml"/><Relationship Id="rId1" Type="http://schemas.openxmlformats.org/officeDocument/2006/relationships/notesMaster" Target="../notesMasters/notesMaster1.xml"/></Relationships>
</file>

<file path=ppt/notesSlides/_rels/notesSlide3724.xml.rels><?xml version="1.0" encoding="UTF-8" standalone="yes"?>
<Relationships xmlns="http://schemas.openxmlformats.org/package/2006/relationships"><Relationship Id="rId2" Type="http://schemas.openxmlformats.org/officeDocument/2006/relationships/slide" Target="../slides/slide3858.xml"/><Relationship Id="rId1" Type="http://schemas.openxmlformats.org/officeDocument/2006/relationships/notesMaster" Target="../notesMasters/notesMaster1.xml"/></Relationships>
</file>

<file path=ppt/notesSlides/_rels/notesSlide3725.xml.rels><?xml version="1.0" encoding="UTF-8" standalone="yes"?>
<Relationships xmlns="http://schemas.openxmlformats.org/package/2006/relationships"><Relationship Id="rId2" Type="http://schemas.openxmlformats.org/officeDocument/2006/relationships/slide" Target="../slides/slide3859.xml"/><Relationship Id="rId1" Type="http://schemas.openxmlformats.org/officeDocument/2006/relationships/notesMaster" Target="../notesMasters/notesMaster1.xml"/></Relationships>
</file>

<file path=ppt/notesSlides/_rels/notesSlide3726.xml.rels><?xml version="1.0" encoding="UTF-8" standalone="yes"?>
<Relationships xmlns="http://schemas.openxmlformats.org/package/2006/relationships"><Relationship Id="rId2" Type="http://schemas.openxmlformats.org/officeDocument/2006/relationships/slide" Target="../slides/slide3860.xml"/><Relationship Id="rId1" Type="http://schemas.openxmlformats.org/officeDocument/2006/relationships/notesMaster" Target="../notesMasters/notesMaster1.xml"/></Relationships>
</file>

<file path=ppt/notesSlides/_rels/notesSlide3727.xml.rels><?xml version="1.0" encoding="UTF-8" standalone="yes"?>
<Relationships xmlns="http://schemas.openxmlformats.org/package/2006/relationships"><Relationship Id="rId2" Type="http://schemas.openxmlformats.org/officeDocument/2006/relationships/slide" Target="../slides/slide3861.xml"/><Relationship Id="rId1" Type="http://schemas.openxmlformats.org/officeDocument/2006/relationships/notesMaster" Target="../notesMasters/notesMaster1.xml"/></Relationships>
</file>

<file path=ppt/notesSlides/_rels/notesSlide3728.xml.rels><?xml version="1.0" encoding="UTF-8" standalone="yes"?>
<Relationships xmlns="http://schemas.openxmlformats.org/package/2006/relationships"><Relationship Id="rId2" Type="http://schemas.openxmlformats.org/officeDocument/2006/relationships/slide" Target="../slides/slide3862.xml"/><Relationship Id="rId1" Type="http://schemas.openxmlformats.org/officeDocument/2006/relationships/notesMaster" Target="../notesMasters/notesMaster1.xml"/></Relationships>
</file>

<file path=ppt/notesSlides/_rels/notesSlide3729.xml.rels><?xml version="1.0" encoding="UTF-8" standalone="yes"?>
<Relationships xmlns="http://schemas.openxmlformats.org/package/2006/relationships"><Relationship Id="rId2" Type="http://schemas.openxmlformats.org/officeDocument/2006/relationships/slide" Target="../slides/slide3863.xml"/><Relationship Id="rId1" Type="http://schemas.openxmlformats.org/officeDocument/2006/relationships/notesMaster" Target="../notesMasters/notesMaster1.xml"/></Relationships>
</file>

<file path=ppt/notesSlides/_rels/notesSlide3730.xml.rels><?xml version="1.0" encoding="UTF-8" standalone="yes"?>
<Relationships xmlns="http://schemas.openxmlformats.org/package/2006/relationships"><Relationship Id="rId2" Type="http://schemas.openxmlformats.org/officeDocument/2006/relationships/slide" Target="../slides/slide3864.xml"/><Relationship Id="rId1" Type="http://schemas.openxmlformats.org/officeDocument/2006/relationships/notesMaster" Target="../notesMasters/notesMaster1.xml"/></Relationships>
</file>

<file path=ppt/notesSlides/_rels/notesSlide3731.xml.rels><?xml version="1.0" encoding="UTF-8" standalone="yes"?>
<Relationships xmlns="http://schemas.openxmlformats.org/package/2006/relationships"><Relationship Id="rId2" Type="http://schemas.openxmlformats.org/officeDocument/2006/relationships/slide" Target="../slides/slide3865.xml"/><Relationship Id="rId1" Type="http://schemas.openxmlformats.org/officeDocument/2006/relationships/notesMaster" Target="../notesMasters/notesMaster1.xml"/></Relationships>
</file>

<file path=ppt/notesSlides/_rels/notesSlide3732.xml.rels><?xml version="1.0" encoding="UTF-8" standalone="yes"?>
<Relationships xmlns="http://schemas.openxmlformats.org/package/2006/relationships"><Relationship Id="rId2" Type="http://schemas.openxmlformats.org/officeDocument/2006/relationships/slide" Target="../slides/slide3866.xml"/><Relationship Id="rId1" Type="http://schemas.openxmlformats.org/officeDocument/2006/relationships/notesMaster" Target="../notesMasters/notesMaster1.xml"/></Relationships>
</file>

<file path=ppt/notesSlides/_rels/notesSlide3733.xml.rels><?xml version="1.0" encoding="UTF-8" standalone="yes"?>
<Relationships xmlns="http://schemas.openxmlformats.org/package/2006/relationships"><Relationship Id="rId2" Type="http://schemas.openxmlformats.org/officeDocument/2006/relationships/slide" Target="../slides/slide3867.xml"/><Relationship Id="rId1" Type="http://schemas.openxmlformats.org/officeDocument/2006/relationships/notesMaster" Target="../notesMasters/notesMaster1.xml"/></Relationships>
</file>

<file path=ppt/notesSlides/_rels/notesSlide3734.xml.rels><?xml version="1.0" encoding="UTF-8" standalone="yes"?>
<Relationships xmlns="http://schemas.openxmlformats.org/package/2006/relationships"><Relationship Id="rId2" Type="http://schemas.openxmlformats.org/officeDocument/2006/relationships/slide" Target="../slides/slide3868.xml"/><Relationship Id="rId1" Type="http://schemas.openxmlformats.org/officeDocument/2006/relationships/notesMaster" Target="../notesMasters/notesMaster1.xml"/></Relationships>
</file>

<file path=ppt/notesSlides/_rels/notesSlide3735.xml.rels><?xml version="1.0" encoding="UTF-8" standalone="yes"?>
<Relationships xmlns="http://schemas.openxmlformats.org/package/2006/relationships"><Relationship Id="rId2" Type="http://schemas.openxmlformats.org/officeDocument/2006/relationships/slide" Target="../slides/slide3869.xml"/><Relationship Id="rId1" Type="http://schemas.openxmlformats.org/officeDocument/2006/relationships/notesMaster" Target="../notesMasters/notesMaster1.xml"/></Relationships>
</file>

<file path=ppt/notesSlides/_rels/notesSlide3736.xml.rels><?xml version="1.0" encoding="UTF-8" standalone="yes"?>
<Relationships xmlns="http://schemas.openxmlformats.org/package/2006/relationships"><Relationship Id="rId2" Type="http://schemas.openxmlformats.org/officeDocument/2006/relationships/slide" Target="../slides/slide3870.xml"/><Relationship Id="rId1" Type="http://schemas.openxmlformats.org/officeDocument/2006/relationships/notesMaster" Target="../notesMasters/notesMaster1.xml"/></Relationships>
</file>

<file path=ppt/notesSlides/_rels/notesSlide3737.xml.rels><?xml version="1.0" encoding="UTF-8" standalone="yes"?>
<Relationships xmlns="http://schemas.openxmlformats.org/package/2006/relationships"><Relationship Id="rId2" Type="http://schemas.openxmlformats.org/officeDocument/2006/relationships/slide" Target="../slides/slide3871.xml"/><Relationship Id="rId1" Type="http://schemas.openxmlformats.org/officeDocument/2006/relationships/notesMaster" Target="../notesMasters/notesMaster1.xml"/></Relationships>
</file>

<file path=ppt/notesSlides/_rels/notesSlide3738.xml.rels><?xml version="1.0" encoding="UTF-8" standalone="yes"?>
<Relationships xmlns="http://schemas.openxmlformats.org/package/2006/relationships"><Relationship Id="rId2" Type="http://schemas.openxmlformats.org/officeDocument/2006/relationships/slide" Target="../slides/slide3872.xml"/><Relationship Id="rId1" Type="http://schemas.openxmlformats.org/officeDocument/2006/relationships/notesMaster" Target="../notesMasters/notesMaster1.xml"/></Relationships>
</file>

<file path=ppt/notesSlides/_rels/notesSlide3739.xml.rels><?xml version="1.0" encoding="UTF-8" standalone="yes"?>
<Relationships xmlns="http://schemas.openxmlformats.org/package/2006/relationships"><Relationship Id="rId2" Type="http://schemas.openxmlformats.org/officeDocument/2006/relationships/slide" Target="../slides/slide3873.xml"/><Relationship Id="rId1" Type="http://schemas.openxmlformats.org/officeDocument/2006/relationships/notesMaster" Target="../notesMasters/notesMaster1.xml"/></Relationships>
</file>

<file path=ppt/notesSlides/_rels/notesSlide3740.xml.rels><?xml version="1.0" encoding="UTF-8" standalone="yes"?>
<Relationships xmlns="http://schemas.openxmlformats.org/package/2006/relationships"><Relationship Id="rId2" Type="http://schemas.openxmlformats.org/officeDocument/2006/relationships/slide" Target="../slides/slide3874.xml"/><Relationship Id="rId1" Type="http://schemas.openxmlformats.org/officeDocument/2006/relationships/notesMaster" Target="../notesMasters/notesMaster1.xml"/></Relationships>
</file>

<file path=ppt/notesSlides/_rels/notesSlide3741.xml.rels><?xml version="1.0" encoding="UTF-8" standalone="yes"?>
<Relationships xmlns="http://schemas.openxmlformats.org/package/2006/relationships"><Relationship Id="rId2" Type="http://schemas.openxmlformats.org/officeDocument/2006/relationships/slide" Target="../slides/slide3875.xml"/><Relationship Id="rId1" Type="http://schemas.openxmlformats.org/officeDocument/2006/relationships/notesMaster" Target="../notesMasters/notesMaster1.xml"/></Relationships>
</file>

<file path=ppt/notesSlides/_rels/notesSlide3742.xml.rels><?xml version="1.0" encoding="UTF-8" standalone="yes"?>
<Relationships xmlns="http://schemas.openxmlformats.org/package/2006/relationships"><Relationship Id="rId2" Type="http://schemas.openxmlformats.org/officeDocument/2006/relationships/slide" Target="../slides/slide3876.xml"/><Relationship Id="rId1" Type="http://schemas.openxmlformats.org/officeDocument/2006/relationships/notesMaster" Target="../notesMasters/notesMaster1.xml"/></Relationships>
</file>

<file path=ppt/notesSlides/_rels/notesSlide3743.xml.rels><?xml version="1.0" encoding="UTF-8" standalone="yes"?>
<Relationships xmlns="http://schemas.openxmlformats.org/package/2006/relationships"><Relationship Id="rId2" Type="http://schemas.openxmlformats.org/officeDocument/2006/relationships/slide" Target="../slides/slide3877.xml"/><Relationship Id="rId1" Type="http://schemas.openxmlformats.org/officeDocument/2006/relationships/notesMaster" Target="../notesMasters/notesMaster1.xml"/></Relationships>
</file>

<file path=ppt/notesSlides/_rels/notesSlide3744.xml.rels><?xml version="1.0" encoding="UTF-8" standalone="yes"?>
<Relationships xmlns="http://schemas.openxmlformats.org/package/2006/relationships"><Relationship Id="rId2" Type="http://schemas.openxmlformats.org/officeDocument/2006/relationships/slide" Target="../slides/slide3878.xml"/><Relationship Id="rId1" Type="http://schemas.openxmlformats.org/officeDocument/2006/relationships/notesMaster" Target="../notesMasters/notesMaster1.xml"/></Relationships>
</file>

<file path=ppt/notesSlides/_rels/notesSlide3745.xml.rels><?xml version="1.0" encoding="UTF-8" standalone="yes"?>
<Relationships xmlns="http://schemas.openxmlformats.org/package/2006/relationships"><Relationship Id="rId2" Type="http://schemas.openxmlformats.org/officeDocument/2006/relationships/slide" Target="../slides/slide3879.xml"/><Relationship Id="rId1" Type="http://schemas.openxmlformats.org/officeDocument/2006/relationships/notesMaster" Target="../notesMasters/notesMaster1.xml"/></Relationships>
</file>

<file path=ppt/notesSlides/_rels/notesSlide3746.xml.rels><?xml version="1.0" encoding="UTF-8" standalone="yes"?>
<Relationships xmlns="http://schemas.openxmlformats.org/package/2006/relationships"><Relationship Id="rId2" Type="http://schemas.openxmlformats.org/officeDocument/2006/relationships/slide" Target="../slides/slide3880.xml"/><Relationship Id="rId1" Type="http://schemas.openxmlformats.org/officeDocument/2006/relationships/notesMaster" Target="../notesMasters/notesMaster1.xml"/></Relationships>
</file>

<file path=ppt/notesSlides/_rels/notesSlide3747.xml.rels><?xml version="1.0" encoding="UTF-8" standalone="yes"?>
<Relationships xmlns="http://schemas.openxmlformats.org/package/2006/relationships"><Relationship Id="rId2" Type="http://schemas.openxmlformats.org/officeDocument/2006/relationships/slide" Target="../slides/slide3881.xml"/><Relationship Id="rId1" Type="http://schemas.openxmlformats.org/officeDocument/2006/relationships/notesMaster" Target="../notesMasters/notesMaster1.xml"/></Relationships>
</file>

<file path=ppt/notesSlides/_rels/notesSlide3748.xml.rels><?xml version="1.0" encoding="UTF-8" standalone="yes"?>
<Relationships xmlns="http://schemas.openxmlformats.org/package/2006/relationships"><Relationship Id="rId2" Type="http://schemas.openxmlformats.org/officeDocument/2006/relationships/slide" Target="../slides/slide3882.xml"/><Relationship Id="rId1" Type="http://schemas.openxmlformats.org/officeDocument/2006/relationships/notesMaster" Target="../notesMasters/notesMaster1.xml"/></Relationships>
</file>

<file path=ppt/notesSlides/_rels/notesSlide3749.xml.rels><?xml version="1.0" encoding="UTF-8" standalone="yes"?>
<Relationships xmlns="http://schemas.openxmlformats.org/package/2006/relationships"><Relationship Id="rId2" Type="http://schemas.openxmlformats.org/officeDocument/2006/relationships/slide" Target="../slides/slide3883.xml"/><Relationship Id="rId1" Type="http://schemas.openxmlformats.org/officeDocument/2006/relationships/notesMaster" Target="../notesMasters/notesMaster1.xml"/></Relationships>
</file>

<file path=ppt/notesSlides/_rels/notesSlide3750.xml.rels><?xml version="1.0" encoding="UTF-8" standalone="yes"?>
<Relationships xmlns="http://schemas.openxmlformats.org/package/2006/relationships"><Relationship Id="rId2" Type="http://schemas.openxmlformats.org/officeDocument/2006/relationships/slide" Target="../slides/slide3884.xml"/><Relationship Id="rId1" Type="http://schemas.openxmlformats.org/officeDocument/2006/relationships/notesMaster" Target="../notesMasters/notesMaster1.xml"/></Relationships>
</file>

<file path=ppt/notesSlides/_rels/notesSlide3751.xml.rels><?xml version="1.0" encoding="UTF-8" standalone="yes"?>
<Relationships xmlns="http://schemas.openxmlformats.org/package/2006/relationships"><Relationship Id="rId2" Type="http://schemas.openxmlformats.org/officeDocument/2006/relationships/slide" Target="../slides/slide3885.xml"/><Relationship Id="rId1" Type="http://schemas.openxmlformats.org/officeDocument/2006/relationships/notesMaster" Target="../notesMasters/notesMaster1.xml"/></Relationships>
</file>

<file path=ppt/notesSlides/_rels/notesSlide3752.xml.rels><?xml version="1.0" encoding="UTF-8" standalone="yes"?>
<Relationships xmlns="http://schemas.openxmlformats.org/package/2006/relationships"><Relationship Id="rId2" Type="http://schemas.openxmlformats.org/officeDocument/2006/relationships/slide" Target="../slides/slide3886.xml"/><Relationship Id="rId1" Type="http://schemas.openxmlformats.org/officeDocument/2006/relationships/notesMaster" Target="../notesMasters/notesMaster1.xml"/></Relationships>
</file>

<file path=ppt/notesSlides/_rels/notesSlide3753.xml.rels><?xml version="1.0" encoding="UTF-8" standalone="yes"?>
<Relationships xmlns="http://schemas.openxmlformats.org/package/2006/relationships"><Relationship Id="rId2" Type="http://schemas.openxmlformats.org/officeDocument/2006/relationships/slide" Target="../slides/slide3887.xml"/><Relationship Id="rId1" Type="http://schemas.openxmlformats.org/officeDocument/2006/relationships/notesMaster" Target="../notesMasters/notesMaster1.xml"/></Relationships>
</file>

<file path=ppt/notesSlides/_rels/notesSlide3754.xml.rels><?xml version="1.0" encoding="UTF-8" standalone="yes"?>
<Relationships xmlns="http://schemas.openxmlformats.org/package/2006/relationships"><Relationship Id="rId2" Type="http://schemas.openxmlformats.org/officeDocument/2006/relationships/slide" Target="../slides/slide3888.xml"/><Relationship Id="rId1" Type="http://schemas.openxmlformats.org/officeDocument/2006/relationships/notesMaster" Target="../notesMasters/notesMaster1.xml"/></Relationships>
</file>

<file path=ppt/notesSlides/_rels/notesSlide3755.xml.rels><?xml version="1.0" encoding="UTF-8" standalone="yes"?>
<Relationships xmlns="http://schemas.openxmlformats.org/package/2006/relationships"><Relationship Id="rId2" Type="http://schemas.openxmlformats.org/officeDocument/2006/relationships/slide" Target="../slides/slide3889.xml"/><Relationship Id="rId1" Type="http://schemas.openxmlformats.org/officeDocument/2006/relationships/notesMaster" Target="../notesMasters/notesMaster1.xml"/></Relationships>
</file>

<file path=ppt/notesSlides/_rels/notesSlide3756.xml.rels><?xml version="1.0" encoding="UTF-8" standalone="yes"?>
<Relationships xmlns="http://schemas.openxmlformats.org/package/2006/relationships"><Relationship Id="rId2" Type="http://schemas.openxmlformats.org/officeDocument/2006/relationships/slide" Target="../slides/slide3890.xml"/><Relationship Id="rId1" Type="http://schemas.openxmlformats.org/officeDocument/2006/relationships/notesMaster" Target="../notesMasters/notesMaster1.xml"/></Relationships>
</file>

<file path=ppt/notesSlides/_rels/notesSlide3757.xml.rels><?xml version="1.0" encoding="UTF-8" standalone="yes"?>
<Relationships xmlns="http://schemas.openxmlformats.org/package/2006/relationships"><Relationship Id="rId2" Type="http://schemas.openxmlformats.org/officeDocument/2006/relationships/slide" Target="../slides/slide3891.xml"/><Relationship Id="rId1" Type="http://schemas.openxmlformats.org/officeDocument/2006/relationships/notesMaster" Target="../notesMasters/notesMaster1.xml"/></Relationships>
</file>

<file path=ppt/notesSlides/_rels/notesSlide3758.xml.rels><?xml version="1.0" encoding="UTF-8" standalone="yes"?>
<Relationships xmlns="http://schemas.openxmlformats.org/package/2006/relationships"><Relationship Id="rId2" Type="http://schemas.openxmlformats.org/officeDocument/2006/relationships/slide" Target="../slides/slide3892.xml"/><Relationship Id="rId1" Type="http://schemas.openxmlformats.org/officeDocument/2006/relationships/notesMaster" Target="../notesMasters/notesMaster1.xml"/></Relationships>
</file>

<file path=ppt/notesSlides/_rels/notesSlide3759.xml.rels><?xml version="1.0" encoding="UTF-8" standalone="yes"?>
<Relationships xmlns="http://schemas.openxmlformats.org/package/2006/relationships"><Relationship Id="rId2" Type="http://schemas.openxmlformats.org/officeDocument/2006/relationships/slide" Target="../slides/slide3893.xml"/><Relationship Id="rId1" Type="http://schemas.openxmlformats.org/officeDocument/2006/relationships/notesMaster" Target="../notesMasters/notesMaster1.xml"/></Relationships>
</file>

<file path=ppt/notesSlides/_rels/notesSlide3760.xml.rels><?xml version="1.0" encoding="UTF-8" standalone="yes"?>
<Relationships xmlns="http://schemas.openxmlformats.org/package/2006/relationships"><Relationship Id="rId2" Type="http://schemas.openxmlformats.org/officeDocument/2006/relationships/slide" Target="../slides/slide3894.xml"/><Relationship Id="rId1" Type="http://schemas.openxmlformats.org/officeDocument/2006/relationships/notesMaster" Target="../notesMasters/notesMaster1.xml"/></Relationships>
</file>

<file path=ppt/notesSlides/_rels/notesSlide3761.xml.rels><?xml version="1.0" encoding="UTF-8" standalone="yes"?>
<Relationships xmlns="http://schemas.openxmlformats.org/package/2006/relationships"><Relationship Id="rId2" Type="http://schemas.openxmlformats.org/officeDocument/2006/relationships/slide" Target="../slides/slide3895.xml"/><Relationship Id="rId1" Type="http://schemas.openxmlformats.org/officeDocument/2006/relationships/notesMaster" Target="../notesMasters/notesMaster1.xml"/></Relationships>
</file>

<file path=ppt/notesSlides/_rels/notesSlide3762.xml.rels><?xml version="1.0" encoding="UTF-8" standalone="yes"?>
<Relationships xmlns="http://schemas.openxmlformats.org/package/2006/relationships"><Relationship Id="rId2" Type="http://schemas.openxmlformats.org/officeDocument/2006/relationships/slide" Target="../slides/slide3896.xml"/><Relationship Id="rId1" Type="http://schemas.openxmlformats.org/officeDocument/2006/relationships/notesMaster" Target="../notesMasters/notesMaster1.xml"/></Relationships>
</file>

<file path=ppt/notesSlides/_rels/notesSlide3763.xml.rels><?xml version="1.0" encoding="UTF-8" standalone="yes"?>
<Relationships xmlns="http://schemas.openxmlformats.org/package/2006/relationships"><Relationship Id="rId2" Type="http://schemas.openxmlformats.org/officeDocument/2006/relationships/slide" Target="../slides/slide3897.xml"/><Relationship Id="rId1" Type="http://schemas.openxmlformats.org/officeDocument/2006/relationships/notesMaster" Target="../notesMasters/notesMaster1.xml"/></Relationships>
</file>

<file path=ppt/notesSlides/_rels/notesSlide3764.xml.rels><?xml version="1.0" encoding="UTF-8" standalone="yes"?>
<Relationships xmlns="http://schemas.openxmlformats.org/package/2006/relationships"><Relationship Id="rId2" Type="http://schemas.openxmlformats.org/officeDocument/2006/relationships/slide" Target="../slides/slide3898.xml"/><Relationship Id="rId1" Type="http://schemas.openxmlformats.org/officeDocument/2006/relationships/notesMaster" Target="../notesMasters/notesMaster1.xml"/></Relationships>
</file>

<file path=ppt/notesSlides/_rels/notesSlide3765.xml.rels><?xml version="1.0" encoding="UTF-8" standalone="yes"?>
<Relationships xmlns="http://schemas.openxmlformats.org/package/2006/relationships"><Relationship Id="rId2" Type="http://schemas.openxmlformats.org/officeDocument/2006/relationships/slide" Target="../slides/slide3899.xml"/><Relationship Id="rId1" Type="http://schemas.openxmlformats.org/officeDocument/2006/relationships/notesMaster" Target="../notesMasters/notesMaster1.xml"/></Relationships>
</file>

<file path=ppt/notesSlides/_rels/notesSlide3766.xml.rels><?xml version="1.0" encoding="UTF-8" standalone="yes"?>
<Relationships xmlns="http://schemas.openxmlformats.org/package/2006/relationships"><Relationship Id="rId2" Type="http://schemas.openxmlformats.org/officeDocument/2006/relationships/slide" Target="../slides/slide3900.xml"/><Relationship Id="rId1" Type="http://schemas.openxmlformats.org/officeDocument/2006/relationships/notesMaster" Target="../notesMasters/notesMaster1.xml"/></Relationships>
</file>

<file path=ppt/notesSlides/_rels/notesSlide3767.xml.rels><?xml version="1.0" encoding="UTF-8" standalone="yes"?>
<Relationships xmlns="http://schemas.openxmlformats.org/package/2006/relationships"><Relationship Id="rId2" Type="http://schemas.openxmlformats.org/officeDocument/2006/relationships/slide" Target="../slides/slide3901.xml"/><Relationship Id="rId1" Type="http://schemas.openxmlformats.org/officeDocument/2006/relationships/notesMaster" Target="../notesMasters/notesMaster1.xml"/></Relationships>
</file>

<file path=ppt/notesSlides/_rels/notesSlide3768.xml.rels><?xml version="1.0" encoding="UTF-8" standalone="yes"?>
<Relationships xmlns="http://schemas.openxmlformats.org/package/2006/relationships"><Relationship Id="rId2" Type="http://schemas.openxmlformats.org/officeDocument/2006/relationships/slide" Target="../slides/slide3902.xml"/><Relationship Id="rId1" Type="http://schemas.openxmlformats.org/officeDocument/2006/relationships/notesMaster" Target="../notesMasters/notesMaster1.xml"/></Relationships>
</file>

<file path=ppt/notesSlides/_rels/notesSlide3769.xml.rels><?xml version="1.0" encoding="UTF-8" standalone="yes"?>
<Relationships xmlns="http://schemas.openxmlformats.org/package/2006/relationships"><Relationship Id="rId2" Type="http://schemas.openxmlformats.org/officeDocument/2006/relationships/slide" Target="../slides/slide3903.xml"/><Relationship Id="rId1" Type="http://schemas.openxmlformats.org/officeDocument/2006/relationships/notesMaster" Target="../notesMasters/notesMaster1.xml"/></Relationships>
</file>

<file path=ppt/notesSlides/_rels/notesSlide3770.xml.rels><?xml version="1.0" encoding="UTF-8" standalone="yes"?>
<Relationships xmlns="http://schemas.openxmlformats.org/package/2006/relationships"><Relationship Id="rId2" Type="http://schemas.openxmlformats.org/officeDocument/2006/relationships/slide" Target="../slides/slide3904.xml"/><Relationship Id="rId1" Type="http://schemas.openxmlformats.org/officeDocument/2006/relationships/notesMaster" Target="../notesMasters/notesMaster1.xml"/></Relationships>
</file>

<file path=ppt/notesSlides/_rels/notesSlide3771.xml.rels><?xml version="1.0" encoding="UTF-8" standalone="yes"?>
<Relationships xmlns="http://schemas.openxmlformats.org/package/2006/relationships"><Relationship Id="rId2" Type="http://schemas.openxmlformats.org/officeDocument/2006/relationships/slide" Target="../slides/slide3905.xml"/><Relationship Id="rId1" Type="http://schemas.openxmlformats.org/officeDocument/2006/relationships/notesMaster" Target="../notesMasters/notesMaster1.xml"/></Relationships>
</file>

<file path=ppt/notesSlides/_rels/notesSlide3772.xml.rels><?xml version="1.0" encoding="UTF-8" standalone="yes"?>
<Relationships xmlns="http://schemas.openxmlformats.org/package/2006/relationships"><Relationship Id="rId2" Type="http://schemas.openxmlformats.org/officeDocument/2006/relationships/slide" Target="../slides/slide3906.xml"/><Relationship Id="rId1" Type="http://schemas.openxmlformats.org/officeDocument/2006/relationships/notesMaster" Target="../notesMasters/notesMaster1.xml"/></Relationships>
</file>

<file path=ppt/notesSlides/_rels/notesSlide3773.xml.rels><?xml version="1.0" encoding="UTF-8" standalone="yes"?>
<Relationships xmlns="http://schemas.openxmlformats.org/package/2006/relationships"><Relationship Id="rId2" Type="http://schemas.openxmlformats.org/officeDocument/2006/relationships/slide" Target="../slides/slide3907.xml"/><Relationship Id="rId1" Type="http://schemas.openxmlformats.org/officeDocument/2006/relationships/notesMaster" Target="../notesMasters/notesMaster1.xml"/></Relationships>
</file>

<file path=ppt/notesSlides/_rels/notesSlide3774.xml.rels><?xml version="1.0" encoding="UTF-8" standalone="yes"?>
<Relationships xmlns="http://schemas.openxmlformats.org/package/2006/relationships"><Relationship Id="rId2" Type="http://schemas.openxmlformats.org/officeDocument/2006/relationships/slide" Target="../slides/slide3908.xml"/><Relationship Id="rId1" Type="http://schemas.openxmlformats.org/officeDocument/2006/relationships/notesMaster" Target="../notesMasters/notesMaster1.xml"/></Relationships>
</file>

<file path=ppt/notesSlides/_rels/notesSlide3775.xml.rels><?xml version="1.0" encoding="UTF-8" standalone="yes"?>
<Relationships xmlns="http://schemas.openxmlformats.org/package/2006/relationships"><Relationship Id="rId2" Type="http://schemas.openxmlformats.org/officeDocument/2006/relationships/slide" Target="../slides/slide3909.xml"/><Relationship Id="rId1" Type="http://schemas.openxmlformats.org/officeDocument/2006/relationships/notesMaster" Target="../notesMasters/notesMaster1.xml"/></Relationships>
</file>

<file path=ppt/notesSlides/_rels/notesSlide3776.xml.rels><?xml version="1.0" encoding="UTF-8" standalone="yes"?>
<Relationships xmlns="http://schemas.openxmlformats.org/package/2006/relationships"><Relationship Id="rId2" Type="http://schemas.openxmlformats.org/officeDocument/2006/relationships/slide" Target="../slides/slide3910.xml"/><Relationship Id="rId1" Type="http://schemas.openxmlformats.org/officeDocument/2006/relationships/notesMaster" Target="../notesMasters/notesMaster1.xml"/></Relationships>
</file>

<file path=ppt/notesSlides/_rels/notesSlide3777.xml.rels><?xml version="1.0" encoding="UTF-8" standalone="yes"?>
<Relationships xmlns="http://schemas.openxmlformats.org/package/2006/relationships"><Relationship Id="rId2" Type="http://schemas.openxmlformats.org/officeDocument/2006/relationships/slide" Target="../slides/slide3911.xml"/><Relationship Id="rId1" Type="http://schemas.openxmlformats.org/officeDocument/2006/relationships/notesMaster" Target="../notesMasters/notesMaster1.xml"/></Relationships>
</file>

<file path=ppt/notesSlides/_rels/notesSlide3778.xml.rels><?xml version="1.0" encoding="UTF-8" standalone="yes"?>
<Relationships xmlns="http://schemas.openxmlformats.org/package/2006/relationships"><Relationship Id="rId2" Type="http://schemas.openxmlformats.org/officeDocument/2006/relationships/slide" Target="../slides/slide3912.xml"/><Relationship Id="rId1" Type="http://schemas.openxmlformats.org/officeDocument/2006/relationships/notesMaster" Target="../notesMasters/notesMaster1.xml"/></Relationships>
</file>

<file path=ppt/notesSlides/_rels/notesSlide3779.xml.rels><?xml version="1.0" encoding="UTF-8" standalone="yes"?>
<Relationships xmlns="http://schemas.openxmlformats.org/package/2006/relationships"><Relationship Id="rId2" Type="http://schemas.openxmlformats.org/officeDocument/2006/relationships/slide" Target="../slides/slide3913.xml"/><Relationship Id="rId1" Type="http://schemas.openxmlformats.org/officeDocument/2006/relationships/notesMaster" Target="../notesMasters/notesMaster1.xml"/></Relationships>
</file>

<file path=ppt/notesSlides/_rels/notesSlide3780.xml.rels><?xml version="1.0" encoding="UTF-8" standalone="yes"?>
<Relationships xmlns="http://schemas.openxmlformats.org/package/2006/relationships"><Relationship Id="rId2" Type="http://schemas.openxmlformats.org/officeDocument/2006/relationships/slide" Target="../slides/slide3914.xml"/><Relationship Id="rId1" Type="http://schemas.openxmlformats.org/officeDocument/2006/relationships/notesMaster" Target="../notesMasters/notesMaster1.xml"/></Relationships>
</file>

<file path=ppt/notesSlides/_rels/notesSlide3781.xml.rels><?xml version="1.0" encoding="UTF-8" standalone="yes"?>
<Relationships xmlns="http://schemas.openxmlformats.org/package/2006/relationships"><Relationship Id="rId2" Type="http://schemas.openxmlformats.org/officeDocument/2006/relationships/slide" Target="../slides/slide3915.xml"/><Relationship Id="rId1" Type="http://schemas.openxmlformats.org/officeDocument/2006/relationships/notesMaster" Target="../notesMasters/notesMaster1.xml"/></Relationships>
</file>

<file path=ppt/notesSlides/_rels/notesSlide3782.xml.rels><?xml version="1.0" encoding="UTF-8" standalone="yes"?>
<Relationships xmlns="http://schemas.openxmlformats.org/package/2006/relationships"><Relationship Id="rId2" Type="http://schemas.openxmlformats.org/officeDocument/2006/relationships/slide" Target="../slides/slide3916.xml"/><Relationship Id="rId1" Type="http://schemas.openxmlformats.org/officeDocument/2006/relationships/notesMaster" Target="../notesMasters/notesMaster1.xml"/></Relationships>
</file>

<file path=ppt/notesSlides/_rels/notesSlide3783.xml.rels><?xml version="1.0" encoding="UTF-8" standalone="yes"?>
<Relationships xmlns="http://schemas.openxmlformats.org/package/2006/relationships"><Relationship Id="rId2" Type="http://schemas.openxmlformats.org/officeDocument/2006/relationships/slide" Target="../slides/slide3917.xml"/><Relationship Id="rId1" Type="http://schemas.openxmlformats.org/officeDocument/2006/relationships/notesMaster" Target="../notesMasters/notesMaster1.xml"/></Relationships>
</file>

<file path=ppt/notesSlides/_rels/notesSlide3784.xml.rels><?xml version="1.0" encoding="UTF-8" standalone="yes"?>
<Relationships xmlns="http://schemas.openxmlformats.org/package/2006/relationships"><Relationship Id="rId2" Type="http://schemas.openxmlformats.org/officeDocument/2006/relationships/slide" Target="../slides/slide3918.xml"/><Relationship Id="rId1" Type="http://schemas.openxmlformats.org/officeDocument/2006/relationships/notesMaster" Target="../notesMasters/notesMaster1.xml"/></Relationships>
</file>

<file path=ppt/notesSlides/_rels/notesSlide3785.xml.rels><?xml version="1.0" encoding="UTF-8" standalone="yes"?>
<Relationships xmlns="http://schemas.openxmlformats.org/package/2006/relationships"><Relationship Id="rId2" Type="http://schemas.openxmlformats.org/officeDocument/2006/relationships/slide" Target="../slides/slide3919.xml"/><Relationship Id="rId1" Type="http://schemas.openxmlformats.org/officeDocument/2006/relationships/notesMaster" Target="../notesMasters/notesMaster1.xml"/></Relationships>
</file>

<file path=ppt/notesSlides/_rels/notesSlide3786.xml.rels><?xml version="1.0" encoding="UTF-8" standalone="yes"?>
<Relationships xmlns="http://schemas.openxmlformats.org/package/2006/relationships"><Relationship Id="rId2" Type="http://schemas.openxmlformats.org/officeDocument/2006/relationships/slide" Target="../slides/slide3920.xml"/><Relationship Id="rId1" Type="http://schemas.openxmlformats.org/officeDocument/2006/relationships/notesMaster" Target="../notesMasters/notesMaster1.xml"/></Relationships>
</file>

<file path=ppt/notesSlides/_rels/notesSlide3787.xml.rels><?xml version="1.0" encoding="UTF-8" standalone="yes"?>
<Relationships xmlns="http://schemas.openxmlformats.org/package/2006/relationships"><Relationship Id="rId2" Type="http://schemas.openxmlformats.org/officeDocument/2006/relationships/slide" Target="../slides/slide3921.xml"/><Relationship Id="rId1" Type="http://schemas.openxmlformats.org/officeDocument/2006/relationships/notesMaster" Target="../notesMasters/notesMaster1.xml"/></Relationships>
</file>

<file path=ppt/notesSlides/_rels/notesSlide3788.xml.rels><?xml version="1.0" encoding="UTF-8" standalone="yes"?>
<Relationships xmlns="http://schemas.openxmlformats.org/package/2006/relationships"><Relationship Id="rId2" Type="http://schemas.openxmlformats.org/officeDocument/2006/relationships/slide" Target="../slides/slide3922.xml"/><Relationship Id="rId1" Type="http://schemas.openxmlformats.org/officeDocument/2006/relationships/notesMaster" Target="../notesMasters/notesMaster1.xml"/></Relationships>
</file>

<file path=ppt/notesSlides/_rels/notesSlide3789.xml.rels><?xml version="1.0" encoding="UTF-8" standalone="yes"?>
<Relationships xmlns="http://schemas.openxmlformats.org/package/2006/relationships"><Relationship Id="rId2" Type="http://schemas.openxmlformats.org/officeDocument/2006/relationships/slide" Target="../slides/slide3923.xml"/><Relationship Id="rId1" Type="http://schemas.openxmlformats.org/officeDocument/2006/relationships/notesMaster" Target="../notesMasters/notesMaster1.xml"/></Relationships>
</file>

<file path=ppt/notesSlides/_rels/notesSlide3790.xml.rels><?xml version="1.0" encoding="UTF-8" standalone="yes"?>
<Relationships xmlns="http://schemas.openxmlformats.org/package/2006/relationships"><Relationship Id="rId2" Type="http://schemas.openxmlformats.org/officeDocument/2006/relationships/slide" Target="../slides/slide3924.xml"/><Relationship Id="rId1" Type="http://schemas.openxmlformats.org/officeDocument/2006/relationships/notesMaster" Target="../notesMasters/notesMaster1.xml"/></Relationships>
</file>

<file path=ppt/notesSlides/_rels/notesSlide3791.xml.rels><?xml version="1.0" encoding="UTF-8" standalone="yes"?>
<Relationships xmlns="http://schemas.openxmlformats.org/package/2006/relationships"><Relationship Id="rId2" Type="http://schemas.openxmlformats.org/officeDocument/2006/relationships/slide" Target="../slides/slide3925.xml"/><Relationship Id="rId1" Type="http://schemas.openxmlformats.org/officeDocument/2006/relationships/notesMaster" Target="../notesMasters/notesMaster1.xml"/></Relationships>
</file>

<file path=ppt/notesSlides/_rels/notesSlide3792.xml.rels><?xml version="1.0" encoding="UTF-8" standalone="yes"?>
<Relationships xmlns="http://schemas.openxmlformats.org/package/2006/relationships"><Relationship Id="rId2" Type="http://schemas.openxmlformats.org/officeDocument/2006/relationships/slide" Target="../slides/slide3926.xml"/><Relationship Id="rId1" Type="http://schemas.openxmlformats.org/officeDocument/2006/relationships/notesMaster" Target="../notesMasters/notesMaster1.xml"/></Relationships>
</file>

<file path=ppt/notesSlides/_rels/notesSlide3793.xml.rels><?xml version="1.0" encoding="UTF-8" standalone="yes"?>
<Relationships xmlns="http://schemas.openxmlformats.org/package/2006/relationships"><Relationship Id="rId2" Type="http://schemas.openxmlformats.org/officeDocument/2006/relationships/slide" Target="../slides/slide3927.xml"/><Relationship Id="rId1" Type="http://schemas.openxmlformats.org/officeDocument/2006/relationships/notesMaster" Target="../notesMasters/notesMaster1.xml"/></Relationships>
</file>

<file path=ppt/notesSlides/_rels/notesSlide3794.xml.rels><?xml version="1.0" encoding="UTF-8" standalone="yes"?>
<Relationships xmlns="http://schemas.openxmlformats.org/package/2006/relationships"><Relationship Id="rId2" Type="http://schemas.openxmlformats.org/officeDocument/2006/relationships/slide" Target="../slides/slide3928.xml"/><Relationship Id="rId1" Type="http://schemas.openxmlformats.org/officeDocument/2006/relationships/notesMaster" Target="../notesMasters/notesMaster1.xml"/></Relationships>
</file>

<file path=ppt/notesSlides/_rels/notesSlide3795.xml.rels><?xml version="1.0" encoding="UTF-8" standalone="yes"?>
<Relationships xmlns="http://schemas.openxmlformats.org/package/2006/relationships"><Relationship Id="rId2" Type="http://schemas.openxmlformats.org/officeDocument/2006/relationships/slide" Target="../slides/slide3929.xml"/><Relationship Id="rId1" Type="http://schemas.openxmlformats.org/officeDocument/2006/relationships/notesMaster" Target="../notesMasters/notesMaster1.xml"/></Relationships>
</file>

<file path=ppt/notesSlides/_rels/notesSlide3796.xml.rels><?xml version="1.0" encoding="UTF-8" standalone="yes"?>
<Relationships xmlns="http://schemas.openxmlformats.org/package/2006/relationships"><Relationship Id="rId2" Type="http://schemas.openxmlformats.org/officeDocument/2006/relationships/slide" Target="../slides/slide3930.xml"/><Relationship Id="rId1" Type="http://schemas.openxmlformats.org/officeDocument/2006/relationships/notesMaster" Target="../notesMasters/notesMaster1.xml"/></Relationships>
</file>

<file path=ppt/notesSlides/_rels/notesSlide3797.xml.rels><?xml version="1.0" encoding="UTF-8" standalone="yes"?>
<Relationships xmlns="http://schemas.openxmlformats.org/package/2006/relationships"><Relationship Id="rId2" Type="http://schemas.openxmlformats.org/officeDocument/2006/relationships/slide" Target="../slides/slide3931.xml"/><Relationship Id="rId1" Type="http://schemas.openxmlformats.org/officeDocument/2006/relationships/notesMaster" Target="../notesMasters/notesMaster1.xml"/></Relationships>
</file>

<file path=ppt/notesSlides/_rels/notesSlide3798.xml.rels><?xml version="1.0" encoding="UTF-8" standalone="yes"?>
<Relationships xmlns="http://schemas.openxmlformats.org/package/2006/relationships"><Relationship Id="rId2" Type="http://schemas.openxmlformats.org/officeDocument/2006/relationships/slide" Target="../slides/slide3932.xml"/><Relationship Id="rId1" Type="http://schemas.openxmlformats.org/officeDocument/2006/relationships/notesMaster" Target="../notesMasters/notesMaster1.xml"/></Relationships>
</file>

<file path=ppt/notesSlides/_rels/notesSlide3799.xml.rels><?xml version="1.0" encoding="UTF-8" standalone="yes"?>
<Relationships xmlns="http://schemas.openxmlformats.org/package/2006/relationships"><Relationship Id="rId2" Type="http://schemas.openxmlformats.org/officeDocument/2006/relationships/slide" Target="../slides/slide3933.xml"/><Relationship Id="rId1" Type="http://schemas.openxmlformats.org/officeDocument/2006/relationships/notesMaster" Target="../notesMasters/notesMaster1.xml"/></Relationships>
</file>

<file path=ppt/notesSlides/_rels/notesSlide3800.xml.rels><?xml version="1.0" encoding="UTF-8" standalone="yes"?>
<Relationships xmlns="http://schemas.openxmlformats.org/package/2006/relationships"><Relationship Id="rId2" Type="http://schemas.openxmlformats.org/officeDocument/2006/relationships/slide" Target="../slides/slide3934.xml"/><Relationship Id="rId1" Type="http://schemas.openxmlformats.org/officeDocument/2006/relationships/notesMaster" Target="../notesMasters/notesMaster1.xml"/></Relationships>
</file>

<file path=ppt/notesSlides/_rels/notesSlide3801.xml.rels><?xml version="1.0" encoding="UTF-8" standalone="yes"?>
<Relationships xmlns="http://schemas.openxmlformats.org/package/2006/relationships"><Relationship Id="rId2" Type="http://schemas.openxmlformats.org/officeDocument/2006/relationships/slide" Target="../slides/slide3935.xml"/><Relationship Id="rId1" Type="http://schemas.openxmlformats.org/officeDocument/2006/relationships/notesMaster" Target="../notesMasters/notesMaster1.xml"/></Relationships>
</file>

<file path=ppt/notesSlides/_rels/notesSlide3802.xml.rels><?xml version="1.0" encoding="UTF-8" standalone="yes"?>
<Relationships xmlns="http://schemas.openxmlformats.org/package/2006/relationships"><Relationship Id="rId2" Type="http://schemas.openxmlformats.org/officeDocument/2006/relationships/slide" Target="../slides/slide3936.xml"/><Relationship Id="rId1" Type="http://schemas.openxmlformats.org/officeDocument/2006/relationships/notesMaster" Target="../notesMasters/notesMaster1.xml"/></Relationships>
</file>

<file path=ppt/notesSlides/_rels/notesSlide3803.xml.rels><?xml version="1.0" encoding="UTF-8" standalone="yes"?>
<Relationships xmlns="http://schemas.openxmlformats.org/package/2006/relationships"><Relationship Id="rId2" Type="http://schemas.openxmlformats.org/officeDocument/2006/relationships/slide" Target="../slides/slide3937.xml"/><Relationship Id="rId1" Type="http://schemas.openxmlformats.org/officeDocument/2006/relationships/notesMaster" Target="../notesMasters/notesMaster1.xml"/></Relationships>
</file>

<file path=ppt/notesSlides/_rels/notesSlide3804.xml.rels><?xml version="1.0" encoding="UTF-8" standalone="yes"?>
<Relationships xmlns="http://schemas.openxmlformats.org/package/2006/relationships"><Relationship Id="rId2" Type="http://schemas.openxmlformats.org/officeDocument/2006/relationships/slide" Target="../slides/slide3938.xml"/><Relationship Id="rId1" Type="http://schemas.openxmlformats.org/officeDocument/2006/relationships/notesMaster" Target="../notesMasters/notesMaster1.xml"/></Relationships>
</file>

<file path=ppt/notesSlides/_rels/notesSlide3805.xml.rels><?xml version="1.0" encoding="UTF-8" standalone="yes"?>
<Relationships xmlns="http://schemas.openxmlformats.org/package/2006/relationships"><Relationship Id="rId2" Type="http://schemas.openxmlformats.org/officeDocument/2006/relationships/slide" Target="../slides/slide3939.xml"/><Relationship Id="rId1" Type="http://schemas.openxmlformats.org/officeDocument/2006/relationships/notesMaster" Target="../notesMasters/notesMaster1.xml"/></Relationships>
</file>

<file path=ppt/notesSlides/_rels/notesSlide3806.xml.rels><?xml version="1.0" encoding="UTF-8" standalone="yes"?>
<Relationships xmlns="http://schemas.openxmlformats.org/package/2006/relationships"><Relationship Id="rId2" Type="http://schemas.openxmlformats.org/officeDocument/2006/relationships/slide" Target="../slides/slide3940.xml"/><Relationship Id="rId1" Type="http://schemas.openxmlformats.org/officeDocument/2006/relationships/notesMaster" Target="../notesMasters/notesMaster1.xml"/></Relationships>
</file>

<file path=ppt/notesSlides/_rels/notesSlide3807.xml.rels><?xml version="1.0" encoding="UTF-8" standalone="yes"?>
<Relationships xmlns="http://schemas.openxmlformats.org/package/2006/relationships"><Relationship Id="rId2" Type="http://schemas.openxmlformats.org/officeDocument/2006/relationships/slide" Target="../slides/slide3941.xml"/><Relationship Id="rId1" Type="http://schemas.openxmlformats.org/officeDocument/2006/relationships/notesMaster" Target="../notesMasters/notesMaster1.xml"/></Relationships>
</file>

<file path=ppt/notesSlides/_rels/notesSlide3808.xml.rels><?xml version="1.0" encoding="UTF-8" standalone="yes"?>
<Relationships xmlns="http://schemas.openxmlformats.org/package/2006/relationships"><Relationship Id="rId2" Type="http://schemas.openxmlformats.org/officeDocument/2006/relationships/slide" Target="../slides/slide3942.xml"/><Relationship Id="rId1" Type="http://schemas.openxmlformats.org/officeDocument/2006/relationships/notesMaster" Target="../notesMasters/notesMaster1.xml"/></Relationships>
</file>

<file path=ppt/notesSlides/_rels/notesSlide3809.xml.rels><?xml version="1.0" encoding="UTF-8" standalone="yes"?>
<Relationships xmlns="http://schemas.openxmlformats.org/package/2006/relationships"><Relationship Id="rId2" Type="http://schemas.openxmlformats.org/officeDocument/2006/relationships/slide" Target="../slides/slide3943.xml"/><Relationship Id="rId1" Type="http://schemas.openxmlformats.org/officeDocument/2006/relationships/notesMaster" Target="../notesMasters/notesMaster1.xml"/></Relationships>
</file>

<file path=ppt/notesSlides/_rels/notesSlide3810.xml.rels><?xml version="1.0" encoding="UTF-8" standalone="yes"?>
<Relationships xmlns="http://schemas.openxmlformats.org/package/2006/relationships"><Relationship Id="rId2" Type="http://schemas.openxmlformats.org/officeDocument/2006/relationships/slide" Target="../slides/slide3944.xml"/><Relationship Id="rId1" Type="http://schemas.openxmlformats.org/officeDocument/2006/relationships/notesMaster" Target="../notesMasters/notesMaster1.xml"/></Relationships>
</file>

<file path=ppt/notesSlides/_rels/notesSlide3811.xml.rels><?xml version="1.0" encoding="UTF-8" standalone="yes"?>
<Relationships xmlns="http://schemas.openxmlformats.org/package/2006/relationships"><Relationship Id="rId2" Type="http://schemas.openxmlformats.org/officeDocument/2006/relationships/slide" Target="../slides/slide3945.xml"/><Relationship Id="rId1" Type="http://schemas.openxmlformats.org/officeDocument/2006/relationships/notesMaster" Target="../notesMasters/notesMaster1.xml"/></Relationships>
</file>

<file path=ppt/notesSlides/_rels/notesSlide3812.xml.rels><?xml version="1.0" encoding="UTF-8" standalone="yes"?>
<Relationships xmlns="http://schemas.openxmlformats.org/package/2006/relationships"><Relationship Id="rId2" Type="http://schemas.openxmlformats.org/officeDocument/2006/relationships/slide" Target="../slides/slide3946.xml"/><Relationship Id="rId1" Type="http://schemas.openxmlformats.org/officeDocument/2006/relationships/notesMaster" Target="../notesMasters/notesMaster1.xml"/></Relationships>
</file>

<file path=ppt/notesSlides/_rels/notesSlide3813.xml.rels><?xml version="1.0" encoding="UTF-8" standalone="yes"?>
<Relationships xmlns="http://schemas.openxmlformats.org/package/2006/relationships"><Relationship Id="rId2" Type="http://schemas.openxmlformats.org/officeDocument/2006/relationships/slide" Target="../slides/slide3947.xml"/><Relationship Id="rId1" Type="http://schemas.openxmlformats.org/officeDocument/2006/relationships/notesMaster" Target="../notesMasters/notesMaster1.xml"/></Relationships>
</file>

<file path=ppt/notesSlides/_rels/notesSlide3814.xml.rels><?xml version="1.0" encoding="UTF-8" standalone="yes"?>
<Relationships xmlns="http://schemas.openxmlformats.org/package/2006/relationships"><Relationship Id="rId2" Type="http://schemas.openxmlformats.org/officeDocument/2006/relationships/slide" Target="../slides/slide3948.xml"/><Relationship Id="rId1" Type="http://schemas.openxmlformats.org/officeDocument/2006/relationships/notesMaster" Target="../notesMasters/notesMaster1.xml"/></Relationships>
</file>

<file path=ppt/notesSlides/_rels/notesSlide3815.xml.rels><?xml version="1.0" encoding="UTF-8" standalone="yes"?>
<Relationships xmlns="http://schemas.openxmlformats.org/package/2006/relationships"><Relationship Id="rId2" Type="http://schemas.openxmlformats.org/officeDocument/2006/relationships/slide" Target="../slides/slide3949.xml"/><Relationship Id="rId1" Type="http://schemas.openxmlformats.org/officeDocument/2006/relationships/notesMaster" Target="../notesMasters/notesMaster1.xml"/></Relationships>
</file>

<file path=ppt/notesSlides/_rels/notesSlide3816.xml.rels><?xml version="1.0" encoding="UTF-8" standalone="yes"?>
<Relationships xmlns="http://schemas.openxmlformats.org/package/2006/relationships"><Relationship Id="rId2" Type="http://schemas.openxmlformats.org/officeDocument/2006/relationships/slide" Target="../slides/slide3950.xml"/><Relationship Id="rId1" Type="http://schemas.openxmlformats.org/officeDocument/2006/relationships/notesMaster" Target="../notesMasters/notesMaster1.xml"/></Relationships>
</file>

<file path=ppt/notesSlides/_rels/notesSlide3817.xml.rels><?xml version="1.0" encoding="UTF-8" standalone="yes"?>
<Relationships xmlns="http://schemas.openxmlformats.org/package/2006/relationships"><Relationship Id="rId2" Type="http://schemas.openxmlformats.org/officeDocument/2006/relationships/slide" Target="../slides/slide3951.xml"/><Relationship Id="rId1" Type="http://schemas.openxmlformats.org/officeDocument/2006/relationships/notesMaster" Target="../notesMasters/notesMaster1.xml"/></Relationships>
</file>

<file path=ppt/notesSlides/_rels/notesSlide3818.xml.rels><?xml version="1.0" encoding="UTF-8" standalone="yes"?>
<Relationships xmlns="http://schemas.openxmlformats.org/package/2006/relationships"><Relationship Id="rId2" Type="http://schemas.openxmlformats.org/officeDocument/2006/relationships/slide" Target="../slides/slide3952.xml"/><Relationship Id="rId1" Type="http://schemas.openxmlformats.org/officeDocument/2006/relationships/notesMaster" Target="../notesMasters/notesMaster1.xml"/></Relationships>
</file>

<file path=ppt/notesSlides/_rels/notesSlide3819.xml.rels><?xml version="1.0" encoding="UTF-8" standalone="yes"?>
<Relationships xmlns="http://schemas.openxmlformats.org/package/2006/relationships"><Relationship Id="rId2" Type="http://schemas.openxmlformats.org/officeDocument/2006/relationships/slide" Target="../slides/slide3953.xml"/><Relationship Id="rId1" Type="http://schemas.openxmlformats.org/officeDocument/2006/relationships/notesMaster" Target="../notesMasters/notesMaster1.xml"/></Relationships>
</file>

<file path=ppt/notesSlides/_rels/notesSlide3820.xml.rels><?xml version="1.0" encoding="UTF-8" standalone="yes"?>
<Relationships xmlns="http://schemas.openxmlformats.org/package/2006/relationships"><Relationship Id="rId2" Type="http://schemas.openxmlformats.org/officeDocument/2006/relationships/slide" Target="../slides/slide3954.xml"/><Relationship Id="rId1" Type="http://schemas.openxmlformats.org/officeDocument/2006/relationships/notesMaster" Target="../notesMasters/notesMaster1.xml"/></Relationships>
</file>

<file path=ppt/notesSlides/_rels/notesSlide3821.xml.rels><?xml version="1.0" encoding="UTF-8" standalone="yes"?>
<Relationships xmlns="http://schemas.openxmlformats.org/package/2006/relationships"><Relationship Id="rId2" Type="http://schemas.openxmlformats.org/officeDocument/2006/relationships/slide" Target="../slides/slide3955.xml"/><Relationship Id="rId1" Type="http://schemas.openxmlformats.org/officeDocument/2006/relationships/notesMaster" Target="../notesMasters/notesMaster1.xml"/></Relationships>
</file>

<file path=ppt/notesSlides/_rels/notesSlide3822.xml.rels><?xml version="1.0" encoding="UTF-8" standalone="yes"?>
<Relationships xmlns="http://schemas.openxmlformats.org/package/2006/relationships"><Relationship Id="rId2" Type="http://schemas.openxmlformats.org/officeDocument/2006/relationships/slide" Target="../slides/slide3956.xml"/><Relationship Id="rId1" Type="http://schemas.openxmlformats.org/officeDocument/2006/relationships/notesMaster" Target="../notesMasters/notesMaster1.xml"/></Relationships>
</file>

<file path=ppt/notesSlides/_rels/notesSlide3823.xml.rels><?xml version="1.0" encoding="UTF-8" standalone="yes"?>
<Relationships xmlns="http://schemas.openxmlformats.org/package/2006/relationships"><Relationship Id="rId2" Type="http://schemas.openxmlformats.org/officeDocument/2006/relationships/slide" Target="../slides/slide3957.xml"/><Relationship Id="rId1" Type="http://schemas.openxmlformats.org/officeDocument/2006/relationships/notesMaster" Target="../notesMasters/notesMaster1.xml"/></Relationships>
</file>

<file path=ppt/notesSlides/_rels/notesSlide3824.xml.rels><?xml version="1.0" encoding="UTF-8" standalone="yes"?>
<Relationships xmlns="http://schemas.openxmlformats.org/package/2006/relationships"><Relationship Id="rId2" Type="http://schemas.openxmlformats.org/officeDocument/2006/relationships/slide" Target="../slides/slide3958.xml"/><Relationship Id="rId1" Type="http://schemas.openxmlformats.org/officeDocument/2006/relationships/notesMaster" Target="../notesMasters/notesMaster1.xml"/></Relationships>
</file>

<file path=ppt/notesSlides/_rels/notesSlide3825.xml.rels><?xml version="1.0" encoding="UTF-8" standalone="yes"?>
<Relationships xmlns="http://schemas.openxmlformats.org/package/2006/relationships"><Relationship Id="rId2" Type="http://schemas.openxmlformats.org/officeDocument/2006/relationships/slide" Target="../slides/slide3959.xml"/><Relationship Id="rId1" Type="http://schemas.openxmlformats.org/officeDocument/2006/relationships/notesMaster" Target="../notesMasters/notesMaster1.xml"/></Relationships>
</file>

<file path=ppt/notesSlides/_rels/notesSlide3826.xml.rels><?xml version="1.0" encoding="UTF-8" standalone="yes"?>
<Relationships xmlns="http://schemas.openxmlformats.org/package/2006/relationships"><Relationship Id="rId2" Type="http://schemas.openxmlformats.org/officeDocument/2006/relationships/slide" Target="../slides/slide3960.xml"/><Relationship Id="rId1" Type="http://schemas.openxmlformats.org/officeDocument/2006/relationships/notesMaster" Target="../notesMasters/notesMaster1.xml"/></Relationships>
</file>

<file path=ppt/notesSlides/_rels/notesSlide3827.xml.rels><?xml version="1.0" encoding="UTF-8" standalone="yes"?>
<Relationships xmlns="http://schemas.openxmlformats.org/package/2006/relationships"><Relationship Id="rId2" Type="http://schemas.openxmlformats.org/officeDocument/2006/relationships/slide" Target="../slides/slide3961.xml"/><Relationship Id="rId1" Type="http://schemas.openxmlformats.org/officeDocument/2006/relationships/notesMaster" Target="../notesMasters/notesMaster1.xml"/></Relationships>
</file>

<file path=ppt/notesSlides/_rels/notesSlide3828.xml.rels><?xml version="1.0" encoding="UTF-8" standalone="yes"?>
<Relationships xmlns="http://schemas.openxmlformats.org/package/2006/relationships"><Relationship Id="rId2" Type="http://schemas.openxmlformats.org/officeDocument/2006/relationships/slide" Target="../slides/slide3962.xml"/><Relationship Id="rId1" Type="http://schemas.openxmlformats.org/officeDocument/2006/relationships/notesMaster" Target="../notesMasters/notesMaster1.xml"/></Relationships>
</file>

<file path=ppt/notesSlides/_rels/notesSlide3829.xml.rels><?xml version="1.0" encoding="UTF-8" standalone="yes"?>
<Relationships xmlns="http://schemas.openxmlformats.org/package/2006/relationships"><Relationship Id="rId2" Type="http://schemas.openxmlformats.org/officeDocument/2006/relationships/slide" Target="../slides/slide3963.xml"/><Relationship Id="rId1" Type="http://schemas.openxmlformats.org/officeDocument/2006/relationships/notesMaster" Target="../notesMasters/notesMaster1.xml"/></Relationships>
</file>

<file path=ppt/notesSlides/_rels/notesSlide3830.xml.rels><?xml version="1.0" encoding="UTF-8" standalone="yes"?>
<Relationships xmlns="http://schemas.openxmlformats.org/package/2006/relationships"><Relationship Id="rId2" Type="http://schemas.openxmlformats.org/officeDocument/2006/relationships/slide" Target="../slides/slide3964.xml"/><Relationship Id="rId1" Type="http://schemas.openxmlformats.org/officeDocument/2006/relationships/notesMaster" Target="../notesMasters/notesMaster1.xml"/></Relationships>
</file>

<file path=ppt/notesSlides/_rels/notesSlide3831.xml.rels><?xml version="1.0" encoding="UTF-8" standalone="yes"?>
<Relationships xmlns="http://schemas.openxmlformats.org/package/2006/relationships"><Relationship Id="rId2" Type="http://schemas.openxmlformats.org/officeDocument/2006/relationships/slide" Target="../slides/slide3965.xml"/><Relationship Id="rId1" Type="http://schemas.openxmlformats.org/officeDocument/2006/relationships/notesMaster" Target="../notesMasters/notesMaster1.xml"/></Relationships>
</file>

<file path=ppt/notesSlides/_rels/notesSlide3832.xml.rels><?xml version="1.0" encoding="UTF-8" standalone="yes"?>
<Relationships xmlns="http://schemas.openxmlformats.org/package/2006/relationships"><Relationship Id="rId2" Type="http://schemas.openxmlformats.org/officeDocument/2006/relationships/slide" Target="../slides/slide3966.xml"/><Relationship Id="rId1" Type="http://schemas.openxmlformats.org/officeDocument/2006/relationships/notesMaster" Target="../notesMasters/notesMaster1.xml"/></Relationships>
</file>

<file path=ppt/notesSlides/_rels/notesSlide3833.xml.rels><?xml version="1.0" encoding="UTF-8" standalone="yes"?>
<Relationships xmlns="http://schemas.openxmlformats.org/package/2006/relationships"><Relationship Id="rId2" Type="http://schemas.openxmlformats.org/officeDocument/2006/relationships/slide" Target="../slides/slide3967.xml"/><Relationship Id="rId1" Type="http://schemas.openxmlformats.org/officeDocument/2006/relationships/notesMaster" Target="../notesMasters/notesMaster1.xml"/></Relationships>
</file>

<file path=ppt/notesSlides/_rels/notesSlide3834.xml.rels><?xml version="1.0" encoding="UTF-8" standalone="yes"?>
<Relationships xmlns="http://schemas.openxmlformats.org/package/2006/relationships"><Relationship Id="rId2" Type="http://schemas.openxmlformats.org/officeDocument/2006/relationships/slide" Target="../slides/slide3968.xml"/><Relationship Id="rId1" Type="http://schemas.openxmlformats.org/officeDocument/2006/relationships/notesMaster" Target="../notesMasters/notesMaster1.xml"/></Relationships>
</file>

<file path=ppt/notesSlides/_rels/notesSlide3835.xml.rels><?xml version="1.0" encoding="UTF-8" standalone="yes"?>
<Relationships xmlns="http://schemas.openxmlformats.org/package/2006/relationships"><Relationship Id="rId2" Type="http://schemas.openxmlformats.org/officeDocument/2006/relationships/slide" Target="../slides/slide3969.xml"/><Relationship Id="rId1" Type="http://schemas.openxmlformats.org/officeDocument/2006/relationships/notesMaster" Target="../notesMasters/notesMaster1.xml"/></Relationships>
</file>

<file path=ppt/notesSlides/_rels/notesSlide3836.xml.rels><?xml version="1.0" encoding="UTF-8" standalone="yes"?>
<Relationships xmlns="http://schemas.openxmlformats.org/package/2006/relationships"><Relationship Id="rId2" Type="http://schemas.openxmlformats.org/officeDocument/2006/relationships/slide" Target="../slides/slide3970.xml"/><Relationship Id="rId1" Type="http://schemas.openxmlformats.org/officeDocument/2006/relationships/notesMaster" Target="../notesMasters/notesMaster1.xml"/></Relationships>
</file>

<file path=ppt/notesSlides/_rels/notesSlide3837.xml.rels><?xml version="1.0" encoding="UTF-8" standalone="yes"?>
<Relationships xmlns="http://schemas.openxmlformats.org/package/2006/relationships"><Relationship Id="rId2" Type="http://schemas.openxmlformats.org/officeDocument/2006/relationships/slide" Target="../slides/slide3971.xml"/><Relationship Id="rId1" Type="http://schemas.openxmlformats.org/officeDocument/2006/relationships/notesMaster" Target="../notesMasters/notesMaster1.xml"/></Relationships>
</file>

<file path=ppt/notesSlides/_rels/notesSlide3838.xml.rels><?xml version="1.0" encoding="UTF-8" standalone="yes"?>
<Relationships xmlns="http://schemas.openxmlformats.org/package/2006/relationships"><Relationship Id="rId2" Type="http://schemas.openxmlformats.org/officeDocument/2006/relationships/slide" Target="../slides/slide3972.xml"/><Relationship Id="rId1" Type="http://schemas.openxmlformats.org/officeDocument/2006/relationships/notesMaster" Target="../notesMasters/notesMaster1.xml"/></Relationships>
</file>

<file path=ppt/notesSlides/_rels/notesSlide3839.xml.rels><?xml version="1.0" encoding="UTF-8" standalone="yes"?>
<Relationships xmlns="http://schemas.openxmlformats.org/package/2006/relationships"><Relationship Id="rId2" Type="http://schemas.openxmlformats.org/officeDocument/2006/relationships/slide" Target="../slides/slide3973.xml"/><Relationship Id="rId1" Type="http://schemas.openxmlformats.org/officeDocument/2006/relationships/notesMaster" Target="../notesMasters/notesMaster1.xml"/></Relationships>
</file>

<file path=ppt/notesSlides/_rels/notesSlide3840.xml.rels><?xml version="1.0" encoding="UTF-8" standalone="yes"?>
<Relationships xmlns="http://schemas.openxmlformats.org/package/2006/relationships"><Relationship Id="rId2" Type="http://schemas.openxmlformats.org/officeDocument/2006/relationships/slide" Target="../slides/slide3974.xml"/><Relationship Id="rId1" Type="http://schemas.openxmlformats.org/officeDocument/2006/relationships/notesMaster" Target="../notesMasters/notesMaster1.xml"/></Relationships>
</file>

<file path=ppt/notesSlides/_rels/notesSlide3841.xml.rels><?xml version="1.0" encoding="UTF-8" standalone="yes"?>
<Relationships xmlns="http://schemas.openxmlformats.org/package/2006/relationships"><Relationship Id="rId2" Type="http://schemas.openxmlformats.org/officeDocument/2006/relationships/slide" Target="../slides/slide3975.xml"/><Relationship Id="rId1" Type="http://schemas.openxmlformats.org/officeDocument/2006/relationships/notesMaster" Target="../notesMasters/notesMaster1.xml"/></Relationships>
</file>

<file path=ppt/notesSlides/_rels/notesSlide3842.xml.rels><?xml version="1.0" encoding="UTF-8" standalone="yes"?>
<Relationships xmlns="http://schemas.openxmlformats.org/package/2006/relationships"><Relationship Id="rId2" Type="http://schemas.openxmlformats.org/officeDocument/2006/relationships/slide" Target="../slides/slide3976.xml"/><Relationship Id="rId1" Type="http://schemas.openxmlformats.org/officeDocument/2006/relationships/notesMaster" Target="../notesMasters/notesMaster1.xml"/></Relationships>
</file>

<file path=ppt/notesSlides/_rels/notesSlide3843.xml.rels><?xml version="1.0" encoding="UTF-8" standalone="yes"?>
<Relationships xmlns="http://schemas.openxmlformats.org/package/2006/relationships"><Relationship Id="rId2" Type="http://schemas.openxmlformats.org/officeDocument/2006/relationships/slide" Target="../slides/slide3977.xml"/><Relationship Id="rId1" Type="http://schemas.openxmlformats.org/officeDocument/2006/relationships/notesMaster" Target="../notesMasters/notesMaster1.xml"/></Relationships>
</file>

<file path=ppt/notesSlides/_rels/notesSlide3844.xml.rels><?xml version="1.0" encoding="UTF-8" standalone="yes"?>
<Relationships xmlns="http://schemas.openxmlformats.org/package/2006/relationships"><Relationship Id="rId2" Type="http://schemas.openxmlformats.org/officeDocument/2006/relationships/slide" Target="../slides/slide3978.xml"/><Relationship Id="rId1" Type="http://schemas.openxmlformats.org/officeDocument/2006/relationships/notesMaster" Target="../notesMasters/notesMaster1.xml"/></Relationships>
</file>

<file path=ppt/notesSlides/_rels/notesSlide3845.xml.rels><?xml version="1.0" encoding="UTF-8" standalone="yes"?>
<Relationships xmlns="http://schemas.openxmlformats.org/package/2006/relationships"><Relationship Id="rId2" Type="http://schemas.openxmlformats.org/officeDocument/2006/relationships/slide" Target="../slides/slide3979.xml"/><Relationship Id="rId1" Type="http://schemas.openxmlformats.org/officeDocument/2006/relationships/notesMaster" Target="../notesMasters/notesMaster1.xml"/></Relationships>
</file>

<file path=ppt/notesSlides/_rels/notesSlide3846.xml.rels><?xml version="1.0" encoding="UTF-8" standalone="yes"?>
<Relationships xmlns="http://schemas.openxmlformats.org/package/2006/relationships"><Relationship Id="rId2" Type="http://schemas.openxmlformats.org/officeDocument/2006/relationships/slide" Target="../slides/slide3980.xml"/><Relationship Id="rId1" Type="http://schemas.openxmlformats.org/officeDocument/2006/relationships/notesMaster" Target="../notesMasters/notesMaster1.xml"/></Relationships>
</file>

<file path=ppt/notesSlides/_rels/notesSlide3847.xml.rels><?xml version="1.0" encoding="UTF-8" standalone="yes"?>
<Relationships xmlns="http://schemas.openxmlformats.org/package/2006/relationships"><Relationship Id="rId2" Type="http://schemas.openxmlformats.org/officeDocument/2006/relationships/slide" Target="../slides/slide3981.xml"/><Relationship Id="rId1" Type="http://schemas.openxmlformats.org/officeDocument/2006/relationships/notesMaster" Target="../notesMasters/notesMaster1.xml"/></Relationships>
</file>

<file path=ppt/notesSlides/_rels/notesSlide3848.xml.rels><?xml version="1.0" encoding="UTF-8" standalone="yes"?>
<Relationships xmlns="http://schemas.openxmlformats.org/package/2006/relationships"><Relationship Id="rId2" Type="http://schemas.openxmlformats.org/officeDocument/2006/relationships/slide" Target="../slides/slide3982.xml"/><Relationship Id="rId1" Type="http://schemas.openxmlformats.org/officeDocument/2006/relationships/notesMaster" Target="../notesMasters/notesMaster1.xml"/></Relationships>
</file>

<file path=ppt/notesSlides/_rels/notesSlide3849.xml.rels><?xml version="1.0" encoding="UTF-8" standalone="yes"?>
<Relationships xmlns="http://schemas.openxmlformats.org/package/2006/relationships"><Relationship Id="rId2" Type="http://schemas.openxmlformats.org/officeDocument/2006/relationships/slide" Target="../slides/slide3983.xml"/><Relationship Id="rId1" Type="http://schemas.openxmlformats.org/officeDocument/2006/relationships/notesMaster" Target="../notesMasters/notesMaster1.xml"/></Relationships>
</file>

<file path=ppt/notesSlides/_rels/notesSlide3850.xml.rels><?xml version="1.0" encoding="UTF-8" standalone="yes"?>
<Relationships xmlns="http://schemas.openxmlformats.org/package/2006/relationships"><Relationship Id="rId2" Type="http://schemas.openxmlformats.org/officeDocument/2006/relationships/slide" Target="../slides/slide3984.xml"/><Relationship Id="rId1" Type="http://schemas.openxmlformats.org/officeDocument/2006/relationships/notesMaster" Target="../notesMasters/notesMaster1.xml"/></Relationships>
</file>

<file path=ppt/notesSlides/_rels/notesSlide3851.xml.rels><?xml version="1.0" encoding="UTF-8" standalone="yes"?>
<Relationships xmlns="http://schemas.openxmlformats.org/package/2006/relationships"><Relationship Id="rId2" Type="http://schemas.openxmlformats.org/officeDocument/2006/relationships/slide" Target="../slides/slide3985.xml"/><Relationship Id="rId1" Type="http://schemas.openxmlformats.org/officeDocument/2006/relationships/notesMaster" Target="../notesMasters/notesMaster1.xml"/></Relationships>
</file>

<file path=ppt/notesSlides/_rels/notesSlide3852.xml.rels><?xml version="1.0" encoding="UTF-8" standalone="yes"?>
<Relationships xmlns="http://schemas.openxmlformats.org/package/2006/relationships"><Relationship Id="rId2" Type="http://schemas.openxmlformats.org/officeDocument/2006/relationships/slide" Target="../slides/slide3986.xml"/><Relationship Id="rId1" Type="http://schemas.openxmlformats.org/officeDocument/2006/relationships/notesMaster" Target="../notesMasters/notesMaster1.xml"/></Relationships>
</file>

<file path=ppt/notesSlides/_rels/notesSlide3853.xml.rels><?xml version="1.0" encoding="UTF-8" standalone="yes"?>
<Relationships xmlns="http://schemas.openxmlformats.org/package/2006/relationships"><Relationship Id="rId2" Type="http://schemas.openxmlformats.org/officeDocument/2006/relationships/slide" Target="../slides/slide3987.xml"/><Relationship Id="rId1" Type="http://schemas.openxmlformats.org/officeDocument/2006/relationships/notesMaster" Target="../notesMasters/notesMaster1.xml"/></Relationships>
</file>

<file path=ppt/notesSlides/_rels/notesSlide3854.xml.rels><?xml version="1.0" encoding="UTF-8" standalone="yes"?>
<Relationships xmlns="http://schemas.openxmlformats.org/package/2006/relationships"><Relationship Id="rId2" Type="http://schemas.openxmlformats.org/officeDocument/2006/relationships/slide" Target="../slides/slide3988.xml"/><Relationship Id="rId1" Type="http://schemas.openxmlformats.org/officeDocument/2006/relationships/notesMaster" Target="../notesMasters/notesMaster1.xml"/></Relationships>
</file>

<file path=ppt/notesSlides/_rels/notesSlide3855.xml.rels><?xml version="1.0" encoding="UTF-8" standalone="yes"?>
<Relationships xmlns="http://schemas.openxmlformats.org/package/2006/relationships"><Relationship Id="rId2" Type="http://schemas.openxmlformats.org/officeDocument/2006/relationships/slide" Target="../slides/slide3989.xml"/><Relationship Id="rId1" Type="http://schemas.openxmlformats.org/officeDocument/2006/relationships/notesMaster" Target="../notesMasters/notesMaster1.xml"/></Relationships>
</file>

<file path=ppt/notesSlides/_rels/notesSlide3856.xml.rels><?xml version="1.0" encoding="UTF-8" standalone="yes"?>
<Relationships xmlns="http://schemas.openxmlformats.org/package/2006/relationships"><Relationship Id="rId2" Type="http://schemas.openxmlformats.org/officeDocument/2006/relationships/slide" Target="../slides/slide3990.xml"/><Relationship Id="rId1" Type="http://schemas.openxmlformats.org/officeDocument/2006/relationships/notesMaster" Target="../notesMasters/notesMaster1.xml"/></Relationships>
</file>

<file path=ppt/notesSlides/_rels/notesSlide3857.xml.rels><?xml version="1.0" encoding="UTF-8" standalone="yes"?>
<Relationships xmlns="http://schemas.openxmlformats.org/package/2006/relationships"><Relationship Id="rId2" Type="http://schemas.openxmlformats.org/officeDocument/2006/relationships/slide" Target="../slides/slide3991.xml"/><Relationship Id="rId1" Type="http://schemas.openxmlformats.org/officeDocument/2006/relationships/notesMaster" Target="../notesMasters/notesMaster1.xml"/></Relationships>
</file>

<file path=ppt/notesSlides/_rels/notesSlide3858.xml.rels><?xml version="1.0" encoding="UTF-8" standalone="yes"?>
<Relationships xmlns="http://schemas.openxmlformats.org/package/2006/relationships"><Relationship Id="rId2" Type="http://schemas.openxmlformats.org/officeDocument/2006/relationships/slide" Target="../slides/slide3992.xml"/><Relationship Id="rId1" Type="http://schemas.openxmlformats.org/officeDocument/2006/relationships/notesMaster" Target="../notesMasters/notesMaster1.xml"/></Relationships>
</file>

<file path=ppt/notesSlides/_rels/notesSlide3859.xml.rels><?xml version="1.0" encoding="UTF-8" standalone="yes"?>
<Relationships xmlns="http://schemas.openxmlformats.org/package/2006/relationships"><Relationship Id="rId2" Type="http://schemas.openxmlformats.org/officeDocument/2006/relationships/slide" Target="../slides/slide3993.xml"/><Relationship Id="rId1" Type="http://schemas.openxmlformats.org/officeDocument/2006/relationships/notesMaster" Target="../notesMasters/notesMaster1.xml"/></Relationships>
</file>

<file path=ppt/notesSlides/_rels/notesSlide3860.xml.rels><?xml version="1.0" encoding="UTF-8" standalone="yes"?>
<Relationships xmlns="http://schemas.openxmlformats.org/package/2006/relationships"><Relationship Id="rId2" Type="http://schemas.openxmlformats.org/officeDocument/2006/relationships/slide" Target="../slides/slide3994.xml"/><Relationship Id="rId1" Type="http://schemas.openxmlformats.org/officeDocument/2006/relationships/notesMaster" Target="../notesMasters/notesMaster1.xml"/></Relationships>
</file>

<file path=ppt/notesSlides/_rels/notesSlide3861.xml.rels><?xml version="1.0" encoding="UTF-8" standalone="yes"?>
<Relationships xmlns="http://schemas.openxmlformats.org/package/2006/relationships"><Relationship Id="rId2" Type="http://schemas.openxmlformats.org/officeDocument/2006/relationships/slide" Target="../slides/slide3995.xml"/><Relationship Id="rId1" Type="http://schemas.openxmlformats.org/officeDocument/2006/relationships/notesMaster" Target="../notesMasters/notesMaster1.xml"/></Relationships>
</file>

<file path=ppt/notesSlides/_rels/notesSlide3862.xml.rels><?xml version="1.0" encoding="UTF-8" standalone="yes"?>
<Relationships xmlns="http://schemas.openxmlformats.org/package/2006/relationships"><Relationship Id="rId2" Type="http://schemas.openxmlformats.org/officeDocument/2006/relationships/slide" Target="../slides/slide3996.xml"/><Relationship Id="rId1" Type="http://schemas.openxmlformats.org/officeDocument/2006/relationships/notesMaster" Target="../notesMasters/notesMaster1.xml"/></Relationships>
</file>

<file path=ppt/notesSlides/_rels/notesSlide3863.xml.rels><?xml version="1.0" encoding="UTF-8" standalone="yes"?>
<Relationships xmlns="http://schemas.openxmlformats.org/package/2006/relationships"><Relationship Id="rId2" Type="http://schemas.openxmlformats.org/officeDocument/2006/relationships/slide" Target="../slides/slide3997.xml"/><Relationship Id="rId1" Type="http://schemas.openxmlformats.org/officeDocument/2006/relationships/notesMaster" Target="../notesMasters/notesMaster1.xml"/></Relationships>
</file>

<file path=ppt/notesSlides/_rels/notesSlide3864.xml.rels><?xml version="1.0" encoding="UTF-8" standalone="yes"?>
<Relationships xmlns="http://schemas.openxmlformats.org/package/2006/relationships"><Relationship Id="rId2" Type="http://schemas.openxmlformats.org/officeDocument/2006/relationships/slide" Target="../slides/slide3998.xml"/><Relationship Id="rId1" Type="http://schemas.openxmlformats.org/officeDocument/2006/relationships/notesMaster" Target="../notesMasters/notesMaster1.xml"/></Relationships>
</file>

<file path=ppt/notesSlides/_rels/notesSlide3865.xml.rels><?xml version="1.0" encoding="UTF-8" standalone="yes"?>
<Relationships xmlns="http://schemas.openxmlformats.org/package/2006/relationships"><Relationship Id="rId2" Type="http://schemas.openxmlformats.org/officeDocument/2006/relationships/slide" Target="../slides/slide3999.xml"/><Relationship Id="rId1" Type="http://schemas.openxmlformats.org/officeDocument/2006/relationships/notesMaster" Target="../notesMasters/notesMaster1.xml"/></Relationships>
</file>

<file path=ppt/notesSlides/_rels/notesSlide3866.xml.rels><?xml version="1.0" encoding="UTF-8" standalone="yes"?>
<Relationships xmlns="http://schemas.openxmlformats.org/package/2006/relationships"><Relationship Id="rId2" Type="http://schemas.openxmlformats.org/officeDocument/2006/relationships/slide" Target="../slides/slide4000.xml"/><Relationship Id="rId1" Type="http://schemas.openxmlformats.org/officeDocument/2006/relationships/notesMaster" Target="../notesMasters/notesMaster1.xml"/></Relationships>
</file>

<file path=ppt/notesSlides/_rels/notesSlide3867.xml.rels><?xml version="1.0" encoding="UTF-8" standalone="yes"?>
<Relationships xmlns="http://schemas.openxmlformats.org/package/2006/relationships"><Relationship Id="rId2" Type="http://schemas.openxmlformats.org/officeDocument/2006/relationships/slide" Target="../slides/slide4001.xml"/><Relationship Id="rId1" Type="http://schemas.openxmlformats.org/officeDocument/2006/relationships/notesMaster" Target="../notesMasters/notesMaster1.xml"/></Relationships>
</file>

<file path=ppt/notesSlides/_rels/notesSlide3868.xml.rels><?xml version="1.0" encoding="UTF-8" standalone="yes"?>
<Relationships xmlns="http://schemas.openxmlformats.org/package/2006/relationships"><Relationship Id="rId2" Type="http://schemas.openxmlformats.org/officeDocument/2006/relationships/slide" Target="../slides/slide4002.xml"/><Relationship Id="rId1" Type="http://schemas.openxmlformats.org/officeDocument/2006/relationships/notesMaster" Target="../notesMasters/notesMaster1.xml"/></Relationships>
</file>

<file path=ppt/notesSlides/_rels/notesSlide3869.xml.rels><?xml version="1.0" encoding="UTF-8" standalone="yes"?>
<Relationships xmlns="http://schemas.openxmlformats.org/package/2006/relationships"><Relationship Id="rId2" Type="http://schemas.openxmlformats.org/officeDocument/2006/relationships/slide" Target="../slides/slide4003.xml"/><Relationship Id="rId1" Type="http://schemas.openxmlformats.org/officeDocument/2006/relationships/notesMaster" Target="../notesMasters/notesMaster1.xml"/></Relationships>
</file>

<file path=ppt/notesSlides/_rels/notesSlide3870.xml.rels><?xml version="1.0" encoding="UTF-8" standalone="yes"?>
<Relationships xmlns="http://schemas.openxmlformats.org/package/2006/relationships"><Relationship Id="rId2" Type="http://schemas.openxmlformats.org/officeDocument/2006/relationships/slide" Target="../slides/slide4004.xml"/><Relationship Id="rId1" Type="http://schemas.openxmlformats.org/officeDocument/2006/relationships/notesMaster" Target="../notesMasters/notesMaster1.xml"/></Relationships>
</file>

<file path=ppt/notesSlides/_rels/notesSlide3871.xml.rels><?xml version="1.0" encoding="UTF-8" standalone="yes"?>
<Relationships xmlns="http://schemas.openxmlformats.org/package/2006/relationships"><Relationship Id="rId2" Type="http://schemas.openxmlformats.org/officeDocument/2006/relationships/slide" Target="../slides/slide4005.xml"/><Relationship Id="rId1" Type="http://schemas.openxmlformats.org/officeDocument/2006/relationships/notesMaster" Target="../notesMasters/notesMaster1.xml"/></Relationships>
</file>

<file path=ppt/notesSlides/_rels/notesSlide3872.xml.rels><?xml version="1.0" encoding="UTF-8" standalone="yes"?>
<Relationships xmlns="http://schemas.openxmlformats.org/package/2006/relationships"><Relationship Id="rId2" Type="http://schemas.openxmlformats.org/officeDocument/2006/relationships/slide" Target="../slides/slide4006.xml"/><Relationship Id="rId1" Type="http://schemas.openxmlformats.org/officeDocument/2006/relationships/notesMaster" Target="../notesMasters/notesMaster1.xml"/></Relationships>
</file>

<file path=ppt/notesSlides/_rels/notesSlide3873.xml.rels><?xml version="1.0" encoding="UTF-8" standalone="yes"?>
<Relationships xmlns="http://schemas.openxmlformats.org/package/2006/relationships"><Relationship Id="rId2" Type="http://schemas.openxmlformats.org/officeDocument/2006/relationships/slide" Target="../slides/slide4007.xml"/><Relationship Id="rId1" Type="http://schemas.openxmlformats.org/officeDocument/2006/relationships/notesMaster" Target="../notesMasters/notesMaster1.xml"/></Relationships>
</file>

<file path=ppt/notesSlides/_rels/notesSlide3874.xml.rels><?xml version="1.0" encoding="UTF-8" standalone="yes"?>
<Relationships xmlns="http://schemas.openxmlformats.org/package/2006/relationships"><Relationship Id="rId2" Type="http://schemas.openxmlformats.org/officeDocument/2006/relationships/slide" Target="../slides/slide4008.xml"/><Relationship Id="rId1" Type="http://schemas.openxmlformats.org/officeDocument/2006/relationships/notesMaster" Target="../notesMasters/notesMaster1.xml"/></Relationships>
</file>

<file path=ppt/notesSlides/_rels/notesSlide3875.xml.rels><?xml version="1.0" encoding="UTF-8" standalone="yes"?>
<Relationships xmlns="http://schemas.openxmlformats.org/package/2006/relationships"><Relationship Id="rId2" Type="http://schemas.openxmlformats.org/officeDocument/2006/relationships/slide" Target="../slides/slide4009.xml"/><Relationship Id="rId1" Type="http://schemas.openxmlformats.org/officeDocument/2006/relationships/notesMaster" Target="../notesMasters/notesMaster1.xml"/></Relationships>
</file>

<file path=ppt/notesSlides/_rels/notesSlide3876.xml.rels><?xml version="1.0" encoding="UTF-8" standalone="yes"?>
<Relationships xmlns="http://schemas.openxmlformats.org/package/2006/relationships"><Relationship Id="rId2" Type="http://schemas.openxmlformats.org/officeDocument/2006/relationships/slide" Target="../slides/slide4010.xml"/><Relationship Id="rId1" Type="http://schemas.openxmlformats.org/officeDocument/2006/relationships/notesMaster" Target="../notesMasters/notesMaster1.xml"/></Relationships>
</file>

<file path=ppt/notesSlides/_rels/notesSlide3877.xml.rels><?xml version="1.0" encoding="UTF-8" standalone="yes"?>
<Relationships xmlns="http://schemas.openxmlformats.org/package/2006/relationships"><Relationship Id="rId2" Type="http://schemas.openxmlformats.org/officeDocument/2006/relationships/slide" Target="../slides/slide4011.xml"/><Relationship Id="rId1" Type="http://schemas.openxmlformats.org/officeDocument/2006/relationships/notesMaster" Target="../notesMasters/notesMaster1.xml"/></Relationships>
</file>

<file path=ppt/notesSlides/_rels/notesSlide3878.xml.rels><?xml version="1.0" encoding="UTF-8" standalone="yes"?>
<Relationships xmlns="http://schemas.openxmlformats.org/package/2006/relationships"><Relationship Id="rId2" Type="http://schemas.openxmlformats.org/officeDocument/2006/relationships/slide" Target="../slides/slide4012.xml"/><Relationship Id="rId1" Type="http://schemas.openxmlformats.org/officeDocument/2006/relationships/notesMaster" Target="../notesMasters/notesMaster1.xml"/></Relationships>
</file>

<file path=ppt/notesSlides/_rels/notesSlide3879.xml.rels><?xml version="1.0" encoding="UTF-8" standalone="yes"?>
<Relationships xmlns="http://schemas.openxmlformats.org/package/2006/relationships"><Relationship Id="rId2" Type="http://schemas.openxmlformats.org/officeDocument/2006/relationships/slide" Target="../slides/slide4013.xml"/><Relationship Id="rId1" Type="http://schemas.openxmlformats.org/officeDocument/2006/relationships/notesMaster" Target="../notesMasters/notesMaster1.xml"/></Relationships>
</file>

<file path=ppt/notesSlides/_rels/notesSlide3880.xml.rels><?xml version="1.0" encoding="UTF-8" standalone="yes"?>
<Relationships xmlns="http://schemas.openxmlformats.org/package/2006/relationships"><Relationship Id="rId2" Type="http://schemas.openxmlformats.org/officeDocument/2006/relationships/slide" Target="../slides/slide4014.xml"/><Relationship Id="rId1" Type="http://schemas.openxmlformats.org/officeDocument/2006/relationships/notesMaster" Target="../notesMasters/notesMaster1.xml"/></Relationships>
</file>

<file path=ppt/notesSlides/_rels/notesSlide3881.xml.rels><?xml version="1.0" encoding="UTF-8" standalone="yes"?>
<Relationships xmlns="http://schemas.openxmlformats.org/package/2006/relationships"><Relationship Id="rId2" Type="http://schemas.openxmlformats.org/officeDocument/2006/relationships/slide" Target="../slides/slide4015.xml"/><Relationship Id="rId1" Type="http://schemas.openxmlformats.org/officeDocument/2006/relationships/notesMaster" Target="../notesMasters/notesMaster1.xml"/></Relationships>
</file>

<file path=ppt/notesSlides/_rels/notesSlide3882.xml.rels><?xml version="1.0" encoding="UTF-8" standalone="yes"?>
<Relationships xmlns="http://schemas.openxmlformats.org/package/2006/relationships"><Relationship Id="rId2" Type="http://schemas.openxmlformats.org/officeDocument/2006/relationships/slide" Target="../slides/slide4016.xml"/><Relationship Id="rId1" Type="http://schemas.openxmlformats.org/officeDocument/2006/relationships/notesMaster" Target="../notesMasters/notesMaster1.xml"/></Relationships>
</file>

<file path=ppt/notesSlides/_rels/notesSlide3883.xml.rels><?xml version="1.0" encoding="UTF-8" standalone="yes"?>
<Relationships xmlns="http://schemas.openxmlformats.org/package/2006/relationships"><Relationship Id="rId2" Type="http://schemas.openxmlformats.org/officeDocument/2006/relationships/slide" Target="../slides/slide4017.xml"/><Relationship Id="rId1" Type="http://schemas.openxmlformats.org/officeDocument/2006/relationships/notesMaster" Target="../notesMasters/notesMaster1.xml"/></Relationships>
</file>

<file path=ppt/notesSlides/_rels/notesSlide3884.xml.rels><?xml version="1.0" encoding="UTF-8" standalone="yes"?>
<Relationships xmlns="http://schemas.openxmlformats.org/package/2006/relationships"><Relationship Id="rId2" Type="http://schemas.openxmlformats.org/officeDocument/2006/relationships/slide" Target="../slides/slide4018.xml"/><Relationship Id="rId1" Type="http://schemas.openxmlformats.org/officeDocument/2006/relationships/notesMaster" Target="../notesMasters/notesMaster1.xml"/></Relationships>
</file>

<file path=ppt/notesSlides/_rels/notesSlide3885.xml.rels><?xml version="1.0" encoding="UTF-8" standalone="yes"?>
<Relationships xmlns="http://schemas.openxmlformats.org/package/2006/relationships"><Relationship Id="rId2" Type="http://schemas.openxmlformats.org/officeDocument/2006/relationships/slide" Target="../slides/slide4019.xml"/><Relationship Id="rId1" Type="http://schemas.openxmlformats.org/officeDocument/2006/relationships/notesMaster" Target="../notesMasters/notesMaster1.xml"/></Relationships>
</file>

<file path=ppt/notesSlides/_rels/notesSlide3886.xml.rels><?xml version="1.0" encoding="UTF-8" standalone="yes"?>
<Relationships xmlns="http://schemas.openxmlformats.org/package/2006/relationships"><Relationship Id="rId2" Type="http://schemas.openxmlformats.org/officeDocument/2006/relationships/slide" Target="../slides/slide4020.xml"/><Relationship Id="rId1" Type="http://schemas.openxmlformats.org/officeDocument/2006/relationships/notesMaster" Target="../notesMasters/notesMaster1.xml"/></Relationships>
</file>

<file path=ppt/notesSlides/_rels/notesSlide3887.xml.rels><?xml version="1.0" encoding="UTF-8" standalone="yes"?>
<Relationships xmlns="http://schemas.openxmlformats.org/package/2006/relationships"><Relationship Id="rId2" Type="http://schemas.openxmlformats.org/officeDocument/2006/relationships/slide" Target="../slides/slide4021.xml"/><Relationship Id="rId1" Type="http://schemas.openxmlformats.org/officeDocument/2006/relationships/notesMaster" Target="../notesMasters/notesMaster1.xml"/></Relationships>
</file>

<file path=ppt/notesSlides/_rels/notesSlide3888.xml.rels><?xml version="1.0" encoding="UTF-8" standalone="yes"?>
<Relationships xmlns="http://schemas.openxmlformats.org/package/2006/relationships"><Relationship Id="rId2" Type="http://schemas.openxmlformats.org/officeDocument/2006/relationships/slide" Target="../slides/slide4022.xml"/><Relationship Id="rId1" Type="http://schemas.openxmlformats.org/officeDocument/2006/relationships/notesMaster" Target="../notesMasters/notesMaster1.xml"/></Relationships>
</file>

<file path=ppt/notesSlides/_rels/notesSlide3889.xml.rels><?xml version="1.0" encoding="UTF-8" standalone="yes"?>
<Relationships xmlns="http://schemas.openxmlformats.org/package/2006/relationships"><Relationship Id="rId2" Type="http://schemas.openxmlformats.org/officeDocument/2006/relationships/slide" Target="../slides/slide4023.xml"/><Relationship Id="rId1" Type="http://schemas.openxmlformats.org/officeDocument/2006/relationships/notesMaster" Target="../notesMasters/notesMaster1.xml"/></Relationships>
</file>

<file path=ppt/notesSlides/_rels/notesSlide3890.xml.rels><?xml version="1.0" encoding="UTF-8" standalone="yes"?>
<Relationships xmlns="http://schemas.openxmlformats.org/package/2006/relationships"><Relationship Id="rId2" Type="http://schemas.openxmlformats.org/officeDocument/2006/relationships/slide" Target="../slides/slide4024.xml"/><Relationship Id="rId1" Type="http://schemas.openxmlformats.org/officeDocument/2006/relationships/notesMaster" Target="../notesMasters/notesMaster1.xml"/></Relationships>
</file>

<file path=ppt/notesSlides/_rels/notesSlide3891.xml.rels><?xml version="1.0" encoding="UTF-8" standalone="yes"?>
<Relationships xmlns="http://schemas.openxmlformats.org/package/2006/relationships"><Relationship Id="rId2" Type="http://schemas.openxmlformats.org/officeDocument/2006/relationships/slide" Target="../slides/slide4025.xml"/><Relationship Id="rId1" Type="http://schemas.openxmlformats.org/officeDocument/2006/relationships/notesMaster" Target="../notesMasters/notesMaster1.xml"/></Relationships>
</file>

<file path=ppt/notesSlides/_rels/notesSlide3892.xml.rels><?xml version="1.0" encoding="UTF-8" standalone="yes"?>
<Relationships xmlns="http://schemas.openxmlformats.org/package/2006/relationships"><Relationship Id="rId2" Type="http://schemas.openxmlformats.org/officeDocument/2006/relationships/slide" Target="../slides/slide4026.xml"/><Relationship Id="rId1" Type="http://schemas.openxmlformats.org/officeDocument/2006/relationships/notesMaster" Target="../notesMasters/notesMaster1.xml"/></Relationships>
</file>

<file path=ppt/notesSlides/_rels/notesSlide3893.xml.rels><?xml version="1.0" encoding="UTF-8" standalone="yes"?>
<Relationships xmlns="http://schemas.openxmlformats.org/package/2006/relationships"><Relationship Id="rId2" Type="http://schemas.openxmlformats.org/officeDocument/2006/relationships/slide" Target="../slides/slide4027.xml"/><Relationship Id="rId1" Type="http://schemas.openxmlformats.org/officeDocument/2006/relationships/notesMaster" Target="../notesMasters/notesMaster1.xml"/></Relationships>
</file>

<file path=ppt/notesSlides/_rels/notesSlide3894.xml.rels><?xml version="1.0" encoding="UTF-8" standalone="yes"?>
<Relationships xmlns="http://schemas.openxmlformats.org/package/2006/relationships"><Relationship Id="rId2" Type="http://schemas.openxmlformats.org/officeDocument/2006/relationships/slide" Target="../slides/slide4028.xml"/><Relationship Id="rId1" Type="http://schemas.openxmlformats.org/officeDocument/2006/relationships/notesMaster" Target="../notesMasters/notesMaster1.xml"/></Relationships>
</file>

<file path=ppt/notesSlides/_rels/notesSlide3895.xml.rels><?xml version="1.0" encoding="UTF-8" standalone="yes"?>
<Relationships xmlns="http://schemas.openxmlformats.org/package/2006/relationships"><Relationship Id="rId2" Type="http://schemas.openxmlformats.org/officeDocument/2006/relationships/slide" Target="../slides/slide4029.xml"/><Relationship Id="rId1" Type="http://schemas.openxmlformats.org/officeDocument/2006/relationships/notesMaster" Target="../notesMasters/notesMaster1.xml"/></Relationships>
</file>

<file path=ppt/notesSlides/_rels/notesSlide3896.xml.rels><?xml version="1.0" encoding="UTF-8" standalone="yes"?>
<Relationships xmlns="http://schemas.openxmlformats.org/package/2006/relationships"><Relationship Id="rId2" Type="http://schemas.openxmlformats.org/officeDocument/2006/relationships/slide" Target="../slides/slide4030.xml"/><Relationship Id="rId1" Type="http://schemas.openxmlformats.org/officeDocument/2006/relationships/notesMaster" Target="../notesMasters/notesMaster1.xml"/></Relationships>
</file>

<file path=ppt/notesSlides/_rels/notesSlide3897.xml.rels><?xml version="1.0" encoding="UTF-8" standalone="yes"?>
<Relationships xmlns="http://schemas.openxmlformats.org/package/2006/relationships"><Relationship Id="rId2" Type="http://schemas.openxmlformats.org/officeDocument/2006/relationships/slide" Target="../slides/slide4031.xml"/><Relationship Id="rId1" Type="http://schemas.openxmlformats.org/officeDocument/2006/relationships/notesMaster" Target="../notesMasters/notesMaster1.xml"/></Relationships>
</file>

<file path=ppt/notesSlides/_rels/notesSlide3898.xml.rels><?xml version="1.0" encoding="UTF-8" standalone="yes"?>
<Relationships xmlns="http://schemas.openxmlformats.org/package/2006/relationships"><Relationship Id="rId2" Type="http://schemas.openxmlformats.org/officeDocument/2006/relationships/slide" Target="../slides/slide4032.xml"/><Relationship Id="rId1" Type="http://schemas.openxmlformats.org/officeDocument/2006/relationships/notesMaster" Target="../notesMasters/notesMaster1.xml"/></Relationships>
</file>

<file path=ppt/notesSlides/_rels/notesSlide3899.xml.rels><?xml version="1.0" encoding="UTF-8" standalone="yes"?>
<Relationships xmlns="http://schemas.openxmlformats.org/package/2006/relationships"><Relationship Id="rId2" Type="http://schemas.openxmlformats.org/officeDocument/2006/relationships/slide" Target="../slides/slide4033.xml"/><Relationship Id="rId1" Type="http://schemas.openxmlformats.org/officeDocument/2006/relationships/notesMaster" Target="../notesMasters/notesMaster1.xml"/></Relationships>
</file>

<file path=ppt/notesSlides/_rels/notesSlide3900.xml.rels><?xml version="1.0" encoding="UTF-8" standalone="yes"?>
<Relationships xmlns="http://schemas.openxmlformats.org/package/2006/relationships"><Relationship Id="rId2" Type="http://schemas.openxmlformats.org/officeDocument/2006/relationships/slide" Target="../slides/slide4034.xml"/><Relationship Id="rId1" Type="http://schemas.openxmlformats.org/officeDocument/2006/relationships/notesMaster" Target="../notesMasters/notesMaster1.xml"/></Relationships>
</file>

<file path=ppt/notesSlides/_rels/notesSlide3901.xml.rels><?xml version="1.0" encoding="UTF-8" standalone="yes"?>
<Relationships xmlns="http://schemas.openxmlformats.org/package/2006/relationships"><Relationship Id="rId2" Type="http://schemas.openxmlformats.org/officeDocument/2006/relationships/slide" Target="../slides/slide4035.xml"/><Relationship Id="rId1" Type="http://schemas.openxmlformats.org/officeDocument/2006/relationships/notesMaster" Target="../notesMasters/notesMaster1.xml"/></Relationships>
</file>

<file path=ppt/notesSlides/_rels/notesSlide3902.xml.rels><?xml version="1.0" encoding="UTF-8" standalone="yes"?>
<Relationships xmlns="http://schemas.openxmlformats.org/package/2006/relationships"><Relationship Id="rId2" Type="http://schemas.openxmlformats.org/officeDocument/2006/relationships/slide" Target="../slides/slide4036.xml"/><Relationship Id="rId1" Type="http://schemas.openxmlformats.org/officeDocument/2006/relationships/notesMaster" Target="../notesMasters/notesMaster1.xml"/></Relationships>
</file>

<file path=ppt/notesSlides/_rels/notesSlide3903.xml.rels><?xml version="1.0" encoding="UTF-8" standalone="yes"?>
<Relationships xmlns="http://schemas.openxmlformats.org/package/2006/relationships"><Relationship Id="rId2" Type="http://schemas.openxmlformats.org/officeDocument/2006/relationships/slide" Target="../slides/slide4037.xml"/><Relationship Id="rId1" Type="http://schemas.openxmlformats.org/officeDocument/2006/relationships/notesMaster" Target="../notesMasters/notesMaster1.xml"/></Relationships>
</file>

<file path=ppt/notesSlides/_rels/notesSlide3904.xml.rels><?xml version="1.0" encoding="UTF-8" standalone="yes"?>
<Relationships xmlns="http://schemas.openxmlformats.org/package/2006/relationships"><Relationship Id="rId2" Type="http://schemas.openxmlformats.org/officeDocument/2006/relationships/slide" Target="../slides/slide4038.xml"/><Relationship Id="rId1" Type="http://schemas.openxmlformats.org/officeDocument/2006/relationships/notesMaster" Target="../notesMasters/notesMaster1.xml"/></Relationships>
</file>

<file path=ppt/notesSlides/_rels/notesSlide3905.xml.rels><?xml version="1.0" encoding="UTF-8" standalone="yes"?>
<Relationships xmlns="http://schemas.openxmlformats.org/package/2006/relationships"><Relationship Id="rId2" Type="http://schemas.openxmlformats.org/officeDocument/2006/relationships/slide" Target="../slides/slide4039.xml"/><Relationship Id="rId1" Type="http://schemas.openxmlformats.org/officeDocument/2006/relationships/notesMaster" Target="../notesMasters/notesMaster1.xml"/></Relationships>
</file>

<file path=ppt/notesSlides/_rels/notesSlide3906.xml.rels><?xml version="1.0" encoding="UTF-8" standalone="yes"?>
<Relationships xmlns="http://schemas.openxmlformats.org/package/2006/relationships"><Relationship Id="rId2" Type="http://schemas.openxmlformats.org/officeDocument/2006/relationships/slide" Target="../slides/slide4040.xml"/><Relationship Id="rId1" Type="http://schemas.openxmlformats.org/officeDocument/2006/relationships/notesMaster" Target="../notesMasters/notesMaster1.xml"/></Relationships>
</file>

<file path=ppt/notesSlides/_rels/notesSlide3907.xml.rels><?xml version="1.0" encoding="UTF-8" standalone="yes"?>
<Relationships xmlns="http://schemas.openxmlformats.org/package/2006/relationships"><Relationship Id="rId2" Type="http://schemas.openxmlformats.org/officeDocument/2006/relationships/slide" Target="../slides/slide4041.xml"/><Relationship Id="rId1" Type="http://schemas.openxmlformats.org/officeDocument/2006/relationships/notesMaster" Target="../notesMasters/notesMaster1.xml"/></Relationships>
</file>

<file path=ppt/notesSlides/_rels/notesSlide3908.xml.rels><?xml version="1.0" encoding="UTF-8" standalone="yes"?>
<Relationships xmlns="http://schemas.openxmlformats.org/package/2006/relationships"><Relationship Id="rId2" Type="http://schemas.openxmlformats.org/officeDocument/2006/relationships/slide" Target="../slides/slide4042.xml"/><Relationship Id="rId1" Type="http://schemas.openxmlformats.org/officeDocument/2006/relationships/notesMaster" Target="../notesMasters/notesMaster1.xml"/></Relationships>
</file>

<file path=ppt/notesSlides/_rels/notesSlide3909.xml.rels><?xml version="1.0" encoding="UTF-8" standalone="yes"?>
<Relationships xmlns="http://schemas.openxmlformats.org/package/2006/relationships"><Relationship Id="rId2" Type="http://schemas.openxmlformats.org/officeDocument/2006/relationships/slide" Target="../slides/slide4043.xml"/><Relationship Id="rId1" Type="http://schemas.openxmlformats.org/officeDocument/2006/relationships/notesMaster" Target="../notesMasters/notesMaster1.xml"/></Relationships>
</file>

<file path=ppt/notesSlides/_rels/notesSlide3910.xml.rels><?xml version="1.0" encoding="UTF-8" standalone="yes"?>
<Relationships xmlns="http://schemas.openxmlformats.org/package/2006/relationships"><Relationship Id="rId2" Type="http://schemas.openxmlformats.org/officeDocument/2006/relationships/slide" Target="../slides/slide4044.xml"/><Relationship Id="rId1" Type="http://schemas.openxmlformats.org/officeDocument/2006/relationships/notesMaster" Target="../notesMasters/notesMaster1.xml"/></Relationships>
</file>

<file path=ppt/notesSlides/_rels/notesSlide3911.xml.rels><?xml version="1.0" encoding="UTF-8" standalone="yes"?>
<Relationships xmlns="http://schemas.openxmlformats.org/package/2006/relationships"><Relationship Id="rId2" Type="http://schemas.openxmlformats.org/officeDocument/2006/relationships/slide" Target="../slides/slide4045.xml"/><Relationship Id="rId1" Type="http://schemas.openxmlformats.org/officeDocument/2006/relationships/notesMaster" Target="../notesMasters/notesMaster1.xml"/></Relationships>
</file>

<file path=ppt/notesSlides/_rels/notesSlide3912.xml.rels><?xml version="1.0" encoding="UTF-8" standalone="yes"?>
<Relationships xmlns="http://schemas.openxmlformats.org/package/2006/relationships"><Relationship Id="rId2" Type="http://schemas.openxmlformats.org/officeDocument/2006/relationships/slide" Target="../slides/slide4046.xml"/><Relationship Id="rId1" Type="http://schemas.openxmlformats.org/officeDocument/2006/relationships/notesMaster" Target="../notesMasters/notesMaster1.xml"/></Relationships>
</file>

<file path=ppt/notesSlides/_rels/notesSlide3913.xml.rels><?xml version="1.0" encoding="UTF-8" standalone="yes"?>
<Relationships xmlns="http://schemas.openxmlformats.org/package/2006/relationships"><Relationship Id="rId2" Type="http://schemas.openxmlformats.org/officeDocument/2006/relationships/slide" Target="../slides/slide4047.xml"/><Relationship Id="rId1" Type="http://schemas.openxmlformats.org/officeDocument/2006/relationships/notesMaster" Target="../notesMasters/notesMaster1.xml"/></Relationships>
</file>

<file path=ppt/notesSlides/_rels/notesSlide3914.xml.rels><?xml version="1.0" encoding="UTF-8" standalone="yes"?>
<Relationships xmlns="http://schemas.openxmlformats.org/package/2006/relationships"><Relationship Id="rId2" Type="http://schemas.openxmlformats.org/officeDocument/2006/relationships/slide" Target="../slides/slide4048.xml"/><Relationship Id="rId1" Type="http://schemas.openxmlformats.org/officeDocument/2006/relationships/notesMaster" Target="../notesMasters/notesMaster1.xml"/></Relationships>
</file>

<file path=ppt/notesSlides/_rels/notesSlide3915.xml.rels><?xml version="1.0" encoding="UTF-8" standalone="yes"?>
<Relationships xmlns="http://schemas.openxmlformats.org/package/2006/relationships"><Relationship Id="rId2" Type="http://schemas.openxmlformats.org/officeDocument/2006/relationships/slide" Target="../slides/slide4049.xml"/><Relationship Id="rId1" Type="http://schemas.openxmlformats.org/officeDocument/2006/relationships/notesMaster" Target="../notesMasters/notesMaster1.xml"/></Relationships>
</file>

<file path=ppt/notesSlides/_rels/notesSlide3916.xml.rels><?xml version="1.0" encoding="UTF-8" standalone="yes"?>
<Relationships xmlns="http://schemas.openxmlformats.org/package/2006/relationships"><Relationship Id="rId2" Type="http://schemas.openxmlformats.org/officeDocument/2006/relationships/slide" Target="../slides/slide4050.xml"/><Relationship Id="rId1" Type="http://schemas.openxmlformats.org/officeDocument/2006/relationships/notesMaster" Target="../notesMasters/notesMaster1.xml"/></Relationships>
</file>

<file path=ppt/notesSlides/_rels/notesSlide3917.xml.rels><?xml version="1.0" encoding="UTF-8" standalone="yes"?>
<Relationships xmlns="http://schemas.openxmlformats.org/package/2006/relationships"><Relationship Id="rId2" Type="http://schemas.openxmlformats.org/officeDocument/2006/relationships/slide" Target="../slides/slide4051.xml"/><Relationship Id="rId1" Type="http://schemas.openxmlformats.org/officeDocument/2006/relationships/notesMaster" Target="../notesMasters/notesMaster1.xml"/></Relationships>
</file>

<file path=ppt/notesSlides/_rels/notesSlide3918.xml.rels><?xml version="1.0" encoding="UTF-8" standalone="yes"?>
<Relationships xmlns="http://schemas.openxmlformats.org/package/2006/relationships"><Relationship Id="rId2" Type="http://schemas.openxmlformats.org/officeDocument/2006/relationships/slide" Target="../slides/slide4052.xml"/><Relationship Id="rId1" Type="http://schemas.openxmlformats.org/officeDocument/2006/relationships/notesMaster" Target="../notesMasters/notesMaster1.xml"/></Relationships>
</file>

<file path=ppt/notesSlides/_rels/notesSlide3919.xml.rels><?xml version="1.0" encoding="UTF-8" standalone="yes"?>
<Relationships xmlns="http://schemas.openxmlformats.org/package/2006/relationships"><Relationship Id="rId2" Type="http://schemas.openxmlformats.org/officeDocument/2006/relationships/slide" Target="../slides/slide4053.xml"/><Relationship Id="rId1" Type="http://schemas.openxmlformats.org/officeDocument/2006/relationships/notesMaster" Target="../notesMasters/notesMaster1.xml"/></Relationships>
</file>

<file path=ppt/notesSlides/_rels/notesSlide3920.xml.rels><?xml version="1.0" encoding="UTF-8" standalone="yes"?>
<Relationships xmlns="http://schemas.openxmlformats.org/package/2006/relationships"><Relationship Id="rId2" Type="http://schemas.openxmlformats.org/officeDocument/2006/relationships/slide" Target="../slides/slide4054.xml"/><Relationship Id="rId1" Type="http://schemas.openxmlformats.org/officeDocument/2006/relationships/notesMaster" Target="../notesMasters/notesMaster1.xml"/></Relationships>
</file>

<file path=ppt/notesSlides/_rels/notesSlide3921.xml.rels><?xml version="1.0" encoding="UTF-8" standalone="yes"?>
<Relationships xmlns="http://schemas.openxmlformats.org/package/2006/relationships"><Relationship Id="rId2" Type="http://schemas.openxmlformats.org/officeDocument/2006/relationships/slide" Target="../slides/slide4055.xml"/><Relationship Id="rId1" Type="http://schemas.openxmlformats.org/officeDocument/2006/relationships/notesMaster" Target="../notesMasters/notesMaster1.xml"/></Relationships>
</file>

<file path=ppt/notesSlides/_rels/notesSlide3922.xml.rels><?xml version="1.0" encoding="UTF-8" standalone="yes"?>
<Relationships xmlns="http://schemas.openxmlformats.org/package/2006/relationships"><Relationship Id="rId2" Type="http://schemas.openxmlformats.org/officeDocument/2006/relationships/slide" Target="../slides/slide4056.xml"/><Relationship Id="rId1" Type="http://schemas.openxmlformats.org/officeDocument/2006/relationships/notesMaster" Target="../notesMasters/notesMaster1.xml"/></Relationships>
</file>

<file path=ppt/notesSlides/_rels/notesSlide3923.xml.rels><?xml version="1.0" encoding="UTF-8" standalone="yes"?>
<Relationships xmlns="http://schemas.openxmlformats.org/package/2006/relationships"><Relationship Id="rId2" Type="http://schemas.openxmlformats.org/officeDocument/2006/relationships/slide" Target="../slides/slide4057.xml"/><Relationship Id="rId1" Type="http://schemas.openxmlformats.org/officeDocument/2006/relationships/notesMaster" Target="../notesMasters/notesMaster1.xml"/></Relationships>
</file>

<file path=ppt/notesSlides/_rels/notesSlide3924.xml.rels><?xml version="1.0" encoding="UTF-8" standalone="yes"?>
<Relationships xmlns="http://schemas.openxmlformats.org/package/2006/relationships"><Relationship Id="rId2" Type="http://schemas.openxmlformats.org/officeDocument/2006/relationships/slide" Target="../slides/slide4058.xml"/><Relationship Id="rId1" Type="http://schemas.openxmlformats.org/officeDocument/2006/relationships/notesMaster" Target="../notesMasters/notesMaster1.xml"/></Relationships>
</file>

<file path=ppt/notesSlides/_rels/notesSlide3925.xml.rels><?xml version="1.0" encoding="UTF-8" standalone="yes"?>
<Relationships xmlns="http://schemas.openxmlformats.org/package/2006/relationships"><Relationship Id="rId2" Type="http://schemas.openxmlformats.org/officeDocument/2006/relationships/slide" Target="../slides/slide4059.xml"/><Relationship Id="rId1" Type="http://schemas.openxmlformats.org/officeDocument/2006/relationships/notesMaster" Target="../notesMasters/notesMaster1.xml"/></Relationships>
</file>

<file path=ppt/notesSlides/_rels/notesSlide3926.xml.rels><?xml version="1.0" encoding="UTF-8" standalone="yes"?>
<Relationships xmlns="http://schemas.openxmlformats.org/package/2006/relationships"><Relationship Id="rId2" Type="http://schemas.openxmlformats.org/officeDocument/2006/relationships/slide" Target="../slides/slide4060.xml"/><Relationship Id="rId1" Type="http://schemas.openxmlformats.org/officeDocument/2006/relationships/notesMaster" Target="../notesMasters/notesMaster1.xml"/></Relationships>
</file>

<file path=ppt/notesSlides/_rels/notesSlide3927.xml.rels><?xml version="1.0" encoding="UTF-8" standalone="yes"?>
<Relationships xmlns="http://schemas.openxmlformats.org/package/2006/relationships"><Relationship Id="rId2" Type="http://schemas.openxmlformats.org/officeDocument/2006/relationships/slide" Target="../slides/slide4061.xml"/><Relationship Id="rId1" Type="http://schemas.openxmlformats.org/officeDocument/2006/relationships/notesMaster" Target="../notesMasters/notesMaster1.xml"/></Relationships>
</file>

<file path=ppt/notesSlides/_rels/notesSlide3928.xml.rels><?xml version="1.0" encoding="UTF-8" standalone="yes"?>
<Relationships xmlns="http://schemas.openxmlformats.org/package/2006/relationships"><Relationship Id="rId2" Type="http://schemas.openxmlformats.org/officeDocument/2006/relationships/slide" Target="../slides/slide4062.xml"/><Relationship Id="rId1" Type="http://schemas.openxmlformats.org/officeDocument/2006/relationships/notesMaster" Target="../notesMasters/notesMaster1.xml"/></Relationships>
</file>

<file path=ppt/notesSlides/_rels/notesSlide3929.xml.rels><?xml version="1.0" encoding="UTF-8" standalone="yes"?>
<Relationships xmlns="http://schemas.openxmlformats.org/package/2006/relationships"><Relationship Id="rId2" Type="http://schemas.openxmlformats.org/officeDocument/2006/relationships/slide" Target="../slides/slide4063.xml"/><Relationship Id="rId1" Type="http://schemas.openxmlformats.org/officeDocument/2006/relationships/notesMaster" Target="../notesMasters/notesMaster1.xml"/></Relationships>
</file>

<file path=ppt/notesSlides/_rels/notesSlide3930.xml.rels><?xml version="1.0" encoding="UTF-8" standalone="yes"?>
<Relationships xmlns="http://schemas.openxmlformats.org/package/2006/relationships"><Relationship Id="rId2" Type="http://schemas.openxmlformats.org/officeDocument/2006/relationships/slide" Target="../slides/slide4064.xml"/><Relationship Id="rId1" Type="http://schemas.openxmlformats.org/officeDocument/2006/relationships/notesMaster" Target="../notesMasters/notesMaster1.xml"/></Relationships>
</file>

<file path=ppt/notesSlides/_rels/notesSlide3931.xml.rels><?xml version="1.0" encoding="UTF-8" standalone="yes"?>
<Relationships xmlns="http://schemas.openxmlformats.org/package/2006/relationships"><Relationship Id="rId2" Type="http://schemas.openxmlformats.org/officeDocument/2006/relationships/slide" Target="../slides/slide4065.xml"/><Relationship Id="rId1" Type="http://schemas.openxmlformats.org/officeDocument/2006/relationships/notesMaster" Target="../notesMasters/notesMaster1.xml"/></Relationships>
</file>

<file path=ppt/notesSlides/_rels/notesSlide3932.xml.rels><?xml version="1.0" encoding="UTF-8" standalone="yes"?>
<Relationships xmlns="http://schemas.openxmlformats.org/package/2006/relationships"><Relationship Id="rId2" Type="http://schemas.openxmlformats.org/officeDocument/2006/relationships/slide" Target="../slides/slide4066.xml"/><Relationship Id="rId1" Type="http://schemas.openxmlformats.org/officeDocument/2006/relationships/notesMaster" Target="../notesMasters/notesMaster1.xml"/></Relationships>
</file>

<file path=ppt/notesSlides/_rels/notesSlide3933.xml.rels><?xml version="1.0" encoding="UTF-8" standalone="yes"?>
<Relationships xmlns="http://schemas.openxmlformats.org/package/2006/relationships"><Relationship Id="rId2" Type="http://schemas.openxmlformats.org/officeDocument/2006/relationships/slide" Target="../slides/slide4067.xml"/><Relationship Id="rId1" Type="http://schemas.openxmlformats.org/officeDocument/2006/relationships/notesMaster" Target="../notesMasters/notesMaster1.xml"/></Relationships>
</file>

<file path=ppt/notesSlides/_rels/notesSlide3934.xml.rels><?xml version="1.0" encoding="UTF-8" standalone="yes"?>
<Relationships xmlns="http://schemas.openxmlformats.org/package/2006/relationships"><Relationship Id="rId2" Type="http://schemas.openxmlformats.org/officeDocument/2006/relationships/slide" Target="../slides/slide4068.xml"/><Relationship Id="rId1" Type="http://schemas.openxmlformats.org/officeDocument/2006/relationships/notesMaster" Target="../notesMasters/notesMaster1.xml"/></Relationships>
</file>

<file path=ppt/notesSlides/_rels/notesSlide3935.xml.rels><?xml version="1.0" encoding="UTF-8" standalone="yes"?>
<Relationships xmlns="http://schemas.openxmlformats.org/package/2006/relationships"><Relationship Id="rId2" Type="http://schemas.openxmlformats.org/officeDocument/2006/relationships/slide" Target="../slides/slide4069.xml"/><Relationship Id="rId1" Type="http://schemas.openxmlformats.org/officeDocument/2006/relationships/notesMaster" Target="../notesMasters/notesMaster1.xml"/></Relationships>
</file>

<file path=ppt/notesSlides/_rels/notesSlide3936.xml.rels><?xml version="1.0" encoding="UTF-8" standalone="yes"?>
<Relationships xmlns="http://schemas.openxmlformats.org/package/2006/relationships"><Relationship Id="rId2" Type="http://schemas.openxmlformats.org/officeDocument/2006/relationships/slide" Target="../slides/slide4070.xml"/><Relationship Id="rId1" Type="http://schemas.openxmlformats.org/officeDocument/2006/relationships/notesMaster" Target="../notesMasters/notesMaster1.xml"/></Relationships>
</file>

<file path=ppt/notesSlides/_rels/notesSlide3937.xml.rels><?xml version="1.0" encoding="UTF-8" standalone="yes"?>
<Relationships xmlns="http://schemas.openxmlformats.org/package/2006/relationships"><Relationship Id="rId2" Type="http://schemas.openxmlformats.org/officeDocument/2006/relationships/slide" Target="../slides/slide4071.xml"/><Relationship Id="rId1" Type="http://schemas.openxmlformats.org/officeDocument/2006/relationships/notesMaster" Target="../notesMasters/notesMaster1.xml"/></Relationships>
</file>

<file path=ppt/notesSlides/_rels/notesSlide3938.xml.rels><?xml version="1.0" encoding="UTF-8" standalone="yes"?>
<Relationships xmlns="http://schemas.openxmlformats.org/package/2006/relationships"><Relationship Id="rId2" Type="http://schemas.openxmlformats.org/officeDocument/2006/relationships/slide" Target="../slides/slide4072.xml"/><Relationship Id="rId1" Type="http://schemas.openxmlformats.org/officeDocument/2006/relationships/notesMaster" Target="../notesMasters/notesMaster1.xml"/></Relationships>
</file>

<file path=ppt/notesSlides/_rels/notesSlide3939.xml.rels><?xml version="1.0" encoding="UTF-8" standalone="yes"?>
<Relationships xmlns="http://schemas.openxmlformats.org/package/2006/relationships"><Relationship Id="rId2" Type="http://schemas.openxmlformats.org/officeDocument/2006/relationships/slide" Target="../slides/slide4073.xml"/><Relationship Id="rId1" Type="http://schemas.openxmlformats.org/officeDocument/2006/relationships/notesMaster" Target="../notesMasters/notesMaster1.xml"/></Relationships>
</file>

<file path=ppt/notesSlides/_rels/notesSlide3940.xml.rels><?xml version="1.0" encoding="UTF-8" standalone="yes"?>
<Relationships xmlns="http://schemas.openxmlformats.org/package/2006/relationships"><Relationship Id="rId2" Type="http://schemas.openxmlformats.org/officeDocument/2006/relationships/slide" Target="../slides/slide4074.xml"/><Relationship Id="rId1" Type="http://schemas.openxmlformats.org/officeDocument/2006/relationships/notesMaster" Target="../notesMasters/notesMaster1.xml"/></Relationships>
</file>

<file path=ppt/notesSlides/_rels/notesSlide3941.xml.rels><?xml version="1.0" encoding="UTF-8" standalone="yes"?>
<Relationships xmlns="http://schemas.openxmlformats.org/package/2006/relationships"><Relationship Id="rId2" Type="http://schemas.openxmlformats.org/officeDocument/2006/relationships/slide" Target="../slides/slide4075.xml"/><Relationship Id="rId1" Type="http://schemas.openxmlformats.org/officeDocument/2006/relationships/notesMaster" Target="../notesMasters/notesMaster1.xml"/></Relationships>
</file>

<file path=ppt/notesSlides/_rels/notesSlide3942.xml.rels><?xml version="1.0" encoding="UTF-8" standalone="yes"?>
<Relationships xmlns="http://schemas.openxmlformats.org/package/2006/relationships"><Relationship Id="rId2" Type="http://schemas.openxmlformats.org/officeDocument/2006/relationships/slide" Target="../slides/slide4076.xml"/><Relationship Id="rId1" Type="http://schemas.openxmlformats.org/officeDocument/2006/relationships/notesMaster" Target="../notesMasters/notesMaster1.xml"/></Relationships>
</file>

<file path=ppt/notesSlides/_rels/notesSlide3943.xml.rels><?xml version="1.0" encoding="UTF-8" standalone="yes"?>
<Relationships xmlns="http://schemas.openxmlformats.org/package/2006/relationships"><Relationship Id="rId2" Type="http://schemas.openxmlformats.org/officeDocument/2006/relationships/slide" Target="../slides/slide4077.xml"/><Relationship Id="rId1" Type="http://schemas.openxmlformats.org/officeDocument/2006/relationships/notesMaster" Target="../notesMasters/notesMaster1.xml"/></Relationships>
</file>

<file path=ppt/notesSlides/_rels/notesSlide3944.xml.rels><?xml version="1.0" encoding="UTF-8" standalone="yes"?>
<Relationships xmlns="http://schemas.openxmlformats.org/package/2006/relationships"><Relationship Id="rId2" Type="http://schemas.openxmlformats.org/officeDocument/2006/relationships/slide" Target="../slides/slide4078.xml"/><Relationship Id="rId1" Type="http://schemas.openxmlformats.org/officeDocument/2006/relationships/notesMaster" Target="../notesMasters/notesMaster1.xml"/></Relationships>
</file>

<file path=ppt/notesSlides/_rels/notesSlide3945.xml.rels><?xml version="1.0" encoding="UTF-8" standalone="yes"?>
<Relationships xmlns="http://schemas.openxmlformats.org/package/2006/relationships"><Relationship Id="rId2" Type="http://schemas.openxmlformats.org/officeDocument/2006/relationships/slide" Target="../slides/slide4079.xml"/><Relationship Id="rId1" Type="http://schemas.openxmlformats.org/officeDocument/2006/relationships/notesMaster" Target="../notesMasters/notesMaster1.xml"/></Relationships>
</file>

<file path=ppt/notesSlides/_rels/notesSlide3946.xml.rels><?xml version="1.0" encoding="UTF-8" standalone="yes"?>
<Relationships xmlns="http://schemas.openxmlformats.org/package/2006/relationships"><Relationship Id="rId2" Type="http://schemas.openxmlformats.org/officeDocument/2006/relationships/slide" Target="../slides/slide4080.xml"/><Relationship Id="rId1" Type="http://schemas.openxmlformats.org/officeDocument/2006/relationships/notesMaster" Target="../notesMasters/notesMaster1.xml"/></Relationships>
</file>

<file path=ppt/notesSlides/_rels/notesSlide3947.xml.rels><?xml version="1.0" encoding="UTF-8" standalone="yes"?>
<Relationships xmlns="http://schemas.openxmlformats.org/package/2006/relationships"><Relationship Id="rId2" Type="http://schemas.openxmlformats.org/officeDocument/2006/relationships/slide" Target="../slides/slide4081.xml"/><Relationship Id="rId1" Type="http://schemas.openxmlformats.org/officeDocument/2006/relationships/notesMaster" Target="../notesMasters/notesMaster1.xml"/></Relationships>
</file>

<file path=ppt/notesSlides/_rels/notesSlide3948.xml.rels><?xml version="1.0" encoding="UTF-8" standalone="yes"?>
<Relationships xmlns="http://schemas.openxmlformats.org/package/2006/relationships"><Relationship Id="rId2" Type="http://schemas.openxmlformats.org/officeDocument/2006/relationships/slide" Target="../slides/slide4082.xml"/><Relationship Id="rId1" Type="http://schemas.openxmlformats.org/officeDocument/2006/relationships/notesMaster" Target="../notesMasters/notesMaster1.xml"/></Relationships>
</file>

<file path=ppt/notesSlides/_rels/notesSlide3949.xml.rels><?xml version="1.0" encoding="UTF-8" standalone="yes"?>
<Relationships xmlns="http://schemas.openxmlformats.org/package/2006/relationships"><Relationship Id="rId2" Type="http://schemas.openxmlformats.org/officeDocument/2006/relationships/slide" Target="../slides/slide4083.xml"/><Relationship Id="rId1" Type="http://schemas.openxmlformats.org/officeDocument/2006/relationships/notesMaster" Target="../notesMasters/notesMaster1.xml"/></Relationships>
</file>

<file path=ppt/notesSlides/_rels/notesSlide3950.xml.rels><?xml version="1.0" encoding="UTF-8" standalone="yes"?>
<Relationships xmlns="http://schemas.openxmlformats.org/package/2006/relationships"><Relationship Id="rId2" Type="http://schemas.openxmlformats.org/officeDocument/2006/relationships/slide" Target="../slides/slide4084.xml"/><Relationship Id="rId1" Type="http://schemas.openxmlformats.org/officeDocument/2006/relationships/notesMaster" Target="../notesMasters/notesMaster1.xml"/></Relationships>
</file>

<file path=ppt/notesSlides/_rels/notesSlide3951.xml.rels><?xml version="1.0" encoding="UTF-8" standalone="yes"?>
<Relationships xmlns="http://schemas.openxmlformats.org/package/2006/relationships"><Relationship Id="rId2" Type="http://schemas.openxmlformats.org/officeDocument/2006/relationships/slide" Target="../slides/slide4085.xml"/><Relationship Id="rId1" Type="http://schemas.openxmlformats.org/officeDocument/2006/relationships/notesMaster" Target="../notesMasters/notesMaster1.xml"/></Relationships>
</file>

<file path=ppt/notesSlides/_rels/notesSlide3952.xml.rels><?xml version="1.0" encoding="UTF-8" standalone="yes"?>
<Relationships xmlns="http://schemas.openxmlformats.org/package/2006/relationships"><Relationship Id="rId2" Type="http://schemas.openxmlformats.org/officeDocument/2006/relationships/slide" Target="../slides/slide4086.xml"/><Relationship Id="rId1" Type="http://schemas.openxmlformats.org/officeDocument/2006/relationships/notesMaster" Target="../notesMasters/notesMaster1.xml"/></Relationships>
</file>

<file path=ppt/notesSlides/_rels/notesSlide3953.xml.rels><?xml version="1.0" encoding="UTF-8" standalone="yes"?>
<Relationships xmlns="http://schemas.openxmlformats.org/package/2006/relationships"><Relationship Id="rId2" Type="http://schemas.openxmlformats.org/officeDocument/2006/relationships/slide" Target="../slides/slide4087.xml"/><Relationship Id="rId1" Type="http://schemas.openxmlformats.org/officeDocument/2006/relationships/notesMaster" Target="../notesMasters/notesMaster1.xml"/></Relationships>
</file>

<file path=ppt/notesSlides/_rels/notesSlide3954.xml.rels><?xml version="1.0" encoding="UTF-8" standalone="yes"?>
<Relationships xmlns="http://schemas.openxmlformats.org/package/2006/relationships"><Relationship Id="rId2" Type="http://schemas.openxmlformats.org/officeDocument/2006/relationships/slide" Target="../slides/slide4088.xml"/><Relationship Id="rId1" Type="http://schemas.openxmlformats.org/officeDocument/2006/relationships/notesMaster" Target="../notesMasters/notesMaster1.xml"/></Relationships>
</file>

<file path=ppt/notesSlides/_rels/notesSlide3955.xml.rels><?xml version="1.0" encoding="UTF-8" standalone="yes"?>
<Relationships xmlns="http://schemas.openxmlformats.org/package/2006/relationships"><Relationship Id="rId2" Type="http://schemas.openxmlformats.org/officeDocument/2006/relationships/slide" Target="../slides/slide4089.xml"/><Relationship Id="rId1" Type="http://schemas.openxmlformats.org/officeDocument/2006/relationships/notesMaster" Target="../notesMasters/notesMaster1.xml"/></Relationships>
</file>

<file path=ppt/notesSlides/_rels/notesSlide3956.xml.rels><?xml version="1.0" encoding="UTF-8" standalone="yes"?>
<Relationships xmlns="http://schemas.openxmlformats.org/package/2006/relationships"><Relationship Id="rId2" Type="http://schemas.openxmlformats.org/officeDocument/2006/relationships/slide" Target="../slides/slide4090.xml"/><Relationship Id="rId1" Type="http://schemas.openxmlformats.org/officeDocument/2006/relationships/notesMaster" Target="../notesMasters/notesMaster1.xml"/></Relationships>
</file>

<file path=ppt/notesSlides/_rels/notesSlide3957.xml.rels><?xml version="1.0" encoding="UTF-8" standalone="yes"?>
<Relationships xmlns="http://schemas.openxmlformats.org/package/2006/relationships"><Relationship Id="rId2" Type="http://schemas.openxmlformats.org/officeDocument/2006/relationships/slide" Target="../slides/slide4091.xml"/><Relationship Id="rId1" Type="http://schemas.openxmlformats.org/officeDocument/2006/relationships/notesMaster" Target="../notesMasters/notesMaster1.xml"/></Relationships>
</file>

<file path=ppt/notesSlides/_rels/notesSlide3958.xml.rels><?xml version="1.0" encoding="UTF-8" standalone="yes"?>
<Relationships xmlns="http://schemas.openxmlformats.org/package/2006/relationships"><Relationship Id="rId2" Type="http://schemas.openxmlformats.org/officeDocument/2006/relationships/slide" Target="../slides/slide4092.xml"/><Relationship Id="rId1" Type="http://schemas.openxmlformats.org/officeDocument/2006/relationships/notesMaster" Target="../notesMasters/notesMaster1.xml"/></Relationships>
</file>

<file path=ppt/notesSlides/_rels/notesSlide3959.xml.rels><?xml version="1.0" encoding="UTF-8" standalone="yes"?>
<Relationships xmlns="http://schemas.openxmlformats.org/package/2006/relationships"><Relationship Id="rId2" Type="http://schemas.openxmlformats.org/officeDocument/2006/relationships/slide" Target="../slides/slide4093.xml"/><Relationship Id="rId1" Type="http://schemas.openxmlformats.org/officeDocument/2006/relationships/notesMaster" Target="../notesMasters/notesMaster1.xml"/></Relationships>
</file>

<file path=ppt/notesSlides/_rels/notesSlide3960.xml.rels><?xml version="1.0" encoding="UTF-8" standalone="yes"?>
<Relationships xmlns="http://schemas.openxmlformats.org/package/2006/relationships"><Relationship Id="rId2" Type="http://schemas.openxmlformats.org/officeDocument/2006/relationships/slide" Target="../slides/slide4094.xml"/><Relationship Id="rId1" Type="http://schemas.openxmlformats.org/officeDocument/2006/relationships/notesMaster" Target="../notesMasters/notesMaster1.xml"/></Relationships>
</file>

<file path=ppt/notesSlides/_rels/notesSlide3961.xml.rels><?xml version="1.0" encoding="UTF-8" standalone="yes"?>
<Relationships xmlns="http://schemas.openxmlformats.org/package/2006/relationships"><Relationship Id="rId2" Type="http://schemas.openxmlformats.org/officeDocument/2006/relationships/slide" Target="../slides/slide4095.xml"/><Relationship Id="rId1" Type="http://schemas.openxmlformats.org/officeDocument/2006/relationships/notesMaster" Target="../notesMasters/notesMaster1.xml"/></Relationships>
</file>

<file path=ppt/notesSlides/_rels/notesSlide3962.xml.rels><?xml version="1.0" encoding="UTF-8" standalone="yes"?>
<Relationships xmlns="http://schemas.openxmlformats.org/package/2006/relationships"><Relationship Id="rId2" Type="http://schemas.openxmlformats.org/officeDocument/2006/relationships/slide" Target="../slides/slide4096.xml"/><Relationship Id="rId1" Type="http://schemas.openxmlformats.org/officeDocument/2006/relationships/notesMaster" Target="../notesMasters/notesMaster1.xml"/></Relationships>
</file>

<file path=ppt/notesSlides/_rels/notesSlide3963.xml.rels><?xml version="1.0" encoding="UTF-8" standalone="yes"?>
<Relationships xmlns="http://schemas.openxmlformats.org/package/2006/relationships"><Relationship Id="rId2" Type="http://schemas.openxmlformats.org/officeDocument/2006/relationships/slide" Target="../slides/slide4097.xml"/><Relationship Id="rId1" Type="http://schemas.openxmlformats.org/officeDocument/2006/relationships/notesMaster" Target="../notesMasters/notesMaster1.xml"/></Relationships>
</file>

<file path=ppt/notesSlides/_rels/notesSlide3964.xml.rels><?xml version="1.0" encoding="UTF-8" standalone="yes"?>
<Relationships xmlns="http://schemas.openxmlformats.org/package/2006/relationships"><Relationship Id="rId2" Type="http://schemas.openxmlformats.org/officeDocument/2006/relationships/slide" Target="../slides/slide4098.xml"/><Relationship Id="rId1" Type="http://schemas.openxmlformats.org/officeDocument/2006/relationships/notesMaster" Target="../notesMasters/notesMaster1.xml"/></Relationships>
</file>

<file path=ppt/notesSlides/_rels/notesSlide3965.xml.rels><?xml version="1.0" encoding="UTF-8" standalone="yes"?>
<Relationships xmlns="http://schemas.openxmlformats.org/package/2006/relationships"><Relationship Id="rId2" Type="http://schemas.openxmlformats.org/officeDocument/2006/relationships/slide" Target="../slides/slide4099.xml"/><Relationship Id="rId1" Type="http://schemas.openxmlformats.org/officeDocument/2006/relationships/notesMaster" Target="../notesMasters/notesMaster1.xml"/></Relationships>
</file>

<file path=ppt/notesSlides/_rels/notesSlide3966.xml.rels><?xml version="1.0" encoding="UTF-8" standalone="yes"?>
<Relationships xmlns="http://schemas.openxmlformats.org/package/2006/relationships"><Relationship Id="rId2" Type="http://schemas.openxmlformats.org/officeDocument/2006/relationships/slide" Target="../slides/slide4100.xml"/><Relationship Id="rId1" Type="http://schemas.openxmlformats.org/officeDocument/2006/relationships/notesMaster" Target="../notesMasters/notesMaster1.xml"/></Relationships>
</file>

<file path=ppt/notesSlides/_rels/notesSlide3967.xml.rels><?xml version="1.0" encoding="UTF-8" standalone="yes"?>
<Relationships xmlns="http://schemas.openxmlformats.org/package/2006/relationships"><Relationship Id="rId2" Type="http://schemas.openxmlformats.org/officeDocument/2006/relationships/slide" Target="../slides/slide4101.xml"/><Relationship Id="rId1" Type="http://schemas.openxmlformats.org/officeDocument/2006/relationships/notesMaster" Target="../notesMasters/notesMaster1.xml"/></Relationships>
</file>

<file path=ppt/notesSlides/_rels/notesSlide3968.xml.rels><?xml version="1.0" encoding="UTF-8" standalone="yes"?>
<Relationships xmlns="http://schemas.openxmlformats.org/package/2006/relationships"><Relationship Id="rId2" Type="http://schemas.openxmlformats.org/officeDocument/2006/relationships/slide" Target="../slides/slide4102.xml"/><Relationship Id="rId1" Type="http://schemas.openxmlformats.org/officeDocument/2006/relationships/notesMaster" Target="../notesMasters/notesMaster1.xml"/></Relationships>
</file>

<file path=ppt/notesSlides/_rels/notesSlide3969.xml.rels><?xml version="1.0" encoding="UTF-8" standalone="yes"?>
<Relationships xmlns="http://schemas.openxmlformats.org/package/2006/relationships"><Relationship Id="rId2" Type="http://schemas.openxmlformats.org/officeDocument/2006/relationships/slide" Target="../slides/slide4103.xml"/><Relationship Id="rId1" Type="http://schemas.openxmlformats.org/officeDocument/2006/relationships/notesMaster" Target="../notesMasters/notesMaster1.xml"/></Relationships>
</file>

<file path=ppt/notesSlides/_rels/notesSlide3970.xml.rels><?xml version="1.0" encoding="UTF-8" standalone="yes"?>
<Relationships xmlns="http://schemas.openxmlformats.org/package/2006/relationships"><Relationship Id="rId2" Type="http://schemas.openxmlformats.org/officeDocument/2006/relationships/slide" Target="../slides/slide4104.xml"/><Relationship Id="rId1" Type="http://schemas.openxmlformats.org/officeDocument/2006/relationships/notesMaster" Target="../notesMasters/notesMaster1.xml"/></Relationships>
</file>

<file path=ppt/notesSlides/_rels/notesSlide3971.xml.rels><?xml version="1.0" encoding="UTF-8" standalone="yes"?>
<Relationships xmlns="http://schemas.openxmlformats.org/package/2006/relationships"><Relationship Id="rId2" Type="http://schemas.openxmlformats.org/officeDocument/2006/relationships/slide" Target="../slides/slide4105.xml"/><Relationship Id="rId1" Type="http://schemas.openxmlformats.org/officeDocument/2006/relationships/notesMaster" Target="../notesMasters/notesMaster1.xml"/></Relationships>
</file>

<file path=ppt/notesSlides/_rels/notesSlide3972.xml.rels><?xml version="1.0" encoding="UTF-8" standalone="yes"?>
<Relationships xmlns="http://schemas.openxmlformats.org/package/2006/relationships"><Relationship Id="rId2" Type="http://schemas.openxmlformats.org/officeDocument/2006/relationships/slide" Target="../slides/slide4106.xml"/><Relationship Id="rId1" Type="http://schemas.openxmlformats.org/officeDocument/2006/relationships/notesMaster" Target="../notesMasters/notesMaster1.xml"/></Relationships>
</file>

<file path=ppt/notesSlides/_rels/notesSlide3973.xml.rels><?xml version="1.0" encoding="UTF-8" standalone="yes"?>
<Relationships xmlns="http://schemas.openxmlformats.org/package/2006/relationships"><Relationship Id="rId2" Type="http://schemas.openxmlformats.org/officeDocument/2006/relationships/slide" Target="../slides/slide4107.xml"/><Relationship Id="rId1" Type="http://schemas.openxmlformats.org/officeDocument/2006/relationships/notesMaster" Target="../notesMasters/notesMaster1.xml"/></Relationships>
</file>

<file path=ppt/notesSlides/_rels/notesSlide3974.xml.rels><?xml version="1.0" encoding="UTF-8" standalone="yes"?>
<Relationships xmlns="http://schemas.openxmlformats.org/package/2006/relationships"><Relationship Id="rId2" Type="http://schemas.openxmlformats.org/officeDocument/2006/relationships/slide" Target="../slides/slide4108.xml"/><Relationship Id="rId1" Type="http://schemas.openxmlformats.org/officeDocument/2006/relationships/notesMaster" Target="../notesMasters/notesMaster1.xml"/></Relationships>
</file>

<file path=ppt/notesSlides/_rels/notesSlide3975.xml.rels><?xml version="1.0" encoding="UTF-8" standalone="yes"?>
<Relationships xmlns="http://schemas.openxmlformats.org/package/2006/relationships"><Relationship Id="rId2" Type="http://schemas.openxmlformats.org/officeDocument/2006/relationships/slide" Target="../slides/slide4109.xml"/><Relationship Id="rId1" Type="http://schemas.openxmlformats.org/officeDocument/2006/relationships/notesMaster" Target="../notesMasters/notesMaster1.xml"/></Relationships>
</file>

<file path=ppt/notesSlides/_rels/notesSlide3976.xml.rels><?xml version="1.0" encoding="UTF-8" standalone="yes"?>
<Relationships xmlns="http://schemas.openxmlformats.org/package/2006/relationships"><Relationship Id="rId2" Type="http://schemas.openxmlformats.org/officeDocument/2006/relationships/slide" Target="../slides/slide4110.xml"/><Relationship Id="rId1" Type="http://schemas.openxmlformats.org/officeDocument/2006/relationships/notesMaster" Target="../notesMasters/notesMaster1.xml"/></Relationships>
</file>

<file path=ppt/notesSlides/_rels/notesSlide3977.xml.rels><?xml version="1.0" encoding="UTF-8" standalone="yes"?>
<Relationships xmlns="http://schemas.openxmlformats.org/package/2006/relationships"><Relationship Id="rId2" Type="http://schemas.openxmlformats.org/officeDocument/2006/relationships/slide" Target="../slides/slide4111.xml"/><Relationship Id="rId1" Type="http://schemas.openxmlformats.org/officeDocument/2006/relationships/notesMaster" Target="../notesMasters/notesMaster1.xml"/></Relationships>
</file>

<file path=ppt/notesSlides/_rels/notesSlide3978.xml.rels><?xml version="1.0" encoding="UTF-8" standalone="yes"?>
<Relationships xmlns="http://schemas.openxmlformats.org/package/2006/relationships"><Relationship Id="rId2" Type="http://schemas.openxmlformats.org/officeDocument/2006/relationships/slide" Target="../slides/slide4112.xml"/><Relationship Id="rId1" Type="http://schemas.openxmlformats.org/officeDocument/2006/relationships/notesMaster" Target="../notesMasters/notesMaster1.xml"/></Relationships>
</file>

<file path=ppt/notesSlides/_rels/notesSlide3979.xml.rels><?xml version="1.0" encoding="UTF-8" standalone="yes"?>
<Relationships xmlns="http://schemas.openxmlformats.org/package/2006/relationships"><Relationship Id="rId2" Type="http://schemas.openxmlformats.org/officeDocument/2006/relationships/slide" Target="../slides/slide4113.xml"/><Relationship Id="rId1" Type="http://schemas.openxmlformats.org/officeDocument/2006/relationships/notesMaster" Target="../notesMasters/notesMaster1.xml"/></Relationships>
</file>

<file path=ppt/notesSlides/_rels/notesSlide3980.xml.rels><?xml version="1.0" encoding="UTF-8" standalone="yes"?>
<Relationships xmlns="http://schemas.openxmlformats.org/package/2006/relationships"><Relationship Id="rId2" Type="http://schemas.openxmlformats.org/officeDocument/2006/relationships/slide" Target="../slides/slide4114.xml"/><Relationship Id="rId1" Type="http://schemas.openxmlformats.org/officeDocument/2006/relationships/notesMaster" Target="../notesMasters/notesMaster1.xml"/></Relationships>
</file>

<file path=ppt/notesSlides/_rels/notesSlide3981.xml.rels><?xml version="1.0" encoding="UTF-8" standalone="yes"?>
<Relationships xmlns="http://schemas.openxmlformats.org/package/2006/relationships"><Relationship Id="rId2" Type="http://schemas.openxmlformats.org/officeDocument/2006/relationships/slide" Target="../slides/slide4115.xml"/><Relationship Id="rId1" Type="http://schemas.openxmlformats.org/officeDocument/2006/relationships/notesMaster" Target="../notesMasters/notesMaster1.xml"/></Relationships>
</file>

<file path=ppt/notesSlides/_rels/notesSlide3982.xml.rels><?xml version="1.0" encoding="UTF-8" standalone="yes"?>
<Relationships xmlns="http://schemas.openxmlformats.org/package/2006/relationships"><Relationship Id="rId2" Type="http://schemas.openxmlformats.org/officeDocument/2006/relationships/slide" Target="../slides/slide4116.xml"/><Relationship Id="rId1" Type="http://schemas.openxmlformats.org/officeDocument/2006/relationships/notesMaster" Target="../notesMasters/notesMaster1.xml"/></Relationships>
</file>

<file path=ppt/notesSlides/_rels/notesSlide3983.xml.rels><?xml version="1.0" encoding="UTF-8" standalone="yes"?>
<Relationships xmlns="http://schemas.openxmlformats.org/package/2006/relationships"><Relationship Id="rId2" Type="http://schemas.openxmlformats.org/officeDocument/2006/relationships/slide" Target="../slides/slide4117.xml"/><Relationship Id="rId1" Type="http://schemas.openxmlformats.org/officeDocument/2006/relationships/notesMaster" Target="../notesMasters/notesMaster1.xml"/></Relationships>
</file>

<file path=ppt/notesSlides/_rels/notesSlide3984.xml.rels><?xml version="1.0" encoding="UTF-8" standalone="yes"?>
<Relationships xmlns="http://schemas.openxmlformats.org/package/2006/relationships"><Relationship Id="rId2" Type="http://schemas.openxmlformats.org/officeDocument/2006/relationships/slide" Target="../slides/slide4118.xml"/><Relationship Id="rId1" Type="http://schemas.openxmlformats.org/officeDocument/2006/relationships/notesMaster" Target="../notesMasters/notesMaster1.xml"/></Relationships>
</file>

<file path=ppt/notesSlides/_rels/notesSlide3985.xml.rels><?xml version="1.0" encoding="UTF-8" standalone="yes"?>
<Relationships xmlns="http://schemas.openxmlformats.org/package/2006/relationships"><Relationship Id="rId2" Type="http://schemas.openxmlformats.org/officeDocument/2006/relationships/slide" Target="../slides/slide4119.xml"/><Relationship Id="rId1" Type="http://schemas.openxmlformats.org/officeDocument/2006/relationships/notesMaster" Target="../notesMasters/notesMaster1.xml"/></Relationships>
</file>

<file path=ppt/notesSlides/_rels/notesSlide3986.xml.rels><?xml version="1.0" encoding="UTF-8" standalone="yes"?>
<Relationships xmlns="http://schemas.openxmlformats.org/package/2006/relationships"><Relationship Id="rId2" Type="http://schemas.openxmlformats.org/officeDocument/2006/relationships/slide" Target="../slides/slide4120.xml"/><Relationship Id="rId1" Type="http://schemas.openxmlformats.org/officeDocument/2006/relationships/notesMaster" Target="../notesMasters/notesMaster1.xml"/></Relationships>
</file>

<file path=ppt/notesSlides/_rels/notesSlide3987.xml.rels><?xml version="1.0" encoding="UTF-8" standalone="yes"?>
<Relationships xmlns="http://schemas.openxmlformats.org/package/2006/relationships"><Relationship Id="rId2" Type="http://schemas.openxmlformats.org/officeDocument/2006/relationships/slide" Target="../slides/slide4123.xml"/><Relationship Id="rId1" Type="http://schemas.openxmlformats.org/officeDocument/2006/relationships/notesMaster" Target="../notesMasters/notesMaster1.xml"/></Relationships>
</file>

<file path=ppt/notesSlides/_rels/notesSlide3988.xml.rels><?xml version="1.0" encoding="UTF-8" standalone="yes"?>
<Relationships xmlns="http://schemas.openxmlformats.org/package/2006/relationships"><Relationship Id="rId2" Type="http://schemas.openxmlformats.org/officeDocument/2006/relationships/slide" Target="../slides/slide4124.xml"/><Relationship Id="rId1" Type="http://schemas.openxmlformats.org/officeDocument/2006/relationships/notesMaster" Target="../notesMasters/notesMaster1.xml"/></Relationships>
</file>

<file path=ppt/notesSlides/_rels/notesSlide3989.xml.rels><?xml version="1.0" encoding="UTF-8" standalone="yes"?>
<Relationships xmlns="http://schemas.openxmlformats.org/package/2006/relationships"><Relationship Id="rId2" Type="http://schemas.openxmlformats.org/officeDocument/2006/relationships/slide" Target="../slides/slide4125.xml"/><Relationship Id="rId1" Type="http://schemas.openxmlformats.org/officeDocument/2006/relationships/notesMaster" Target="../notesMasters/notesMaster1.xml"/></Relationships>
</file>

<file path=ppt/notesSlides/_rels/notesSlide3990.xml.rels><?xml version="1.0" encoding="UTF-8" standalone="yes"?>
<Relationships xmlns="http://schemas.openxmlformats.org/package/2006/relationships"><Relationship Id="rId2" Type="http://schemas.openxmlformats.org/officeDocument/2006/relationships/slide" Target="../slides/slide4126.xml"/><Relationship Id="rId1" Type="http://schemas.openxmlformats.org/officeDocument/2006/relationships/notesMaster" Target="../notesMasters/notesMaster1.xml"/></Relationships>
</file>

<file path=ppt/notesSlides/_rels/notesSlide3991.xml.rels><?xml version="1.0" encoding="UTF-8" standalone="yes"?>
<Relationships xmlns="http://schemas.openxmlformats.org/package/2006/relationships"><Relationship Id="rId2" Type="http://schemas.openxmlformats.org/officeDocument/2006/relationships/slide" Target="../slides/slide4127.xml"/><Relationship Id="rId1" Type="http://schemas.openxmlformats.org/officeDocument/2006/relationships/notesMaster" Target="../notesMasters/notesMaster1.xml"/></Relationships>
</file>

<file path=ppt/notesSlides/_rels/notesSlide3992.xml.rels><?xml version="1.0" encoding="UTF-8" standalone="yes"?>
<Relationships xmlns="http://schemas.openxmlformats.org/package/2006/relationships"><Relationship Id="rId2" Type="http://schemas.openxmlformats.org/officeDocument/2006/relationships/slide" Target="../slides/slide4128.xml"/><Relationship Id="rId1" Type="http://schemas.openxmlformats.org/officeDocument/2006/relationships/notesMaster" Target="../notesMasters/notesMaster1.xml"/></Relationships>
</file>

<file path=ppt/notesSlides/_rels/notesSlide3993.xml.rels><?xml version="1.0" encoding="UTF-8" standalone="yes"?>
<Relationships xmlns="http://schemas.openxmlformats.org/package/2006/relationships"><Relationship Id="rId2" Type="http://schemas.openxmlformats.org/officeDocument/2006/relationships/slide" Target="../slides/slide4129.xml"/><Relationship Id="rId1" Type="http://schemas.openxmlformats.org/officeDocument/2006/relationships/notesMaster" Target="../notesMasters/notesMaster1.xml"/></Relationships>
</file>

<file path=ppt/notesSlides/_rels/notesSlide3994.xml.rels><?xml version="1.0" encoding="UTF-8" standalone="yes"?>
<Relationships xmlns="http://schemas.openxmlformats.org/package/2006/relationships"><Relationship Id="rId2" Type="http://schemas.openxmlformats.org/officeDocument/2006/relationships/slide" Target="../slides/slide4130.xml"/><Relationship Id="rId1" Type="http://schemas.openxmlformats.org/officeDocument/2006/relationships/notesMaster" Target="../notesMasters/notesMaster1.xml"/></Relationships>
</file>

<file path=ppt/notesSlides/_rels/notesSlide3995.xml.rels><?xml version="1.0" encoding="UTF-8" standalone="yes"?>
<Relationships xmlns="http://schemas.openxmlformats.org/package/2006/relationships"><Relationship Id="rId2" Type="http://schemas.openxmlformats.org/officeDocument/2006/relationships/slide" Target="../slides/slide4131.xml"/><Relationship Id="rId1" Type="http://schemas.openxmlformats.org/officeDocument/2006/relationships/notesMaster" Target="../notesMasters/notesMaster1.xml"/></Relationships>
</file>

<file path=ppt/notesSlides/_rels/notesSlide3996.xml.rels><?xml version="1.0" encoding="UTF-8" standalone="yes"?>
<Relationships xmlns="http://schemas.openxmlformats.org/package/2006/relationships"><Relationship Id="rId2" Type="http://schemas.openxmlformats.org/officeDocument/2006/relationships/slide" Target="../slides/slide4132.xml"/><Relationship Id="rId1" Type="http://schemas.openxmlformats.org/officeDocument/2006/relationships/notesMaster" Target="../notesMasters/notesMaster1.xml"/></Relationships>
</file>

<file path=ppt/notesSlides/_rels/notesSlide3997.xml.rels><?xml version="1.0" encoding="UTF-8" standalone="yes"?>
<Relationships xmlns="http://schemas.openxmlformats.org/package/2006/relationships"><Relationship Id="rId2" Type="http://schemas.openxmlformats.org/officeDocument/2006/relationships/slide" Target="../slides/slide4133.xml"/><Relationship Id="rId1" Type="http://schemas.openxmlformats.org/officeDocument/2006/relationships/notesMaster" Target="../notesMasters/notesMaster1.xml"/></Relationships>
</file>

<file path=ppt/notesSlides/_rels/notesSlide3998.xml.rels><?xml version="1.0" encoding="UTF-8" standalone="yes"?>
<Relationships xmlns="http://schemas.openxmlformats.org/package/2006/relationships"><Relationship Id="rId2" Type="http://schemas.openxmlformats.org/officeDocument/2006/relationships/slide" Target="../slides/slide4134.xml"/><Relationship Id="rId1" Type="http://schemas.openxmlformats.org/officeDocument/2006/relationships/notesMaster" Target="../notesMasters/notesMaster1.xml"/></Relationships>
</file>

<file path=ppt/notesSlides/_rels/notesSlide3999.xml.rels><?xml version="1.0" encoding="UTF-8" standalone="yes"?>
<Relationships xmlns="http://schemas.openxmlformats.org/package/2006/relationships"><Relationship Id="rId2" Type="http://schemas.openxmlformats.org/officeDocument/2006/relationships/slide" Target="../slides/slide4135.xml"/><Relationship Id="rId1" Type="http://schemas.openxmlformats.org/officeDocument/2006/relationships/notesMaster" Target="../notesMasters/notesMaster1.xml"/></Relationships>
</file>

<file path=ppt/notesSlides/_rels/notesSlide4000.xml.rels><?xml version="1.0" encoding="UTF-8" standalone="yes"?>
<Relationships xmlns="http://schemas.openxmlformats.org/package/2006/relationships"><Relationship Id="rId2" Type="http://schemas.openxmlformats.org/officeDocument/2006/relationships/slide" Target="../slides/slide4136.xml"/><Relationship Id="rId1" Type="http://schemas.openxmlformats.org/officeDocument/2006/relationships/notesMaster" Target="../notesMasters/notesMaster1.xml"/></Relationships>
</file>

<file path=ppt/notesSlides/_rels/notesSlide4001.xml.rels><?xml version="1.0" encoding="UTF-8" standalone="yes"?>
<Relationships xmlns="http://schemas.openxmlformats.org/package/2006/relationships"><Relationship Id="rId2" Type="http://schemas.openxmlformats.org/officeDocument/2006/relationships/slide" Target="../slides/slide4139.xml"/><Relationship Id="rId1" Type="http://schemas.openxmlformats.org/officeDocument/2006/relationships/notesMaster" Target="../notesMasters/notesMaster1.xml"/></Relationships>
</file>

<file path=ppt/notesSlides/_rels/notesSlide4002.xml.rels><?xml version="1.0" encoding="UTF-8" standalone="yes"?>
<Relationships xmlns="http://schemas.openxmlformats.org/package/2006/relationships"><Relationship Id="rId2" Type="http://schemas.openxmlformats.org/officeDocument/2006/relationships/slide" Target="../slides/slide4140.xml"/><Relationship Id="rId1" Type="http://schemas.openxmlformats.org/officeDocument/2006/relationships/notesMaster" Target="../notesMasters/notesMaster1.xml"/></Relationships>
</file>

<file path=ppt/notesSlides/_rels/notesSlide4003.xml.rels><?xml version="1.0" encoding="UTF-8" standalone="yes"?>
<Relationships xmlns="http://schemas.openxmlformats.org/package/2006/relationships"><Relationship Id="rId2" Type="http://schemas.openxmlformats.org/officeDocument/2006/relationships/slide" Target="../slides/slide4141.xml"/><Relationship Id="rId1" Type="http://schemas.openxmlformats.org/officeDocument/2006/relationships/notesMaster" Target="../notesMasters/notesMaster1.xml"/></Relationships>
</file>

<file path=ppt/notesSlides/_rels/notesSlide4004.xml.rels><?xml version="1.0" encoding="UTF-8" standalone="yes"?>
<Relationships xmlns="http://schemas.openxmlformats.org/package/2006/relationships"><Relationship Id="rId2" Type="http://schemas.openxmlformats.org/officeDocument/2006/relationships/slide" Target="../slides/slide4142.xml"/><Relationship Id="rId1" Type="http://schemas.openxmlformats.org/officeDocument/2006/relationships/notesMaster" Target="../notesMasters/notesMaster1.xml"/></Relationships>
</file>

<file path=ppt/notesSlides/_rels/notesSlide4005.xml.rels><?xml version="1.0" encoding="UTF-8" standalone="yes"?>
<Relationships xmlns="http://schemas.openxmlformats.org/package/2006/relationships"><Relationship Id="rId2" Type="http://schemas.openxmlformats.org/officeDocument/2006/relationships/slide" Target="../slides/slide4143.xml"/><Relationship Id="rId1" Type="http://schemas.openxmlformats.org/officeDocument/2006/relationships/notesMaster" Target="../notesMasters/notesMaster1.xml"/></Relationships>
</file>

<file path=ppt/notesSlides/_rels/notesSlide4006.xml.rels><?xml version="1.0" encoding="UTF-8" standalone="yes"?>
<Relationships xmlns="http://schemas.openxmlformats.org/package/2006/relationships"><Relationship Id="rId2" Type="http://schemas.openxmlformats.org/officeDocument/2006/relationships/slide" Target="../slides/slide4144.xml"/><Relationship Id="rId1" Type="http://schemas.openxmlformats.org/officeDocument/2006/relationships/notesMaster" Target="../notesMasters/notesMaster1.xml"/></Relationships>
</file>

<file path=ppt/notesSlides/_rels/notesSlide4007.xml.rels><?xml version="1.0" encoding="UTF-8" standalone="yes"?>
<Relationships xmlns="http://schemas.openxmlformats.org/package/2006/relationships"><Relationship Id="rId2" Type="http://schemas.openxmlformats.org/officeDocument/2006/relationships/slide" Target="../slides/slide4145.xml"/><Relationship Id="rId1" Type="http://schemas.openxmlformats.org/officeDocument/2006/relationships/notesMaster" Target="../notesMasters/notesMaster1.xml"/></Relationships>
</file>

<file path=ppt/notesSlides/_rels/notesSlide4008.xml.rels><?xml version="1.0" encoding="UTF-8" standalone="yes"?>
<Relationships xmlns="http://schemas.openxmlformats.org/package/2006/relationships"><Relationship Id="rId2" Type="http://schemas.openxmlformats.org/officeDocument/2006/relationships/slide" Target="../slides/slide4146.xml"/><Relationship Id="rId1" Type="http://schemas.openxmlformats.org/officeDocument/2006/relationships/notesMaster" Target="../notesMasters/notesMaster1.xml"/></Relationships>
</file>

<file path=ppt/notesSlides/_rels/notesSlide4009.xml.rels><?xml version="1.0" encoding="UTF-8" standalone="yes"?>
<Relationships xmlns="http://schemas.openxmlformats.org/package/2006/relationships"><Relationship Id="rId2" Type="http://schemas.openxmlformats.org/officeDocument/2006/relationships/slide" Target="../slides/slide4147.xml"/><Relationship Id="rId1" Type="http://schemas.openxmlformats.org/officeDocument/2006/relationships/notesMaster" Target="../notesMasters/notesMaster1.xml"/></Relationships>
</file>

<file path=ppt/notesSlides/_rels/notesSlide4010.xml.rels><?xml version="1.0" encoding="UTF-8" standalone="yes"?>
<Relationships xmlns="http://schemas.openxmlformats.org/package/2006/relationships"><Relationship Id="rId2" Type="http://schemas.openxmlformats.org/officeDocument/2006/relationships/slide" Target="../slides/slide4148.xml"/><Relationship Id="rId1" Type="http://schemas.openxmlformats.org/officeDocument/2006/relationships/notesMaster" Target="../notesMasters/notesMaster1.xml"/></Relationships>
</file>

<file path=ppt/notesSlides/_rels/notesSlide4011.xml.rels><?xml version="1.0" encoding="UTF-8" standalone="yes"?>
<Relationships xmlns="http://schemas.openxmlformats.org/package/2006/relationships"><Relationship Id="rId2" Type="http://schemas.openxmlformats.org/officeDocument/2006/relationships/slide" Target="../slides/slide4149.xml"/><Relationship Id="rId1" Type="http://schemas.openxmlformats.org/officeDocument/2006/relationships/notesMaster" Target="../notesMasters/notesMaster1.xml"/></Relationships>
</file>

<file path=ppt/notesSlides/_rels/notesSlide4012.xml.rels><?xml version="1.0" encoding="UTF-8" standalone="yes"?>
<Relationships xmlns="http://schemas.openxmlformats.org/package/2006/relationships"><Relationship Id="rId2" Type="http://schemas.openxmlformats.org/officeDocument/2006/relationships/slide" Target="../slides/slide4150.xml"/><Relationship Id="rId1" Type="http://schemas.openxmlformats.org/officeDocument/2006/relationships/notesMaster" Target="../notesMasters/notesMaster1.xml"/></Relationships>
</file>

<file path=ppt/notesSlides/_rels/notesSlide4013.xml.rels><?xml version="1.0" encoding="UTF-8" standalone="yes"?>
<Relationships xmlns="http://schemas.openxmlformats.org/package/2006/relationships"><Relationship Id="rId2" Type="http://schemas.openxmlformats.org/officeDocument/2006/relationships/slide" Target="../slides/slide4151.xml"/><Relationship Id="rId1" Type="http://schemas.openxmlformats.org/officeDocument/2006/relationships/notesMaster" Target="../notesMasters/notesMaster1.xml"/></Relationships>
</file>

<file path=ppt/notesSlides/_rels/notesSlide4014.xml.rels><?xml version="1.0" encoding="UTF-8" standalone="yes"?>
<Relationships xmlns="http://schemas.openxmlformats.org/package/2006/relationships"><Relationship Id="rId2" Type="http://schemas.openxmlformats.org/officeDocument/2006/relationships/slide" Target="../slides/slide4152.xml"/><Relationship Id="rId1" Type="http://schemas.openxmlformats.org/officeDocument/2006/relationships/notesMaster" Target="../notesMasters/notesMaster1.xml"/></Relationships>
</file>

<file path=ppt/notesSlides/_rels/notesSlide4015.xml.rels><?xml version="1.0" encoding="UTF-8" standalone="yes"?>
<Relationships xmlns="http://schemas.openxmlformats.org/package/2006/relationships"><Relationship Id="rId2" Type="http://schemas.openxmlformats.org/officeDocument/2006/relationships/slide" Target="../slides/slide4155.xml"/><Relationship Id="rId1" Type="http://schemas.openxmlformats.org/officeDocument/2006/relationships/notesMaster" Target="../notesMasters/notesMaster1.xml"/></Relationships>
</file>

<file path=ppt/notesSlides/_rels/notesSlide4016.xml.rels><?xml version="1.0" encoding="UTF-8" standalone="yes"?>
<Relationships xmlns="http://schemas.openxmlformats.org/package/2006/relationships"><Relationship Id="rId2" Type="http://schemas.openxmlformats.org/officeDocument/2006/relationships/slide" Target="../slides/slide4156.xml"/><Relationship Id="rId1" Type="http://schemas.openxmlformats.org/officeDocument/2006/relationships/notesMaster" Target="../notesMasters/notesMaster1.xml"/></Relationships>
</file>

<file path=ppt/notesSlides/_rels/notesSlide4017.xml.rels><?xml version="1.0" encoding="UTF-8" standalone="yes"?>
<Relationships xmlns="http://schemas.openxmlformats.org/package/2006/relationships"><Relationship Id="rId2" Type="http://schemas.openxmlformats.org/officeDocument/2006/relationships/slide" Target="../slides/slide4157.xml"/><Relationship Id="rId1" Type="http://schemas.openxmlformats.org/officeDocument/2006/relationships/notesMaster" Target="../notesMasters/notesMaster1.xml"/></Relationships>
</file>

<file path=ppt/notesSlides/_rels/notesSlide4018.xml.rels><?xml version="1.0" encoding="UTF-8" standalone="yes"?>
<Relationships xmlns="http://schemas.openxmlformats.org/package/2006/relationships"><Relationship Id="rId2" Type="http://schemas.openxmlformats.org/officeDocument/2006/relationships/slide" Target="../slides/slide4158.xml"/><Relationship Id="rId1" Type="http://schemas.openxmlformats.org/officeDocument/2006/relationships/notesMaster" Target="../notesMasters/notesMaster1.xml"/></Relationships>
</file>

<file path=ppt/notesSlides/_rels/notesSlide4019.xml.rels><?xml version="1.0" encoding="UTF-8" standalone="yes"?>
<Relationships xmlns="http://schemas.openxmlformats.org/package/2006/relationships"><Relationship Id="rId2" Type="http://schemas.openxmlformats.org/officeDocument/2006/relationships/slide" Target="../slides/slide4159.xml"/><Relationship Id="rId1" Type="http://schemas.openxmlformats.org/officeDocument/2006/relationships/notesMaster" Target="../notesMasters/notesMaster1.xml"/></Relationships>
</file>

<file path=ppt/notesSlides/_rels/notesSlide4020.xml.rels><?xml version="1.0" encoding="UTF-8" standalone="yes"?>
<Relationships xmlns="http://schemas.openxmlformats.org/package/2006/relationships"><Relationship Id="rId2" Type="http://schemas.openxmlformats.org/officeDocument/2006/relationships/slide" Target="../slides/slide4160.xml"/><Relationship Id="rId1" Type="http://schemas.openxmlformats.org/officeDocument/2006/relationships/notesMaster" Target="../notesMasters/notesMaster1.xml"/></Relationships>
</file>

<file path=ppt/notesSlides/_rels/notesSlide4021.xml.rels><?xml version="1.0" encoding="UTF-8" standalone="yes"?>
<Relationships xmlns="http://schemas.openxmlformats.org/package/2006/relationships"><Relationship Id="rId2" Type="http://schemas.openxmlformats.org/officeDocument/2006/relationships/slide" Target="../slides/slide4161.xml"/><Relationship Id="rId1" Type="http://schemas.openxmlformats.org/officeDocument/2006/relationships/notesMaster" Target="../notesMasters/notesMaster1.xml"/></Relationships>
</file>

<file path=ppt/notesSlides/_rels/notesSlide4022.xml.rels><?xml version="1.0" encoding="UTF-8" standalone="yes"?>
<Relationships xmlns="http://schemas.openxmlformats.org/package/2006/relationships"><Relationship Id="rId2" Type="http://schemas.openxmlformats.org/officeDocument/2006/relationships/slide" Target="../slides/slide4162.xml"/><Relationship Id="rId1" Type="http://schemas.openxmlformats.org/officeDocument/2006/relationships/notesMaster" Target="../notesMasters/notesMaster1.xml"/></Relationships>
</file>

<file path=ppt/notesSlides/_rels/notesSlide4023.xml.rels><?xml version="1.0" encoding="UTF-8" standalone="yes"?>
<Relationships xmlns="http://schemas.openxmlformats.org/package/2006/relationships"><Relationship Id="rId2" Type="http://schemas.openxmlformats.org/officeDocument/2006/relationships/slide" Target="../slides/slide4163.xml"/><Relationship Id="rId1" Type="http://schemas.openxmlformats.org/officeDocument/2006/relationships/notesMaster" Target="../notesMasters/notesMaster1.xml"/></Relationships>
</file>

<file path=ppt/notesSlides/_rels/notesSlide4024.xml.rels><?xml version="1.0" encoding="UTF-8" standalone="yes"?>
<Relationships xmlns="http://schemas.openxmlformats.org/package/2006/relationships"><Relationship Id="rId2" Type="http://schemas.openxmlformats.org/officeDocument/2006/relationships/slide" Target="../slides/slide4164.xml"/><Relationship Id="rId1" Type="http://schemas.openxmlformats.org/officeDocument/2006/relationships/notesMaster" Target="../notesMasters/notesMaster1.xml"/></Relationships>
</file>

<file path=ppt/notesSlides/_rels/notesSlide4025.xml.rels><?xml version="1.0" encoding="UTF-8" standalone="yes"?>
<Relationships xmlns="http://schemas.openxmlformats.org/package/2006/relationships"><Relationship Id="rId2" Type="http://schemas.openxmlformats.org/officeDocument/2006/relationships/slide" Target="../slides/slide4165.xml"/><Relationship Id="rId1" Type="http://schemas.openxmlformats.org/officeDocument/2006/relationships/notesMaster" Target="../notesMasters/notesMaster1.xml"/></Relationships>
</file>

<file path=ppt/notesSlides/_rels/notesSlide4026.xml.rels><?xml version="1.0" encoding="UTF-8" standalone="yes"?>
<Relationships xmlns="http://schemas.openxmlformats.org/package/2006/relationships"><Relationship Id="rId2" Type="http://schemas.openxmlformats.org/officeDocument/2006/relationships/slide" Target="../slides/slide4166.xml"/><Relationship Id="rId1" Type="http://schemas.openxmlformats.org/officeDocument/2006/relationships/notesMaster" Target="../notesMasters/notesMaster1.xml"/></Relationships>
</file>

<file path=ppt/notesSlides/_rels/notesSlide4027.xml.rels><?xml version="1.0" encoding="UTF-8" standalone="yes"?>
<Relationships xmlns="http://schemas.openxmlformats.org/package/2006/relationships"><Relationship Id="rId2" Type="http://schemas.openxmlformats.org/officeDocument/2006/relationships/slide" Target="../slides/slide4167.xml"/><Relationship Id="rId1" Type="http://schemas.openxmlformats.org/officeDocument/2006/relationships/notesMaster" Target="../notesMasters/notesMaster1.xml"/></Relationships>
</file>

<file path=ppt/notesSlides/_rels/notesSlide4028.xml.rels><?xml version="1.0" encoding="UTF-8" standalone="yes"?>
<Relationships xmlns="http://schemas.openxmlformats.org/package/2006/relationships"><Relationship Id="rId2" Type="http://schemas.openxmlformats.org/officeDocument/2006/relationships/slide" Target="../slides/slide4168.xml"/><Relationship Id="rId1" Type="http://schemas.openxmlformats.org/officeDocument/2006/relationships/notesMaster" Target="../notesMasters/notesMaster1.xml"/></Relationships>
</file>

<file path=ppt/notesSlides/_rels/notesSlide4029.xml.rels><?xml version="1.0" encoding="UTF-8" standalone="yes"?>
<Relationships xmlns="http://schemas.openxmlformats.org/package/2006/relationships"><Relationship Id="rId2" Type="http://schemas.openxmlformats.org/officeDocument/2006/relationships/slide" Target="../slides/slide4171.xml"/><Relationship Id="rId1" Type="http://schemas.openxmlformats.org/officeDocument/2006/relationships/notesMaster" Target="../notesMasters/notesMaster1.xml"/></Relationships>
</file>

<file path=ppt/notesSlides/_rels/notesSlide4030.xml.rels><?xml version="1.0" encoding="UTF-8" standalone="yes"?>
<Relationships xmlns="http://schemas.openxmlformats.org/package/2006/relationships"><Relationship Id="rId2" Type="http://schemas.openxmlformats.org/officeDocument/2006/relationships/slide" Target="../slides/slide4172.xml"/><Relationship Id="rId1" Type="http://schemas.openxmlformats.org/officeDocument/2006/relationships/notesMaster" Target="../notesMasters/notesMaster1.xml"/></Relationships>
</file>

<file path=ppt/notesSlides/_rels/notesSlide4031.xml.rels><?xml version="1.0" encoding="UTF-8" standalone="yes"?>
<Relationships xmlns="http://schemas.openxmlformats.org/package/2006/relationships"><Relationship Id="rId2" Type="http://schemas.openxmlformats.org/officeDocument/2006/relationships/slide" Target="../slides/slide4173.xml"/><Relationship Id="rId1" Type="http://schemas.openxmlformats.org/officeDocument/2006/relationships/notesMaster" Target="../notesMasters/notesMaster1.xml"/></Relationships>
</file>

<file path=ppt/notesSlides/_rels/notesSlide4032.xml.rels><?xml version="1.0" encoding="UTF-8" standalone="yes"?>
<Relationships xmlns="http://schemas.openxmlformats.org/package/2006/relationships"><Relationship Id="rId2" Type="http://schemas.openxmlformats.org/officeDocument/2006/relationships/slide" Target="../slides/slide4174.xml"/><Relationship Id="rId1" Type="http://schemas.openxmlformats.org/officeDocument/2006/relationships/notesMaster" Target="../notesMasters/notesMaster1.xml"/></Relationships>
</file>

<file path=ppt/notesSlides/_rels/notesSlide4033.xml.rels><?xml version="1.0" encoding="UTF-8" standalone="yes"?>
<Relationships xmlns="http://schemas.openxmlformats.org/package/2006/relationships"><Relationship Id="rId2" Type="http://schemas.openxmlformats.org/officeDocument/2006/relationships/slide" Target="../slides/slide4175.xml"/><Relationship Id="rId1" Type="http://schemas.openxmlformats.org/officeDocument/2006/relationships/notesMaster" Target="../notesMasters/notesMaster1.xml"/></Relationships>
</file>

<file path=ppt/notesSlides/_rels/notesSlide4034.xml.rels><?xml version="1.0" encoding="UTF-8" standalone="yes"?>
<Relationships xmlns="http://schemas.openxmlformats.org/package/2006/relationships"><Relationship Id="rId2" Type="http://schemas.openxmlformats.org/officeDocument/2006/relationships/slide" Target="../slides/slide4176.xml"/><Relationship Id="rId1" Type="http://schemas.openxmlformats.org/officeDocument/2006/relationships/notesMaster" Target="../notesMasters/notesMaster1.xml"/></Relationships>
</file>

<file path=ppt/notesSlides/_rels/notesSlide4035.xml.rels><?xml version="1.0" encoding="UTF-8" standalone="yes"?>
<Relationships xmlns="http://schemas.openxmlformats.org/package/2006/relationships"><Relationship Id="rId2" Type="http://schemas.openxmlformats.org/officeDocument/2006/relationships/slide" Target="../slides/slide4177.xml"/><Relationship Id="rId1" Type="http://schemas.openxmlformats.org/officeDocument/2006/relationships/notesMaster" Target="../notesMasters/notesMaster1.xml"/></Relationships>
</file>

<file path=ppt/notesSlides/_rels/notesSlide4036.xml.rels><?xml version="1.0" encoding="UTF-8" standalone="yes"?>
<Relationships xmlns="http://schemas.openxmlformats.org/package/2006/relationships"><Relationship Id="rId2" Type="http://schemas.openxmlformats.org/officeDocument/2006/relationships/slide" Target="../slides/slide4178.xml"/><Relationship Id="rId1" Type="http://schemas.openxmlformats.org/officeDocument/2006/relationships/notesMaster" Target="../notesMasters/notesMaster1.xml"/></Relationships>
</file>

<file path=ppt/notesSlides/_rels/notesSlide4037.xml.rels><?xml version="1.0" encoding="UTF-8" standalone="yes"?>
<Relationships xmlns="http://schemas.openxmlformats.org/package/2006/relationships"><Relationship Id="rId2" Type="http://schemas.openxmlformats.org/officeDocument/2006/relationships/slide" Target="../slides/slide4179.xml"/><Relationship Id="rId1" Type="http://schemas.openxmlformats.org/officeDocument/2006/relationships/notesMaster" Target="../notesMasters/notesMaster1.xml"/></Relationships>
</file>

<file path=ppt/notesSlides/_rels/notesSlide4038.xml.rels><?xml version="1.0" encoding="UTF-8" standalone="yes"?>
<Relationships xmlns="http://schemas.openxmlformats.org/package/2006/relationships"><Relationship Id="rId2" Type="http://schemas.openxmlformats.org/officeDocument/2006/relationships/slide" Target="../slides/slide4180.xml"/><Relationship Id="rId1" Type="http://schemas.openxmlformats.org/officeDocument/2006/relationships/notesMaster" Target="../notesMasters/notesMaster1.xml"/></Relationships>
</file>

<file path=ppt/notesSlides/_rels/notesSlide4039.xml.rels><?xml version="1.0" encoding="UTF-8" standalone="yes"?>
<Relationships xmlns="http://schemas.openxmlformats.org/package/2006/relationships"><Relationship Id="rId2" Type="http://schemas.openxmlformats.org/officeDocument/2006/relationships/slide" Target="../slides/slide4181.xml"/><Relationship Id="rId1" Type="http://schemas.openxmlformats.org/officeDocument/2006/relationships/notesMaster" Target="../notesMasters/notesMaster1.xml"/></Relationships>
</file>

<file path=ppt/notesSlides/_rels/notesSlide4040.xml.rels><?xml version="1.0" encoding="UTF-8" standalone="yes"?>
<Relationships xmlns="http://schemas.openxmlformats.org/package/2006/relationships"><Relationship Id="rId2" Type="http://schemas.openxmlformats.org/officeDocument/2006/relationships/slide" Target="../slides/slide4182.xml"/><Relationship Id="rId1" Type="http://schemas.openxmlformats.org/officeDocument/2006/relationships/notesMaster" Target="../notesMasters/notesMaster1.xml"/></Relationships>
</file>

<file path=ppt/notesSlides/_rels/notesSlide4041.xml.rels><?xml version="1.0" encoding="UTF-8" standalone="yes"?>
<Relationships xmlns="http://schemas.openxmlformats.org/package/2006/relationships"><Relationship Id="rId2" Type="http://schemas.openxmlformats.org/officeDocument/2006/relationships/slide" Target="../slides/slide4183.xml"/><Relationship Id="rId1" Type="http://schemas.openxmlformats.org/officeDocument/2006/relationships/notesMaster" Target="../notesMasters/notesMaster1.xml"/></Relationships>
</file>

<file path=ppt/notesSlides/_rels/notesSlide4042.xml.rels><?xml version="1.0" encoding="UTF-8" standalone="yes"?>
<Relationships xmlns="http://schemas.openxmlformats.org/package/2006/relationships"><Relationship Id="rId2" Type="http://schemas.openxmlformats.org/officeDocument/2006/relationships/slide" Target="../slides/slide4184.xml"/><Relationship Id="rId1" Type="http://schemas.openxmlformats.org/officeDocument/2006/relationships/notesMaster" Target="../notesMasters/notesMaster1.xml"/></Relationships>
</file>

<file path=ppt/notesSlides/_rels/notesSlide4043.xml.rels><?xml version="1.0" encoding="UTF-8" standalone="yes"?>
<Relationships xmlns="http://schemas.openxmlformats.org/package/2006/relationships"><Relationship Id="rId2" Type="http://schemas.openxmlformats.org/officeDocument/2006/relationships/slide" Target="../slides/slide4187.xml"/><Relationship Id="rId1" Type="http://schemas.openxmlformats.org/officeDocument/2006/relationships/notesMaster" Target="../notesMasters/notesMaster1.xml"/></Relationships>
</file>

<file path=ppt/notesSlides/_rels/notesSlide4044.xml.rels><?xml version="1.0" encoding="UTF-8" standalone="yes"?>
<Relationships xmlns="http://schemas.openxmlformats.org/package/2006/relationships"><Relationship Id="rId2" Type="http://schemas.openxmlformats.org/officeDocument/2006/relationships/slide" Target="../slides/slide4188.xml"/><Relationship Id="rId1" Type="http://schemas.openxmlformats.org/officeDocument/2006/relationships/notesMaster" Target="../notesMasters/notesMaster1.xml"/></Relationships>
</file>

<file path=ppt/notesSlides/_rels/notesSlide4045.xml.rels><?xml version="1.0" encoding="UTF-8" standalone="yes"?>
<Relationships xmlns="http://schemas.openxmlformats.org/package/2006/relationships"><Relationship Id="rId2" Type="http://schemas.openxmlformats.org/officeDocument/2006/relationships/slide" Target="../slides/slide4189.xml"/><Relationship Id="rId1" Type="http://schemas.openxmlformats.org/officeDocument/2006/relationships/notesMaster" Target="../notesMasters/notesMaster1.xml"/></Relationships>
</file>

<file path=ppt/notesSlides/_rels/notesSlide4046.xml.rels><?xml version="1.0" encoding="UTF-8" standalone="yes"?>
<Relationships xmlns="http://schemas.openxmlformats.org/package/2006/relationships"><Relationship Id="rId2" Type="http://schemas.openxmlformats.org/officeDocument/2006/relationships/slide" Target="../slides/slide4190.xml"/><Relationship Id="rId1" Type="http://schemas.openxmlformats.org/officeDocument/2006/relationships/notesMaster" Target="../notesMasters/notesMaster1.xml"/></Relationships>
</file>

<file path=ppt/notesSlides/_rels/notesSlide4047.xml.rels><?xml version="1.0" encoding="UTF-8" standalone="yes"?>
<Relationships xmlns="http://schemas.openxmlformats.org/package/2006/relationships"><Relationship Id="rId2" Type="http://schemas.openxmlformats.org/officeDocument/2006/relationships/slide" Target="../slides/slide4191.xml"/><Relationship Id="rId1" Type="http://schemas.openxmlformats.org/officeDocument/2006/relationships/notesMaster" Target="../notesMasters/notesMaster1.xml"/></Relationships>
</file>

<file path=ppt/notesSlides/_rels/notesSlide4048.xml.rels><?xml version="1.0" encoding="UTF-8" standalone="yes"?>
<Relationships xmlns="http://schemas.openxmlformats.org/package/2006/relationships"><Relationship Id="rId2" Type="http://schemas.openxmlformats.org/officeDocument/2006/relationships/slide" Target="../slides/slide4192.xml"/><Relationship Id="rId1" Type="http://schemas.openxmlformats.org/officeDocument/2006/relationships/notesMaster" Target="../notesMasters/notesMaster1.xml"/></Relationships>
</file>

<file path=ppt/notesSlides/_rels/notesSlide4049.xml.rels><?xml version="1.0" encoding="UTF-8" standalone="yes"?>
<Relationships xmlns="http://schemas.openxmlformats.org/package/2006/relationships"><Relationship Id="rId2" Type="http://schemas.openxmlformats.org/officeDocument/2006/relationships/slide" Target="../slides/slide4193.xml"/><Relationship Id="rId1" Type="http://schemas.openxmlformats.org/officeDocument/2006/relationships/notesMaster" Target="../notesMasters/notesMaster1.xml"/></Relationships>
</file>

<file path=ppt/notesSlides/_rels/notesSlide4050.xml.rels><?xml version="1.0" encoding="UTF-8" standalone="yes"?>
<Relationships xmlns="http://schemas.openxmlformats.org/package/2006/relationships"><Relationship Id="rId2" Type="http://schemas.openxmlformats.org/officeDocument/2006/relationships/slide" Target="../slides/slide4194.xml"/><Relationship Id="rId1" Type="http://schemas.openxmlformats.org/officeDocument/2006/relationships/notesMaster" Target="../notesMasters/notesMaster1.xml"/></Relationships>
</file>

<file path=ppt/notesSlides/_rels/notesSlide4051.xml.rels><?xml version="1.0" encoding="UTF-8" standalone="yes"?>
<Relationships xmlns="http://schemas.openxmlformats.org/package/2006/relationships"><Relationship Id="rId2" Type="http://schemas.openxmlformats.org/officeDocument/2006/relationships/slide" Target="../slides/slide4195.xml"/><Relationship Id="rId1" Type="http://schemas.openxmlformats.org/officeDocument/2006/relationships/notesMaster" Target="../notesMasters/notesMaster1.xml"/></Relationships>
</file>

<file path=ppt/notesSlides/_rels/notesSlide4052.xml.rels><?xml version="1.0" encoding="UTF-8" standalone="yes"?>
<Relationships xmlns="http://schemas.openxmlformats.org/package/2006/relationships"><Relationship Id="rId2" Type="http://schemas.openxmlformats.org/officeDocument/2006/relationships/slide" Target="../slides/slide4196.xml"/><Relationship Id="rId1" Type="http://schemas.openxmlformats.org/officeDocument/2006/relationships/notesMaster" Target="../notesMasters/notesMaster1.xml"/></Relationships>
</file>

<file path=ppt/notesSlides/_rels/notesSlide4053.xml.rels><?xml version="1.0" encoding="UTF-8" standalone="yes"?>
<Relationships xmlns="http://schemas.openxmlformats.org/package/2006/relationships"><Relationship Id="rId2" Type="http://schemas.openxmlformats.org/officeDocument/2006/relationships/slide" Target="../slides/slide4197.xml"/><Relationship Id="rId1" Type="http://schemas.openxmlformats.org/officeDocument/2006/relationships/notesMaster" Target="../notesMasters/notesMaster1.xml"/></Relationships>
</file>

<file path=ppt/notesSlides/_rels/notesSlide4054.xml.rels><?xml version="1.0" encoding="UTF-8" standalone="yes"?>
<Relationships xmlns="http://schemas.openxmlformats.org/package/2006/relationships"><Relationship Id="rId2" Type="http://schemas.openxmlformats.org/officeDocument/2006/relationships/slide" Target="../slides/slide4198.xml"/><Relationship Id="rId1" Type="http://schemas.openxmlformats.org/officeDocument/2006/relationships/notesMaster" Target="../notesMasters/notesMaster1.xml"/></Relationships>
</file>

<file path=ppt/notesSlides/_rels/notesSlide4055.xml.rels><?xml version="1.0" encoding="UTF-8" standalone="yes"?>
<Relationships xmlns="http://schemas.openxmlformats.org/package/2006/relationships"><Relationship Id="rId2" Type="http://schemas.openxmlformats.org/officeDocument/2006/relationships/slide" Target="../slides/slide4199.xml"/><Relationship Id="rId1" Type="http://schemas.openxmlformats.org/officeDocument/2006/relationships/notesMaster" Target="../notesMasters/notesMaster1.xml"/></Relationships>
</file>

<file path=ppt/notesSlides/_rels/notesSlide4056.xml.rels><?xml version="1.0" encoding="UTF-8" standalone="yes"?>
<Relationships xmlns="http://schemas.openxmlformats.org/package/2006/relationships"><Relationship Id="rId2" Type="http://schemas.openxmlformats.org/officeDocument/2006/relationships/slide" Target="../slides/slide4200.xml"/><Relationship Id="rId1" Type="http://schemas.openxmlformats.org/officeDocument/2006/relationships/notesMaster" Target="../notesMasters/notesMaster1.xml"/></Relationships>
</file>

<file path=ppt/notesSlides/_rels/notesSlide4057.xml.rels><?xml version="1.0" encoding="UTF-8" standalone="yes"?>
<Relationships xmlns="http://schemas.openxmlformats.org/package/2006/relationships"><Relationship Id="rId2" Type="http://schemas.openxmlformats.org/officeDocument/2006/relationships/slide" Target="../slides/slide4203.xml"/><Relationship Id="rId1" Type="http://schemas.openxmlformats.org/officeDocument/2006/relationships/notesMaster" Target="../notesMasters/notesMaster1.xml"/></Relationships>
</file>

<file path=ppt/notesSlides/_rels/notesSlide4058.xml.rels><?xml version="1.0" encoding="UTF-8" standalone="yes"?>
<Relationships xmlns="http://schemas.openxmlformats.org/package/2006/relationships"><Relationship Id="rId2" Type="http://schemas.openxmlformats.org/officeDocument/2006/relationships/slide" Target="../slides/slide4204.xml"/><Relationship Id="rId1" Type="http://schemas.openxmlformats.org/officeDocument/2006/relationships/notesMaster" Target="../notesMasters/notesMaster1.xml"/></Relationships>
</file>

<file path=ppt/notesSlides/_rels/notesSlide4059.xml.rels><?xml version="1.0" encoding="UTF-8" standalone="yes"?>
<Relationships xmlns="http://schemas.openxmlformats.org/package/2006/relationships"><Relationship Id="rId2" Type="http://schemas.openxmlformats.org/officeDocument/2006/relationships/slide" Target="../slides/slide4205.xml"/><Relationship Id="rId1" Type="http://schemas.openxmlformats.org/officeDocument/2006/relationships/notesMaster" Target="../notesMasters/notesMaster1.xml"/></Relationships>
</file>

<file path=ppt/notesSlides/_rels/notesSlide4060.xml.rels><?xml version="1.0" encoding="UTF-8" standalone="yes"?>
<Relationships xmlns="http://schemas.openxmlformats.org/package/2006/relationships"><Relationship Id="rId2" Type="http://schemas.openxmlformats.org/officeDocument/2006/relationships/slide" Target="../slides/slide4206.xml"/><Relationship Id="rId1" Type="http://schemas.openxmlformats.org/officeDocument/2006/relationships/notesMaster" Target="../notesMasters/notesMaster1.xml"/></Relationships>
</file>

<file path=ppt/notesSlides/_rels/notesSlide4061.xml.rels><?xml version="1.0" encoding="UTF-8" standalone="yes"?>
<Relationships xmlns="http://schemas.openxmlformats.org/package/2006/relationships"><Relationship Id="rId2" Type="http://schemas.openxmlformats.org/officeDocument/2006/relationships/slide" Target="../slides/slide4207.xml"/><Relationship Id="rId1" Type="http://schemas.openxmlformats.org/officeDocument/2006/relationships/notesMaster" Target="../notesMasters/notesMaster1.xml"/></Relationships>
</file>

<file path=ppt/notesSlides/_rels/notesSlide4062.xml.rels><?xml version="1.0" encoding="UTF-8" standalone="yes"?>
<Relationships xmlns="http://schemas.openxmlformats.org/package/2006/relationships"><Relationship Id="rId2" Type="http://schemas.openxmlformats.org/officeDocument/2006/relationships/slide" Target="../slides/slide4208.xml"/><Relationship Id="rId1" Type="http://schemas.openxmlformats.org/officeDocument/2006/relationships/notesMaster" Target="../notesMasters/notesMaster1.xml"/></Relationships>
</file>

<file path=ppt/notesSlides/_rels/notesSlide4063.xml.rels><?xml version="1.0" encoding="UTF-8" standalone="yes"?>
<Relationships xmlns="http://schemas.openxmlformats.org/package/2006/relationships"><Relationship Id="rId2" Type="http://schemas.openxmlformats.org/officeDocument/2006/relationships/slide" Target="../slides/slide4209.xml"/><Relationship Id="rId1" Type="http://schemas.openxmlformats.org/officeDocument/2006/relationships/notesMaster" Target="../notesMasters/notesMaster1.xml"/></Relationships>
</file>

<file path=ppt/notesSlides/_rels/notesSlide4064.xml.rels><?xml version="1.0" encoding="UTF-8" standalone="yes"?>
<Relationships xmlns="http://schemas.openxmlformats.org/package/2006/relationships"><Relationship Id="rId2" Type="http://schemas.openxmlformats.org/officeDocument/2006/relationships/slide" Target="../slides/slide4210.xml"/><Relationship Id="rId1" Type="http://schemas.openxmlformats.org/officeDocument/2006/relationships/notesMaster" Target="../notesMasters/notesMaster1.xml"/></Relationships>
</file>

<file path=ppt/notesSlides/_rels/notesSlide4065.xml.rels><?xml version="1.0" encoding="UTF-8" standalone="yes"?>
<Relationships xmlns="http://schemas.openxmlformats.org/package/2006/relationships"><Relationship Id="rId2" Type="http://schemas.openxmlformats.org/officeDocument/2006/relationships/slide" Target="../slides/slide4211.xml"/><Relationship Id="rId1" Type="http://schemas.openxmlformats.org/officeDocument/2006/relationships/notesMaster" Target="../notesMasters/notesMaster1.xml"/></Relationships>
</file>

<file path=ppt/notesSlides/_rels/notesSlide4066.xml.rels><?xml version="1.0" encoding="UTF-8" standalone="yes"?>
<Relationships xmlns="http://schemas.openxmlformats.org/package/2006/relationships"><Relationship Id="rId2" Type="http://schemas.openxmlformats.org/officeDocument/2006/relationships/slide" Target="../slides/slide4212.xml"/><Relationship Id="rId1" Type="http://schemas.openxmlformats.org/officeDocument/2006/relationships/notesMaster" Target="../notesMasters/notesMaster1.xml"/></Relationships>
</file>

<file path=ppt/notesSlides/_rels/notesSlide4067.xml.rels><?xml version="1.0" encoding="UTF-8" standalone="yes"?>
<Relationships xmlns="http://schemas.openxmlformats.org/package/2006/relationships"><Relationship Id="rId2" Type="http://schemas.openxmlformats.org/officeDocument/2006/relationships/slide" Target="../slides/slide4213.xml"/><Relationship Id="rId1" Type="http://schemas.openxmlformats.org/officeDocument/2006/relationships/notesMaster" Target="../notesMasters/notesMaster1.xml"/></Relationships>
</file>

<file path=ppt/notesSlides/_rels/notesSlide4068.xml.rels><?xml version="1.0" encoding="UTF-8" standalone="yes"?>
<Relationships xmlns="http://schemas.openxmlformats.org/package/2006/relationships"><Relationship Id="rId2" Type="http://schemas.openxmlformats.org/officeDocument/2006/relationships/slide" Target="../slides/slide4214.xml"/><Relationship Id="rId1" Type="http://schemas.openxmlformats.org/officeDocument/2006/relationships/notesMaster" Target="../notesMasters/notesMaster1.xml"/></Relationships>
</file>

<file path=ppt/notesSlides/_rels/notesSlide4069.xml.rels><?xml version="1.0" encoding="UTF-8" standalone="yes"?>
<Relationships xmlns="http://schemas.openxmlformats.org/package/2006/relationships"><Relationship Id="rId2" Type="http://schemas.openxmlformats.org/officeDocument/2006/relationships/slide" Target="../slides/slide4215.xml"/><Relationship Id="rId1" Type="http://schemas.openxmlformats.org/officeDocument/2006/relationships/notesMaster" Target="../notesMasters/notesMaster1.xml"/></Relationships>
</file>

<file path=ppt/notesSlides/_rels/notesSlide4070.xml.rels><?xml version="1.0" encoding="UTF-8" standalone="yes"?>
<Relationships xmlns="http://schemas.openxmlformats.org/package/2006/relationships"><Relationship Id="rId2" Type="http://schemas.openxmlformats.org/officeDocument/2006/relationships/slide" Target="../slides/slide4216.xml"/><Relationship Id="rId1" Type="http://schemas.openxmlformats.org/officeDocument/2006/relationships/notesMaster" Target="../notesMasters/notesMaster1.xml"/></Relationships>
</file>

<file path=ppt/notesSlides/_rels/notesSlide4071.xml.rels><?xml version="1.0" encoding="UTF-8" standalone="yes"?>
<Relationships xmlns="http://schemas.openxmlformats.org/package/2006/relationships"><Relationship Id="rId2" Type="http://schemas.openxmlformats.org/officeDocument/2006/relationships/slide" Target="../slides/slide4219.xml"/><Relationship Id="rId1" Type="http://schemas.openxmlformats.org/officeDocument/2006/relationships/notesMaster" Target="../notesMasters/notesMaster1.xml"/></Relationships>
</file>

<file path=ppt/notesSlides/_rels/notesSlide4072.xml.rels><?xml version="1.0" encoding="UTF-8" standalone="yes"?>
<Relationships xmlns="http://schemas.openxmlformats.org/package/2006/relationships"><Relationship Id="rId2" Type="http://schemas.openxmlformats.org/officeDocument/2006/relationships/slide" Target="../slides/slide4220.xml"/><Relationship Id="rId1" Type="http://schemas.openxmlformats.org/officeDocument/2006/relationships/notesMaster" Target="../notesMasters/notesMaster1.xml"/></Relationships>
</file>

<file path=ppt/notesSlides/_rels/notesSlide4073.xml.rels><?xml version="1.0" encoding="UTF-8" standalone="yes"?>
<Relationships xmlns="http://schemas.openxmlformats.org/package/2006/relationships"><Relationship Id="rId2" Type="http://schemas.openxmlformats.org/officeDocument/2006/relationships/slide" Target="../slides/slide4221.xml"/><Relationship Id="rId1" Type="http://schemas.openxmlformats.org/officeDocument/2006/relationships/notesMaster" Target="../notesMasters/notesMaster1.xml"/></Relationships>
</file>

<file path=ppt/notesSlides/_rels/notesSlide4074.xml.rels><?xml version="1.0" encoding="UTF-8" standalone="yes"?>
<Relationships xmlns="http://schemas.openxmlformats.org/package/2006/relationships"><Relationship Id="rId2" Type="http://schemas.openxmlformats.org/officeDocument/2006/relationships/slide" Target="../slides/slide4222.xml"/><Relationship Id="rId1" Type="http://schemas.openxmlformats.org/officeDocument/2006/relationships/notesMaster" Target="../notesMasters/notesMaster1.xml"/></Relationships>
</file>

<file path=ppt/notesSlides/_rels/notesSlide4075.xml.rels><?xml version="1.0" encoding="UTF-8" standalone="yes"?>
<Relationships xmlns="http://schemas.openxmlformats.org/package/2006/relationships"><Relationship Id="rId2" Type="http://schemas.openxmlformats.org/officeDocument/2006/relationships/slide" Target="../slides/slide4223.xml"/><Relationship Id="rId1" Type="http://schemas.openxmlformats.org/officeDocument/2006/relationships/notesMaster" Target="../notesMasters/notesMaster1.xml"/></Relationships>
</file>

<file path=ppt/notesSlides/_rels/notesSlide4076.xml.rels><?xml version="1.0" encoding="UTF-8" standalone="yes"?>
<Relationships xmlns="http://schemas.openxmlformats.org/package/2006/relationships"><Relationship Id="rId2" Type="http://schemas.openxmlformats.org/officeDocument/2006/relationships/slide" Target="../slides/slide4224.xml"/><Relationship Id="rId1" Type="http://schemas.openxmlformats.org/officeDocument/2006/relationships/notesMaster" Target="../notesMasters/notesMaster1.xml"/></Relationships>
</file>

<file path=ppt/notesSlides/_rels/notesSlide4077.xml.rels><?xml version="1.0" encoding="UTF-8" standalone="yes"?>
<Relationships xmlns="http://schemas.openxmlformats.org/package/2006/relationships"><Relationship Id="rId2" Type="http://schemas.openxmlformats.org/officeDocument/2006/relationships/slide" Target="../slides/slide4225.xml"/><Relationship Id="rId1" Type="http://schemas.openxmlformats.org/officeDocument/2006/relationships/notesMaster" Target="../notesMasters/notesMaster1.xml"/></Relationships>
</file>

<file path=ppt/notesSlides/_rels/notesSlide4078.xml.rels><?xml version="1.0" encoding="UTF-8" standalone="yes"?>
<Relationships xmlns="http://schemas.openxmlformats.org/package/2006/relationships"><Relationship Id="rId2" Type="http://schemas.openxmlformats.org/officeDocument/2006/relationships/slide" Target="../slides/slide4226.xml"/><Relationship Id="rId1" Type="http://schemas.openxmlformats.org/officeDocument/2006/relationships/notesMaster" Target="../notesMasters/notesMaster1.xml"/></Relationships>
</file>

<file path=ppt/notesSlides/_rels/notesSlide4079.xml.rels><?xml version="1.0" encoding="UTF-8" standalone="yes"?>
<Relationships xmlns="http://schemas.openxmlformats.org/package/2006/relationships"><Relationship Id="rId2" Type="http://schemas.openxmlformats.org/officeDocument/2006/relationships/slide" Target="../slides/slide4227.xml"/><Relationship Id="rId1" Type="http://schemas.openxmlformats.org/officeDocument/2006/relationships/notesMaster" Target="../notesMasters/notesMaster1.xml"/></Relationships>
</file>

<file path=ppt/notesSlides/_rels/notesSlide4080.xml.rels><?xml version="1.0" encoding="UTF-8" standalone="yes"?>
<Relationships xmlns="http://schemas.openxmlformats.org/package/2006/relationships"><Relationship Id="rId2" Type="http://schemas.openxmlformats.org/officeDocument/2006/relationships/slide" Target="../slides/slide4228.xml"/><Relationship Id="rId1" Type="http://schemas.openxmlformats.org/officeDocument/2006/relationships/notesMaster" Target="../notesMasters/notesMaster1.xml"/></Relationships>
</file>

<file path=ppt/notesSlides/_rels/notesSlide4081.xml.rels><?xml version="1.0" encoding="UTF-8" standalone="yes"?>
<Relationships xmlns="http://schemas.openxmlformats.org/package/2006/relationships"><Relationship Id="rId2" Type="http://schemas.openxmlformats.org/officeDocument/2006/relationships/slide" Target="../slides/slide4229.xml"/><Relationship Id="rId1" Type="http://schemas.openxmlformats.org/officeDocument/2006/relationships/notesMaster" Target="../notesMasters/notesMaster1.xml"/></Relationships>
</file>

<file path=ppt/notesSlides/_rels/notesSlide4082.xml.rels><?xml version="1.0" encoding="UTF-8" standalone="yes"?>
<Relationships xmlns="http://schemas.openxmlformats.org/package/2006/relationships"><Relationship Id="rId2" Type="http://schemas.openxmlformats.org/officeDocument/2006/relationships/slide" Target="../slides/slide4230.xml"/><Relationship Id="rId1" Type="http://schemas.openxmlformats.org/officeDocument/2006/relationships/notesMaster" Target="../notesMasters/notesMaster1.xml"/></Relationships>
</file>

<file path=ppt/notesSlides/_rels/notesSlide4083.xml.rels><?xml version="1.0" encoding="UTF-8" standalone="yes"?>
<Relationships xmlns="http://schemas.openxmlformats.org/package/2006/relationships"><Relationship Id="rId2" Type="http://schemas.openxmlformats.org/officeDocument/2006/relationships/slide" Target="../slides/slide4231.xml"/><Relationship Id="rId1" Type="http://schemas.openxmlformats.org/officeDocument/2006/relationships/notesMaster" Target="../notesMasters/notesMaster1.xml"/></Relationships>
</file>

<file path=ppt/notesSlides/_rels/notesSlide4084.xml.rels><?xml version="1.0" encoding="UTF-8" standalone="yes"?>
<Relationships xmlns="http://schemas.openxmlformats.org/package/2006/relationships"><Relationship Id="rId2" Type="http://schemas.openxmlformats.org/officeDocument/2006/relationships/slide" Target="../slides/slide4232.xml"/><Relationship Id="rId1" Type="http://schemas.openxmlformats.org/officeDocument/2006/relationships/notesMaster" Target="../notesMasters/notesMaster1.xml"/></Relationships>
</file>

<file path=ppt/notesSlides/_rels/notesSlide4085.xml.rels><?xml version="1.0" encoding="UTF-8" standalone="yes"?>
<Relationships xmlns="http://schemas.openxmlformats.org/package/2006/relationships"><Relationship Id="rId2" Type="http://schemas.openxmlformats.org/officeDocument/2006/relationships/slide" Target="../slides/slide4235.xml"/><Relationship Id="rId1" Type="http://schemas.openxmlformats.org/officeDocument/2006/relationships/notesMaster" Target="../notesMasters/notesMaster1.xml"/></Relationships>
</file>

<file path=ppt/notesSlides/_rels/notesSlide4086.xml.rels><?xml version="1.0" encoding="UTF-8" standalone="yes"?>
<Relationships xmlns="http://schemas.openxmlformats.org/package/2006/relationships"><Relationship Id="rId2" Type="http://schemas.openxmlformats.org/officeDocument/2006/relationships/slide" Target="../slides/slide4236.xml"/><Relationship Id="rId1" Type="http://schemas.openxmlformats.org/officeDocument/2006/relationships/notesMaster" Target="../notesMasters/notesMaster1.xml"/></Relationships>
</file>

<file path=ppt/notesSlides/_rels/notesSlide4087.xml.rels><?xml version="1.0" encoding="UTF-8" standalone="yes"?>
<Relationships xmlns="http://schemas.openxmlformats.org/package/2006/relationships"><Relationship Id="rId2" Type="http://schemas.openxmlformats.org/officeDocument/2006/relationships/slide" Target="../slides/slide4237.xml"/><Relationship Id="rId1" Type="http://schemas.openxmlformats.org/officeDocument/2006/relationships/notesMaster" Target="../notesMasters/notesMaster1.xml"/></Relationships>
</file>

<file path=ppt/notesSlides/_rels/notesSlide4088.xml.rels><?xml version="1.0" encoding="UTF-8" standalone="yes"?>
<Relationships xmlns="http://schemas.openxmlformats.org/package/2006/relationships"><Relationship Id="rId2" Type="http://schemas.openxmlformats.org/officeDocument/2006/relationships/slide" Target="../slides/slide4238.xml"/><Relationship Id="rId1" Type="http://schemas.openxmlformats.org/officeDocument/2006/relationships/notesMaster" Target="../notesMasters/notesMaster1.xml"/></Relationships>
</file>

<file path=ppt/notesSlides/_rels/notesSlide4089.xml.rels><?xml version="1.0" encoding="UTF-8" standalone="yes"?>
<Relationships xmlns="http://schemas.openxmlformats.org/package/2006/relationships"><Relationship Id="rId2" Type="http://schemas.openxmlformats.org/officeDocument/2006/relationships/slide" Target="../slides/slide4239.xml"/><Relationship Id="rId1" Type="http://schemas.openxmlformats.org/officeDocument/2006/relationships/notesMaster" Target="../notesMasters/notesMaster1.xml"/></Relationships>
</file>

<file path=ppt/notesSlides/_rels/notesSlide4090.xml.rels><?xml version="1.0" encoding="UTF-8" standalone="yes"?>
<Relationships xmlns="http://schemas.openxmlformats.org/package/2006/relationships"><Relationship Id="rId2" Type="http://schemas.openxmlformats.org/officeDocument/2006/relationships/slide" Target="../slides/slide4240.xml"/><Relationship Id="rId1" Type="http://schemas.openxmlformats.org/officeDocument/2006/relationships/notesMaster" Target="../notesMasters/notesMaster1.xml"/></Relationships>
</file>

<file path=ppt/notesSlides/_rels/notesSlide4091.xml.rels><?xml version="1.0" encoding="UTF-8" standalone="yes"?>
<Relationships xmlns="http://schemas.openxmlformats.org/package/2006/relationships"><Relationship Id="rId2" Type="http://schemas.openxmlformats.org/officeDocument/2006/relationships/slide" Target="../slides/slide4241.xml"/><Relationship Id="rId1" Type="http://schemas.openxmlformats.org/officeDocument/2006/relationships/notesMaster" Target="../notesMasters/notesMaster1.xml"/></Relationships>
</file>

<file path=ppt/notesSlides/_rels/notesSlide4092.xml.rels><?xml version="1.0" encoding="UTF-8" standalone="yes"?>
<Relationships xmlns="http://schemas.openxmlformats.org/package/2006/relationships"><Relationship Id="rId2" Type="http://schemas.openxmlformats.org/officeDocument/2006/relationships/slide" Target="../slides/slide4242.xml"/><Relationship Id="rId1" Type="http://schemas.openxmlformats.org/officeDocument/2006/relationships/notesMaster" Target="../notesMasters/notesMaster1.xml"/></Relationships>
</file>

<file path=ppt/notesSlides/_rels/notesSlide4093.xml.rels><?xml version="1.0" encoding="UTF-8" standalone="yes"?>
<Relationships xmlns="http://schemas.openxmlformats.org/package/2006/relationships"><Relationship Id="rId2" Type="http://schemas.openxmlformats.org/officeDocument/2006/relationships/slide" Target="../slides/slide4243.xml"/><Relationship Id="rId1" Type="http://schemas.openxmlformats.org/officeDocument/2006/relationships/notesMaster" Target="../notesMasters/notesMaster1.xml"/></Relationships>
</file>

<file path=ppt/notesSlides/_rels/notesSlide4094.xml.rels><?xml version="1.0" encoding="UTF-8" standalone="yes"?>
<Relationships xmlns="http://schemas.openxmlformats.org/package/2006/relationships"><Relationship Id="rId2" Type="http://schemas.openxmlformats.org/officeDocument/2006/relationships/slide" Target="../slides/slide4244.xml"/><Relationship Id="rId1" Type="http://schemas.openxmlformats.org/officeDocument/2006/relationships/notesMaster" Target="../notesMasters/notesMaster1.xml"/></Relationships>
</file>

<file path=ppt/notesSlides/_rels/notesSlide4095.xml.rels><?xml version="1.0" encoding="UTF-8" standalone="yes"?>
<Relationships xmlns="http://schemas.openxmlformats.org/package/2006/relationships"><Relationship Id="rId2" Type="http://schemas.openxmlformats.org/officeDocument/2006/relationships/slide" Target="../slides/slide4245.xml"/><Relationship Id="rId1" Type="http://schemas.openxmlformats.org/officeDocument/2006/relationships/notesMaster" Target="../notesMasters/notesMaster1.xml"/></Relationships>
</file>

<file path=ppt/notesSlides/_rels/notesSlide4096.xml.rels><?xml version="1.0" encoding="UTF-8" standalone="yes"?>
<Relationships xmlns="http://schemas.openxmlformats.org/package/2006/relationships"><Relationship Id="rId2" Type="http://schemas.openxmlformats.org/officeDocument/2006/relationships/slide" Target="../slides/slide4246.xml"/><Relationship Id="rId1" Type="http://schemas.openxmlformats.org/officeDocument/2006/relationships/notesMaster" Target="../notesMasters/notesMaster1.xml"/></Relationships>
</file>

<file path=ppt/notesSlides/_rels/notesSlide4097.xml.rels><?xml version="1.0" encoding="UTF-8" standalone="yes"?>
<Relationships xmlns="http://schemas.openxmlformats.org/package/2006/relationships"><Relationship Id="rId2" Type="http://schemas.openxmlformats.org/officeDocument/2006/relationships/slide" Target="../slides/slide4247.xml"/><Relationship Id="rId1" Type="http://schemas.openxmlformats.org/officeDocument/2006/relationships/notesMaster" Target="../notesMasters/notesMaster1.xml"/></Relationships>
</file>

<file path=ppt/notesSlides/_rels/notesSlide4098.xml.rels><?xml version="1.0" encoding="UTF-8" standalone="yes"?>
<Relationships xmlns="http://schemas.openxmlformats.org/package/2006/relationships"><Relationship Id="rId2" Type="http://schemas.openxmlformats.org/officeDocument/2006/relationships/slide" Target="../slides/slide4248.xml"/><Relationship Id="rId1" Type="http://schemas.openxmlformats.org/officeDocument/2006/relationships/notesMaster" Target="../notesMasters/notesMaster1.xml"/></Relationships>
</file>

<file path=ppt/notesSlides/_rels/notesSlide4099.xml.rels><?xml version="1.0" encoding="UTF-8" standalone="yes"?>
<Relationships xmlns="http://schemas.openxmlformats.org/package/2006/relationships"><Relationship Id="rId2" Type="http://schemas.openxmlformats.org/officeDocument/2006/relationships/slide" Target="../slides/slide4251.xml"/><Relationship Id="rId1" Type="http://schemas.openxmlformats.org/officeDocument/2006/relationships/notesMaster" Target="../notesMasters/notesMaster1.xml"/></Relationships>
</file>

<file path=ppt/notesSlides/_rels/notesSlide4100.xml.rels><?xml version="1.0" encoding="UTF-8" standalone="yes"?>
<Relationships xmlns="http://schemas.openxmlformats.org/package/2006/relationships"><Relationship Id="rId2" Type="http://schemas.openxmlformats.org/officeDocument/2006/relationships/slide" Target="../slides/slide4252.xml"/><Relationship Id="rId1" Type="http://schemas.openxmlformats.org/officeDocument/2006/relationships/notesMaster" Target="../notesMasters/notesMaster1.xml"/></Relationships>
</file>

<file path=ppt/notesSlides/_rels/notesSlide4101.xml.rels><?xml version="1.0" encoding="UTF-8" standalone="yes"?>
<Relationships xmlns="http://schemas.openxmlformats.org/package/2006/relationships"><Relationship Id="rId2" Type="http://schemas.openxmlformats.org/officeDocument/2006/relationships/slide" Target="../slides/slide4253.xml"/><Relationship Id="rId1" Type="http://schemas.openxmlformats.org/officeDocument/2006/relationships/notesMaster" Target="../notesMasters/notesMaster1.xml"/></Relationships>
</file>

<file path=ppt/notesSlides/_rels/notesSlide4102.xml.rels><?xml version="1.0" encoding="UTF-8" standalone="yes"?>
<Relationships xmlns="http://schemas.openxmlformats.org/package/2006/relationships"><Relationship Id="rId2" Type="http://schemas.openxmlformats.org/officeDocument/2006/relationships/slide" Target="../slides/slide4254.xml"/><Relationship Id="rId1" Type="http://schemas.openxmlformats.org/officeDocument/2006/relationships/notesMaster" Target="../notesMasters/notesMaster1.xml"/></Relationships>
</file>

<file path=ppt/notesSlides/_rels/notesSlide4103.xml.rels><?xml version="1.0" encoding="UTF-8" standalone="yes"?>
<Relationships xmlns="http://schemas.openxmlformats.org/package/2006/relationships"><Relationship Id="rId2" Type="http://schemas.openxmlformats.org/officeDocument/2006/relationships/slide" Target="../slides/slide4255.xml"/><Relationship Id="rId1" Type="http://schemas.openxmlformats.org/officeDocument/2006/relationships/notesMaster" Target="../notesMasters/notesMaster1.xml"/></Relationships>
</file>

<file path=ppt/notesSlides/_rels/notesSlide4104.xml.rels><?xml version="1.0" encoding="UTF-8" standalone="yes"?>
<Relationships xmlns="http://schemas.openxmlformats.org/package/2006/relationships"><Relationship Id="rId2" Type="http://schemas.openxmlformats.org/officeDocument/2006/relationships/slide" Target="../slides/slide4256.xml"/><Relationship Id="rId1" Type="http://schemas.openxmlformats.org/officeDocument/2006/relationships/notesMaster" Target="../notesMasters/notesMaster1.xml"/></Relationships>
</file>

<file path=ppt/notesSlides/_rels/notesSlide4105.xml.rels><?xml version="1.0" encoding="UTF-8" standalone="yes"?>
<Relationships xmlns="http://schemas.openxmlformats.org/package/2006/relationships"><Relationship Id="rId2" Type="http://schemas.openxmlformats.org/officeDocument/2006/relationships/slide" Target="../slides/slide4257.xml"/><Relationship Id="rId1" Type="http://schemas.openxmlformats.org/officeDocument/2006/relationships/notesMaster" Target="../notesMasters/notesMaster1.xml"/></Relationships>
</file>

<file path=ppt/notesSlides/_rels/notesSlide4106.xml.rels><?xml version="1.0" encoding="UTF-8" standalone="yes"?>
<Relationships xmlns="http://schemas.openxmlformats.org/package/2006/relationships"><Relationship Id="rId2" Type="http://schemas.openxmlformats.org/officeDocument/2006/relationships/slide" Target="../slides/slide4258.xml"/><Relationship Id="rId1" Type="http://schemas.openxmlformats.org/officeDocument/2006/relationships/notesMaster" Target="../notesMasters/notesMaster1.xml"/></Relationships>
</file>

<file path=ppt/notesSlides/_rels/notesSlide4107.xml.rels><?xml version="1.0" encoding="UTF-8" standalone="yes"?>
<Relationships xmlns="http://schemas.openxmlformats.org/package/2006/relationships"><Relationship Id="rId2" Type="http://schemas.openxmlformats.org/officeDocument/2006/relationships/slide" Target="../slides/slide4259.xml"/><Relationship Id="rId1" Type="http://schemas.openxmlformats.org/officeDocument/2006/relationships/notesMaster" Target="../notesMasters/notesMaster1.xml"/></Relationships>
</file>

<file path=ppt/notesSlides/_rels/notesSlide4108.xml.rels><?xml version="1.0" encoding="UTF-8" standalone="yes"?>
<Relationships xmlns="http://schemas.openxmlformats.org/package/2006/relationships"><Relationship Id="rId2" Type="http://schemas.openxmlformats.org/officeDocument/2006/relationships/slide" Target="../slides/slide4260.xml"/><Relationship Id="rId1" Type="http://schemas.openxmlformats.org/officeDocument/2006/relationships/notesMaster" Target="../notesMasters/notesMaster1.xml"/></Relationships>
</file>

<file path=ppt/notesSlides/_rels/notesSlide4109.xml.rels><?xml version="1.0" encoding="UTF-8" standalone="yes"?>
<Relationships xmlns="http://schemas.openxmlformats.org/package/2006/relationships"><Relationship Id="rId2" Type="http://schemas.openxmlformats.org/officeDocument/2006/relationships/slide" Target="../slides/slide4261.xml"/><Relationship Id="rId1" Type="http://schemas.openxmlformats.org/officeDocument/2006/relationships/notesMaster" Target="../notesMasters/notesMaster1.xml"/></Relationships>
</file>

<file path=ppt/notesSlides/_rels/notesSlide4110.xml.rels><?xml version="1.0" encoding="UTF-8" standalone="yes"?>
<Relationships xmlns="http://schemas.openxmlformats.org/package/2006/relationships"><Relationship Id="rId2" Type="http://schemas.openxmlformats.org/officeDocument/2006/relationships/slide" Target="../slides/slide4262.xml"/><Relationship Id="rId1" Type="http://schemas.openxmlformats.org/officeDocument/2006/relationships/notesMaster" Target="../notesMasters/notesMaster1.xml"/></Relationships>
</file>

<file path=ppt/notesSlides/_rels/notesSlide4111.xml.rels><?xml version="1.0" encoding="UTF-8" standalone="yes"?>
<Relationships xmlns="http://schemas.openxmlformats.org/package/2006/relationships"><Relationship Id="rId2" Type="http://schemas.openxmlformats.org/officeDocument/2006/relationships/slide" Target="../slides/slide4263.xml"/><Relationship Id="rId1" Type="http://schemas.openxmlformats.org/officeDocument/2006/relationships/notesMaster" Target="../notesMasters/notesMaster1.xml"/></Relationships>
</file>

<file path=ppt/notesSlides/_rels/notesSlide4112.xml.rels><?xml version="1.0" encoding="UTF-8" standalone="yes"?>
<Relationships xmlns="http://schemas.openxmlformats.org/package/2006/relationships"><Relationship Id="rId2" Type="http://schemas.openxmlformats.org/officeDocument/2006/relationships/slide" Target="../slides/slide4264.xml"/><Relationship Id="rId1" Type="http://schemas.openxmlformats.org/officeDocument/2006/relationships/notesMaster" Target="../notesMasters/notesMaster1.xml"/></Relationships>
</file>

<file path=ppt/notesSlides/_rels/notesSlide4113.xml.rels><?xml version="1.0" encoding="UTF-8" standalone="yes"?>
<Relationships xmlns="http://schemas.openxmlformats.org/package/2006/relationships"><Relationship Id="rId2" Type="http://schemas.openxmlformats.org/officeDocument/2006/relationships/slide" Target="../slides/slide4267.xml"/><Relationship Id="rId1" Type="http://schemas.openxmlformats.org/officeDocument/2006/relationships/notesMaster" Target="../notesMasters/notesMaster1.xml"/></Relationships>
</file>

<file path=ppt/notesSlides/_rels/notesSlide4114.xml.rels><?xml version="1.0" encoding="UTF-8" standalone="yes"?>
<Relationships xmlns="http://schemas.openxmlformats.org/package/2006/relationships"><Relationship Id="rId2" Type="http://schemas.openxmlformats.org/officeDocument/2006/relationships/slide" Target="../slides/slide4268.xml"/><Relationship Id="rId1" Type="http://schemas.openxmlformats.org/officeDocument/2006/relationships/notesMaster" Target="../notesMasters/notesMaster1.xml"/></Relationships>
</file>

<file path=ppt/notesSlides/_rels/notesSlide4115.xml.rels><?xml version="1.0" encoding="UTF-8" standalone="yes"?>
<Relationships xmlns="http://schemas.openxmlformats.org/package/2006/relationships"><Relationship Id="rId2" Type="http://schemas.openxmlformats.org/officeDocument/2006/relationships/slide" Target="../slides/slide4269.xml"/><Relationship Id="rId1" Type="http://schemas.openxmlformats.org/officeDocument/2006/relationships/notesMaster" Target="../notesMasters/notesMaster1.xml"/></Relationships>
</file>

<file path=ppt/notesSlides/_rels/notesSlide4116.xml.rels><?xml version="1.0" encoding="UTF-8" standalone="yes"?>
<Relationships xmlns="http://schemas.openxmlformats.org/package/2006/relationships"><Relationship Id="rId2" Type="http://schemas.openxmlformats.org/officeDocument/2006/relationships/slide" Target="../slides/slide4270.xml"/><Relationship Id="rId1" Type="http://schemas.openxmlformats.org/officeDocument/2006/relationships/notesMaster" Target="../notesMasters/notesMaster1.xml"/></Relationships>
</file>

<file path=ppt/notesSlides/_rels/notesSlide4117.xml.rels><?xml version="1.0" encoding="UTF-8" standalone="yes"?>
<Relationships xmlns="http://schemas.openxmlformats.org/package/2006/relationships"><Relationship Id="rId2" Type="http://schemas.openxmlformats.org/officeDocument/2006/relationships/slide" Target="../slides/slide4271.xml"/><Relationship Id="rId1" Type="http://schemas.openxmlformats.org/officeDocument/2006/relationships/notesMaster" Target="../notesMasters/notesMaster1.xml"/></Relationships>
</file>

<file path=ppt/notesSlides/_rels/notesSlide4118.xml.rels><?xml version="1.0" encoding="UTF-8" standalone="yes"?>
<Relationships xmlns="http://schemas.openxmlformats.org/package/2006/relationships"><Relationship Id="rId2" Type="http://schemas.openxmlformats.org/officeDocument/2006/relationships/slide" Target="../slides/slide4272.xml"/><Relationship Id="rId1" Type="http://schemas.openxmlformats.org/officeDocument/2006/relationships/notesMaster" Target="../notesMasters/notesMaster1.xml"/></Relationships>
</file>

<file path=ppt/notesSlides/_rels/notesSlide4119.xml.rels><?xml version="1.0" encoding="UTF-8" standalone="yes"?>
<Relationships xmlns="http://schemas.openxmlformats.org/package/2006/relationships"><Relationship Id="rId2" Type="http://schemas.openxmlformats.org/officeDocument/2006/relationships/slide" Target="../slides/slide4273.xml"/><Relationship Id="rId1" Type="http://schemas.openxmlformats.org/officeDocument/2006/relationships/notesMaster" Target="../notesMasters/notesMaster1.xml"/></Relationships>
</file>

<file path=ppt/notesSlides/_rels/notesSlide4120.xml.rels><?xml version="1.0" encoding="UTF-8" standalone="yes"?>
<Relationships xmlns="http://schemas.openxmlformats.org/package/2006/relationships"><Relationship Id="rId2" Type="http://schemas.openxmlformats.org/officeDocument/2006/relationships/slide" Target="../slides/slide4274.xml"/><Relationship Id="rId1" Type="http://schemas.openxmlformats.org/officeDocument/2006/relationships/notesMaster" Target="../notesMasters/notesMaster1.xml"/></Relationships>
</file>

<file path=ppt/notesSlides/_rels/notesSlide4121.xml.rels><?xml version="1.0" encoding="UTF-8" standalone="yes"?>
<Relationships xmlns="http://schemas.openxmlformats.org/package/2006/relationships"><Relationship Id="rId2" Type="http://schemas.openxmlformats.org/officeDocument/2006/relationships/slide" Target="../slides/slide4275.xml"/><Relationship Id="rId1" Type="http://schemas.openxmlformats.org/officeDocument/2006/relationships/notesMaster" Target="../notesMasters/notesMaster1.xml"/></Relationships>
</file>

<file path=ppt/notesSlides/_rels/notesSlide4122.xml.rels><?xml version="1.0" encoding="UTF-8" standalone="yes"?>
<Relationships xmlns="http://schemas.openxmlformats.org/package/2006/relationships"><Relationship Id="rId2" Type="http://schemas.openxmlformats.org/officeDocument/2006/relationships/slide" Target="../slides/slide4276.xml"/><Relationship Id="rId1" Type="http://schemas.openxmlformats.org/officeDocument/2006/relationships/notesMaster" Target="../notesMasters/notesMaster1.xml"/></Relationships>
</file>

<file path=ppt/notesSlides/_rels/notesSlide4123.xml.rels><?xml version="1.0" encoding="UTF-8" standalone="yes"?>
<Relationships xmlns="http://schemas.openxmlformats.org/package/2006/relationships"><Relationship Id="rId2" Type="http://schemas.openxmlformats.org/officeDocument/2006/relationships/slide" Target="../slides/slide4277.xml"/><Relationship Id="rId1" Type="http://schemas.openxmlformats.org/officeDocument/2006/relationships/notesMaster" Target="../notesMasters/notesMaster1.xml"/></Relationships>
</file>

<file path=ppt/notesSlides/_rels/notesSlide4124.xml.rels><?xml version="1.0" encoding="UTF-8" standalone="yes"?>
<Relationships xmlns="http://schemas.openxmlformats.org/package/2006/relationships"><Relationship Id="rId2" Type="http://schemas.openxmlformats.org/officeDocument/2006/relationships/slide" Target="../slides/slide4278.xml"/><Relationship Id="rId1" Type="http://schemas.openxmlformats.org/officeDocument/2006/relationships/notesMaster" Target="../notesMasters/notesMaster1.xml"/></Relationships>
</file>

<file path=ppt/notesSlides/_rels/notesSlide4125.xml.rels><?xml version="1.0" encoding="UTF-8" standalone="yes"?>
<Relationships xmlns="http://schemas.openxmlformats.org/package/2006/relationships"><Relationship Id="rId2" Type="http://schemas.openxmlformats.org/officeDocument/2006/relationships/slide" Target="../slides/slide4279.xml"/><Relationship Id="rId1" Type="http://schemas.openxmlformats.org/officeDocument/2006/relationships/notesMaster" Target="../notesMasters/notesMaster1.xml"/></Relationships>
</file>

<file path=ppt/notesSlides/_rels/notesSlide4126.xml.rels><?xml version="1.0" encoding="UTF-8" standalone="yes"?>
<Relationships xmlns="http://schemas.openxmlformats.org/package/2006/relationships"><Relationship Id="rId2" Type="http://schemas.openxmlformats.org/officeDocument/2006/relationships/slide" Target="../slides/slide4280.xml"/><Relationship Id="rId1" Type="http://schemas.openxmlformats.org/officeDocument/2006/relationships/notesMaster" Target="../notesMasters/notesMaster1.xml"/></Relationships>
</file>

<file path=ppt/notesSlides/_rels/notesSlide4127.xml.rels><?xml version="1.0" encoding="UTF-8" standalone="yes"?>
<Relationships xmlns="http://schemas.openxmlformats.org/package/2006/relationships"><Relationship Id="rId2" Type="http://schemas.openxmlformats.org/officeDocument/2006/relationships/slide" Target="../slides/slide4283.xml"/><Relationship Id="rId1" Type="http://schemas.openxmlformats.org/officeDocument/2006/relationships/notesMaster" Target="../notesMasters/notesMaster1.xml"/></Relationships>
</file>

<file path=ppt/notesSlides/_rels/notesSlide4128.xml.rels><?xml version="1.0" encoding="UTF-8" standalone="yes"?>
<Relationships xmlns="http://schemas.openxmlformats.org/package/2006/relationships"><Relationship Id="rId2" Type="http://schemas.openxmlformats.org/officeDocument/2006/relationships/slide" Target="../slides/slide4284.xml"/><Relationship Id="rId1" Type="http://schemas.openxmlformats.org/officeDocument/2006/relationships/notesMaster" Target="../notesMasters/notesMaster1.xml"/></Relationships>
</file>

<file path=ppt/notesSlides/_rels/notesSlide4129.xml.rels><?xml version="1.0" encoding="UTF-8" standalone="yes"?>
<Relationships xmlns="http://schemas.openxmlformats.org/package/2006/relationships"><Relationship Id="rId2" Type="http://schemas.openxmlformats.org/officeDocument/2006/relationships/slide" Target="../slides/slide4285.xml"/><Relationship Id="rId1" Type="http://schemas.openxmlformats.org/officeDocument/2006/relationships/notesMaster" Target="../notesMasters/notesMaster1.xml"/></Relationships>
</file>

<file path=ppt/notesSlides/_rels/notesSlide4130.xml.rels><?xml version="1.0" encoding="UTF-8" standalone="yes"?>
<Relationships xmlns="http://schemas.openxmlformats.org/package/2006/relationships"><Relationship Id="rId2" Type="http://schemas.openxmlformats.org/officeDocument/2006/relationships/slide" Target="../slides/slide4286.xml"/><Relationship Id="rId1" Type="http://schemas.openxmlformats.org/officeDocument/2006/relationships/notesMaster" Target="../notesMasters/notesMaster1.xml"/></Relationships>
</file>

<file path=ppt/notesSlides/_rels/notesSlide4131.xml.rels><?xml version="1.0" encoding="UTF-8" standalone="yes"?>
<Relationships xmlns="http://schemas.openxmlformats.org/package/2006/relationships"><Relationship Id="rId2" Type="http://schemas.openxmlformats.org/officeDocument/2006/relationships/slide" Target="../slides/slide4287.xml"/><Relationship Id="rId1" Type="http://schemas.openxmlformats.org/officeDocument/2006/relationships/notesMaster" Target="../notesMasters/notesMaster1.xml"/></Relationships>
</file>

<file path=ppt/notesSlides/_rels/notesSlide4132.xml.rels><?xml version="1.0" encoding="UTF-8" standalone="yes"?>
<Relationships xmlns="http://schemas.openxmlformats.org/package/2006/relationships"><Relationship Id="rId2" Type="http://schemas.openxmlformats.org/officeDocument/2006/relationships/slide" Target="../slides/slide4288.xml"/><Relationship Id="rId1" Type="http://schemas.openxmlformats.org/officeDocument/2006/relationships/notesMaster" Target="../notesMasters/notesMaster1.xml"/></Relationships>
</file>

<file path=ppt/notesSlides/_rels/notesSlide4133.xml.rels><?xml version="1.0" encoding="UTF-8" standalone="yes"?>
<Relationships xmlns="http://schemas.openxmlformats.org/package/2006/relationships"><Relationship Id="rId2" Type="http://schemas.openxmlformats.org/officeDocument/2006/relationships/slide" Target="../slides/slide4289.xml"/><Relationship Id="rId1" Type="http://schemas.openxmlformats.org/officeDocument/2006/relationships/notesMaster" Target="../notesMasters/notesMaster1.xml"/></Relationships>
</file>

<file path=ppt/notesSlides/_rels/notesSlide4134.xml.rels><?xml version="1.0" encoding="UTF-8" standalone="yes"?>
<Relationships xmlns="http://schemas.openxmlformats.org/package/2006/relationships"><Relationship Id="rId2" Type="http://schemas.openxmlformats.org/officeDocument/2006/relationships/slide" Target="../slides/slide4290.xml"/><Relationship Id="rId1" Type="http://schemas.openxmlformats.org/officeDocument/2006/relationships/notesMaster" Target="../notesMasters/notesMaster1.xml"/></Relationships>
</file>

<file path=ppt/notesSlides/_rels/notesSlide4135.xml.rels><?xml version="1.0" encoding="UTF-8" standalone="yes"?>
<Relationships xmlns="http://schemas.openxmlformats.org/package/2006/relationships"><Relationship Id="rId2" Type="http://schemas.openxmlformats.org/officeDocument/2006/relationships/slide" Target="../slides/slide4291.xml"/><Relationship Id="rId1" Type="http://schemas.openxmlformats.org/officeDocument/2006/relationships/notesMaster" Target="../notesMasters/notesMaster1.xml"/></Relationships>
</file>

<file path=ppt/notesSlides/_rels/notesSlide4136.xml.rels><?xml version="1.0" encoding="UTF-8" standalone="yes"?>
<Relationships xmlns="http://schemas.openxmlformats.org/package/2006/relationships"><Relationship Id="rId2" Type="http://schemas.openxmlformats.org/officeDocument/2006/relationships/slide" Target="../slides/slide4292.xml"/><Relationship Id="rId1" Type="http://schemas.openxmlformats.org/officeDocument/2006/relationships/notesMaster" Target="../notesMasters/notesMaster1.xml"/></Relationships>
</file>

<file path=ppt/notesSlides/_rels/notesSlide4137.xml.rels><?xml version="1.0" encoding="UTF-8" standalone="yes"?>
<Relationships xmlns="http://schemas.openxmlformats.org/package/2006/relationships"><Relationship Id="rId2" Type="http://schemas.openxmlformats.org/officeDocument/2006/relationships/slide" Target="../slides/slide4293.xml"/><Relationship Id="rId1" Type="http://schemas.openxmlformats.org/officeDocument/2006/relationships/notesMaster" Target="../notesMasters/notesMaster1.xml"/></Relationships>
</file>

<file path=ppt/notesSlides/_rels/notesSlide4138.xml.rels><?xml version="1.0" encoding="UTF-8" standalone="yes"?>
<Relationships xmlns="http://schemas.openxmlformats.org/package/2006/relationships"><Relationship Id="rId2" Type="http://schemas.openxmlformats.org/officeDocument/2006/relationships/slide" Target="../slides/slide4294.xml"/><Relationship Id="rId1" Type="http://schemas.openxmlformats.org/officeDocument/2006/relationships/notesMaster" Target="../notesMasters/notesMaster1.xml"/></Relationships>
</file>

<file path=ppt/notesSlides/_rels/notesSlide4139.xml.rels><?xml version="1.0" encoding="UTF-8" standalone="yes"?>
<Relationships xmlns="http://schemas.openxmlformats.org/package/2006/relationships"><Relationship Id="rId2" Type="http://schemas.openxmlformats.org/officeDocument/2006/relationships/slide" Target="../slides/slide4295.xml"/><Relationship Id="rId1" Type="http://schemas.openxmlformats.org/officeDocument/2006/relationships/notesMaster" Target="../notesMasters/notesMaster1.xml"/></Relationships>
</file>

<file path=ppt/notesSlides/_rels/notesSlide4140.xml.rels><?xml version="1.0" encoding="UTF-8" standalone="yes"?>
<Relationships xmlns="http://schemas.openxmlformats.org/package/2006/relationships"><Relationship Id="rId2" Type="http://schemas.openxmlformats.org/officeDocument/2006/relationships/slide" Target="../slides/slide4296.xml"/><Relationship Id="rId1" Type="http://schemas.openxmlformats.org/officeDocument/2006/relationships/notesMaster" Target="../notesMasters/notesMaster1.xml"/></Relationships>
</file>

<file path=ppt/notesSlides/_rels/notesSlide4141.xml.rels><?xml version="1.0" encoding="UTF-8" standalone="yes"?>
<Relationships xmlns="http://schemas.openxmlformats.org/package/2006/relationships"><Relationship Id="rId2" Type="http://schemas.openxmlformats.org/officeDocument/2006/relationships/slide" Target="../slides/slide4300.xml"/><Relationship Id="rId1" Type="http://schemas.openxmlformats.org/officeDocument/2006/relationships/notesMaster" Target="../notesMasters/notesMaster1.xml"/></Relationships>
</file>

<file path=ppt/notesSlides/_rels/notesSlide4142.xml.rels><?xml version="1.0" encoding="UTF-8" standalone="yes"?>
<Relationships xmlns="http://schemas.openxmlformats.org/package/2006/relationships"><Relationship Id="rId2" Type="http://schemas.openxmlformats.org/officeDocument/2006/relationships/slide" Target="../slides/slide4301.xml"/><Relationship Id="rId1" Type="http://schemas.openxmlformats.org/officeDocument/2006/relationships/notesMaster" Target="../notesMasters/notesMaster1.xml"/></Relationships>
</file>

<file path=ppt/notesSlides/_rels/notesSlide4143.xml.rels><?xml version="1.0" encoding="UTF-8" standalone="yes"?>
<Relationships xmlns="http://schemas.openxmlformats.org/package/2006/relationships"><Relationship Id="rId2" Type="http://schemas.openxmlformats.org/officeDocument/2006/relationships/slide" Target="../slides/slide4302.xml"/><Relationship Id="rId1" Type="http://schemas.openxmlformats.org/officeDocument/2006/relationships/notesMaster" Target="../notesMasters/notesMaster1.xml"/></Relationships>
</file>

<file path=ppt/notesSlides/_rels/notesSlide4144.xml.rels><?xml version="1.0" encoding="UTF-8" standalone="yes"?>
<Relationships xmlns="http://schemas.openxmlformats.org/package/2006/relationships"><Relationship Id="rId2" Type="http://schemas.openxmlformats.org/officeDocument/2006/relationships/slide" Target="../slides/slide4303.xml"/><Relationship Id="rId1" Type="http://schemas.openxmlformats.org/officeDocument/2006/relationships/notesMaster" Target="../notesMasters/notesMaster1.xml"/></Relationships>
</file>

<file path=ppt/notesSlides/_rels/notesSlide4145.xml.rels><?xml version="1.0" encoding="UTF-8" standalone="yes"?>
<Relationships xmlns="http://schemas.openxmlformats.org/package/2006/relationships"><Relationship Id="rId2" Type="http://schemas.openxmlformats.org/officeDocument/2006/relationships/slide" Target="../slides/slide4304.xml"/><Relationship Id="rId1" Type="http://schemas.openxmlformats.org/officeDocument/2006/relationships/notesMaster" Target="../notesMasters/notesMaster1.xml"/></Relationships>
</file>

<file path=ppt/notesSlides/_rels/notesSlide4146.xml.rels><?xml version="1.0" encoding="UTF-8" standalone="yes"?>
<Relationships xmlns="http://schemas.openxmlformats.org/package/2006/relationships"><Relationship Id="rId2" Type="http://schemas.openxmlformats.org/officeDocument/2006/relationships/slide" Target="../slides/slide4305.xml"/><Relationship Id="rId1" Type="http://schemas.openxmlformats.org/officeDocument/2006/relationships/notesMaster" Target="../notesMasters/notesMaster1.xml"/></Relationships>
</file>

<file path=ppt/notesSlides/_rels/notesSlide4147.xml.rels><?xml version="1.0" encoding="UTF-8" standalone="yes"?>
<Relationships xmlns="http://schemas.openxmlformats.org/package/2006/relationships"><Relationship Id="rId2" Type="http://schemas.openxmlformats.org/officeDocument/2006/relationships/slide" Target="../slides/slide4306.xml"/><Relationship Id="rId1" Type="http://schemas.openxmlformats.org/officeDocument/2006/relationships/notesMaster" Target="../notesMasters/notesMaster1.xml"/></Relationships>
</file>

<file path=ppt/notesSlides/_rels/notesSlide4148.xml.rels><?xml version="1.0" encoding="UTF-8" standalone="yes"?>
<Relationships xmlns="http://schemas.openxmlformats.org/package/2006/relationships"><Relationship Id="rId2" Type="http://schemas.openxmlformats.org/officeDocument/2006/relationships/slide" Target="../slides/slide4307.xml"/><Relationship Id="rId1" Type="http://schemas.openxmlformats.org/officeDocument/2006/relationships/notesMaster" Target="../notesMasters/notesMaster1.xml"/></Relationships>
</file>

<file path=ppt/notesSlides/_rels/notesSlide4149.xml.rels><?xml version="1.0" encoding="UTF-8" standalone="yes"?>
<Relationships xmlns="http://schemas.openxmlformats.org/package/2006/relationships"><Relationship Id="rId2" Type="http://schemas.openxmlformats.org/officeDocument/2006/relationships/slide" Target="../slides/slide4308.xml"/><Relationship Id="rId1" Type="http://schemas.openxmlformats.org/officeDocument/2006/relationships/notesMaster" Target="../notesMasters/notesMaster1.xml"/></Relationships>
</file>

<file path=ppt/notesSlides/_rels/notesSlide4150.xml.rels><?xml version="1.0" encoding="UTF-8" standalone="yes"?>
<Relationships xmlns="http://schemas.openxmlformats.org/package/2006/relationships"><Relationship Id="rId2" Type="http://schemas.openxmlformats.org/officeDocument/2006/relationships/slide" Target="../slides/slide4309.xml"/><Relationship Id="rId1" Type="http://schemas.openxmlformats.org/officeDocument/2006/relationships/notesMaster" Target="../notesMasters/notesMaster1.xml"/></Relationships>
</file>

<file path=ppt/notesSlides/_rels/notesSlide4151.xml.rels><?xml version="1.0" encoding="UTF-8" standalone="yes"?>
<Relationships xmlns="http://schemas.openxmlformats.org/package/2006/relationships"><Relationship Id="rId2" Type="http://schemas.openxmlformats.org/officeDocument/2006/relationships/slide" Target="../slides/slide4310.xml"/><Relationship Id="rId1" Type="http://schemas.openxmlformats.org/officeDocument/2006/relationships/notesMaster" Target="../notesMasters/notesMaster1.xml"/></Relationships>
</file>

<file path=ppt/notesSlides/_rels/notesSlide4152.xml.rels><?xml version="1.0" encoding="UTF-8" standalone="yes"?>
<Relationships xmlns="http://schemas.openxmlformats.org/package/2006/relationships"><Relationship Id="rId2" Type="http://schemas.openxmlformats.org/officeDocument/2006/relationships/slide" Target="../slides/slide4311.xml"/><Relationship Id="rId1" Type="http://schemas.openxmlformats.org/officeDocument/2006/relationships/notesMaster" Target="../notesMasters/notesMaster1.xml"/></Relationships>
</file>

<file path=ppt/notesSlides/_rels/notesSlide4153.xml.rels><?xml version="1.0" encoding="UTF-8" standalone="yes"?>
<Relationships xmlns="http://schemas.openxmlformats.org/package/2006/relationships"><Relationship Id="rId2" Type="http://schemas.openxmlformats.org/officeDocument/2006/relationships/slide" Target="../slides/slide4312.xml"/><Relationship Id="rId1" Type="http://schemas.openxmlformats.org/officeDocument/2006/relationships/notesMaster" Target="../notesMasters/notesMaster1.xml"/></Relationships>
</file>

<file path=ppt/notesSlides/_rels/notesSlide4154.xml.rels><?xml version="1.0" encoding="UTF-8" standalone="yes"?>
<Relationships xmlns="http://schemas.openxmlformats.org/package/2006/relationships"><Relationship Id="rId2" Type="http://schemas.openxmlformats.org/officeDocument/2006/relationships/slide" Target="../slides/slide4313.xml"/><Relationship Id="rId1" Type="http://schemas.openxmlformats.org/officeDocument/2006/relationships/notesMaster" Target="../notesMasters/notesMaster1.xml"/></Relationships>
</file>

<file path=ppt/notesSlides/_rels/notesSlide4155.xml.rels><?xml version="1.0" encoding="UTF-8" standalone="yes"?>
<Relationships xmlns="http://schemas.openxmlformats.org/package/2006/relationships"><Relationship Id="rId2" Type="http://schemas.openxmlformats.org/officeDocument/2006/relationships/slide" Target="../slides/slide4316.xml"/><Relationship Id="rId1" Type="http://schemas.openxmlformats.org/officeDocument/2006/relationships/notesMaster" Target="../notesMasters/notesMaster1.xml"/></Relationships>
</file>

<file path=ppt/notesSlides/_rels/notesSlide4156.xml.rels><?xml version="1.0" encoding="UTF-8" standalone="yes"?>
<Relationships xmlns="http://schemas.openxmlformats.org/package/2006/relationships"><Relationship Id="rId2" Type="http://schemas.openxmlformats.org/officeDocument/2006/relationships/slide" Target="../slides/slide4317.xml"/><Relationship Id="rId1" Type="http://schemas.openxmlformats.org/officeDocument/2006/relationships/notesMaster" Target="../notesMasters/notesMaster1.xml"/></Relationships>
</file>

<file path=ppt/notesSlides/_rels/notesSlide4157.xml.rels><?xml version="1.0" encoding="UTF-8" standalone="yes"?>
<Relationships xmlns="http://schemas.openxmlformats.org/package/2006/relationships"><Relationship Id="rId2" Type="http://schemas.openxmlformats.org/officeDocument/2006/relationships/slide" Target="../slides/slide4318.xml"/><Relationship Id="rId1" Type="http://schemas.openxmlformats.org/officeDocument/2006/relationships/notesMaster" Target="../notesMasters/notesMaster1.xml"/></Relationships>
</file>

<file path=ppt/notesSlides/_rels/notesSlide4158.xml.rels><?xml version="1.0" encoding="UTF-8" standalone="yes"?>
<Relationships xmlns="http://schemas.openxmlformats.org/package/2006/relationships"><Relationship Id="rId2" Type="http://schemas.openxmlformats.org/officeDocument/2006/relationships/slide" Target="../slides/slide4319.xml"/><Relationship Id="rId1" Type="http://schemas.openxmlformats.org/officeDocument/2006/relationships/notesMaster" Target="../notesMasters/notesMaster1.xml"/></Relationships>
</file>

<file path=ppt/notesSlides/_rels/notesSlide4159.xml.rels><?xml version="1.0" encoding="UTF-8" standalone="yes"?>
<Relationships xmlns="http://schemas.openxmlformats.org/package/2006/relationships"><Relationship Id="rId2" Type="http://schemas.openxmlformats.org/officeDocument/2006/relationships/slide" Target="../slides/slide4320.xml"/><Relationship Id="rId1" Type="http://schemas.openxmlformats.org/officeDocument/2006/relationships/notesMaster" Target="../notesMasters/notesMaster1.xml"/></Relationships>
</file>

<file path=ppt/notesSlides/_rels/notesSlide4160.xml.rels><?xml version="1.0" encoding="UTF-8" standalone="yes"?>
<Relationships xmlns="http://schemas.openxmlformats.org/package/2006/relationships"><Relationship Id="rId2" Type="http://schemas.openxmlformats.org/officeDocument/2006/relationships/slide" Target="../slides/slide4321.xml"/><Relationship Id="rId1" Type="http://schemas.openxmlformats.org/officeDocument/2006/relationships/notesMaster" Target="../notesMasters/notesMaster1.xml"/></Relationships>
</file>

<file path=ppt/notesSlides/_rels/notesSlide4161.xml.rels><?xml version="1.0" encoding="UTF-8" standalone="yes"?>
<Relationships xmlns="http://schemas.openxmlformats.org/package/2006/relationships"><Relationship Id="rId2" Type="http://schemas.openxmlformats.org/officeDocument/2006/relationships/slide" Target="../slides/slide4322.xml"/><Relationship Id="rId1" Type="http://schemas.openxmlformats.org/officeDocument/2006/relationships/notesMaster" Target="../notesMasters/notesMaster1.xml"/></Relationships>
</file>

<file path=ppt/notesSlides/_rels/notesSlide4162.xml.rels><?xml version="1.0" encoding="UTF-8" standalone="yes"?>
<Relationships xmlns="http://schemas.openxmlformats.org/package/2006/relationships"><Relationship Id="rId2" Type="http://schemas.openxmlformats.org/officeDocument/2006/relationships/slide" Target="../slides/slide4323.xml"/><Relationship Id="rId1" Type="http://schemas.openxmlformats.org/officeDocument/2006/relationships/notesMaster" Target="../notesMasters/notesMaster1.xml"/></Relationships>
</file>

<file path=ppt/notesSlides/_rels/notesSlide4163.xml.rels><?xml version="1.0" encoding="UTF-8" standalone="yes"?>
<Relationships xmlns="http://schemas.openxmlformats.org/package/2006/relationships"><Relationship Id="rId2" Type="http://schemas.openxmlformats.org/officeDocument/2006/relationships/slide" Target="../slides/slide4324.xml"/><Relationship Id="rId1" Type="http://schemas.openxmlformats.org/officeDocument/2006/relationships/notesMaster" Target="../notesMasters/notesMaster1.xml"/></Relationships>
</file>

<file path=ppt/notesSlides/_rels/notesSlide4164.xml.rels><?xml version="1.0" encoding="UTF-8" standalone="yes"?>
<Relationships xmlns="http://schemas.openxmlformats.org/package/2006/relationships"><Relationship Id="rId2" Type="http://schemas.openxmlformats.org/officeDocument/2006/relationships/slide" Target="../slides/slide4325.xml"/><Relationship Id="rId1" Type="http://schemas.openxmlformats.org/officeDocument/2006/relationships/notesMaster" Target="../notesMasters/notesMaster1.xml"/></Relationships>
</file>

<file path=ppt/notesSlides/_rels/notesSlide4165.xml.rels><?xml version="1.0" encoding="UTF-8" standalone="yes"?>
<Relationships xmlns="http://schemas.openxmlformats.org/package/2006/relationships"><Relationship Id="rId2" Type="http://schemas.openxmlformats.org/officeDocument/2006/relationships/slide" Target="../slides/slide4326.xml"/><Relationship Id="rId1" Type="http://schemas.openxmlformats.org/officeDocument/2006/relationships/notesMaster" Target="../notesMasters/notesMaster1.xml"/></Relationships>
</file>

<file path=ppt/notesSlides/_rels/notesSlide4166.xml.rels><?xml version="1.0" encoding="UTF-8" standalone="yes"?>
<Relationships xmlns="http://schemas.openxmlformats.org/package/2006/relationships"><Relationship Id="rId2" Type="http://schemas.openxmlformats.org/officeDocument/2006/relationships/slide" Target="../slides/slide4327.xml"/><Relationship Id="rId1" Type="http://schemas.openxmlformats.org/officeDocument/2006/relationships/notesMaster" Target="../notesMasters/notesMaster1.xml"/></Relationships>
</file>

<file path=ppt/notesSlides/_rels/notesSlide4167.xml.rels><?xml version="1.0" encoding="UTF-8" standalone="yes"?>
<Relationships xmlns="http://schemas.openxmlformats.org/package/2006/relationships"><Relationship Id="rId2" Type="http://schemas.openxmlformats.org/officeDocument/2006/relationships/slide" Target="../slides/slide4328.xml"/><Relationship Id="rId1" Type="http://schemas.openxmlformats.org/officeDocument/2006/relationships/notesMaster" Target="../notesMasters/notesMaster1.xml"/></Relationships>
</file>

<file path=ppt/notesSlides/_rels/notesSlide4168.xml.rels><?xml version="1.0" encoding="UTF-8" standalone="yes"?>
<Relationships xmlns="http://schemas.openxmlformats.org/package/2006/relationships"><Relationship Id="rId2" Type="http://schemas.openxmlformats.org/officeDocument/2006/relationships/slide" Target="../slides/slide4329.xml"/><Relationship Id="rId1" Type="http://schemas.openxmlformats.org/officeDocument/2006/relationships/notesMaster" Target="../notesMasters/notesMaster1.xml"/></Relationships>
</file>

<file path=ppt/notesSlides/_rels/notesSlide4169.xml.rels><?xml version="1.0" encoding="UTF-8" standalone="yes"?>
<Relationships xmlns="http://schemas.openxmlformats.org/package/2006/relationships"><Relationship Id="rId2" Type="http://schemas.openxmlformats.org/officeDocument/2006/relationships/slide" Target="../slides/slide4332.xml"/><Relationship Id="rId1" Type="http://schemas.openxmlformats.org/officeDocument/2006/relationships/notesMaster" Target="../notesMasters/notesMaster1.xml"/></Relationships>
</file>

<file path=ppt/notesSlides/_rels/notesSlide4170.xml.rels><?xml version="1.0" encoding="UTF-8" standalone="yes"?>
<Relationships xmlns="http://schemas.openxmlformats.org/package/2006/relationships"><Relationship Id="rId2" Type="http://schemas.openxmlformats.org/officeDocument/2006/relationships/slide" Target="../slides/slide4333.xml"/><Relationship Id="rId1" Type="http://schemas.openxmlformats.org/officeDocument/2006/relationships/notesMaster" Target="../notesMasters/notesMaster1.xml"/></Relationships>
</file>

<file path=ppt/notesSlides/_rels/notesSlide4171.xml.rels><?xml version="1.0" encoding="UTF-8" standalone="yes"?>
<Relationships xmlns="http://schemas.openxmlformats.org/package/2006/relationships"><Relationship Id="rId2" Type="http://schemas.openxmlformats.org/officeDocument/2006/relationships/slide" Target="../slides/slide4334.xml"/><Relationship Id="rId1" Type="http://schemas.openxmlformats.org/officeDocument/2006/relationships/notesMaster" Target="../notesMasters/notesMaster1.xml"/></Relationships>
</file>

<file path=ppt/notesSlides/_rels/notesSlide4172.xml.rels><?xml version="1.0" encoding="UTF-8" standalone="yes"?>
<Relationships xmlns="http://schemas.openxmlformats.org/package/2006/relationships"><Relationship Id="rId2" Type="http://schemas.openxmlformats.org/officeDocument/2006/relationships/slide" Target="../slides/slide4335.xml"/><Relationship Id="rId1" Type="http://schemas.openxmlformats.org/officeDocument/2006/relationships/notesMaster" Target="../notesMasters/notesMaster1.xml"/></Relationships>
</file>

<file path=ppt/notesSlides/_rels/notesSlide4173.xml.rels><?xml version="1.0" encoding="UTF-8" standalone="yes"?>
<Relationships xmlns="http://schemas.openxmlformats.org/package/2006/relationships"><Relationship Id="rId2" Type="http://schemas.openxmlformats.org/officeDocument/2006/relationships/slide" Target="../slides/slide4336.xml"/><Relationship Id="rId1" Type="http://schemas.openxmlformats.org/officeDocument/2006/relationships/notesMaster" Target="../notesMasters/notesMaster1.xml"/></Relationships>
</file>

<file path=ppt/notesSlides/_rels/notesSlide4174.xml.rels><?xml version="1.0" encoding="UTF-8" standalone="yes"?>
<Relationships xmlns="http://schemas.openxmlformats.org/package/2006/relationships"><Relationship Id="rId2" Type="http://schemas.openxmlformats.org/officeDocument/2006/relationships/slide" Target="../slides/slide4337.xml"/><Relationship Id="rId1" Type="http://schemas.openxmlformats.org/officeDocument/2006/relationships/notesMaster" Target="../notesMasters/notesMaster1.xml"/></Relationships>
</file>

<file path=ppt/notesSlides/_rels/notesSlide4175.xml.rels><?xml version="1.0" encoding="UTF-8" standalone="yes"?>
<Relationships xmlns="http://schemas.openxmlformats.org/package/2006/relationships"><Relationship Id="rId2" Type="http://schemas.openxmlformats.org/officeDocument/2006/relationships/slide" Target="../slides/slide4338.xml"/><Relationship Id="rId1" Type="http://schemas.openxmlformats.org/officeDocument/2006/relationships/notesMaster" Target="../notesMasters/notesMaster1.xml"/></Relationships>
</file>

<file path=ppt/notesSlides/_rels/notesSlide4176.xml.rels><?xml version="1.0" encoding="UTF-8" standalone="yes"?>
<Relationships xmlns="http://schemas.openxmlformats.org/package/2006/relationships"><Relationship Id="rId2" Type="http://schemas.openxmlformats.org/officeDocument/2006/relationships/slide" Target="../slides/slide4339.xml"/><Relationship Id="rId1" Type="http://schemas.openxmlformats.org/officeDocument/2006/relationships/notesMaster" Target="../notesMasters/notesMaster1.xml"/></Relationships>
</file>

<file path=ppt/notesSlides/_rels/notesSlide4177.xml.rels><?xml version="1.0" encoding="UTF-8" standalone="yes"?>
<Relationships xmlns="http://schemas.openxmlformats.org/package/2006/relationships"><Relationship Id="rId2" Type="http://schemas.openxmlformats.org/officeDocument/2006/relationships/slide" Target="../slides/slide4340.xml"/><Relationship Id="rId1" Type="http://schemas.openxmlformats.org/officeDocument/2006/relationships/notesMaster" Target="../notesMasters/notesMaster1.xml"/></Relationships>
</file>

<file path=ppt/notesSlides/_rels/notesSlide4178.xml.rels><?xml version="1.0" encoding="UTF-8" standalone="yes"?>
<Relationships xmlns="http://schemas.openxmlformats.org/package/2006/relationships"><Relationship Id="rId2" Type="http://schemas.openxmlformats.org/officeDocument/2006/relationships/slide" Target="../slides/slide4341.xml"/><Relationship Id="rId1" Type="http://schemas.openxmlformats.org/officeDocument/2006/relationships/notesMaster" Target="../notesMasters/notesMaster1.xml"/></Relationships>
</file>

<file path=ppt/notesSlides/_rels/notesSlide4179.xml.rels><?xml version="1.0" encoding="UTF-8" standalone="yes"?>
<Relationships xmlns="http://schemas.openxmlformats.org/package/2006/relationships"><Relationship Id="rId2" Type="http://schemas.openxmlformats.org/officeDocument/2006/relationships/slide" Target="../slides/slide4342.xml"/><Relationship Id="rId1" Type="http://schemas.openxmlformats.org/officeDocument/2006/relationships/notesMaster" Target="../notesMasters/notesMaster1.xml"/></Relationships>
</file>

<file path=ppt/notesSlides/_rels/notesSlide4180.xml.rels><?xml version="1.0" encoding="UTF-8" standalone="yes"?>
<Relationships xmlns="http://schemas.openxmlformats.org/package/2006/relationships"><Relationship Id="rId2" Type="http://schemas.openxmlformats.org/officeDocument/2006/relationships/slide" Target="../slides/slide4343.xml"/><Relationship Id="rId1" Type="http://schemas.openxmlformats.org/officeDocument/2006/relationships/notesMaster" Target="../notesMasters/notesMaster1.xml"/></Relationships>
</file>

<file path=ppt/notesSlides/_rels/notesSlide4181.xml.rels><?xml version="1.0" encoding="UTF-8" standalone="yes"?>
<Relationships xmlns="http://schemas.openxmlformats.org/package/2006/relationships"><Relationship Id="rId2" Type="http://schemas.openxmlformats.org/officeDocument/2006/relationships/slide" Target="../slides/slide4344.xml"/><Relationship Id="rId1" Type="http://schemas.openxmlformats.org/officeDocument/2006/relationships/notesMaster" Target="../notesMasters/notesMaster1.xml"/></Relationships>
</file>

<file path=ppt/notesSlides/_rels/notesSlide4182.xml.rels><?xml version="1.0" encoding="UTF-8" standalone="yes"?>
<Relationships xmlns="http://schemas.openxmlformats.org/package/2006/relationships"><Relationship Id="rId2" Type="http://schemas.openxmlformats.org/officeDocument/2006/relationships/slide" Target="../slides/slide4345.xml"/><Relationship Id="rId1" Type="http://schemas.openxmlformats.org/officeDocument/2006/relationships/notesMaster" Target="../notesMasters/notesMaster1.xml"/></Relationships>
</file>

<file path=ppt/notesSlides/_rels/notesSlide4183.xml.rels><?xml version="1.0" encoding="UTF-8" standalone="yes"?>
<Relationships xmlns="http://schemas.openxmlformats.org/package/2006/relationships"><Relationship Id="rId2" Type="http://schemas.openxmlformats.org/officeDocument/2006/relationships/slide" Target="../slides/slide4348.xml"/><Relationship Id="rId1" Type="http://schemas.openxmlformats.org/officeDocument/2006/relationships/notesMaster" Target="../notesMasters/notesMaster1.xml"/></Relationships>
</file>

<file path=ppt/notesSlides/_rels/notesSlide4184.xml.rels><?xml version="1.0" encoding="UTF-8" standalone="yes"?>
<Relationships xmlns="http://schemas.openxmlformats.org/package/2006/relationships"><Relationship Id="rId2" Type="http://schemas.openxmlformats.org/officeDocument/2006/relationships/slide" Target="../slides/slide4349.xml"/><Relationship Id="rId1" Type="http://schemas.openxmlformats.org/officeDocument/2006/relationships/notesMaster" Target="../notesMasters/notesMaster1.xml"/></Relationships>
</file>

<file path=ppt/notesSlides/_rels/notesSlide4185.xml.rels><?xml version="1.0" encoding="UTF-8" standalone="yes"?>
<Relationships xmlns="http://schemas.openxmlformats.org/package/2006/relationships"><Relationship Id="rId2" Type="http://schemas.openxmlformats.org/officeDocument/2006/relationships/slide" Target="../slides/slide4350.xml"/><Relationship Id="rId1" Type="http://schemas.openxmlformats.org/officeDocument/2006/relationships/notesMaster" Target="../notesMasters/notesMaster1.xml"/></Relationships>
</file>

<file path=ppt/notesSlides/_rels/notesSlide4186.xml.rels><?xml version="1.0" encoding="UTF-8" standalone="yes"?>
<Relationships xmlns="http://schemas.openxmlformats.org/package/2006/relationships"><Relationship Id="rId2" Type="http://schemas.openxmlformats.org/officeDocument/2006/relationships/slide" Target="../slides/slide4351.xml"/><Relationship Id="rId1" Type="http://schemas.openxmlformats.org/officeDocument/2006/relationships/notesMaster" Target="../notesMasters/notesMaster1.xml"/></Relationships>
</file>

<file path=ppt/notesSlides/_rels/notesSlide4187.xml.rels><?xml version="1.0" encoding="UTF-8" standalone="yes"?>
<Relationships xmlns="http://schemas.openxmlformats.org/package/2006/relationships"><Relationship Id="rId2" Type="http://schemas.openxmlformats.org/officeDocument/2006/relationships/slide" Target="../slides/slide4352.xml"/><Relationship Id="rId1" Type="http://schemas.openxmlformats.org/officeDocument/2006/relationships/notesMaster" Target="../notesMasters/notesMaster1.xml"/></Relationships>
</file>

<file path=ppt/notesSlides/_rels/notesSlide4188.xml.rels><?xml version="1.0" encoding="UTF-8" standalone="yes"?>
<Relationships xmlns="http://schemas.openxmlformats.org/package/2006/relationships"><Relationship Id="rId2" Type="http://schemas.openxmlformats.org/officeDocument/2006/relationships/slide" Target="../slides/slide4353.xml"/><Relationship Id="rId1" Type="http://schemas.openxmlformats.org/officeDocument/2006/relationships/notesMaster" Target="../notesMasters/notesMaster1.xml"/></Relationships>
</file>

<file path=ppt/notesSlides/_rels/notesSlide4189.xml.rels><?xml version="1.0" encoding="UTF-8" standalone="yes"?>
<Relationships xmlns="http://schemas.openxmlformats.org/package/2006/relationships"><Relationship Id="rId2" Type="http://schemas.openxmlformats.org/officeDocument/2006/relationships/slide" Target="../slides/slide4354.xml"/><Relationship Id="rId1" Type="http://schemas.openxmlformats.org/officeDocument/2006/relationships/notesMaster" Target="../notesMasters/notesMaster1.xml"/></Relationships>
</file>

<file path=ppt/notesSlides/_rels/notesSlide4190.xml.rels><?xml version="1.0" encoding="UTF-8" standalone="yes"?>
<Relationships xmlns="http://schemas.openxmlformats.org/package/2006/relationships"><Relationship Id="rId2" Type="http://schemas.openxmlformats.org/officeDocument/2006/relationships/slide" Target="../slides/slide4355.xml"/><Relationship Id="rId1" Type="http://schemas.openxmlformats.org/officeDocument/2006/relationships/notesMaster" Target="../notesMasters/notesMaster1.xml"/></Relationships>
</file>

<file path=ppt/notesSlides/_rels/notesSlide4191.xml.rels><?xml version="1.0" encoding="UTF-8" standalone="yes"?>
<Relationships xmlns="http://schemas.openxmlformats.org/package/2006/relationships"><Relationship Id="rId2" Type="http://schemas.openxmlformats.org/officeDocument/2006/relationships/slide" Target="../slides/slide4356.xml"/><Relationship Id="rId1" Type="http://schemas.openxmlformats.org/officeDocument/2006/relationships/notesMaster" Target="../notesMasters/notesMaster1.xml"/></Relationships>
</file>

<file path=ppt/notesSlides/_rels/notesSlide4192.xml.rels><?xml version="1.0" encoding="UTF-8" standalone="yes"?>
<Relationships xmlns="http://schemas.openxmlformats.org/package/2006/relationships"><Relationship Id="rId2" Type="http://schemas.openxmlformats.org/officeDocument/2006/relationships/slide" Target="../slides/slide4357.xml"/><Relationship Id="rId1" Type="http://schemas.openxmlformats.org/officeDocument/2006/relationships/notesMaster" Target="../notesMasters/notesMaster1.xml"/></Relationships>
</file>

<file path=ppt/notesSlides/_rels/notesSlide4193.xml.rels><?xml version="1.0" encoding="UTF-8" standalone="yes"?>
<Relationships xmlns="http://schemas.openxmlformats.org/package/2006/relationships"><Relationship Id="rId2" Type="http://schemas.openxmlformats.org/officeDocument/2006/relationships/slide" Target="../slides/slide4358.xml"/><Relationship Id="rId1" Type="http://schemas.openxmlformats.org/officeDocument/2006/relationships/notesMaster" Target="../notesMasters/notesMaster1.xml"/></Relationships>
</file>

<file path=ppt/notesSlides/_rels/notesSlide4194.xml.rels><?xml version="1.0" encoding="UTF-8" standalone="yes"?>
<Relationships xmlns="http://schemas.openxmlformats.org/package/2006/relationships"><Relationship Id="rId2" Type="http://schemas.openxmlformats.org/officeDocument/2006/relationships/slide" Target="../slides/slide4359.xml"/><Relationship Id="rId1" Type="http://schemas.openxmlformats.org/officeDocument/2006/relationships/notesMaster" Target="../notesMasters/notesMaster1.xml"/></Relationships>
</file>

<file path=ppt/notesSlides/_rels/notesSlide4195.xml.rels><?xml version="1.0" encoding="UTF-8" standalone="yes"?>
<Relationships xmlns="http://schemas.openxmlformats.org/package/2006/relationships"><Relationship Id="rId2" Type="http://schemas.openxmlformats.org/officeDocument/2006/relationships/slide" Target="../slides/slide4360.xml"/><Relationship Id="rId1" Type="http://schemas.openxmlformats.org/officeDocument/2006/relationships/notesMaster" Target="../notesMasters/notesMaster1.xml"/></Relationships>
</file>

<file path=ppt/notesSlides/_rels/notesSlide4196.xml.rels><?xml version="1.0" encoding="UTF-8" standalone="yes"?>
<Relationships xmlns="http://schemas.openxmlformats.org/package/2006/relationships"><Relationship Id="rId2" Type="http://schemas.openxmlformats.org/officeDocument/2006/relationships/slide" Target="../slides/slide4361.xml"/><Relationship Id="rId1" Type="http://schemas.openxmlformats.org/officeDocument/2006/relationships/notesMaster" Target="../notesMasters/notesMaster1.xml"/></Relationships>
</file>

<file path=ppt/notesSlides/_rels/notesSlide4197.xml.rels><?xml version="1.0" encoding="UTF-8" standalone="yes"?>
<Relationships xmlns="http://schemas.openxmlformats.org/package/2006/relationships"><Relationship Id="rId2" Type="http://schemas.openxmlformats.org/officeDocument/2006/relationships/slide" Target="../slides/slide4363.xml"/><Relationship Id="rId1" Type="http://schemas.openxmlformats.org/officeDocument/2006/relationships/notesMaster" Target="../notesMasters/notesMaster1.xml"/></Relationships>
</file>

<file path=ppt/notesSlides/_rels/notesSlide4198.xml.rels><?xml version="1.0" encoding="UTF-8" standalone="yes"?>
<Relationships xmlns="http://schemas.openxmlformats.org/package/2006/relationships"><Relationship Id="rId2" Type="http://schemas.openxmlformats.org/officeDocument/2006/relationships/slide" Target="../slides/slide4364.xml"/><Relationship Id="rId1" Type="http://schemas.openxmlformats.org/officeDocument/2006/relationships/notesMaster" Target="../notesMasters/notesMaster1.xml"/></Relationships>
</file>

<file path=ppt/notesSlides/_rels/notesSlide4199.xml.rels><?xml version="1.0" encoding="UTF-8" standalone="yes"?>
<Relationships xmlns="http://schemas.openxmlformats.org/package/2006/relationships"><Relationship Id="rId2" Type="http://schemas.openxmlformats.org/officeDocument/2006/relationships/slide" Target="../slides/slide4365.xml"/><Relationship Id="rId1" Type="http://schemas.openxmlformats.org/officeDocument/2006/relationships/notesMaster" Target="../notesMasters/notesMaster1.xml"/></Relationships>
</file>

<file path=ppt/notesSlides/_rels/notesSlide4200.xml.rels><?xml version="1.0" encoding="UTF-8" standalone="yes"?>
<Relationships xmlns="http://schemas.openxmlformats.org/package/2006/relationships"><Relationship Id="rId2" Type="http://schemas.openxmlformats.org/officeDocument/2006/relationships/slide" Target="../slides/slide4366.xml"/><Relationship Id="rId1" Type="http://schemas.openxmlformats.org/officeDocument/2006/relationships/notesMaster" Target="../notesMasters/notesMaster1.xml"/></Relationships>
</file>

<file path=ppt/notesSlides/_rels/notesSlide4201.xml.rels><?xml version="1.0" encoding="UTF-8" standalone="yes"?>
<Relationships xmlns="http://schemas.openxmlformats.org/package/2006/relationships"><Relationship Id="rId2" Type="http://schemas.openxmlformats.org/officeDocument/2006/relationships/slide" Target="../slides/slide4367.xml"/><Relationship Id="rId1" Type="http://schemas.openxmlformats.org/officeDocument/2006/relationships/notesMaster" Target="../notesMasters/notesMaster1.xml"/></Relationships>
</file>

<file path=ppt/notesSlides/_rels/notesSlide4202.xml.rels><?xml version="1.0" encoding="UTF-8" standalone="yes"?>
<Relationships xmlns="http://schemas.openxmlformats.org/package/2006/relationships"><Relationship Id="rId2" Type="http://schemas.openxmlformats.org/officeDocument/2006/relationships/slide" Target="../slides/slide4368.xml"/><Relationship Id="rId1" Type="http://schemas.openxmlformats.org/officeDocument/2006/relationships/notesMaster" Target="../notesMasters/notesMaster1.xml"/></Relationships>
</file>

<file path=ppt/notesSlides/_rels/notesSlide4203.xml.rels><?xml version="1.0" encoding="UTF-8" standalone="yes"?>
<Relationships xmlns="http://schemas.openxmlformats.org/package/2006/relationships"><Relationship Id="rId2" Type="http://schemas.openxmlformats.org/officeDocument/2006/relationships/slide" Target="../slides/slide4369.xml"/><Relationship Id="rId1" Type="http://schemas.openxmlformats.org/officeDocument/2006/relationships/notesMaster" Target="../notesMasters/notesMaster1.xml"/></Relationships>
</file>

<file path=ppt/notesSlides/_rels/notesSlide4204.xml.rels><?xml version="1.0" encoding="UTF-8" standalone="yes"?>
<Relationships xmlns="http://schemas.openxmlformats.org/package/2006/relationships"><Relationship Id="rId2" Type="http://schemas.openxmlformats.org/officeDocument/2006/relationships/slide" Target="../slides/slide4370.xml"/><Relationship Id="rId1" Type="http://schemas.openxmlformats.org/officeDocument/2006/relationships/notesMaster" Target="../notesMasters/notesMaster1.xml"/></Relationships>
</file>

<file path=ppt/notesSlides/_rels/notesSlide4205.xml.rels><?xml version="1.0" encoding="UTF-8" standalone="yes"?>
<Relationships xmlns="http://schemas.openxmlformats.org/package/2006/relationships"><Relationship Id="rId2" Type="http://schemas.openxmlformats.org/officeDocument/2006/relationships/slide" Target="../slides/slide4371.xml"/><Relationship Id="rId1" Type="http://schemas.openxmlformats.org/officeDocument/2006/relationships/notesMaster" Target="../notesMasters/notesMaster1.xml"/></Relationships>
</file>

<file path=ppt/notesSlides/_rels/notesSlide4206.xml.rels><?xml version="1.0" encoding="UTF-8" standalone="yes"?>
<Relationships xmlns="http://schemas.openxmlformats.org/package/2006/relationships"><Relationship Id="rId2" Type="http://schemas.openxmlformats.org/officeDocument/2006/relationships/slide" Target="../slides/slide4372.xml"/><Relationship Id="rId1" Type="http://schemas.openxmlformats.org/officeDocument/2006/relationships/notesMaster" Target="../notesMasters/notesMaster1.xml"/></Relationships>
</file>

<file path=ppt/notesSlides/_rels/notesSlide4207.xml.rels><?xml version="1.0" encoding="UTF-8" standalone="yes"?>
<Relationships xmlns="http://schemas.openxmlformats.org/package/2006/relationships"><Relationship Id="rId2" Type="http://schemas.openxmlformats.org/officeDocument/2006/relationships/slide" Target="../slides/slide4373.xml"/><Relationship Id="rId1" Type="http://schemas.openxmlformats.org/officeDocument/2006/relationships/notesMaster" Target="../notesMasters/notesMaster1.xml"/></Relationships>
</file>

<file path=ppt/notesSlides/_rels/notesSlide4208.xml.rels><?xml version="1.0" encoding="UTF-8" standalone="yes"?>
<Relationships xmlns="http://schemas.openxmlformats.org/package/2006/relationships"><Relationship Id="rId2" Type="http://schemas.openxmlformats.org/officeDocument/2006/relationships/slide" Target="../slides/slide4374.xml"/><Relationship Id="rId1" Type="http://schemas.openxmlformats.org/officeDocument/2006/relationships/notesMaster" Target="../notesMasters/notesMaster1.xml"/></Relationships>
</file>

<file path=ppt/notesSlides/_rels/notesSlide4209.xml.rels><?xml version="1.0" encoding="UTF-8" standalone="yes"?>
<Relationships xmlns="http://schemas.openxmlformats.org/package/2006/relationships"><Relationship Id="rId2" Type="http://schemas.openxmlformats.org/officeDocument/2006/relationships/slide" Target="../slides/slide4375.xml"/><Relationship Id="rId1" Type="http://schemas.openxmlformats.org/officeDocument/2006/relationships/notesMaster" Target="../notesMasters/notesMaster1.xml"/></Relationships>
</file>

<file path=ppt/notesSlides/_rels/notesSlide4210.xml.rels><?xml version="1.0" encoding="UTF-8" standalone="yes"?>
<Relationships xmlns="http://schemas.openxmlformats.org/package/2006/relationships"><Relationship Id="rId2" Type="http://schemas.openxmlformats.org/officeDocument/2006/relationships/slide" Target="../slides/slide437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a:t>
            </a:fld>
            <a:endParaRPr lang="en-US" dirty="0"/>
          </a:p>
        </p:txBody>
      </p:sp>
    </p:spTree>
    <p:extLst>
      <p:ext uri="{BB962C8B-B14F-4D97-AF65-F5344CB8AC3E}">
        <p14:creationId xmlns:p14="http://schemas.microsoft.com/office/powerpoint/2010/main" val="35614360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a:t>
            </a:fld>
            <a:endParaRPr lang="en-US" dirty="0"/>
          </a:p>
        </p:txBody>
      </p:sp>
    </p:spTree>
    <p:extLst>
      <p:ext uri="{BB962C8B-B14F-4D97-AF65-F5344CB8AC3E}">
        <p14:creationId xmlns:p14="http://schemas.microsoft.com/office/powerpoint/2010/main" val="38771852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a:t>
            </a:fld>
            <a:endParaRPr lang="en-US" dirty="0"/>
          </a:p>
        </p:txBody>
      </p:sp>
    </p:spTree>
    <p:extLst>
      <p:ext uri="{BB962C8B-B14F-4D97-AF65-F5344CB8AC3E}">
        <p14:creationId xmlns:p14="http://schemas.microsoft.com/office/powerpoint/2010/main" val="217192921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a:t>
            </a:fld>
            <a:endParaRPr lang="en-US" dirty="0"/>
          </a:p>
        </p:txBody>
      </p:sp>
    </p:spTree>
    <p:extLst>
      <p:ext uri="{BB962C8B-B14F-4D97-AF65-F5344CB8AC3E}">
        <p14:creationId xmlns:p14="http://schemas.microsoft.com/office/powerpoint/2010/main" val="7659539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a:t>
            </a:fld>
            <a:endParaRPr lang="en-US" dirty="0"/>
          </a:p>
        </p:txBody>
      </p:sp>
    </p:spTree>
    <p:extLst>
      <p:ext uri="{BB962C8B-B14F-4D97-AF65-F5344CB8AC3E}">
        <p14:creationId xmlns:p14="http://schemas.microsoft.com/office/powerpoint/2010/main" val="272183430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a:t>
            </a:fld>
            <a:endParaRPr lang="en-US" dirty="0"/>
          </a:p>
        </p:txBody>
      </p:sp>
    </p:spTree>
    <p:extLst>
      <p:ext uri="{BB962C8B-B14F-4D97-AF65-F5344CB8AC3E}">
        <p14:creationId xmlns:p14="http://schemas.microsoft.com/office/powerpoint/2010/main" val="40977738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a:t>
            </a:fld>
            <a:endParaRPr lang="en-US" dirty="0"/>
          </a:p>
        </p:txBody>
      </p:sp>
    </p:spTree>
    <p:extLst>
      <p:ext uri="{BB962C8B-B14F-4D97-AF65-F5344CB8AC3E}">
        <p14:creationId xmlns:p14="http://schemas.microsoft.com/office/powerpoint/2010/main" val="41177868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a:t>
            </a:fld>
            <a:endParaRPr lang="en-US" dirty="0"/>
          </a:p>
        </p:txBody>
      </p:sp>
    </p:spTree>
    <p:extLst>
      <p:ext uri="{BB962C8B-B14F-4D97-AF65-F5344CB8AC3E}">
        <p14:creationId xmlns:p14="http://schemas.microsoft.com/office/powerpoint/2010/main" val="15935416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a:t>
            </a:fld>
            <a:endParaRPr lang="en-US" dirty="0"/>
          </a:p>
        </p:txBody>
      </p:sp>
    </p:spTree>
    <p:extLst>
      <p:ext uri="{BB962C8B-B14F-4D97-AF65-F5344CB8AC3E}">
        <p14:creationId xmlns:p14="http://schemas.microsoft.com/office/powerpoint/2010/main" val="41639868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a:t>
            </a:fld>
            <a:endParaRPr lang="en-US" dirty="0"/>
          </a:p>
        </p:txBody>
      </p:sp>
    </p:spTree>
    <p:extLst>
      <p:ext uri="{BB962C8B-B14F-4D97-AF65-F5344CB8AC3E}">
        <p14:creationId xmlns:p14="http://schemas.microsoft.com/office/powerpoint/2010/main" val="23358932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a:t>
            </a:fld>
            <a:endParaRPr lang="en-US" dirty="0"/>
          </a:p>
        </p:txBody>
      </p:sp>
    </p:spTree>
    <p:extLst>
      <p:ext uri="{BB962C8B-B14F-4D97-AF65-F5344CB8AC3E}">
        <p14:creationId xmlns:p14="http://schemas.microsoft.com/office/powerpoint/2010/main" val="132400061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a:t>
            </a:fld>
            <a:endParaRPr lang="en-US" dirty="0"/>
          </a:p>
        </p:txBody>
      </p:sp>
    </p:spTree>
    <p:extLst>
      <p:ext uri="{BB962C8B-B14F-4D97-AF65-F5344CB8AC3E}">
        <p14:creationId xmlns:p14="http://schemas.microsoft.com/office/powerpoint/2010/main" val="12064211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a:t>
            </a:fld>
            <a:endParaRPr lang="en-US" dirty="0"/>
          </a:p>
        </p:txBody>
      </p:sp>
    </p:spTree>
    <p:extLst>
      <p:ext uri="{BB962C8B-B14F-4D97-AF65-F5344CB8AC3E}">
        <p14:creationId xmlns:p14="http://schemas.microsoft.com/office/powerpoint/2010/main" val="80598346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a:t>
            </a:fld>
            <a:endParaRPr lang="en-US" dirty="0"/>
          </a:p>
        </p:txBody>
      </p:sp>
    </p:spTree>
    <p:extLst>
      <p:ext uri="{BB962C8B-B14F-4D97-AF65-F5344CB8AC3E}">
        <p14:creationId xmlns:p14="http://schemas.microsoft.com/office/powerpoint/2010/main" val="13093400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a:t>
            </a:fld>
            <a:endParaRPr lang="en-US" dirty="0"/>
          </a:p>
        </p:txBody>
      </p:sp>
    </p:spTree>
    <p:extLst>
      <p:ext uri="{BB962C8B-B14F-4D97-AF65-F5344CB8AC3E}">
        <p14:creationId xmlns:p14="http://schemas.microsoft.com/office/powerpoint/2010/main" val="14816098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a:t>
            </a:fld>
            <a:endParaRPr lang="en-US" dirty="0"/>
          </a:p>
        </p:txBody>
      </p:sp>
    </p:spTree>
    <p:extLst>
      <p:ext uri="{BB962C8B-B14F-4D97-AF65-F5344CB8AC3E}">
        <p14:creationId xmlns:p14="http://schemas.microsoft.com/office/powerpoint/2010/main" val="384870454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a:t>
            </a:fld>
            <a:endParaRPr lang="en-US" dirty="0"/>
          </a:p>
        </p:txBody>
      </p:sp>
    </p:spTree>
    <p:extLst>
      <p:ext uri="{BB962C8B-B14F-4D97-AF65-F5344CB8AC3E}">
        <p14:creationId xmlns:p14="http://schemas.microsoft.com/office/powerpoint/2010/main" val="14489308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a:t>
            </a:fld>
            <a:endParaRPr lang="en-US" dirty="0"/>
          </a:p>
        </p:txBody>
      </p:sp>
    </p:spTree>
    <p:extLst>
      <p:ext uri="{BB962C8B-B14F-4D97-AF65-F5344CB8AC3E}">
        <p14:creationId xmlns:p14="http://schemas.microsoft.com/office/powerpoint/2010/main" val="402279558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a:t>
            </a:fld>
            <a:endParaRPr lang="en-US" dirty="0"/>
          </a:p>
        </p:txBody>
      </p:sp>
    </p:spTree>
    <p:extLst>
      <p:ext uri="{BB962C8B-B14F-4D97-AF65-F5344CB8AC3E}">
        <p14:creationId xmlns:p14="http://schemas.microsoft.com/office/powerpoint/2010/main" val="213837663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a:t>
            </a:fld>
            <a:endParaRPr lang="en-US" dirty="0"/>
          </a:p>
        </p:txBody>
      </p:sp>
    </p:spTree>
    <p:extLst>
      <p:ext uri="{BB962C8B-B14F-4D97-AF65-F5344CB8AC3E}">
        <p14:creationId xmlns:p14="http://schemas.microsoft.com/office/powerpoint/2010/main" val="344433221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a:t>
            </a:fld>
            <a:endParaRPr lang="en-US" dirty="0"/>
          </a:p>
        </p:txBody>
      </p:sp>
    </p:spTree>
    <p:extLst>
      <p:ext uri="{BB962C8B-B14F-4D97-AF65-F5344CB8AC3E}">
        <p14:creationId xmlns:p14="http://schemas.microsoft.com/office/powerpoint/2010/main" val="21307325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a:t>
            </a:fld>
            <a:endParaRPr lang="en-US" dirty="0"/>
          </a:p>
        </p:txBody>
      </p:sp>
    </p:spTree>
    <p:extLst>
      <p:ext uri="{BB962C8B-B14F-4D97-AF65-F5344CB8AC3E}">
        <p14:creationId xmlns:p14="http://schemas.microsoft.com/office/powerpoint/2010/main" val="69765335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a:t>
            </a:fld>
            <a:endParaRPr lang="en-US" dirty="0"/>
          </a:p>
        </p:txBody>
      </p:sp>
    </p:spTree>
    <p:extLst>
      <p:ext uri="{BB962C8B-B14F-4D97-AF65-F5344CB8AC3E}">
        <p14:creationId xmlns:p14="http://schemas.microsoft.com/office/powerpoint/2010/main" val="17439540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a:t>
            </a:fld>
            <a:endParaRPr lang="en-US" dirty="0"/>
          </a:p>
        </p:txBody>
      </p:sp>
    </p:spTree>
    <p:extLst>
      <p:ext uri="{BB962C8B-B14F-4D97-AF65-F5344CB8AC3E}">
        <p14:creationId xmlns:p14="http://schemas.microsoft.com/office/powerpoint/2010/main" val="161996692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a:t>
            </a:fld>
            <a:endParaRPr lang="en-US" dirty="0"/>
          </a:p>
        </p:txBody>
      </p:sp>
    </p:spTree>
    <p:extLst>
      <p:ext uri="{BB962C8B-B14F-4D97-AF65-F5344CB8AC3E}">
        <p14:creationId xmlns:p14="http://schemas.microsoft.com/office/powerpoint/2010/main" val="147842986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a:t>
            </a:fld>
            <a:endParaRPr lang="en-US" dirty="0"/>
          </a:p>
        </p:txBody>
      </p:sp>
    </p:spTree>
    <p:extLst>
      <p:ext uri="{BB962C8B-B14F-4D97-AF65-F5344CB8AC3E}">
        <p14:creationId xmlns:p14="http://schemas.microsoft.com/office/powerpoint/2010/main" val="336309694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a:t>
            </a:fld>
            <a:endParaRPr lang="en-US" dirty="0"/>
          </a:p>
        </p:txBody>
      </p:sp>
    </p:spTree>
    <p:extLst>
      <p:ext uri="{BB962C8B-B14F-4D97-AF65-F5344CB8AC3E}">
        <p14:creationId xmlns:p14="http://schemas.microsoft.com/office/powerpoint/2010/main" val="307029197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a:t>
            </a:fld>
            <a:endParaRPr lang="en-US" dirty="0"/>
          </a:p>
        </p:txBody>
      </p:sp>
    </p:spTree>
    <p:extLst>
      <p:ext uri="{BB962C8B-B14F-4D97-AF65-F5344CB8AC3E}">
        <p14:creationId xmlns:p14="http://schemas.microsoft.com/office/powerpoint/2010/main" val="31591443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a:t>
            </a:fld>
            <a:endParaRPr lang="en-US" dirty="0"/>
          </a:p>
        </p:txBody>
      </p:sp>
    </p:spTree>
    <p:extLst>
      <p:ext uri="{BB962C8B-B14F-4D97-AF65-F5344CB8AC3E}">
        <p14:creationId xmlns:p14="http://schemas.microsoft.com/office/powerpoint/2010/main" val="421082430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a:t>
            </a:fld>
            <a:endParaRPr lang="en-US" dirty="0"/>
          </a:p>
        </p:txBody>
      </p:sp>
    </p:spTree>
    <p:extLst>
      <p:ext uri="{BB962C8B-B14F-4D97-AF65-F5344CB8AC3E}">
        <p14:creationId xmlns:p14="http://schemas.microsoft.com/office/powerpoint/2010/main" val="18542772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a:t>
            </a:fld>
            <a:endParaRPr lang="en-US" dirty="0"/>
          </a:p>
        </p:txBody>
      </p:sp>
    </p:spTree>
    <p:extLst>
      <p:ext uri="{BB962C8B-B14F-4D97-AF65-F5344CB8AC3E}">
        <p14:creationId xmlns:p14="http://schemas.microsoft.com/office/powerpoint/2010/main" val="38182757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a:t>
            </a:fld>
            <a:endParaRPr lang="en-US" dirty="0"/>
          </a:p>
        </p:txBody>
      </p:sp>
    </p:spTree>
    <p:extLst>
      <p:ext uri="{BB962C8B-B14F-4D97-AF65-F5344CB8AC3E}">
        <p14:creationId xmlns:p14="http://schemas.microsoft.com/office/powerpoint/2010/main" val="58809250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a:t>
            </a:fld>
            <a:endParaRPr lang="en-US" dirty="0"/>
          </a:p>
        </p:txBody>
      </p:sp>
    </p:spTree>
    <p:extLst>
      <p:ext uri="{BB962C8B-B14F-4D97-AF65-F5344CB8AC3E}">
        <p14:creationId xmlns:p14="http://schemas.microsoft.com/office/powerpoint/2010/main" val="131417795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a:t>
            </a:fld>
            <a:endParaRPr lang="en-US" dirty="0"/>
          </a:p>
        </p:txBody>
      </p:sp>
    </p:spTree>
    <p:extLst>
      <p:ext uri="{BB962C8B-B14F-4D97-AF65-F5344CB8AC3E}">
        <p14:creationId xmlns:p14="http://schemas.microsoft.com/office/powerpoint/2010/main" val="388965989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a:t>
            </a:fld>
            <a:endParaRPr lang="en-US" dirty="0"/>
          </a:p>
        </p:txBody>
      </p:sp>
    </p:spTree>
    <p:extLst>
      <p:ext uri="{BB962C8B-B14F-4D97-AF65-F5344CB8AC3E}">
        <p14:creationId xmlns:p14="http://schemas.microsoft.com/office/powerpoint/2010/main" val="34921036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a:t>
            </a:fld>
            <a:endParaRPr lang="en-US" dirty="0"/>
          </a:p>
        </p:txBody>
      </p:sp>
    </p:spTree>
    <p:extLst>
      <p:ext uri="{BB962C8B-B14F-4D97-AF65-F5344CB8AC3E}">
        <p14:creationId xmlns:p14="http://schemas.microsoft.com/office/powerpoint/2010/main" val="2450561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a:t>
            </a:fld>
            <a:endParaRPr lang="en-US" dirty="0"/>
          </a:p>
        </p:txBody>
      </p:sp>
    </p:spTree>
    <p:extLst>
      <p:ext uri="{BB962C8B-B14F-4D97-AF65-F5344CB8AC3E}">
        <p14:creationId xmlns:p14="http://schemas.microsoft.com/office/powerpoint/2010/main" val="281603817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a:t>
            </a:fld>
            <a:endParaRPr lang="en-US" dirty="0"/>
          </a:p>
        </p:txBody>
      </p:sp>
    </p:spTree>
    <p:extLst>
      <p:ext uri="{BB962C8B-B14F-4D97-AF65-F5344CB8AC3E}">
        <p14:creationId xmlns:p14="http://schemas.microsoft.com/office/powerpoint/2010/main" val="347816683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a:t>
            </a:fld>
            <a:endParaRPr lang="en-US" dirty="0"/>
          </a:p>
        </p:txBody>
      </p:sp>
    </p:spTree>
    <p:extLst>
      <p:ext uri="{BB962C8B-B14F-4D97-AF65-F5344CB8AC3E}">
        <p14:creationId xmlns:p14="http://schemas.microsoft.com/office/powerpoint/2010/main" val="141098156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a:t>
            </a:fld>
            <a:endParaRPr lang="en-US" dirty="0"/>
          </a:p>
        </p:txBody>
      </p:sp>
    </p:spTree>
    <p:extLst>
      <p:ext uri="{BB962C8B-B14F-4D97-AF65-F5344CB8AC3E}">
        <p14:creationId xmlns:p14="http://schemas.microsoft.com/office/powerpoint/2010/main" val="6726176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a:t>
            </a:fld>
            <a:endParaRPr lang="en-US" dirty="0"/>
          </a:p>
        </p:txBody>
      </p:sp>
    </p:spTree>
    <p:extLst>
      <p:ext uri="{BB962C8B-B14F-4D97-AF65-F5344CB8AC3E}">
        <p14:creationId xmlns:p14="http://schemas.microsoft.com/office/powerpoint/2010/main" val="395247437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a:t>
            </a:fld>
            <a:endParaRPr lang="en-US" dirty="0"/>
          </a:p>
        </p:txBody>
      </p:sp>
    </p:spTree>
    <p:extLst>
      <p:ext uri="{BB962C8B-B14F-4D97-AF65-F5344CB8AC3E}">
        <p14:creationId xmlns:p14="http://schemas.microsoft.com/office/powerpoint/2010/main" val="36821482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a:t>
            </a:fld>
            <a:endParaRPr lang="en-US" dirty="0"/>
          </a:p>
        </p:txBody>
      </p:sp>
    </p:spTree>
    <p:extLst>
      <p:ext uri="{BB962C8B-B14F-4D97-AF65-F5344CB8AC3E}">
        <p14:creationId xmlns:p14="http://schemas.microsoft.com/office/powerpoint/2010/main" val="342611674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a:t>
            </a:fld>
            <a:endParaRPr lang="en-US" dirty="0"/>
          </a:p>
        </p:txBody>
      </p:sp>
    </p:spTree>
    <p:extLst>
      <p:ext uri="{BB962C8B-B14F-4D97-AF65-F5344CB8AC3E}">
        <p14:creationId xmlns:p14="http://schemas.microsoft.com/office/powerpoint/2010/main" val="35710295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a:t>
            </a:fld>
            <a:endParaRPr lang="en-US" dirty="0"/>
          </a:p>
        </p:txBody>
      </p:sp>
    </p:spTree>
    <p:extLst>
      <p:ext uri="{BB962C8B-B14F-4D97-AF65-F5344CB8AC3E}">
        <p14:creationId xmlns:p14="http://schemas.microsoft.com/office/powerpoint/2010/main" val="292006062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a:t>
            </a:fld>
            <a:endParaRPr lang="en-US" dirty="0"/>
          </a:p>
        </p:txBody>
      </p:sp>
    </p:spTree>
    <p:extLst>
      <p:ext uri="{BB962C8B-B14F-4D97-AF65-F5344CB8AC3E}">
        <p14:creationId xmlns:p14="http://schemas.microsoft.com/office/powerpoint/2010/main" val="413891655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a:t>
            </a:fld>
            <a:endParaRPr lang="en-US" dirty="0"/>
          </a:p>
        </p:txBody>
      </p:sp>
    </p:spTree>
    <p:extLst>
      <p:ext uri="{BB962C8B-B14F-4D97-AF65-F5344CB8AC3E}">
        <p14:creationId xmlns:p14="http://schemas.microsoft.com/office/powerpoint/2010/main" val="331172287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a:t>
            </a:fld>
            <a:endParaRPr lang="en-US" dirty="0"/>
          </a:p>
        </p:txBody>
      </p:sp>
    </p:spTree>
    <p:extLst>
      <p:ext uri="{BB962C8B-B14F-4D97-AF65-F5344CB8AC3E}">
        <p14:creationId xmlns:p14="http://schemas.microsoft.com/office/powerpoint/2010/main" val="159300267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a:t>
            </a:fld>
            <a:endParaRPr lang="en-US" dirty="0"/>
          </a:p>
        </p:txBody>
      </p:sp>
    </p:spTree>
    <p:extLst>
      <p:ext uri="{BB962C8B-B14F-4D97-AF65-F5344CB8AC3E}">
        <p14:creationId xmlns:p14="http://schemas.microsoft.com/office/powerpoint/2010/main" val="205912136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a:t>
            </a:fld>
            <a:endParaRPr lang="en-US" dirty="0"/>
          </a:p>
        </p:txBody>
      </p:sp>
    </p:spTree>
    <p:extLst>
      <p:ext uri="{BB962C8B-B14F-4D97-AF65-F5344CB8AC3E}">
        <p14:creationId xmlns:p14="http://schemas.microsoft.com/office/powerpoint/2010/main" val="390106241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a:t>
            </a:fld>
            <a:endParaRPr lang="en-US" dirty="0"/>
          </a:p>
        </p:txBody>
      </p:sp>
    </p:spTree>
    <p:extLst>
      <p:ext uri="{BB962C8B-B14F-4D97-AF65-F5344CB8AC3E}">
        <p14:creationId xmlns:p14="http://schemas.microsoft.com/office/powerpoint/2010/main" val="107352947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a:t>
            </a:fld>
            <a:endParaRPr lang="en-US" dirty="0"/>
          </a:p>
        </p:txBody>
      </p:sp>
    </p:spTree>
    <p:extLst>
      <p:ext uri="{BB962C8B-B14F-4D97-AF65-F5344CB8AC3E}">
        <p14:creationId xmlns:p14="http://schemas.microsoft.com/office/powerpoint/2010/main" val="389127634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a:t>
            </a:fld>
            <a:endParaRPr lang="en-US" dirty="0"/>
          </a:p>
        </p:txBody>
      </p:sp>
    </p:spTree>
    <p:extLst>
      <p:ext uri="{BB962C8B-B14F-4D97-AF65-F5344CB8AC3E}">
        <p14:creationId xmlns:p14="http://schemas.microsoft.com/office/powerpoint/2010/main" val="116164473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a:t>
            </a:fld>
            <a:endParaRPr lang="en-US" dirty="0"/>
          </a:p>
        </p:txBody>
      </p:sp>
    </p:spTree>
    <p:extLst>
      <p:ext uri="{BB962C8B-B14F-4D97-AF65-F5344CB8AC3E}">
        <p14:creationId xmlns:p14="http://schemas.microsoft.com/office/powerpoint/2010/main" val="147813500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a:t>
            </a:fld>
            <a:endParaRPr lang="en-US" dirty="0"/>
          </a:p>
        </p:txBody>
      </p:sp>
    </p:spTree>
    <p:extLst>
      <p:ext uri="{BB962C8B-B14F-4D97-AF65-F5344CB8AC3E}">
        <p14:creationId xmlns:p14="http://schemas.microsoft.com/office/powerpoint/2010/main" val="60166141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a:t>
            </a:fld>
            <a:endParaRPr lang="en-US" dirty="0"/>
          </a:p>
        </p:txBody>
      </p:sp>
    </p:spTree>
    <p:extLst>
      <p:ext uri="{BB962C8B-B14F-4D97-AF65-F5344CB8AC3E}">
        <p14:creationId xmlns:p14="http://schemas.microsoft.com/office/powerpoint/2010/main" val="133235409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a:t>
            </a:fld>
            <a:endParaRPr lang="en-US" dirty="0"/>
          </a:p>
        </p:txBody>
      </p:sp>
    </p:spTree>
    <p:extLst>
      <p:ext uri="{BB962C8B-B14F-4D97-AF65-F5344CB8AC3E}">
        <p14:creationId xmlns:p14="http://schemas.microsoft.com/office/powerpoint/2010/main" val="153880643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a:t>
            </a:fld>
            <a:endParaRPr lang="en-US" dirty="0"/>
          </a:p>
        </p:txBody>
      </p:sp>
    </p:spTree>
    <p:extLst>
      <p:ext uri="{BB962C8B-B14F-4D97-AF65-F5344CB8AC3E}">
        <p14:creationId xmlns:p14="http://schemas.microsoft.com/office/powerpoint/2010/main" val="233393702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a:t>
            </a:fld>
            <a:endParaRPr lang="en-US" dirty="0"/>
          </a:p>
        </p:txBody>
      </p:sp>
    </p:spTree>
    <p:extLst>
      <p:ext uri="{BB962C8B-B14F-4D97-AF65-F5344CB8AC3E}">
        <p14:creationId xmlns:p14="http://schemas.microsoft.com/office/powerpoint/2010/main" val="103322096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a:t>
            </a:fld>
            <a:endParaRPr lang="en-US" dirty="0"/>
          </a:p>
        </p:txBody>
      </p:sp>
    </p:spTree>
    <p:extLst>
      <p:ext uri="{BB962C8B-B14F-4D97-AF65-F5344CB8AC3E}">
        <p14:creationId xmlns:p14="http://schemas.microsoft.com/office/powerpoint/2010/main" val="217007083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a:t>
            </a:fld>
            <a:endParaRPr lang="en-US" dirty="0"/>
          </a:p>
        </p:txBody>
      </p:sp>
    </p:spTree>
    <p:extLst>
      <p:ext uri="{BB962C8B-B14F-4D97-AF65-F5344CB8AC3E}">
        <p14:creationId xmlns:p14="http://schemas.microsoft.com/office/powerpoint/2010/main" val="179562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a:t>
            </a:fld>
            <a:endParaRPr lang="en-US" dirty="0"/>
          </a:p>
        </p:txBody>
      </p:sp>
    </p:spTree>
    <p:extLst>
      <p:ext uri="{BB962C8B-B14F-4D97-AF65-F5344CB8AC3E}">
        <p14:creationId xmlns:p14="http://schemas.microsoft.com/office/powerpoint/2010/main" val="305186647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a:t>
            </a:fld>
            <a:endParaRPr lang="en-US" dirty="0"/>
          </a:p>
        </p:txBody>
      </p:sp>
    </p:spTree>
    <p:extLst>
      <p:ext uri="{BB962C8B-B14F-4D97-AF65-F5344CB8AC3E}">
        <p14:creationId xmlns:p14="http://schemas.microsoft.com/office/powerpoint/2010/main" val="61431644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a:t>
            </a:fld>
            <a:endParaRPr lang="en-US" dirty="0"/>
          </a:p>
        </p:txBody>
      </p:sp>
    </p:spTree>
    <p:extLst>
      <p:ext uri="{BB962C8B-B14F-4D97-AF65-F5344CB8AC3E}">
        <p14:creationId xmlns:p14="http://schemas.microsoft.com/office/powerpoint/2010/main" val="34516160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a:t>
            </a:fld>
            <a:endParaRPr lang="en-US" dirty="0"/>
          </a:p>
        </p:txBody>
      </p:sp>
    </p:spTree>
    <p:extLst>
      <p:ext uri="{BB962C8B-B14F-4D97-AF65-F5344CB8AC3E}">
        <p14:creationId xmlns:p14="http://schemas.microsoft.com/office/powerpoint/2010/main" val="86248065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a:t>
            </a:fld>
            <a:endParaRPr lang="en-US" dirty="0"/>
          </a:p>
        </p:txBody>
      </p:sp>
    </p:spTree>
    <p:extLst>
      <p:ext uri="{BB962C8B-B14F-4D97-AF65-F5344CB8AC3E}">
        <p14:creationId xmlns:p14="http://schemas.microsoft.com/office/powerpoint/2010/main" val="196121692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a:t>
            </a:fld>
            <a:endParaRPr lang="en-US" dirty="0"/>
          </a:p>
        </p:txBody>
      </p:sp>
    </p:spTree>
    <p:extLst>
      <p:ext uri="{BB962C8B-B14F-4D97-AF65-F5344CB8AC3E}">
        <p14:creationId xmlns:p14="http://schemas.microsoft.com/office/powerpoint/2010/main" val="142564275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a:t>
            </a:fld>
            <a:endParaRPr lang="en-US" dirty="0"/>
          </a:p>
        </p:txBody>
      </p:sp>
    </p:spTree>
    <p:extLst>
      <p:ext uri="{BB962C8B-B14F-4D97-AF65-F5344CB8AC3E}">
        <p14:creationId xmlns:p14="http://schemas.microsoft.com/office/powerpoint/2010/main" val="56315140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a:t>
            </a:fld>
            <a:endParaRPr lang="en-US" dirty="0"/>
          </a:p>
        </p:txBody>
      </p:sp>
    </p:spTree>
    <p:extLst>
      <p:ext uri="{BB962C8B-B14F-4D97-AF65-F5344CB8AC3E}">
        <p14:creationId xmlns:p14="http://schemas.microsoft.com/office/powerpoint/2010/main" val="406754561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a:t>
            </a:fld>
            <a:endParaRPr lang="en-US" dirty="0"/>
          </a:p>
        </p:txBody>
      </p:sp>
    </p:spTree>
    <p:extLst>
      <p:ext uri="{BB962C8B-B14F-4D97-AF65-F5344CB8AC3E}">
        <p14:creationId xmlns:p14="http://schemas.microsoft.com/office/powerpoint/2010/main" val="127867107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a:t>
            </a:fld>
            <a:endParaRPr lang="en-US" dirty="0"/>
          </a:p>
        </p:txBody>
      </p:sp>
    </p:spTree>
    <p:extLst>
      <p:ext uri="{BB962C8B-B14F-4D97-AF65-F5344CB8AC3E}">
        <p14:creationId xmlns:p14="http://schemas.microsoft.com/office/powerpoint/2010/main" val="405759501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a:t>
            </a:fld>
            <a:endParaRPr lang="en-US" dirty="0"/>
          </a:p>
        </p:txBody>
      </p:sp>
    </p:spTree>
    <p:extLst>
      <p:ext uri="{BB962C8B-B14F-4D97-AF65-F5344CB8AC3E}">
        <p14:creationId xmlns:p14="http://schemas.microsoft.com/office/powerpoint/2010/main" val="293172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a:t>
            </a:fld>
            <a:endParaRPr lang="en-US" dirty="0"/>
          </a:p>
        </p:txBody>
      </p:sp>
    </p:spTree>
    <p:extLst>
      <p:ext uri="{BB962C8B-B14F-4D97-AF65-F5344CB8AC3E}">
        <p14:creationId xmlns:p14="http://schemas.microsoft.com/office/powerpoint/2010/main" val="138798397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a:t>
            </a:fld>
            <a:endParaRPr lang="en-US" dirty="0"/>
          </a:p>
        </p:txBody>
      </p:sp>
    </p:spTree>
    <p:extLst>
      <p:ext uri="{BB962C8B-B14F-4D97-AF65-F5344CB8AC3E}">
        <p14:creationId xmlns:p14="http://schemas.microsoft.com/office/powerpoint/2010/main" val="91864494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a:t>
            </a:fld>
            <a:endParaRPr lang="en-US" dirty="0"/>
          </a:p>
        </p:txBody>
      </p:sp>
    </p:spTree>
    <p:extLst>
      <p:ext uri="{BB962C8B-B14F-4D97-AF65-F5344CB8AC3E}">
        <p14:creationId xmlns:p14="http://schemas.microsoft.com/office/powerpoint/2010/main" val="19705309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a:t>
            </a:fld>
            <a:endParaRPr lang="en-US" dirty="0"/>
          </a:p>
        </p:txBody>
      </p:sp>
    </p:spTree>
    <p:extLst>
      <p:ext uri="{BB962C8B-B14F-4D97-AF65-F5344CB8AC3E}">
        <p14:creationId xmlns:p14="http://schemas.microsoft.com/office/powerpoint/2010/main" val="294197847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a:t>
            </a:fld>
            <a:endParaRPr lang="en-US" dirty="0"/>
          </a:p>
        </p:txBody>
      </p:sp>
    </p:spTree>
    <p:extLst>
      <p:ext uri="{BB962C8B-B14F-4D97-AF65-F5344CB8AC3E}">
        <p14:creationId xmlns:p14="http://schemas.microsoft.com/office/powerpoint/2010/main" val="66836250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a:t>
            </a:fld>
            <a:endParaRPr lang="en-US" dirty="0"/>
          </a:p>
        </p:txBody>
      </p:sp>
    </p:spTree>
    <p:extLst>
      <p:ext uri="{BB962C8B-B14F-4D97-AF65-F5344CB8AC3E}">
        <p14:creationId xmlns:p14="http://schemas.microsoft.com/office/powerpoint/2010/main" val="111987623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a:t>
            </a:fld>
            <a:endParaRPr lang="en-US" dirty="0"/>
          </a:p>
        </p:txBody>
      </p:sp>
    </p:spTree>
    <p:extLst>
      <p:ext uri="{BB962C8B-B14F-4D97-AF65-F5344CB8AC3E}">
        <p14:creationId xmlns:p14="http://schemas.microsoft.com/office/powerpoint/2010/main" val="235754535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a:t>
            </a:fld>
            <a:endParaRPr lang="en-US" dirty="0"/>
          </a:p>
        </p:txBody>
      </p:sp>
    </p:spTree>
    <p:extLst>
      <p:ext uri="{BB962C8B-B14F-4D97-AF65-F5344CB8AC3E}">
        <p14:creationId xmlns:p14="http://schemas.microsoft.com/office/powerpoint/2010/main" val="410621457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a:t>
            </a:fld>
            <a:endParaRPr lang="en-US" dirty="0"/>
          </a:p>
        </p:txBody>
      </p:sp>
    </p:spTree>
    <p:extLst>
      <p:ext uri="{BB962C8B-B14F-4D97-AF65-F5344CB8AC3E}">
        <p14:creationId xmlns:p14="http://schemas.microsoft.com/office/powerpoint/2010/main" val="168268649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a:t>
            </a:fld>
            <a:endParaRPr lang="en-US" dirty="0"/>
          </a:p>
        </p:txBody>
      </p:sp>
    </p:spTree>
    <p:extLst>
      <p:ext uri="{BB962C8B-B14F-4D97-AF65-F5344CB8AC3E}">
        <p14:creationId xmlns:p14="http://schemas.microsoft.com/office/powerpoint/2010/main" val="353104321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a:t>
            </a:fld>
            <a:endParaRPr lang="en-US" dirty="0"/>
          </a:p>
        </p:txBody>
      </p:sp>
    </p:spTree>
    <p:extLst>
      <p:ext uri="{BB962C8B-B14F-4D97-AF65-F5344CB8AC3E}">
        <p14:creationId xmlns:p14="http://schemas.microsoft.com/office/powerpoint/2010/main" val="187289967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a:t>
            </a:fld>
            <a:endParaRPr lang="en-US" dirty="0"/>
          </a:p>
        </p:txBody>
      </p:sp>
    </p:spTree>
    <p:extLst>
      <p:ext uri="{BB962C8B-B14F-4D97-AF65-F5344CB8AC3E}">
        <p14:creationId xmlns:p14="http://schemas.microsoft.com/office/powerpoint/2010/main" val="48280390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a:t>
            </a:fld>
            <a:endParaRPr lang="en-US" dirty="0"/>
          </a:p>
        </p:txBody>
      </p:sp>
    </p:spTree>
    <p:extLst>
      <p:ext uri="{BB962C8B-B14F-4D97-AF65-F5344CB8AC3E}">
        <p14:creationId xmlns:p14="http://schemas.microsoft.com/office/powerpoint/2010/main" val="211575627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a:t>
            </a:fld>
            <a:endParaRPr lang="en-US" dirty="0"/>
          </a:p>
        </p:txBody>
      </p:sp>
    </p:spTree>
    <p:extLst>
      <p:ext uri="{BB962C8B-B14F-4D97-AF65-F5344CB8AC3E}">
        <p14:creationId xmlns:p14="http://schemas.microsoft.com/office/powerpoint/2010/main" val="100965114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a:t>
            </a:fld>
            <a:endParaRPr lang="en-US" dirty="0"/>
          </a:p>
        </p:txBody>
      </p:sp>
    </p:spTree>
    <p:extLst>
      <p:ext uri="{BB962C8B-B14F-4D97-AF65-F5344CB8AC3E}">
        <p14:creationId xmlns:p14="http://schemas.microsoft.com/office/powerpoint/2010/main" val="374897933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a:t>
            </a:fld>
            <a:endParaRPr lang="en-US" dirty="0"/>
          </a:p>
        </p:txBody>
      </p:sp>
    </p:spTree>
    <p:extLst>
      <p:ext uri="{BB962C8B-B14F-4D97-AF65-F5344CB8AC3E}">
        <p14:creationId xmlns:p14="http://schemas.microsoft.com/office/powerpoint/2010/main" val="103076945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a:t>
            </a:fld>
            <a:endParaRPr lang="en-US" dirty="0"/>
          </a:p>
        </p:txBody>
      </p:sp>
    </p:spTree>
    <p:extLst>
      <p:ext uri="{BB962C8B-B14F-4D97-AF65-F5344CB8AC3E}">
        <p14:creationId xmlns:p14="http://schemas.microsoft.com/office/powerpoint/2010/main" val="348757922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a:t>
            </a:fld>
            <a:endParaRPr lang="en-US" dirty="0"/>
          </a:p>
        </p:txBody>
      </p:sp>
    </p:spTree>
    <p:extLst>
      <p:ext uri="{BB962C8B-B14F-4D97-AF65-F5344CB8AC3E}">
        <p14:creationId xmlns:p14="http://schemas.microsoft.com/office/powerpoint/2010/main" val="250829983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a:t>
            </a:fld>
            <a:endParaRPr lang="en-US" dirty="0"/>
          </a:p>
        </p:txBody>
      </p:sp>
    </p:spTree>
    <p:extLst>
      <p:ext uri="{BB962C8B-B14F-4D97-AF65-F5344CB8AC3E}">
        <p14:creationId xmlns:p14="http://schemas.microsoft.com/office/powerpoint/2010/main" val="39870694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a:t>
            </a:fld>
            <a:endParaRPr lang="en-US" dirty="0"/>
          </a:p>
        </p:txBody>
      </p:sp>
    </p:spTree>
    <p:extLst>
      <p:ext uri="{BB962C8B-B14F-4D97-AF65-F5344CB8AC3E}">
        <p14:creationId xmlns:p14="http://schemas.microsoft.com/office/powerpoint/2010/main" val="2330621205"/>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a:t>
            </a:fld>
            <a:endParaRPr lang="en-US" dirty="0"/>
          </a:p>
        </p:txBody>
      </p:sp>
    </p:spTree>
    <p:extLst>
      <p:ext uri="{BB962C8B-B14F-4D97-AF65-F5344CB8AC3E}">
        <p14:creationId xmlns:p14="http://schemas.microsoft.com/office/powerpoint/2010/main" val="201565007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a:t>
            </a:fld>
            <a:endParaRPr lang="en-US" dirty="0"/>
          </a:p>
        </p:txBody>
      </p:sp>
    </p:spTree>
    <p:extLst>
      <p:ext uri="{BB962C8B-B14F-4D97-AF65-F5344CB8AC3E}">
        <p14:creationId xmlns:p14="http://schemas.microsoft.com/office/powerpoint/2010/main" val="59313942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a:t>
            </a:fld>
            <a:endParaRPr lang="en-US" dirty="0"/>
          </a:p>
        </p:txBody>
      </p:sp>
    </p:spTree>
    <p:extLst>
      <p:ext uri="{BB962C8B-B14F-4D97-AF65-F5344CB8AC3E}">
        <p14:creationId xmlns:p14="http://schemas.microsoft.com/office/powerpoint/2010/main" val="250941428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a:t>
            </a:fld>
            <a:endParaRPr lang="en-US" dirty="0"/>
          </a:p>
        </p:txBody>
      </p:sp>
    </p:spTree>
    <p:extLst>
      <p:ext uri="{BB962C8B-B14F-4D97-AF65-F5344CB8AC3E}">
        <p14:creationId xmlns:p14="http://schemas.microsoft.com/office/powerpoint/2010/main" val="427264967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a:t>
            </a:fld>
            <a:endParaRPr lang="en-US" dirty="0"/>
          </a:p>
        </p:txBody>
      </p:sp>
    </p:spTree>
    <p:extLst>
      <p:ext uri="{BB962C8B-B14F-4D97-AF65-F5344CB8AC3E}">
        <p14:creationId xmlns:p14="http://schemas.microsoft.com/office/powerpoint/2010/main" val="28901511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a:t>
            </a:fld>
            <a:endParaRPr lang="en-US" dirty="0"/>
          </a:p>
        </p:txBody>
      </p:sp>
    </p:spTree>
    <p:extLst>
      <p:ext uri="{BB962C8B-B14F-4D97-AF65-F5344CB8AC3E}">
        <p14:creationId xmlns:p14="http://schemas.microsoft.com/office/powerpoint/2010/main" val="25514890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a:t>
            </a:fld>
            <a:endParaRPr lang="en-US" dirty="0"/>
          </a:p>
        </p:txBody>
      </p:sp>
    </p:spTree>
    <p:extLst>
      <p:ext uri="{BB962C8B-B14F-4D97-AF65-F5344CB8AC3E}">
        <p14:creationId xmlns:p14="http://schemas.microsoft.com/office/powerpoint/2010/main" val="303385745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a:t>
            </a:fld>
            <a:endParaRPr lang="en-US" dirty="0"/>
          </a:p>
        </p:txBody>
      </p:sp>
    </p:spTree>
    <p:extLst>
      <p:ext uri="{BB962C8B-B14F-4D97-AF65-F5344CB8AC3E}">
        <p14:creationId xmlns:p14="http://schemas.microsoft.com/office/powerpoint/2010/main" val="425838465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a:t>
            </a:fld>
            <a:endParaRPr lang="en-US" dirty="0"/>
          </a:p>
        </p:txBody>
      </p:sp>
    </p:spTree>
    <p:extLst>
      <p:ext uri="{BB962C8B-B14F-4D97-AF65-F5344CB8AC3E}">
        <p14:creationId xmlns:p14="http://schemas.microsoft.com/office/powerpoint/2010/main" val="30344406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a:t>
            </a:fld>
            <a:endParaRPr lang="en-US" dirty="0"/>
          </a:p>
        </p:txBody>
      </p:sp>
    </p:spTree>
    <p:extLst>
      <p:ext uri="{BB962C8B-B14F-4D97-AF65-F5344CB8AC3E}">
        <p14:creationId xmlns:p14="http://schemas.microsoft.com/office/powerpoint/2010/main" val="151676192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a:t>
            </a:fld>
            <a:endParaRPr lang="en-US" dirty="0"/>
          </a:p>
        </p:txBody>
      </p:sp>
    </p:spTree>
    <p:extLst>
      <p:ext uri="{BB962C8B-B14F-4D97-AF65-F5344CB8AC3E}">
        <p14:creationId xmlns:p14="http://schemas.microsoft.com/office/powerpoint/2010/main" val="359786679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a:t>
            </a:fld>
            <a:endParaRPr lang="en-US" dirty="0"/>
          </a:p>
        </p:txBody>
      </p:sp>
    </p:spTree>
    <p:extLst>
      <p:ext uri="{BB962C8B-B14F-4D97-AF65-F5344CB8AC3E}">
        <p14:creationId xmlns:p14="http://schemas.microsoft.com/office/powerpoint/2010/main" val="259254629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a:t>
            </a:fld>
            <a:endParaRPr lang="en-US" dirty="0"/>
          </a:p>
        </p:txBody>
      </p:sp>
    </p:spTree>
    <p:extLst>
      <p:ext uri="{BB962C8B-B14F-4D97-AF65-F5344CB8AC3E}">
        <p14:creationId xmlns:p14="http://schemas.microsoft.com/office/powerpoint/2010/main" val="344929205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a:t>
            </a:fld>
            <a:endParaRPr lang="en-US" dirty="0"/>
          </a:p>
        </p:txBody>
      </p:sp>
    </p:spTree>
    <p:extLst>
      <p:ext uri="{BB962C8B-B14F-4D97-AF65-F5344CB8AC3E}">
        <p14:creationId xmlns:p14="http://schemas.microsoft.com/office/powerpoint/2010/main" val="331834165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a:t>
            </a:fld>
            <a:endParaRPr lang="en-US" dirty="0"/>
          </a:p>
        </p:txBody>
      </p:sp>
    </p:spTree>
    <p:extLst>
      <p:ext uri="{BB962C8B-B14F-4D97-AF65-F5344CB8AC3E}">
        <p14:creationId xmlns:p14="http://schemas.microsoft.com/office/powerpoint/2010/main" val="377091305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a:t>
            </a:fld>
            <a:endParaRPr lang="en-US" dirty="0"/>
          </a:p>
        </p:txBody>
      </p:sp>
    </p:spTree>
    <p:extLst>
      <p:ext uri="{BB962C8B-B14F-4D97-AF65-F5344CB8AC3E}">
        <p14:creationId xmlns:p14="http://schemas.microsoft.com/office/powerpoint/2010/main" val="21823195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a:t>
            </a:fld>
            <a:endParaRPr lang="en-US" dirty="0"/>
          </a:p>
        </p:txBody>
      </p:sp>
    </p:spTree>
    <p:extLst>
      <p:ext uri="{BB962C8B-B14F-4D97-AF65-F5344CB8AC3E}">
        <p14:creationId xmlns:p14="http://schemas.microsoft.com/office/powerpoint/2010/main" val="147122903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a:t>
            </a:fld>
            <a:endParaRPr lang="en-US" dirty="0"/>
          </a:p>
        </p:txBody>
      </p:sp>
    </p:spTree>
    <p:extLst>
      <p:ext uri="{BB962C8B-B14F-4D97-AF65-F5344CB8AC3E}">
        <p14:creationId xmlns:p14="http://schemas.microsoft.com/office/powerpoint/2010/main" val="244705680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a:t>
            </a:fld>
            <a:endParaRPr lang="en-US" dirty="0"/>
          </a:p>
        </p:txBody>
      </p:sp>
    </p:spTree>
    <p:extLst>
      <p:ext uri="{BB962C8B-B14F-4D97-AF65-F5344CB8AC3E}">
        <p14:creationId xmlns:p14="http://schemas.microsoft.com/office/powerpoint/2010/main" val="417486233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a:t>
            </a:fld>
            <a:endParaRPr lang="en-US" dirty="0"/>
          </a:p>
        </p:txBody>
      </p:sp>
    </p:spTree>
    <p:extLst>
      <p:ext uri="{BB962C8B-B14F-4D97-AF65-F5344CB8AC3E}">
        <p14:creationId xmlns:p14="http://schemas.microsoft.com/office/powerpoint/2010/main" val="360271642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a:t>
            </a:fld>
            <a:endParaRPr lang="en-US" dirty="0"/>
          </a:p>
        </p:txBody>
      </p:sp>
    </p:spTree>
    <p:extLst>
      <p:ext uri="{BB962C8B-B14F-4D97-AF65-F5344CB8AC3E}">
        <p14:creationId xmlns:p14="http://schemas.microsoft.com/office/powerpoint/2010/main" val="352922359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a:t>
            </a:fld>
            <a:endParaRPr lang="en-US" dirty="0"/>
          </a:p>
        </p:txBody>
      </p:sp>
    </p:spTree>
    <p:extLst>
      <p:ext uri="{BB962C8B-B14F-4D97-AF65-F5344CB8AC3E}">
        <p14:creationId xmlns:p14="http://schemas.microsoft.com/office/powerpoint/2010/main" val="283426309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a:t>
            </a:fld>
            <a:endParaRPr lang="en-US" dirty="0"/>
          </a:p>
        </p:txBody>
      </p:sp>
    </p:spTree>
    <p:extLst>
      <p:ext uri="{BB962C8B-B14F-4D97-AF65-F5344CB8AC3E}">
        <p14:creationId xmlns:p14="http://schemas.microsoft.com/office/powerpoint/2010/main" val="234100606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a:t>
            </a:fld>
            <a:endParaRPr lang="en-US" dirty="0"/>
          </a:p>
        </p:txBody>
      </p:sp>
    </p:spTree>
    <p:extLst>
      <p:ext uri="{BB962C8B-B14F-4D97-AF65-F5344CB8AC3E}">
        <p14:creationId xmlns:p14="http://schemas.microsoft.com/office/powerpoint/2010/main" val="357738032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a:t>
            </a:fld>
            <a:endParaRPr lang="en-US" dirty="0"/>
          </a:p>
        </p:txBody>
      </p:sp>
    </p:spTree>
    <p:extLst>
      <p:ext uri="{BB962C8B-B14F-4D97-AF65-F5344CB8AC3E}">
        <p14:creationId xmlns:p14="http://schemas.microsoft.com/office/powerpoint/2010/main" val="429011277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a:t>
            </a:fld>
            <a:endParaRPr lang="en-US" dirty="0"/>
          </a:p>
        </p:txBody>
      </p:sp>
    </p:spTree>
    <p:extLst>
      <p:ext uri="{BB962C8B-B14F-4D97-AF65-F5344CB8AC3E}">
        <p14:creationId xmlns:p14="http://schemas.microsoft.com/office/powerpoint/2010/main" val="208717186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a:t>
            </a:fld>
            <a:endParaRPr lang="en-US" dirty="0"/>
          </a:p>
        </p:txBody>
      </p:sp>
    </p:spTree>
    <p:extLst>
      <p:ext uri="{BB962C8B-B14F-4D97-AF65-F5344CB8AC3E}">
        <p14:creationId xmlns:p14="http://schemas.microsoft.com/office/powerpoint/2010/main" val="139873436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a:t>
            </a:fld>
            <a:endParaRPr lang="en-US" dirty="0"/>
          </a:p>
        </p:txBody>
      </p:sp>
    </p:spTree>
    <p:extLst>
      <p:ext uri="{BB962C8B-B14F-4D97-AF65-F5344CB8AC3E}">
        <p14:creationId xmlns:p14="http://schemas.microsoft.com/office/powerpoint/2010/main" val="72817016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a:t>
            </a:fld>
            <a:endParaRPr lang="en-US" dirty="0"/>
          </a:p>
        </p:txBody>
      </p:sp>
    </p:spTree>
    <p:extLst>
      <p:ext uri="{BB962C8B-B14F-4D97-AF65-F5344CB8AC3E}">
        <p14:creationId xmlns:p14="http://schemas.microsoft.com/office/powerpoint/2010/main" val="1184581844"/>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a:t>
            </a:fld>
            <a:endParaRPr lang="en-US" dirty="0"/>
          </a:p>
        </p:txBody>
      </p:sp>
    </p:spTree>
    <p:extLst>
      <p:ext uri="{BB962C8B-B14F-4D97-AF65-F5344CB8AC3E}">
        <p14:creationId xmlns:p14="http://schemas.microsoft.com/office/powerpoint/2010/main" val="1278714330"/>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a:t>
            </a:fld>
            <a:endParaRPr lang="en-US" dirty="0"/>
          </a:p>
        </p:txBody>
      </p:sp>
    </p:spTree>
    <p:extLst>
      <p:ext uri="{BB962C8B-B14F-4D97-AF65-F5344CB8AC3E}">
        <p14:creationId xmlns:p14="http://schemas.microsoft.com/office/powerpoint/2010/main" val="308700621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a:t>
            </a:fld>
            <a:endParaRPr lang="en-US" dirty="0"/>
          </a:p>
        </p:txBody>
      </p:sp>
    </p:spTree>
    <p:extLst>
      <p:ext uri="{BB962C8B-B14F-4D97-AF65-F5344CB8AC3E}">
        <p14:creationId xmlns:p14="http://schemas.microsoft.com/office/powerpoint/2010/main" val="226213467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a:t>
            </a:fld>
            <a:endParaRPr lang="en-US" dirty="0"/>
          </a:p>
        </p:txBody>
      </p:sp>
    </p:spTree>
    <p:extLst>
      <p:ext uri="{BB962C8B-B14F-4D97-AF65-F5344CB8AC3E}">
        <p14:creationId xmlns:p14="http://schemas.microsoft.com/office/powerpoint/2010/main" val="3977498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a:t>
            </a:fld>
            <a:endParaRPr lang="en-US" dirty="0"/>
          </a:p>
        </p:txBody>
      </p:sp>
    </p:spTree>
    <p:extLst>
      <p:ext uri="{BB962C8B-B14F-4D97-AF65-F5344CB8AC3E}">
        <p14:creationId xmlns:p14="http://schemas.microsoft.com/office/powerpoint/2010/main" val="313489462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a:t>
            </a:fld>
            <a:endParaRPr lang="en-US" dirty="0"/>
          </a:p>
        </p:txBody>
      </p:sp>
    </p:spTree>
    <p:extLst>
      <p:ext uri="{BB962C8B-B14F-4D97-AF65-F5344CB8AC3E}">
        <p14:creationId xmlns:p14="http://schemas.microsoft.com/office/powerpoint/2010/main" val="235984195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a:t>
            </a:fld>
            <a:endParaRPr lang="en-US" dirty="0"/>
          </a:p>
        </p:txBody>
      </p:sp>
    </p:spTree>
    <p:extLst>
      <p:ext uri="{BB962C8B-B14F-4D97-AF65-F5344CB8AC3E}">
        <p14:creationId xmlns:p14="http://schemas.microsoft.com/office/powerpoint/2010/main" val="244372055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a:t>
            </a:fld>
            <a:endParaRPr lang="en-US" dirty="0"/>
          </a:p>
        </p:txBody>
      </p:sp>
    </p:spTree>
    <p:extLst>
      <p:ext uri="{BB962C8B-B14F-4D97-AF65-F5344CB8AC3E}">
        <p14:creationId xmlns:p14="http://schemas.microsoft.com/office/powerpoint/2010/main" val="383317330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a:t>
            </a:fld>
            <a:endParaRPr lang="en-US" dirty="0"/>
          </a:p>
        </p:txBody>
      </p:sp>
    </p:spTree>
    <p:extLst>
      <p:ext uri="{BB962C8B-B14F-4D97-AF65-F5344CB8AC3E}">
        <p14:creationId xmlns:p14="http://schemas.microsoft.com/office/powerpoint/2010/main" val="3222420109"/>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a:t>
            </a:fld>
            <a:endParaRPr lang="en-US" dirty="0"/>
          </a:p>
        </p:txBody>
      </p:sp>
    </p:spTree>
    <p:extLst>
      <p:ext uri="{BB962C8B-B14F-4D97-AF65-F5344CB8AC3E}">
        <p14:creationId xmlns:p14="http://schemas.microsoft.com/office/powerpoint/2010/main" val="200650951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a:t>
            </a:fld>
            <a:endParaRPr lang="en-US" dirty="0"/>
          </a:p>
        </p:txBody>
      </p:sp>
    </p:spTree>
    <p:extLst>
      <p:ext uri="{BB962C8B-B14F-4D97-AF65-F5344CB8AC3E}">
        <p14:creationId xmlns:p14="http://schemas.microsoft.com/office/powerpoint/2010/main" val="421643424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a:t>
            </a:fld>
            <a:endParaRPr lang="en-US" dirty="0"/>
          </a:p>
        </p:txBody>
      </p:sp>
    </p:spTree>
    <p:extLst>
      <p:ext uri="{BB962C8B-B14F-4D97-AF65-F5344CB8AC3E}">
        <p14:creationId xmlns:p14="http://schemas.microsoft.com/office/powerpoint/2010/main" val="414278035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a:t>
            </a:fld>
            <a:endParaRPr lang="en-US" dirty="0"/>
          </a:p>
        </p:txBody>
      </p:sp>
    </p:spTree>
    <p:extLst>
      <p:ext uri="{BB962C8B-B14F-4D97-AF65-F5344CB8AC3E}">
        <p14:creationId xmlns:p14="http://schemas.microsoft.com/office/powerpoint/2010/main" val="74334183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a:t>
            </a:fld>
            <a:endParaRPr lang="en-US" dirty="0"/>
          </a:p>
        </p:txBody>
      </p:sp>
    </p:spTree>
    <p:extLst>
      <p:ext uri="{BB962C8B-B14F-4D97-AF65-F5344CB8AC3E}">
        <p14:creationId xmlns:p14="http://schemas.microsoft.com/office/powerpoint/2010/main" val="3299240452"/>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a:t>
            </a:fld>
            <a:endParaRPr lang="en-US" dirty="0"/>
          </a:p>
        </p:txBody>
      </p:sp>
    </p:spTree>
    <p:extLst>
      <p:ext uri="{BB962C8B-B14F-4D97-AF65-F5344CB8AC3E}">
        <p14:creationId xmlns:p14="http://schemas.microsoft.com/office/powerpoint/2010/main" val="202259135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a:t>
            </a:fld>
            <a:endParaRPr lang="en-US" dirty="0"/>
          </a:p>
        </p:txBody>
      </p:sp>
    </p:spTree>
    <p:extLst>
      <p:ext uri="{BB962C8B-B14F-4D97-AF65-F5344CB8AC3E}">
        <p14:creationId xmlns:p14="http://schemas.microsoft.com/office/powerpoint/2010/main" val="50797009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a:t>
            </a:fld>
            <a:endParaRPr lang="en-US" dirty="0"/>
          </a:p>
        </p:txBody>
      </p:sp>
    </p:spTree>
    <p:extLst>
      <p:ext uri="{BB962C8B-B14F-4D97-AF65-F5344CB8AC3E}">
        <p14:creationId xmlns:p14="http://schemas.microsoft.com/office/powerpoint/2010/main" val="548204903"/>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a:t>
            </a:fld>
            <a:endParaRPr lang="en-US" dirty="0"/>
          </a:p>
        </p:txBody>
      </p:sp>
    </p:spTree>
    <p:extLst>
      <p:ext uri="{BB962C8B-B14F-4D97-AF65-F5344CB8AC3E}">
        <p14:creationId xmlns:p14="http://schemas.microsoft.com/office/powerpoint/2010/main" val="30368111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a:t>
            </a:fld>
            <a:endParaRPr lang="en-US" dirty="0"/>
          </a:p>
        </p:txBody>
      </p:sp>
    </p:spTree>
    <p:extLst>
      <p:ext uri="{BB962C8B-B14F-4D97-AF65-F5344CB8AC3E}">
        <p14:creationId xmlns:p14="http://schemas.microsoft.com/office/powerpoint/2010/main" val="15417313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a:t>
            </a:fld>
            <a:endParaRPr lang="en-US" dirty="0"/>
          </a:p>
        </p:txBody>
      </p:sp>
    </p:spTree>
    <p:extLst>
      <p:ext uri="{BB962C8B-B14F-4D97-AF65-F5344CB8AC3E}">
        <p14:creationId xmlns:p14="http://schemas.microsoft.com/office/powerpoint/2010/main" val="417888985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a:t>
            </a:fld>
            <a:endParaRPr lang="en-US" dirty="0"/>
          </a:p>
        </p:txBody>
      </p:sp>
    </p:spTree>
    <p:extLst>
      <p:ext uri="{BB962C8B-B14F-4D97-AF65-F5344CB8AC3E}">
        <p14:creationId xmlns:p14="http://schemas.microsoft.com/office/powerpoint/2010/main" val="2087034049"/>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a:t>
            </a:fld>
            <a:endParaRPr lang="en-US" dirty="0"/>
          </a:p>
        </p:txBody>
      </p:sp>
    </p:spTree>
    <p:extLst>
      <p:ext uri="{BB962C8B-B14F-4D97-AF65-F5344CB8AC3E}">
        <p14:creationId xmlns:p14="http://schemas.microsoft.com/office/powerpoint/2010/main" val="340608358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a:t>
            </a:fld>
            <a:endParaRPr lang="en-US" dirty="0"/>
          </a:p>
        </p:txBody>
      </p:sp>
    </p:spTree>
    <p:extLst>
      <p:ext uri="{BB962C8B-B14F-4D97-AF65-F5344CB8AC3E}">
        <p14:creationId xmlns:p14="http://schemas.microsoft.com/office/powerpoint/2010/main" val="359418138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a:t>
            </a:fld>
            <a:endParaRPr lang="en-US" dirty="0"/>
          </a:p>
        </p:txBody>
      </p:sp>
    </p:spTree>
    <p:extLst>
      <p:ext uri="{BB962C8B-B14F-4D97-AF65-F5344CB8AC3E}">
        <p14:creationId xmlns:p14="http://schemas.microsoft.com/office/powerpoint/2010/main" val="340037313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a:t>
            </a:fld>
            <a:endParaRPr lang="en-US" dirty="0"/>
          </a:p>
        </p:txBody>
      </p:sp>
    </p:spTree>
    <p:extLst>
      <p:ext uri="{BB962C8B-B14F-4D97-AF65-F5344CB8AC3E}">
        <p14:creationId xmlns:p14="http://schemas.microsoft.com/office/powerpoint/2010/main" val="149118668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a:t>
            </a:fld>
            <a:endParaRPr lang="en-US" dirty="0"/>
          </a:p>
        </p:txBody>
      </p:sp>
    </p:spTree>
    <p:extLst>
      <p:ext uri="{BB962C8B-B14F-4D97-AF65-F5344CB8AC3E}">
        <p14:creationId xmlns:p14="http://schemas.microsoft.com/office/powerpoint/2010/main" val="1854047565"/>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a:t>
            </a:fld>
            <a:endParaRPr lang="en-US" dirty="0"/>
          </a:p>
        </p:txBody>
      </p:sp>
    </p:spTree>
    <p:extLst>
      <p:ext uri="{BB962C8B-B14F-4D97-AF65-F5344CB8AC3E}">
        <p14:creationId xmlns:p14="http://schemas.microsoft.com/office/powerpoint/2010/main" val="4031172460"/>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a:t>
            </a:fld>
            <a:endParaRPr lang="en-US" dirty="0"/>
          </a:p>
        </p:txBody>
      </p:sp>
    </p:spTree>
    <p:extLst>
      <p:ext uri="{BB962C8B-B14F-4D97-AF65-F5344CB8AC3E}">
        <p14:creationId xmlns:p14="http://schemas.microsoft.com/office/powerpoint/2010/main" val="97890206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a:t>
            </a:fld>
            <a:endParaRPr lang="en-US" dirty="0"/>
          </a:p>
        </p:txBody>
      </p:sp>
    </p:spTree>
    <p:extLst>
      <p:ext uri="{BB962C8B-B14F-4D97-AF65-F5344CB8AC3E}">
        <p14:creationId xmlns:p14="http://schemas.microsoft.com/office/powerpoint/2010/main" val="418074722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a:t>
            </a:fld>
            <a:endParaRPr lang="en-US" dirty="0"/>
          </a:p>
        </p:txBody>
      </p:sp>
    </p:spTree>
    <p:extLst>
      <p:ext uri="{BB962C8B-B14F-4D97-AF65-F5344CB8AC3E}">
        <p14:creationId xmlns:p14="http://schemas.microsoft.com/office/powerpoint/2010/main" val="39999321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a:t>
            </a:fld>
            <a:endParaRPr lang="en-US" dirty="0"/>
          </a:p>
        </p:txBody>
      </p:sp>
    </p:spTree>
    <p:extLst>
      <p:ext uri="{BB962C8B-B14F-4D97-AF65-F5344CB8AC3E}">
        <p14:creationId xmlns:p14="http://schemas.microsoft.com/office/powerpoint/2010/main" val="32987668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a:t>
            </a:fld>
            <a:endParaRPr lang="en-US" dirty="0"/>
          </a:p>
        </p:txBody>
      </p:sp>
    </p:spTree>
    <p:extLst>
      <p:ext uri="{BB962C8B-B14F-4D97-AF65-F5344CB8AC3E}">
        <p14:creationId xmlns:p14="http://schemas.microsoft.com/office/powerpoint/2010/main" val="356243783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a:t>
            </a:fld>
            <a:endParaRPr lang="en-US" dirty="0"/>
          </a:p>
        </p:txBody>
      </p:sp>
    </p:spTree>
    <p:extLst>
      <p:ext uri="{BB962C8B-B14F-4D97-AF65-F5344CB8AC3E}">
        <p14:creationId xmlns:p14="http://schemas.microsoft.com/office/powerpoint/2010/main" val="18435085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a:t>
            </a:fld>
            <a:endParaRPr lang="en-US" dirty="0"/>
          </a:p>
        </p:txBody>
      </p:sp>
    </p:spTree>
    <p:extLst>
      <p:ext uri="{BB962C8B-B14F-4D97-AF65-F5344CB8AC3E}">
        <p14:creationId xmlns:p14="http://schemas.microsoft.com/office/powerpoint/2010/main" val="158232885"/>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a:t>
            </a:fld>
            <a:endParaRPr lang="en-US" dirty="0"/>
          </a:p>
        </p:txBody>
      </p:sp>
    </p:spTree>
    <p:extLst>
      <p:ext uri="{BB962C8B-B14F-4D97-AF65-F5344CB8AC3E}">
        <p14:creationId xmlns:p14="http://schemas.microsoft.com/office/powerpoint/2010/main" val="4046782406"/>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a:t>
            </a:fld>
            <a:endParaRPr lang="en-US" dirty="0"/>
          </a:p>
        </p:txBody>
      </p:sp>
    </p:spTree>
    <p:extLst>
      <p:ext uri="{BB962C8B-B14F-4D97-AF65-F5344CB8AC3E}">
        <p14:creationId xmlns:p14="http://schemas.microsoft.com/office/powerpoint/2010/main" val="325932051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a:t>
            </a:fld>
            <a:endParaRPr lang="en-US" dirty="0"/>
          </a:p>
        </p:txBody>
      </p:sp>
    </p:spTree>
    <p:extLst>
      <p:ext uri="{BB962C8B-B14F-4D97-AF65-F5344CB8AC3E}">
        <p14:creationId xmlns:p14="http://schemas.microsoft.com/office/powerpoint/2010/main" val="85338392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a:t>
            </a:fld>
            <a:endParaRPr lang="en-US" dirty="0"/>
          </a:p>
        </p:txBody>
      </p:sp>
    </p:spTree>
    <p:extLst>
      <p:ext uri="{BB962C8B-B14F-4D97-AF65-F5344CB8AC3E}">
        <p14:creationId xmlns:p14="http://schemas.microsoft.com/office/powerpoint/2010/main" val="369364759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a:t>
            </a:fld>
            <a:endParaRPr lang="en-US" dirty="0"/>
          </a:p>
        </p:txBody>
      </p:sp>
    </p:spTree>
    <p:extLst>
      <p:ext uri="{BB962C8B-B14F-4D97-AF65-F5344CB8AC3E}">
        <p14:creationId xmlns:p14="http://schemas.microsoft.com/office/powerpoint/2010/main" val="332626919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a:t>
            </a:fld>
            <a:endParaRPr lang="en-US" dirty="0"/>
          </a:p>
        </p:txBody>
      </p:sp>
    </p:spTree>
    <p:extLst>
      <p:ext uri="{BB962C8B-B14F-4D97-AF65-F5344CB8AC3E}">
        <p14:creationId xmlns:p14="http://schemas.microsoft.com/office/powerpoint/2010/main" val="313712305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a:t>
            </a:fld>
            <a:endParaRPr lang="en-US" dirty="0"/>
          </a:p>
        </p:txBody>
      </p:sp>
    </p:spTree>
    <p:extLst>
      <p:ext uri="{BB962C8B-B14F-4D97-AF65-F5344CB8AC3E}">
        <p14:creationId xmlns:p14="http://schemas.microsoft.com/office/powerpoint/2010/main" val="3107056003"/>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a:t>
            </a:fld>
            <a:endParaRPr lang="en-US" dirty="0"/>
          </a:p>
        </p:txBody>
      </p:sp>
    </p:spTree>
    <p:extLst>
      <p:ext uri="{BB962C8B-B14F-4D97-AF65-F5344CB8AC3E}">
        <p14:creationId xmlns:p14="http://schemas.microsoft.com/office/powerpoint/2010/main" val="166254006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a:t>
            </a:fld>
            <a:endParaRPr lang="en-US" dirty="0"/>
          </a:p>
        </p:txBody>
      </p:sp>
    </p:spTree>
    <p:extLst>
      <p:ext uri="{BB962C8B-B14F-4D97-AF65-F5344CB8AC3E}">
        <p14:creationId xmlns:p14="http://schemas.microsoft.com/office/powerpoint/2010/main" val="232165910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a:t>
            </a:fld>
            <a:endParaRPr lang="en-US" dirty="0"/>
          </a:p>
        </p:txBody>
      </p:sp>
    </p:spTree>
    <p:extLst>
      <p:ext uri="{BB962C8B-B14F-4D97-AF65-F5344CB8AC3E}">
        <p14:creationId xmlns:p14="http://schemas.microsoft.com/office/powerpoint/2010/main" val="1138239700"/>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a:t>
            </a:fld>
            <a:endParaRPr lang="en-US" dirty="0"/>
          </a:p>
        </p:txBody>
      </p:sp>
    </p:spTree>
    <p:extLst>
      <p:ext uri="{BB962C8B-B14F-4D97-AF65-F5344CB8AC3E}">
        <p14:creationId xmlns:p14="http://schemas.microsoft.com/office/powerpoint/2010/main" val="59286060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a:t>
            </a:fld>
            <a:endParaRPr lang="en-US" dirty="0"/>
          </a:p>
        </p:txBody>
      </p:sp>
    </p:spTree>
    <p:extLst>
      <p:ext uri="{BB962C8B-B14F-4D97-AF65-F5344CB8AC3E}">
        <p14:creationId xmlns:p14="http://schemas.microsoft.com/office/powerpoint/2010/main" val="41577304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a:t>
            </a:fld>
            <a:endParaRPr lang="en-US" dirty="0"/>
          </a:p>
        </p:txBody>
      </p:sp>
    </p:spTree>
    <p:extLst>
      <p:ext uri="{BB962C8B-B14F-4D97-AF65-F5344CB8AC3E}">
        <p14:creationId xmlns:p14="http://schemas.microsoft.com/office/powerpoint/2010/main" val="178918729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a:t>
            </a:fld>
            <a:endParaRPr lang="en-US" dirty="0"/>
          </a:p>
        </p:txBody>
      </p:sp>
    </p:spTree>
    <p:extLst>
      <p:ext uri="{BB962C8B-B14F-4D97-AF65-F5344CB8AC3E}">
        <p14:creationId xmlns:p14="http://schemas.microsoft.com/office/powerpoint/2010/main" val="229799971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a:t>
            </a:fld>
            <a:endParaRPr lang="en-US" dirty="0"/>
          </a:p>
        </p:txBody>
      </p:sp>
    </p:spTree>
    <p:extLst>
      <p:ext uri="{BB962C8B-B14F-4D97-AF65-F5344CB8AC3E}">
        <p14:creationId xmlns:p14="http://schemas.microsoft.com/office/powerpoint/2010/main" val="3885941586"/>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a:t>
            </a:fld>
            <a:endParaRPr lang="en-US" dirty="0"/>
          </a:p>
        </p:txBody>
      </p:sp>
    </p:spTree>
    <p:extLst>
      <p:ext uri="{BB962C8B-B14F-4D97-AF65-F5344CB8AC3E}">
        <p14:creationId xmlns:p14="http://schemas.microsoft.com/office/powerpoint/2010/main" val="4059780994"/>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a:t>
            </a:fld>
            <a:endParaRPr lang="en-US" dirty="0"/>
          </a:p>
        </p:txBody>
      </p:sp>
    </p:spTree>
    <p:extLst>
      <p:ext uri="{BB962C8B-B14F-4D97-AF65-F5344CB8AC3E}">
        <p14:creationId xmlns:p14="http://schemas.microsoft.com/office/powerpoint/2010/main" val="1554506366"/>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a:t>
            </a:fld>
            <a:endParaRPr lang="en-US" dirty="0"/>
          </a:p>
        </p:txBody>
      </p:sp>
    </p:spTree>
    <p:extLst>
      <p:ext uri="{BB962C8B-B14F-4D97-AF65-F5344CB8AC3E}">
        <p14:creationId xmlns:p14="http://schemas.microsoft.com/office/powerpoint/2010/main" val="1418144412"/>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a:t>
            </a:fld>
            <a:endParaRPr lang="en-US" dirty="0"/>
          </a:p>
        </p:txBody>
      </p:sp>
    </p:spTree>
    <p:extLst>
      <p:ext uri="{BB962C8B-B14F-4D97-AF65-F5344CB8AC3E}">
        <p14:creationId xmlns:p14="http://schemas.microsoft.com/office/powerpoint/2010/main" val="3339842168"/>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a:t>
            </a:fld>
            <a:endParaRPr lang="en-US" dirty="0"/>
          </a:p>
        </p:txBody>
      </p:sp>
    </p:spTree>
    <p:extLst>
      <p:ext uri="{BB962C8B-B14F-4D97-AF65-F5344CB8AC3E}">
        <p14:creationId xmlns:p14="http://schemas.microsoft.com/office/powerpoint/2010/main" val="2261007982"/>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a:t>
            </a:fld>
            <a:endParaRPr lang="en-US" dirty="0"/>
          </a:p>
        </p:txBody>
      </p:sp>
    </p:spTree>
    <p:extLst>
      <p:ext uri="{BB962C8B-B14F-4D97-AF65-F5344CB8AC3E}">
        <p14:creationId xmlns:p14="http://schemas.microsoft.com/office/powerpoint/2010/main" val="338727741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a:t>
            </a:fld>
            <a:endParaRPr lang="en-US" dirty="0"/>
          </a:p>
        </p:txBody>
      </p:sp>
    </p:spTree>
    <p:extLst>
      <p:ext uri="{BB962C8B-B14F-4D97-AF65-F5344CB8AC3E}">
        <p14:creationId xmlns:p14="http://schemas.microsoft.com/office/powerpoint/2010/main" val="217458943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a:t>
            </a:fld>
            <a:endParaRPr lang="en-US" dirty="0"/>
          </a:p>
        </p:txBody>
      </p:sp>
    </p:spTree>
    <p:extLst>
      <p:ext uri="{BB962C8B-B14F-4D97-AF65-F5344CB8AC3E}">
        <p14:creationId xmlns:p14="http://schemas.microsoft.com/office/powerpoint/2010/main" val="3983142543"/>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a:t>
            </a:fld>
            <a:endParaRPr lang="en-US" dirty="0"/>
          </a:p>
        </p:txBody>
      </p:sp>
    </p:spTree>
    <p:extLst>
      <p:ext uri="{BB962C8B-B14F-4D97-AF65-F5344CB8AC3E}">
        <p14:creationId xmlns:p14="http://schemas.microsoft.com/office/powerpoint/2010/main" val="690517742"/>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a:t>
            </a:fld>
            <a:endParaRPr lang="en-US" dirty="0"/>
          </a:p>
        </p:txBody>
      </p:sp>
    </p:spTree>
    <p:extLst>
      <p:ext uri="{BB962C8B-B14F-4D97-AF65-F5344CB8AC3E}">
        <p14:creationId xmlns:p14="http://schemas.microsoft.com/office/powerpoint/2010/main" val="3686574730"/>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a:t>
            </a:fld>
            <a:endParaRPr lang="en-US" dirty="0"/>
          </a:p>
        </p:txBody>
      </p:sp>
    </p:spTree>
    <p:extLst>
      <p:ext uri="{BB962C8B-B14F-4D97-AF65-F5344CB8AC3E}">
        <p14:creationId xmlns:p14="http://schemas.microsoft.com/office/powerpoint/2010/main" val="130447099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a:t>
            </a:fld>
            <a:endParaRPr lang="en-US" dirty="0"/>
          </a:p>
        </p:txBody>
      </p:sp>
    </p:spTree>
    <p:extLst>
      <p:ext uri="{BB962C8B-B14F-4D97-AF65-F5344CB8AC3E}">
        <p14:creationId xmlns:p14="http://schemas.microsoft.com/office/powerpoint/2010/main" val="292912876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a:t>
            </a:fld>
            <a:endParaRPr lang="en-US" dirty="0"/>
          </a:p>
        </p:txBody>
      </p:sp>
    </p:spTree>
    <p:extLst>
      <p:ext uri="{BB962C8B-B14F-4D97-AF65-F5344CB8AC3E}">
        <p14:creationId xmlns:p14="http://schemas.microsoft.com/office/powerpoint/2010/main" val="323458281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a:t>
            </a:fld>
            <a:endParaRPr lang="en-US" dirty="0"/>
          </a:p>
        </p:txBody>
      </p:sp>
    </p:spTree>
    <p:extLst>
      <p:ext uri="{BB962C8B-B14F-4D97-AF65-F5344CB8AC3E}">
        <p14:creationId xmlns:p14="http://schemas.microsoft.com/office/powerpoint/2010/main" val="3252514817"/>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a:t>
            </a:fld>
            <a:endParaRPr lang="en-US" dirty="0"/>
          </a:p>
        </p:txBody>
      </p:sp>
    </p:spTree>
    <p:extLst>
      <p:ext uri="{BB962C8B-B14F-4D97-AF65-F5344CB8AC3E}">
        <p14:creationId xmlns:p14="http://schemas.microsoft.com/office/powerpoint/2010/main" val="196716099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a:t>
            </a:fld>
            <a:endParaRPr lang="en-US" dirty="0"/>
          </a:p>
        </p:txBody>
      </p:sp>
    </p:spTree>
    <p:extLst>
      <p:ext uri="{BB962C8B-B14F-4D97-AF65-F5344CB8AC3E}">
        <p14:creationId xmlns:p14="http://schemas.microsoft.com/office/powerpoint/2010/main" val="30150821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a:t>
            </a:fld>
            <a:endParaRPr lang="en-US" dirty="0"/>
          </a:p>
        </p:txBody>
      </p:sp>
    </p:spTree>
    <p:extLst>
      <p:ext uri="{BB962C8B-B14F-4D97-AF65-F5344CB8AC3E}">
        <p14:creationId xmlns:p14="http://schemas.microsoft.com/office/powerpoint/2010/main" val="335863734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a:t>
            </a:fld>
            <a:endParaRPr lang="en-US" dirty="0"/>
          </a:p>
        </p:txBody>
      </p:sp>
    </p:spTree>
    <p:extLst>
      <p:ext uri="{BB962C8B-B14F-4D97-AF65-F5344CB8AC3E}">
        <p14:creationId xmlns:p14="http://schemas.microsoft.com/office/powerpoint/2010/main" val="4278137997"/>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a:t>
            </a:fld>
            <a:endParaRPr lang="en-US" dirty="0"/>
          </a:p>
        </p:txBody>
      </p:sp>
    </p:spTree>
    <p:extLst>
      <p:ext uri="{BB962C8B-B14F-4D97-AF65-F5344CB8AC3E}">
        <p14:creationId xmlns:p14="http://schemas.microsoft.com/office/powerpoint/2010/main" val="53641912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a:t>
            </a:fld>
            <a:endParaRPr lang="en-US" dirty="0"/>
          </a:p>
        </p:txBody>
      </p:sp>
    </p:spTree>
    <p:extLst>
      <p:ext uri="{BB962C8B-B14F-4D97-AF65-F5344CB8AC3E}">
        <p14:creationId xmlns:p14="http://schemas.microsoft.com/office/powerpoint/2010/main" val="192235510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a:t>
            </a:fld>
            <a:endParaRPr lang="en-US" dirty="0"/>
          </a:p>
        </p:txBody>
      </p:sp>
    </p:spTree>
    <p:extLst>
      <p:ext uri="{BB962C8B-B14F-4D97-AF65-F5344CB8AC3E}">
        <p14:creationId xmlns:p14="http://schemas.microsoft.com/office/powerpoint/2010/main" val="300156144"/>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a:t>
            </a:fld>
            <a:endParaRPr lang="en-US" dirty="0"/>
          </a:p>
        </p:txBody>
      </p:sp>
    </p:spTree>
    <p:extLst>
      <p:ext uri="{BB962C8B-B14F-4D97-AF65-F5344CB8AC3E}">
        <p14:creationId xmlns:p14="http://schemas.microsoft.com/office/powerpoint/2010/main" val="3863546878"/>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a:t>
            </a:fld>
            <a:endParaRPr lang="en-US" dirty="0"/>
          </a:p>
        </p:txBody>
      </p:sp>
    </p:spTree>
    <p:extLst>
      <p:ext uri="{BB962C8B-B14F-4D97-AF65-F5344CB8AC3E}">
        <p14:creationId xmlns:p14="http://schemas.microsoft.com/office/powerpoint/2010/main" val="322949894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a:t>
            </a:fld>
            <a:endParaRPr lang="en-US" dirty="0"/>
          </a:p>
        </p:txBody>
      </p:sp>
    </p:spTree>
    <p:extLst>
      <p:ext uri="{BB962C8B-B14F-4D97-AF65-F5344CB8AC3E}">
        <p14:creationId xmlns:p14="http://schemas.microsoft.com/office/powerpoint/2010/main" val="1114462203"/>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a:t>
            </a:fld>
            <a:endParaRPr lang="en-US" dirty="0"/>
          </a:p>
        </p:txBody>
      </p:sp>
    </p:spTree>
    <p:extLst>
      <p:ext uri="{BB962C8B-B14F-4D97-AF65-F5344CB8AC3E}">
        <p14:creationId xmlns:p14="http://schemas.microsoft.com/office/powerpoint/2010/main" val="1198719719"/>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a:t>
            </a:fld>
            <a:endParaRPr lang="en-US" dirty="0"/>
          </a:p>
        </p:txBody>
      </p:sp>
    </p:spTree>
    <p:extLst>
      <p:ext uri="{BB962C8B-B14F-4D97-AF65-F5344CB8AC3E}">
        <p14:creationId xmlns:p14="http://schemas.microsoft.com/office/powerpoint/2010/main" val="128921052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a:t>
            </a:fld>
            <a:endParaRPr lang="en-US" dirty="0"/>
          </a:p>
        </p:txBody>
      </p:sp>
    </p:spTree>
    <p:extLst>
      <p:ext uri="{BB962C8B-B14F-4D97-AF65-F5344CB8AC3E}">
        <p14:creationId xmlns:p14="http://schemas.microsoft.com/office/powerpoint/2010/main" val="382613283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a:t>
            </a:fld>
            <a:endParaRPr lang="en-US" dirty="0"/>
          </a:p>
        </p:txBody>
      </p:sp>
    </p:spTree>
    <p:extLst>
      <p:ext uri="{BB962C8B-B14F-4D97-AF65-F5344CB8AC3E}">
        <p14:creationId xmlns:p14="http://schemas.microsoft.com/office/powerpoint/2010/main" val="597704653"/>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a:t>
            </a:fld>
            <a:endParaRPr lang="en-US" dirty="0"/>
          </a:p>
        </p:txBody>
      </p:sp>
    </p:spTree>
    <p:extLst>
      <p:ext uri="{BB962C8B-B14F-4D97-AF65-F5344CB8AC3E}">
        <p14:creationId xmlns:p14="http://schemas.microsoft.com/office/powerpoint/2010/main" val="350864078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a:t>
            </a:fld>
            <a:endParaRPr lang="en-US" dirty="0"/>
          </a:p>
        </p:txBody>
      </p:sp>
    </p:spTree>
    <p:extLst>
      <p:ext uri="{BB962C8B-B14F-4D97-AF65-F5344CB8AC3E}">
        <p14:creationId xmlns:p14="http://schemas.microsoft.com/office/powerpoint/2010/main" val="2607430843"/>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a:t>
            </a:fld>
            <a:endParaRPr lang="en-US" dirty="0"/>
          </a:p>
        </p:txBody>
      </p:sp>
    </p:spTree>
    <p:extLst>
      <p:ext uri="{BB962C8B-B14F-4D97-AF65-F5344CB8AC3E}">
        <p14:creationId xmlns:p14="http://schemas.microsoft.com/office/powerpoint/2010/main" val="127933896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a:t>
            </a:fld>
            <a:endParaRPr lang="en-US" dirty="0"/>
          </a:p>
        </p:txBody>
      </p:sp>
    </p:spTree>
    <p:extLst>
      <p:ext uri="{BB962C8B-B14F-4D97-AF65-F5344CB8AC3E}">
        <p14:creationId xmlns:p14="http://schemas.microsoft.com/office/powerpoint/2010/main" val="4089606715"/>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a:t>
            </a:fld>
            <a:endParaRPr lang="en-US" dirty="0"/>
          </a:p>
        </p:txBody>
      </p:sp>
    </p:spTree>
    <p:extLst>
      <p:ext uri="{BB962C8B-B14F-4D97-AF65-F5344CB8AC3E}">
        <p14:creationId xmlns:p14="http://schemas.microsoft.com/office/powerpoint/2010/main" val="32151380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a:t>
            </a:fld>
            <a:endParaRPr lang="en-US" dirty="0"/>
          </a:p>
        </p:txBody>
      </p:sp>
    </p:spTree>
    <p:extLst>
      <p:ext uri="{BB962C8B-B14F-4D97-AF65-F5344CB8AC3E}">
        <p14:creationId xmlns:p14="http://schemas.microsoft.com/office/powerpoint/2010/main" val="3800307804"/>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a:t>
            </a:fld>
            <a:endParaRPr lang="en-US" dirty="0"/>
          </a:p>
        </p:txBody>
      </p:sp>
    </p:spTree>
    <p:extLst>
      <p:ext uri="{BB962C8B-B14F-4D97-AF65-F5344CB8AC3E}">
        <p14:creationId xmlns:p14="http://schemas.microsoft.com/office/powerpoint/2010/main" val="345999043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a:t>
            </a:fld>
            <a:endParaRPr lang="en-US" dirty="0"/>
          </a:p>
        </p:txBody>
      </p:sp>
    </p:spTree>
    <p:extLst>
      <p:ext uri="{BB962C8B-B14F-4D97-AF65-F5344CB8AC3E}">
        <p14:creationId xmlns:p14="http://schemas.microsoft.com/office/powerpoint/2010/main" val="4228413136"/>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a:t>
            </a:fld>
            <a:endParaRPr lang="en-US" dirty="0"/>
          </a:p>
        </p:txBody>
      </p:sp>
    </p:spTree>
    <p:extLst>
      <p:ext uri="{BB962C8B-B14F-4D97-AF65-F5344CB8AC3E}">
        <p14:creationId xmlns:p14="http://schemas.microsoft.com/office/powerpoint/2010/main" val="4128938247"/>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a:t>
            </a:fld>
            <a:endParaRPr lang="en-US" dirty="0"/>
          </a:p>
        </p:txBody>
      </p:sp>
    </p:spTree>
    <p:extLst>
      <p:ext uri="{BB962C8B-B14F-4D97-AF65-F5344CB8AC3E}">
        <p14:creationId xmlns:p14="http://schemas.microsoft.com/office/powerpoint/2010/main" val="1386545890"/>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a:t>
            </a:fld>
            <a:endParaRPr lang="en-US" dirty="0"/>
          </a:p>
        </p:txBody>
      </p:sp>
    </p:spTree>
    <p:extLst>
      <p:ext uri="{BB962C8B-B14F-4D97-AF65-F5344CB8AC3E}">
        <p14:creationId xmlns:p14="http://schemas.microsoft.com/office/powerpoint/2010/main" val="291598660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a:t>
            </a:fld>
            <a:endParaRPr lang="en-US" dirty="0"/>
          </a:p>
        </p:txBody>
      </p:sp>
    </p:spTree>
    <p:extLst>
      <p:ext uri="{BB962C8B-B14F-4D97-AF65-F5344CB8AC3E}">
        <p14:creationId xmlns:p14="http://schemas.microsoft.com/office/powerpoint/2010/main" val="316091719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a:t>
            </a:fld>
            <a:endParaRPr lang="en-US" dirty="0"/>
          </a:p>
        </p:txBody>
      </p:sp>
    </p:spTree>
    <p:extLst>
      <p:ext uri="{BB962C8B-B14F-4D97-AF65-F5344CB8AC3E}">
        <p14:creationId xmlns:p14="http://schemas.microsoft.com/office/powerpoint/2010/main" val="2924681457"/>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a:t>
            </a:fld>
            <a:endParaRPr lang="en-US" dirty="0"/>
          </a:p>
        </p:txBody>
      </p:sp>
    </p:spTree>
    <p:extLst>
      <p:ext uri="{BB962C8B-B14F-4D97-AF65-F5344CB8AC3E}">
        <p14:creationId xmlns:p14="http://schemas.microsoft.com/office/powerpoint/2010/main" val="3780939260"/>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a:t>
            </a:fld>
            <a:endParaRPr lang="en-US" dirty="0"/>
          </a:p>
        </p:txBody>
      </p:sp>
    </p:spTree>
    <p:extLst>
      <p:ext uri="{BB962C8B-B14F-4D97-AF65-F5344CB8AC3E}">
        <p14:creationId xmlns:p14="http://schemas.microsoft.com/office/powerpoint/2010/main" val="3298477609"/>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a:t>
            </a:fld>
            <a:endParaRPr lang="en-US" dirty="0"/>
          </a:p>
        </p:txBody>
      </p:sp>
    </p:spTree>
    <p:extLst>
      <p:ext uri="{BB962C8B-B14F-4D97-AF65-F5344CB8AC3E}">
        <p14:creationId xmlns:p14="http://schemas.microsoft.com/office/powerpoint/2010/main" val="1990621456"/>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a:t>
            </a:fld>
            <a:endParaRPr lang="en-US" dirty="0"/>
          </a:p>
        </p:txBody>
      </p:sp>
    </p:spTree>
    <p:extLst>
      <p:ext uri="{BB962C8B-B14F-4D97-AF65-F5344CB8AC3E}">
        <p14:creationId xmlns:p14="http://schemas.microsoft.com/office/powerpoint/2010/main" val="553712600"/>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a:t>
            </a:fld>
            <a:endParaRPr lang="en-US" dirty="0"/>
          </a:p>
        </p:txBody>
      </p:sp>
    </p:spTree>
    <p:extLst>
      <p:ext uri="{BB962C8B-B14F-4D97-AF65-F5344CB8AC3E}">
        <p14:creationId xmlns:p14="http://schemas.microsoft.com/office/powerpoint/2010/main" val="2498146505"/>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a:t>
            </a:fld>
            <a:endParaRPr lang="en-US" dirty="0"/>
          </a:p>
        </p:txBody>
      </p:sp>
    </p:spTree>
    <p:extLst>
      <p:ext uri="{BB962C8B-B14F-4D97-AF65-F5344CB8AC3E}">
        <p14:creationId xmlns:p14="http://schemas.microsoft.com/office/powerpoint/2010/main" val="2780593487"/>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a:t>
            </a:fld>
            <a:endParaRPr lang="en-US" dirty="0"/>
          </a:p>
        </p:txBody>
      </p:sp>
    </p:spTree>
    <p:extLst>
      <p:ext uri="{BB962C8B-B14F-4D97-AF65-F5344CB8AC3E}">
        <p14:creationId xmlns:p14="http://schemas.microsoft.com/office/powerpoint/2010/main" val="1900580503"/>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a:t>
            </a:fld>
            <a:endParaRPr lang="en-US" dirty="0"/>
          </a:p>
        </p:txBody>
      </p:sp>
    </p:spTree>
    <p:extLst>
      <p:ext uri="{BB962C8B-B14F-4D97-AF65-F5344CB8AC3E}">
        <p14:creationId xmlns:p14="http://schemas.microsoft.com/office/powerpoint/2010/main" val="115863639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a:t>
            </a:fld>
            <a:endParaRPr lang="en-US" dirty="0"/>
          </a:p>
        </p:txBody>
      </p:sp>
    </p:spTree>
    <p:extLst>
      <p:ext uri="{BB962C8B-B14F-4D97-AF65-F5344CB8AC3E}">
        <p14:creationId xmlns:p14="http://schemas.microsoft.com/office/powerpoint/2010/main" val="825272879"/>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a:t>
            </a:fld>
            <a:endParaRPr lang="en-US" dirty="0"/>
          </a:p>
        </p:txBody>
      </p:sp>
    </p:spTree>
    <p:extLst>
      <p:ext uri="{BB962C8B-B14F-4D97-AF65-F5344CB8AC3E}">
        <p14:creationId xmlns:p14="http://schemas.microsoft.com/office/powerpoint/2010/main" val="1210242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a:t>
            </a:fld>
            <a:endParaRPr lang="en-US" dirty="0"/>
          </a:p>
        </p:txBody>
      </p:sp>
    </p:spTree>
    <p:extLst>
      <p:ext uri="{BB962C8B-B14F-4D97-AF65-F5344CB8AC3E}">
        <p14:creationId xmlns:p14="http://schemas.microsoft.com/office/powerpoint/2010/main" val="2351395444"/>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a:t>
            </a:fld>
            <a:endParaRPr lang="en-US" dirty="0"/>
          </a:p>
        </p:txBody>
      </p:sp>
    </p:spTree>
    <p:extLst>
      <p:ext uri="{BB962C8B-B14F-4D97-AF65-F5344CB8AC3E}">
        <p14:creationId xmlns:p14="http://schemas.microsoft.com/office/powerpoint/2010/main" val="3266267898"/>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a:t>
            </a:fld>
            <a:endParaRPr lang="en-US" dirty="0"/>
          </a:p>
        </p:txBody>
      </p:sp>
    </p:spTree>
    <p:extLst>
      <p:ext uri="{BB962C8B-B14F-4D97-AF65-F5344CB8AC3E}">
        <p14:creationId xmlns:p14="http://schemas.microsoft.com/office/powerpoint/2010/main" val="2829645065"/>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a:t>
            </a:fld>
            <a:endParaRPr lang="en-US" dirty="0"/>
          </a:p>
        </p:txBody>
      </p:sp>
    </p:spTree>
    <p:extLst>
      <p:ext uri="{BB962C8B-B14F-4D97-AF65-F5344CB8AC3E}">
        <p14:creationId xmlns:p14="http://schemas.microsoft.com/office/powerpoint/2010/main" val="4170785102"/>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a:t>
            </a:fld>
            <a:endParaRPr lang="en-US" dirty="0"/>
          </a:p>
        </p:txBody>
      </p:sp>
    </p:spTree>
    <p:extLst>
      <p:ext uri="{BB962C8B-B14F-4D97-AF65-F5344CB8AC3E}">
        <p14:creationId xmlns:p14="http://schemas.microsoft.com/office/powerpoint/2010/main" val="2720709139"/>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a:t>
            </a:fld>
            <a:endParaRPr lang="en-US" dirty="0"/>
          </a:p>
        </p:txBody>
      </p:sp>
    </p:spTree>
    <p:extLst>
      <p:ext uri="{BB962C8B-B14F-4D97-AF65-F5344CB8AC3E}">
        <p14:creationId xmlns:p14="http://schemas.microsoft.com/office/powerpoint/2010/main" val="1658845995"/>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a:t>
            </a:fld>
            <a:endParaRPr lang="en-US" dirty="0"/>
          </a:p>
        </p:txBody>
      </p:sp>
    </p:spTree>
    <p:extLst>
      <p:ext uri="{BB962C8B-B14F-4D97-AF65-F5344CB8AC3E}">
        <p14:creationId xmlns:p14="http://schemas.microsoft.com/office/powerpoint/2010/main" val="554813077"/>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a:t>
            </a:fld>
            <a:endParaRPr lang="en-US" dirty="0"/>
          </a:p>
        </p:txBody>
      </p:sp>
    </p:spTree>
    <p:extLst>
      <p:ext uri="{BB962C8B-B14F-4D97-AF65-F5344CB8AC3E}">
        <p14:creationId xmlns:p14="http://schemas.microsoft.com/office/powerpoint/2010/main" val="393606860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a:t>
            </a:fld>
            <a:endParaRPr lang="en-US" dirty="0"/>
          </a:p>
        </p:txBody>
      </p:sp>
    </p:spTree>
    <p:extLst>
      <p:ext uri="{BB962C8B-B14F-4D97-AF65-F5344CB8AC3E}">
        <p14:creationId xmlns:p14="http://schemas.microsoft.com/office/powerpoint/2010/main" val="226551938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a:t>
            </a:fld>
            <a:endParaRPr lang="en-US" dirty="0"/>
          </a:p>
        </p:txBody>
      </p:sp>
    </p:spTree>
    <p:extLst>
      <p:ext uri="{BB962C8B-B14F-4D97-AF65-F5344CB8AC3E}">
        <p14:creationId xmlns:p14="http://schemas.microsoft.com/office/powerpoint/2010/main" val="39596366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a:t>
            </a:fld>
            <a:endParaRPr lang="en-US" dirty="0"/>
          </a:p>
        </p:txBody>
      </p:sp>
    </p:spTree>
    <p:extLst>
      <p:ext uri="{BB962C8B-B14F-4D97-AF65-F5344CB8AC3E}">
        <p14:creationId xmlns:p14="http://schemas.microsoft.com/office/powerpoint/2010/main" val="996255054"/>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a:t>
            </a:fld>
            <a:endParaRPr lang="en-US" dirty="0"/>
          </a:p>
        </p:txBody>
      </p:sp>
    </p:spTree>
    <p:extLst>
      <p:ext uri="{BB962C8B-B14F-4D97-AF65-F5344CB8AC3E}">
        <p14:creationId xmlns:p14="http://schemas.microsoft.com/office/powerpoint/2010/main" val="357114960"/>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a:t>
            </a:fld>
            <a:endParaRPr lang="en-US" dirty="0"/>
          </a:p>
        </p:txBody>
      </p:sp>
    </p:spTree>
    <p:extLst>
      <p:ext uri="{BB962C8B-B14F-4D97-AF65-F5344CB8AC3E}">
        <p14:creationId xmlns:p14="http://schemas.microsoft.com/office/powerpoint/2010/main" val="240790834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a:t>
            </a:fld>
            <a:endParaRPr lang="en-US" dirty="0"/>
          </a:p>
        </p:txBody>
      </p:sp>
    </p:spTree>
    <p:extLst>
      <p:ext uri="{BB962C8B-B14F-4D97-AF65-F5344CB8AC3E}">
        <p14:creationId xmlns:p14="http://schemas.microsoft.com/office/powerpoint/2010/main" val="67481962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a:t>
            </a:fld>
            <a:endParaRPr lang="en-US" dirty="0"/>
          </a:p>
        </p:txBody>
      </p:sp>
    </p:spTree>
    <p:extLst>
      <p:ext uri="{BB962C8B-B14F-4D97-AF65-F5344CB8AC3E}">
        <p14:creationId xmlns:p14="http://schemas.microsoft.com/office/powerpoint/2010/main" val="37972649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a:t>
            </a:fld>
            <a:endParaRPr lang="en-US" dirty="0"/>
          </a:p>
        </p:txBody>
      </p:sp>
    </p:spTree>
    <p:extLst>
      <p:ext uri="{BB962C8B-B14F-4D97-AF65-F5344CB8AC3E}">
        <p14:creationId xmlns:p14="http://schemas.microsoft.com/office/powerpoint/2010/main" val="594216190"/>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a:t>
            </a:fld>
            <a:endParaRPr lang="en-US" dirty="0"/>
          </a:p>
        </p:txBody>
      </p:sp>
    </p:spTree>
    <p:extLst>
      <p:ext uri="{BB962C8B-B14F-4D97-AF65-F5344CB8AC3E}">
        <p14:creationId xmlns:p14="http://schemas.microsoft.com/office/powerpoint/2010/main" val="529792968"/>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a:t>
            </a:fld>
            <a:endParaRPr lang="en-US" dirty="0"/>
          </a:p>
        </p:txBody>
      </p:sp>
    </p:spTree>
    <p:extLst>
      <p:ext uri="{BB962C8B-B14F-4D97-AF65-F5344CB8AC3E}">
        <p14:creationId xmlns:p14="http://schemas.microsoft.com/office/powerpoint/2010/main" val="1251100997"/>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a:t>
            </a:fld>
            <a:endParaRPr lang="en-US" dirty="0"/>
          </a:p>
        </p:txBody>
      </p:sp>
    </p:spTree>
    <p:extLst>
      <p:ext uri="{BB962C8B-B14F-4D97-AF65-F5344CB8AC3E}">
        <p14:creationId xmlns:p14="http://schemas.microsoft.com/office/powerpoint/2010/main" val="356249576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a:t>
            </a:fld>
            <a:endParaRPr lang="en-US" dirty="0"/>
          </a:p>
        </p:txBody>
      </p:sp>
    </p:spTree>
    <p:extLst>
      <p:ext uri="{BB962C8B-B14F-4D97-AF65-F5344CB8AC3E}">
        <p14:creationId xmlns:p14="http://schemas.microsoft.com/office/powerpoint/2010/main" val="195817232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a:t>
            </a:fld>
            <a:endParaRPr lang="en-US" dirty="0"/>
          </a:p>
        </p:txBody>
      </p:sp>
    </p:spTree>
    <p:extLst>
      <p:ext uri="{BB962C8B-B14F-4D97-AF65-F5344CB8AC3E}">
        <p14:creationId xmlns:p14="http://schemas.microsoft.com/office/powerpoint/2010/main" val="3364671569"/>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a:t>
            </a:fld>
            <a:endParaRPr lang="en-US" dirty="0"/>
          </a:p>
        </p:txBody>
      </p:sp>
    </p:spTree>
    <p:extLst>
      <p:ext uri="{BB962C8B-B14F-4D97-AF65-F5344CB8AC3E}">
        <p14:creationId xmlns:p14="http://schemas.microsoft.com/office/powerpoint/2010/main" val="2746575339"/>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a:t>
            </a:fld>
            <a:endParaRPr lang="en-US" dirty="0"/>
          </a:p>
        </p:txBody>
      </p:sp>
    </p:spTree>
    <p:extLst>
      <p:ext uri="{BB962C8B-B14F-4D97-AF65-F5344CB8AC3E}">
        <p14:creationId xmlns:p14="http://schemas.microsoft.com/office/powerpoint/2010/main" val="4045851795"/>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a:t>
            </a:fld>
            <a:endParaRPr lang="en-US" dirty="0"/>
          </a:p>
        </p:txBody>
      </p:sp>
    </p:spTree>
    <p:extLst>
      <p:ext uri="{BB962C8B-B14F-4D97-AF65-F5344CB8AC3E}">
        <p14:creationId xmlns:p14="http://schemas.microsoft.com/office/powerpoint/2010/main" val="390610988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a:t>
            </a:fld>
            <a:endParaRPr lang="en-US" dirty="0"/>
          </a:p>
        </p:txBody>
      </p:sp>
    </p:spTree>
    <p:extLst>
      <p:ext uri="{BB962C8B-B14F-4D97-AF65-F5344CB8AC3E}">
        <p14:creationId xmlns:p14="http://schemas.microsoft.com/office/powerpoint/2010/main" val="3355989595"/>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a:t>
            </a:fld>
            <a:endParaRPr lang="en-US" dirty="0"/>
          </a:p>
        </p:txBody>
      </p:sp>
    </p:spTree>
    <p:extLst>
      <p:ext uri="{BB962C8B-B14F-4D97-AF65-F5344CB8AC3E}">
        <p14:creationId xmlns:p14="http://schemas.microsoft.com/office/powerpoint/2010/main" val="3853450827"/>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a:t>
            </a:fld>
            <a:endParaRPr lang="en-US" dirty="0"/>
          </a:p>
        </p:txBody>
      </p:sp>
    </p:spTree>
    <p:extLst>
      <p:ext uri="{BB962C8B-B14F-4D97-AF65-F5344CB8AC3E}">
        <p14:creationId xmlns:p14="http://schemas.microsoft.com/office/powerpoint/2010/main" val="2286369846"/>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a:t>
            </a:fld>
            <a:endParaRPr lang="en-US" dirty="0"/>
          </a:p>
        </p:txBody>
      </p:sp>
    </p:spTree>
    <p:extLst>
      <p:ext uri="{BB962C8B-B14F-4D97-AF65-F5344CB8AC3E}">
        <p14:creationId xmlns:p14="http://schemas.microsoft.com/office/powerpoint/2010/main" val="2187348469"/>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a:t>
            </a:fld>
            <a:endParaRPr lang="en-US" dirty="0"/>
          </a:p>
        </p:txBody>
      </p:sp>
    </p:spTree>
    <p:extLst>
      <p:ext uri="{BB962C8B-B14F-4D97-AF65-F5344CB8AC3E}">
        <p14:creationId xmlns:p14="http://schemas.microsoft.com/office/powerpoint/2010/main" val="1983499870"/>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a:t>
            </a:fld>
            <a:endParaRPr lang="en-US" dirty="0"/>
          </a:p>
        </p:txBody>
      </p:sp>
    </p:spTree>
    <p:extLst>
      <p:ext uri="{BB962C8B-B14F-4D97-AF65-F5344CB8AC3E}">
        <p14:creationId xmlns:p14="http://schemas.microsoft.com/office/powerpoint/2010/main" val="417472753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a:t>
            </a:fld>
            <a:endParaRPr lang="en-US" dirty="0"/>
          </a:p>
        </p:txBody>
      </p:sp>
    </p:spTree>
    <p:extLst>
      <p:ext uri="{BB962C8B-B14F-4D97-AF65-F5344CB8AC3E}">
        <p14:creationId xmlns:p14="http://schemas.microsoft.com/office/powerpoint/2010/main" val="898516297"/>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a:t>
            </a:fld>
            <a:endParaRPr lang="en-US" dirty="0"/>
          </a:p>
        </p:txBody>
      </p:sp>
    </p:spTree>
    <p:extLst>
      <p:ext uri="{BB962C8B-B14F-4D97-AF65-F5344CB8AC3E}">
        <p14:creationId xmlns:p14="http://schemas.microsoft.com/office/powerpoint/2010/main" val="3272566497"/>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a:t>
            </a:fld>
            <a:endParaRPr lang="en-US" dirty="0"/>
          </a:p>
        </p:txBody>
      </p:sp>
    </p:spTree>
    <p:extLst>
      <p:ext uri="{BB962C8B-B14F-4D97-AF65-F5344CB8AC3E}">
        <p14:creationId xmlns:p14="http://schemas.microsoft.com/office/powerpoint/2010/main" val="71439945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a:t>
            </a:fld>
            <a:endParaRPr lang="en-US" dirty="0"/>
          </a:p>
        </p:txBody>
      </p:sp>
    </p:spTree>
    <p:extLst>
      <p:ext uri="{BB962C8B-B14F-4D97-AF65-F5344CB8AC3E}">
        <p14:creationId xmlns:p14="http://schemas.microsoft.com/office/powerpoint/2010/main" val="3134134414"/>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a:t>
            </a:fld>
            <a:endParaRPr lang="en-US" dirty="0"/>
          </a:p>
        </p:txBody>
      </p:sp>
    </p:spTree>
    <p:extLst>
      <p:ext uri="{BB962C8B-B14F-4D97-AF65-F5344CB8AC3E}">
        <p14:creationId xmlns:p14="http://schemas.microsoft.com/office/powerpoint/2010/main" val="3867362117"/>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a:t>
            </a:fld>
            <a:endParaRPr lang="en-US" dirty="0"/>
          </a:p>
        </p:txBody>
      </p:sp>
    </p:spTree>
    <p:extLst>
      <p:ext uri="{BB962C8B-B14F-4D97-AF65-F5344CB8AC3E}">
        <p14:creationId xmlns:p14="http://schemas.microsoft.com/office/powerpoint/2010/main" val="2475794162"/>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a:t>
            </a:fld>
            <a:endParaRPr lang="en-US" dirty="0"/>
          </a:p>
        </p:txBody>
      </p:sp>
    </p:spTree>
    <p:extLst>
      <p:ext uri="{BB962C8B-B14F-4D97-AF65-F5344CB8AC3E}">
        <p14:creationId xmlns:p14="http://schemas.microsoft.com/office/powerpoint/2010/main" val="213051386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a:t>
            </a:fld>
            <a:endParaRPr lang="en-US" dirty="0"/>
          </a:p>
        </p:txBody>
      </p:sp>
    </p:spTree>
    <p:extLst>
      <p:ext uri="{BB962C8B-B14F-4D97-AF65-F5344CB8AC3E}">
        <p14:creationId xmlns:p14="http://schemas.microsoft.com/office/powerpoint/2010/main" val="2834943554"/>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a:t>
            </a:fld>
            <a:endParaRPr lang="en-US" dirty="0"/>
          </a:p>
        </p:txBody>
      </p:sp>
    </p:spTree>
    <p:extLst>
      <p:ext uri="{BB962C8B-B14F-4D97-AF65-F5344CB8AC3E}">
        <p14:creationId xmlns:p14="http://schemas.microsoft.com/office/powerpoint/2010/main" val="1660330982"/>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a:t>
            </a:fld>
            <a:endParaRPr lang="en-US" dirty="0"/>
          </a:p>
        </p:txBody>
      </p:sp>
    </p:spTree>
    <p:extLst>
      <p:ext uri="{BB962C8B-B14F-4D97-AF65-F5344CB8AC3E}">
        <p14:creationId xmlns:p14="http://schemas.microsoft.com/office/powerpoint/2010/main" val="3300301275"/>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a:t>
            </a:fld>
            <a:endParaRPr lang="en-US" dirty="0"/>
          </a:p>
        </p:txBody>
      </p:sp>
    </p:spTree>
    <p:extLst>
      <p:ext uri="{BB962C8B-B14F-4D97-AF65-F5344CB8AC3E}">
        <p14:creationId xmlns:p14="http://schemas.microsoft.com/office/powerpoint/2010/main" val="180708981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a:t>
            </a:fld>
            <a:endParaRPr lang="en-US" dirty="0"/>
          </a:p>
        </p:txBody>
      </p:sp>
    </p:spTree>
    <p:extLst>
      <p:ext uri="{BB962C8B-B14F-4D97-AF65-F5344CB8AC3E}">
        <p14:creationId xmlns:p14="http://schemas.microsoft.com/office/powerpoint/2010/main" val="360568646"/>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a:t>
            </a:fld>
            <a:endParaRPr lang="en-US" dirty="0"/>
          </a:p>
        </p:txBody>
      </p:sp>
    </p:spTree>
    <p:extLst>
      <p:ext uri="{BB962C8B-B14F-4D97-AF65-F5344CB8AC3E}">
        <p14:creationId xmlns:p14="http://schemas.microsoft.com/office/powerpoint/2010/main" val="152930442"/>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a:t>
            </a:fld>
            <a:endParaRPr lang="en-US" dirty="0"/>
          </a:p>
        </p:txBody>
      </p:sp>
    </p:spTree>
    <p:extLst>
      <p:ext uri="{BB962C8B-B14F-4D97-AF65-F5344CB8AC3E}">
        <p14:creationId xmlns:p14="http://schemas.microsoft.com/office/powerpoint/2010/main" val="3011908393"/>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a:t>
            </a:fld>
            <a:endParaRPr lang="en-US" dirty="0"/>
          </a:p>
        </p:txBody>
      </p:sp>
    </p:spTree>
    <p:extLst>
      <p:ext uri="{BB962C8B-B14F-4D97-AF65-F5344CB8AC3E}">
        <p14:creationId xmlns:p14="http://schemas.microsoft.com/office/powerpoint/2010/main" val="3470704173"/>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a:t>
            </a:fld>
            <a:endParaRPr lang="en-US" dirty="0"/>
          </a:p>
        </p:txBody>
      </p:sp>
    </p:spTree>
    <p:extLst>
      <p:ext uri="{BB962C8B-B14F-4D97-AF65-F5344CB8AC3E}">
        <p14:creationId xmlns:p14="http://schemas.microsoft.com/office/powerpoint/2010/main" val="671130762"/>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a:t>
            </a:fld>
            <a:endParaRPr lang="en-US" dirty="0"/>
          </a:p>
        </p:txBody>
      </p:sp>
    </p:spTree>
    <p:extLst>
      <p:ext uri="{BB962C8B-B14F-4D97-AF65-F5344CB8AC3E}">
        <p14:creationId xmlns:p14="http://schemas.microsoft.com/office/powerpoint/2010/main" val="411790006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a:t>
            </a:fld>
            <a:endParaRPr lang="en-US" dirty="0"/>
          </a:p>
        </p:txBody>
      </p:sp>
    </p:spTree>
    <p:extLst>
      <p:ext uri="{BB962C8B-B14F-4D97-AF65-F5344CB8AC3E}">
        <p14:creationId xmlns:p14="http://schemas.microsoft.com/office/powerpoint/2010/main" val="1821550424"/>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a:t>
            </a:fld>
            <a:endParaRPr lang="en-US" dirty="0"/>
          </a:p>
        </p:txBody>
      </p:sp>
    </p:spTree>
    <p:extLst>
      <p:ext uri="{BB962C8B-B14F-4D97-AF65-F5344CB8AC3E}">
        <p14:creationId xmlns:p14="http://schemas.microsoft.com/office/powerpoint/2010/main" val="3418056506"/>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a:t>
            </a:fld>
            <a:endParaRPr lang="en-US" dirty="0"/>
          </a:p>
        </p:txBody>
      </p:sp>
    </p:spTree>
    <p:extLst>
      <p:ext uri="{BB962C8B-B14F-4D97-AF65-F5344CB8AC3E}">
        <p14:creationId xmlns:p14="http://schemas.microsoft.com/office/powerpoint/2010/main" val="1766953682"/>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a:t>
            </a:fld>
            <a:endParaRPr lang="en-US" dirty="0"/>
          </a:p>
        </p:txBody>
      </p:sp>
    </p:spTree>
    <p:extLst>
      <p:ext uri="{BB962C8B-B14F-4D97-AF65-F5344CB8AC3E}">
        <p14:creationId xmlns:p14="http://schemas.microsoft.com/office/powerpoint/2010/main" val="3307458658"/>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a:t>
            </a:fld>
            <a:endParaRPr lang="en-US" dirty="0"/>
          </a:p>
        </p:txBody>
      </p:sp>
    </p:spTree>
    <p:extLst>
      <p:ext uri="{BB962C8B-B14F-4D97-AF65-F5344CB8AC3E}">
        <p14:creationId xmlns:p14="http://schemas.microsoft.com/office/powerpoint/2010/main" val="2050769367"/>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a:t>
            </a:fld>
            <a:endParaRPr lang="en-US" dirty="0"/>
          </a:p>
        </p:txBody>
      </p:sp>
    </p:spTree>
    <p:extLst>
      <p:ext uri="{BB962C8B-B14F-4D97-AF65-F5344CB8AC3E}">
        <p14:creationId xmlns:p14="http://schemas.microsoft.com/office/powerpoint/2010/main" val="249944593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a:t>
            </a:fld>
            <a:endParaRPr lang="en-US" dirty="0"/>
          </a:p>
        </p:txBody>
      </p:sp>
    </p:spTree>
    <p:extLst>
      <p:ext uri="{BB962C8B-B14F-4D97-AF65-F5344CB8AC3E}">
        <p14:creationId xmlns:p14="http://schemas.microsoft.com/office/powerpoint/2010/main" val="323609677"/>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a:t>
            </a:fld>
            <a:endParaRPr lang="en-US" dirty="0"/>
          </a:p>
        </p:txBody>
      </p:sp>
    </p:spTree>
    <p:extLst>
      <p:ext uri="{BB962C8B-B14F-4D97-AF65-F5344CB8AC3E}">
        <p14:creationId xmlns:p14="http://schemas.microsoft.com/office/powerpoint/2010/main" val="1772946533"/>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a:t>
            </a:fld>
            <a:endParaRPr lang="en-US" dirty="0"/>
          </a:p>
        </p:txBody>
      </p:sp>
    </p:spTree>
    <p:extLst>
      <p:ext uri="{BB962C8B-B14F-4D97-AF65-F5344CB8AC3E}">
        <p14:creationId xmlns:p14="http://schemas.microsoft.com/office/powerpoint/2010/main" val="639115139"/>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a:t>
            </a:fld>
            <a:endParaRPr lang="en-US" dirty="0"/>
          </a:p>
        </p:txBody>
      </p:sp>
    </p:spTree>
    <p:extLst>
      <p:ext uri="{BB962C8B-B14F-4D97-AF65-F5344CB8AC3E}">
        <p14:creationId xmlns:p14="http://schemas.microsoft.com/office/powerpoint/2010/main" val="19058661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a:t>
            </a:fld>
            <a:endParaRPr lang="en-US" dirty="0"/>
          </a:p>
        </p:txBody>
      </p:sp>
    </p:spTree>
    <p:extLst>
      <p:ext uri="{BB962C8B-B14F-4D97-AF65-F5344CB8AC3E}">
        <p14:creationId xmlns:p14="http://schemas.microsoft.com/office/powerpoint/2010/main" val="2284411615"/>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a:t>
            </a:fld>
            <a:endParaRPr lang="en-US" dirty="0"/>
          </a:p>
        </p:txBody>
      </p:sp>
    </p:spTree>
    <p:extLst>
      <p:ext uri="{BB962C8B-B14F-4D97-AF65-F5344CB8AC3E}">
        <p14:creationId xmlns:p14="http://schemas.microsoft.com/office/powerpoint/2010/main" val="199795210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a:t>
            </a:fld>
            <a:endParaRPr lang="en-US" dirty="0"/>
          </a:p>
        </p:txBody>
      </p:sp>
    </p:spTree>
    <p:extLst>
      <p:ext uri="{BB962C8B-B14F-4D97-AF65-F5344CB8AC3E}">
        <p14:creationId xmlns:p14="http://schemas.microsoft.com/office/powerpoint/2010/main" val="82540140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a:t>
            </a:fld>
            <a:endParaRPr lang="en-US" dirty="0"/>
          </a:p>
        </p:txBody>
      </p:sp>
    </p:spTree>
    <p:extLst>
      <p:ext uri="{BB962C8B-B14F-4D97-AF65-F5344CB8AC3E}">
        <p14:creationId xmlns:p14="http://schemas.microsoft.com/office/powerpoint/2010/main" val="232134802"/>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a:t>
            </a:fld>
            <a:endParaRPr lang="en-US" dirty="0"/>
          </a:p>
        </p:txBody>
      </p:sp>
    </p:spTree>
    <p:extLst>
      <p:ext uri="{BB962C8B-B14F-4D97-AF65-F5344CB8AC3E}">
        <p14:creationId xmlns:p14="http://schemas.microsoft.com/office/powerpoint/2010/main" val="5557927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a:t>
            </a:fld>
            <a:endParaRPr lang="en-US" dirty="0"/>
          </a:p>
        </p:txBody>
      </p:sp>
    </p:spTree>
    <p:extLst>
      <p:ext uri="{BB962C8B-B14F-4D97-AF65-F5344CB8AC3E}">
        <p14:creationId xmlns:p14="http://schemas.microsoft.com/office/powerpoint/2010/main" val="2793768012"/>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a:t>
            </a:fld>
            <a:endParaRPr lang="en-US" dirty="0"/>
          </a:p>
        </p:txBody>
      </p:sp>
    </p:spTree>
    <p:extLst>
      <p:ext uri="{BB962C8B-B14F-4D97-AF65-F5344CB8AC3E}">
        <p14:creationId xmlns:p14="http://schemas.microsoft.com/office/powerpoint/2010/main" val="1502922232"/>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a:t>
            </a:fld>
            <a:endParaRPr lang="en-US" dirty="0"/>
          </a:p>
        </p:txBody>
      </p:sp>
    </p:spTree>
    <p:extLst>
      <p:ext uri="{BB962C8B-B14F-4D97-AF65-F5344CB8AC3E}">
        <p14:creationId xmlns:p14="http://schemas.microsoft.com/office/powerpoint/2010/main" val="2064262708"/>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a:t>
            </a:fld>
            <a:endParaRPr lang="en-US" dirty="0"/>
          </a:p>
        </p:txBody>
      </p:sp>
    </p:spTree>
    <p:extLst>
      <p:ext uri="{BB962C8B-B14F-4D97-AF65-F5344CB8AC3E}">
        <p14:creationId xmlns:p14="http://schemas.microsoft.com/office/powerpoint/2010/main" val="147501684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a:t>
            </a:fld>
            <a:endParaRPr lang="en-US" dirty="0"/>
          </a:p>
        </p:txBody>
      </p:sp>
    </p:spTree>
    <p:extLst>
      <p:ext uri="{BB962C8B-B14F-4D97-AF65-F5344CB8AC3E}">
        <p14:creationId xmlns:p14="http://schemas.microsoft.com/office/powerpoint/2010/main" val="2489473746"/>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a:t>
            </a:fld>
            <a:endParaRPr lang="en-US" dirty="0"/>
          </a:p>
        </p:txBody>
      </p:sp>
    </p:spTree>
    <p:extLst>
      <p:ext uri="{BB962C8B-B14F-4D97-AF65-F5344CB8AC3E}">
        <p14:creationId xmlns:p14="http://schemas.microsoft.com/office/powerpoint/2010/main" val="3244492549"/>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a:t>
            </a:fld>
            <a:endParaRPr lang="en-US" dirty="0"/>
          </a:p>
        </p:txBody>
      </p:sp>
    </p:spTree>
    <p:extLst>
      <p:ext uri="{BB962C8B-B14F-4D97-AF65-F5344CB8AC3E}">
        <p14:creationId xmlns:p14="http://schemas.microsoft.com/office/powerpoint/2010/main" val="2252632768"/>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a:t>
            </a:fld>
            <a:endParaRPr lang="en-US" dirty="0"/>
          </a:p>
        </p:txBody>
      </p:sp>
    </p:spTree>
    <p:extLst>
      <p:ext uri="{BB962C8B-B14F-4D97-AF65-F5344CB8AC3E}">
        <p14:creationId xmlns:p14="http://schemas.microsoft.com/office/powerpoint/2010/main" val="2189819630"/>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a:t>
            </a:fld>
            <a:endParaRPr lang="en-US" dirty="0"/>
          </a:p>
        </p:txBody>
      </p:sp>
    </p:spTree>
    <p:extLst>
      <p:ext uri="{BB962C8B-B14F-4D97-AF65-F5344CB8AC3E}">
        <p14:creationId xmlns:p14="http://schemas.microsoft.com/office/powerpoint/2010/main" val="4126274727"/>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a:t>
            </a:fld>
            <a:endParaRPr lang="en-US" dirty="0"/>
          </a:p>
        </p:txBody>
      </p:sp>
    </p:spTree>
    <p:extLst>
      <p:ext uri="{BB962C8B-B14F-4D97-AF65-F5344CB8AC3E}">
        <p14:creationId xmlns:p14="http://schemas.microsoft.com/office/powerpoint/2010/main" val="1007172266"/>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a:t>
            </a:fld>
            <a:endParaRPr lang="en-US" dirty="0"/>
          </a:p>
        </p:txBody>
      </p:sp>
    </p:spTree>
    <p:extLst>
      <p:ext uri="{BB962C8B-B14F-4D97-AF65-F5344CB8AC3E}">
        <p14:creationId xmlns:p14="http://schemas.microsoft.com/office/powerpoint/2010/main" val="1015082472"/>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a:t>
            </a:fld>
            <a:endParaRPr lang="en-US" dirty="0"/>
          </a:p>
        </p:txBody>
      </p:sp>
    </p:spTree>
    <p:extLst>
      <p:ext uri="{BB962C8B-B14F-4D97-AF65-F5344CB8AC3E}">
        <p14:creationId xmlns:p14="http://schemas.microsoft.com/office/powerpoint/2010/main" val="90005974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a:t>
            </a:fld>
            <a:endParaRPr lang="en-US" dirty="0"/>
          </a:p>
        </p:txBody>
      </p:sp>
    </p:spTree>
    <p:extLst>
      <p:ext uri="{BB962C8B-B14F-4D97-AF65-F5344CB8AC3E}">
        <p14:creationId xmlns:p14="http://schemas.microsoft.com/office/powerpoint/2010/main" val="2585675522"/>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a:t>
            </a:fld>
            <a:endParaRPr lang="en-US" dirty="0"/>
          </a:p>
        </p:txBody>
      </p:sp>
    </p:spTree>
    <p:extLst>
      <p:ext uri="{BB962C8B-B14F-4D97-AF65-F5344CB8AC3E}">
        <p14:creationId xmlns:p14="http://schemas.microsoft.com/office/powerpoint/2010/main" val="3236066475"/>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a:t>
            </a:fld>
            <a:endParaRPr lang="en-US" dirty="0"/>
          </a:p>
        </p:txBody>
      </p:sp>
    </p:spTree>
    <p:extLst>
      <p:ext uri="{BB962C8B-B14F-4D97-AF65-F5344CB8AC3E}">
        <p14:creationId xmlns:p14="http://schemas.microsoft.com/office/powerpoint/2010/main" val="1211972958"/>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a:t>
            </a:fld>
            <a:endParaRPr lang="en-US" dirty="0"/>
          </a:p>
        </p:txBody>
      </p:sp>
    </p:spTree>
    <p:extLst>
      <p:ext uri="{BB962C8B-B14F-4D97-AF65-F5344CB8AC3E}">
        <p14:creationId xmlns:p14="http://schemas.microsoft.com/office/powerpoint/2010/main" val="1622571609"/>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a:t>
            </a:fld>
            <a:endParaRPr lang="en-US" dirty="0"/>
          </a:p>
        </p:txBody>
      </p:sp>
    </p:spTree>
    <p:extLst>
      <p:ext uri="{BB962C8B-B14F-4D97-AF65-F5344CB8AC3E}">
        <p14:creationId xmlns:p14="http://schemas.microsoft.com/office/powerpoint/2010/main" val="261691785"/>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a:t>
            </a:fld>
            <a:endParaRPr lang="en-US" dirty="0"/>
          </a:p>
        </p:txBody>
      </p:sp>
    </p:spTree>
    <p:extLst>
      <p:ext uri="{BB962C8B-B14F-4D97-AF65-F5344CB8AC3E}">
        <p14:creationId xmlns:p14="http://schemas.microsoft.com/office/powerpoint/2010/main" val="2340849616"/>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a:t>
            </a:fld>
            <a:endParaRPr lang="en-US" dirty="0"/>
          </a:p>
        </p:txBody>
      </p:sp>
    </p:spTree>
    <p:extLst>
      <p:ext uri="{BB962C8B-B14F-4D97-AF65-F5344CB8AC3E}">
        <p14:creationId xmlns:p14="http://schemas.microsoft.com/office/powerpoint/2010/main" val="215264905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a:t>
            </a:fld>
            <a:endParaRPr lang="en-US" dirty="0"/>
          </a:p>
        </p:txBody>
      </p:sp>
    </p:spTree>
    <p:extLst>
      <p:ext uri="{BB962C8B-B14F-4D97-AF65-F5344CB8AC3E}">
        <p14:creationId xmlns:p14="http://schemas.microsoft.com/office/powerpoint/2010/main" val="3978917278"/>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a:t>
            </a:fld>
            <a:endParaRPr lang="en-US" dirty="0"/>
          </a:p>
        </p:txBody>
      </p:sp>
    </p:spTree>
    <p:extLst>
      <p:ext uri="{BB962C8B-B14F-4D97-AF65-F5344CB8AC3E}">
        <p14:creationId xmlns:p14="http://schemas.microsoft.com/office/powerpoint/2010/main" val="1412175089"/>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a:t>
            </a:fld>
            <a:endParaRPr lang="en-US" dirty="0"/>
          </a:p>
        </p:txBody>
      </p:sp>
    </p:spTree>
    <p:extLst>
      <p:ext uri="{BB962C8B-B14F-4D97-AF65-F5344CB8AC3E}">
        <p14:creationId xmlns:p14="http://schemas.microsoft.com/office/powerpoint/2010/main" val="2725657000"/>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a:t>
            </a:fld>
            <a:endParaRPr lang="en-US" dirty="0"/>
          </a:p>
        </p:txBody>
      </p:sp>
    </p:spTree>
    <p:extLst>
      <p:ext uri="{BB962C8B-B14F-4D97-AF65-F5344CB8AC3E}">
        <p14:creationId xmlns:p14="http://schemas.microsoft.com/office/powerpoint/2010/main" val="3393649095"/>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a:t>
            </a:fld>
            <a:endParaRPr lang="en-US" dirty="0"/>
          </a:p>
        </p:txBody>
      </p:sp>
    </p:spTree>
    <p:extLst>
      <p:ext uri="{BB962C8B-B14F-4D97-AF65-F5344CB8AC3E}">
        <p14:creationId xmlns:p14="http://schemas.microsoft.com/office/powerpoint/2010/main" val="303584514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a:t>
            </a:fld>
            <a:endParaRPr lang="en-US" dirty="0"/>
          </a:p>
        </p:txBody>
      </p:sp>
    </p:spTree>
    <p:extLst>
      <p:ext uri="{BB962C8B-B14F-4D97-AF65-F5344CB8AC3E}">
        <p14:creationId xmlns:p14="http://schemas.microsoft.com/office/powerpoint/2010/main" val="1742728038"/>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a:t>
            </a:fld>
            <a:endParaRPr lang="en-US" dirty="0"/>
          </a:p>
        </p:txBody>
      </p:sp>
    </p:spTree>
    <p:extLst>
      <p:ext uri="{BB962C8B-B14F-4D97-AF65-F5344CB8AC3E}">
        <p14:creationId xmlns:p14="http://schemas.microsoft.com/office/powerpoint/2010/main" val="106781403"/>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a:t>
            </a:fld>
            <a:endParaRPr lang="en-US" dirty="0"/>
          </a:p>
        </p:txBody>
      </p:sp>
    </p:spTree>
    <p:extLst>
      <p:ext uri="{BB962C8B-B14F-4D97-AF65-F5344CB8AC3E}">
        <p14:creationId xmlns:p14="http://schemas.microsoft.com/office/powerpoint/2010/main" val="335470706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a:t>
            </a:fld>
            <a:endParaRPr lang="en-US" dirty="0"/>
          </a:p>
        </p:txBody>
      </p:sp>
    </p:spTree>
    <p:extLst>
      <p:ext uri="{BB962C8B-B14F-4D97-AF65-F5344CB8AC3E}">
        <p14:creationId xmlns:p14="http://schemas.microsoft.com/office/powerpoint/2010/main" val="46806"/>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a:t>
            </a:fld>
            <a:endParaRPr lang="en-US" dirty="0"/>
          </a:p>
        </p:txBody>
      </p:sp>
    </p:spTree>
    <p:extLst>
      <p:ext uri="{BB962C8B-B14F-4D97-AF65-F5344CB8AC3E}">
        <p14:creationId xmlns:p14="http://schemas.microsoft.com/office/powerpoint/2010/main" val="3789504938"/>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a:t>
            </a:fld>
            <a:endParaRPr lang="en-US" dirty="0"/>
          </a:p>
        </p:txBody>
      </p:sp>
    </p:spTree>
    <p:extLst>
      <p:ext uri="{BB962C8B-B14F-4D97-AF65-F5344CB8AC3E}">
        <p14:creationId xmlns:p14="http://schemas.microsoft.com/office/powerpoint/2010/main" val="394229178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a:t>
            </a:fld>
            <a:endParaRPr lang="en-US" dirty="0"/>
          </a:p>
        </p:txBody>
      </p:sp>
    </p:spTree>
    <p:extLst>
      <p:ext uri="{BB962C8B-B14F-4D97-AF65-F5344CB8AC3E}">
        <p14:creationId xmlns:p14="http://schemas.microsoft.com/office/powerpoint/2010/main" val="2939728190"/>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a:t>
            </a:fld>
            <a:endParaRPr lang="en-US" dirty="0"/>
          </a:p>
        </p:txBody>
      </p:sp>
    </p:spTree>
    <p:extLst>
      <p:ext uri="{BB962C8B-B14F-4D97-AF65-F5344CB8AC3E}">
        <p14:creationId xmlns:p14="http://schemas.microsoft.com/office/powerpoint/2010/main" val="3321150023"/>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a:t>
            </a:fld>
            <a:endParaRPr lang="en-US" dirty="0"/>
          </a:p>
        </p:txBody>
      </p:sp>
    </p:spTree>
    <p:extLst>
      <p:ext uri="{BB962C8B-B14F-4D97-AF65-F5344CB8AC3E}">
        <p14:creationId xmlns:p14="http://schemas.microsoft.com/office/powerpoint/2010/main" val="3553150015"/>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a:t>
            </a:fld>
            <a:endParaRPr lang="en-US" dirty="0"/>
          </a:p>
        </p:txBody>
      </p:sp>
    </p:spTree>
    <p:extLst>
      <p:ext uri="{BB962C8B-B14F-4D97-AF65-F5344CB8AC3E}">
        <p14:creationId xmlns:p14="http://schemas.microsoft.com/office/powerpoint/2010/main" val="2150096012"/>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a:t>
            </a:fld>
            <a:endParaRPr lang="en-US" dirty="0"/>
          </a:p>
        </p:txBody>
      </p:sp>
    </p:spTree>
    <p:extLst>
      <p:ext uri="{BB962C8B-B14F-4D97-AF65-F5344CB8AC3E}">
        <p14:creationId xmlns:p14="http://schemas.microsoft.com/office/powerpoint/2010/main" val="1318819266"/>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a:t>
            </a:fld>
            <a:endParaRPr lang="en-US" dirty="0"/>
          </a:p>
        </p:txBody>
      </p:sp>
    </p:spTree>
    <p:extLst>
      <p:ext uri="{BB962C8B-B14F-4D97-AF65-F5344CB8AC3E}">
        <p14:creationId xmlns:p14="http://schemas.microsoft.com/office/powerpoint/2010/main" val="2839189989"/>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a:t>
            </a:fld>
            <a:endParaRPr lang="en-US" dirty="0"/>
          </a:p>
        </p:txBody>
      </p:sp>
    </p:spTree>
    <p:extLst>
      <p:ext uri="{BB962C8B-B14F-4D97-AF65-F5344CB8AC3E}">
        <p14:creationId xmlns:p14="http://schemas.microsoft.com/office/powerpoint/2010/main" val="98464201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a:t>
            </a:fld>
            <a:endParaRPr lang="en-US" dirty="0"/>
          </a:p>
        </p:txBody>
      </p:sp>
    </p:spTree>
    <p:extLst>
      <p:ext uri="{BB962C8B-B14F-4D97-AF65-F5344CB8AC3E}">
        <p14:creationId xmlns:p14="http://schemas.microsoft.com/office/powerpoint/2010/main" val="3816635670"/>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a:t>
            </a:fld>
            <a:endParaRPr lang="en-US" dirty="0"/>
          </a:p>
        </p:txBody>
      </p:sp>
    </p:spTree>
    <p:extLst>
      <p:ext uri="{BB962C8B-B14F-4D97-AF65-F5344CB8AC3E}">
        <p14:creationId xmlns:p14="http://schemas.microsoft.com/office/powerpoint/2010/main" val="1471873210"/>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a:t>
            </a:fld>
            <a:endParaRPr lang="en-US" dirty="0"/>
          </a:p>
        </p:txBody>
      </p:sp>
    </p:spTree>
    <p:extLst>
      <p:ext uri="{BB962C8B-B14F-4D97-AF65-F5344CB8AC3E}">
        <p14:creationId xmlns:p14="http://schemas.microsoft.com/office/powerpoint/2010/main" val="102950705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a:t>
            </a:fld>
            <a:endParaRPr lang="en-US" dirty="0"/>
          </a:p>
        </p:txBody>
      </p:sp>
    </p:spTree>
    <p:extLst>
      <p:ext uri="{BB962C8B-B14F-4D97-AF65-F5344CB8AC3E}">
        <p14:creationId xmlns:p14="http://schemas.microsoft.com/office/powerpoint/2010/main" val="3200493639"/>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a:t>
            </a:fld>
            <a:endParaRPr lang="en-US" dirty="0"/>
          </a:p>
        </p:txBody>
      </p:sp>
    </p:spTree>
    <p:extLst>
      <p:ext uri="{BB962C8B-B14F-4D97-AF65-F5344CB8AC3E}">
        <p14:creationId xmlns:p14="http://schemas.microsoft.com/office/powerpoint/2010/main" val="47796226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a:t>
            </a:fld>
            <a:endParaRPr lang="en-US" dirty="0"/>
          </a:p>
        </p:txBody>
      </p:sp>
    </p:spTree>
    <p:extLst>
      <p:ext uri="{BB962C8B-B14F-4D97-AF65-F5344CB8AC3E}">
        <p14:creationId xmlns:p14="http://schemas.microsoft.com/office/powerpoint/2010/main" val="280389459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a:t>
            </a:fld>
            <a:endParaRPr lang="en-US" dirty="0"/>
          </a:p>
        </p:txBody>
      </p:sp>
    </p:spTree>
    <p:extLst>
      <p:ext uri="{BB962C8B-B14F-4D97-AF65-F5344CB8AC3E}">
        <p14:creationId xmlns:p14="http://schemas.microsoft.com/office/powerpoint/2010/main" val="316933230"/>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a:t>
            </a:fld>
            <a:endParaRPr lang="en-US" dirty="0"/>
          </a:p>
        </p:txBody>
      </p:sp>
    </p:spTree>
    <p:extLst>
      <p:ext uri="{BB962C8B-B14F-4D97-AF65-F5344CB8AC3E}">
        <p14:creationId xmlns:p14="http://schemas.microsoft.com/office/powerpoint/2010/main" val="1596968236"/>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a:t>
            </a:fld>
            <a:endParaRPr lang="en-US" dirty="0"/>
          </a:p>
        </p:txBody>
      </p:sp>
    </p:spTree>
    <p:extLst>
      <p:ext uri="{BB962C8B-B14F-4D97-AF65-F5344CB8AC3E}">
        <p14:creationId xmlns:p14="http://schemas.microsoft.com/office/powerpoint/2010/main" val="286822925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a:t>
            </a:fld>
            <a:endParaRPr lang="en-US" dirty="0"/>
          </a:p>
        </p:txBody>
      </p:sp>
    </p:spTree>
    <p:extLst>
      <p:ext uri="{BB962C8B-B14F-4D97-AF65-F5344CB8AC3E}">
        <p14:creationId xmlns:p14="http://schemas.microsoft.com/office/powerpoint/2010/main" val="3724398464"/>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a:t>
            </a:fld>
            <a:endParaRPr lang="en-US" dirty="0"/>
          </a:p>
        </p:txBody>
      </p:sp>
    </p:spTree>
    <p:extLst>
      <p:ext uri="{BB962C8B-B14F-4D97-AF65-F5344CB8AC3E}">
        <p14:creationId xmlns:p14="http://schemas.microsoft.com/office/powerpoint/2010/main" val="185097076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a:t>
            </a:fld>
            <a:endParaRPr lang="en-US" dirty="0"/>
          </a:p>
        </p:txBody>
      </p:sp>
    </p:spTree>
    <p:extLst>
      <p:ext uri="{BB962C8B-B14F-4D97-AF65-F5344CB8AC3E}">
        <p14:creationId xmlns:p14="http://schemas.microsoft.com/office/powerpoint/2010/main" val="3874608755"/>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a:t>
            </a:fld>
            <a:endParaRPr lang="en-US" dirty="0"/>
          </a:p>
        </p:txBody>
      </p:sp>
    </p:spTree>
    <p:extLst>
      <p:ext uri="{BB962C8B-B14F-4D97-AF65-F5344CB8AC3E}">
        <p14:creationId xmlns:p14="http://schemas.microsoft.com/office/powerpoint/2010/main" val="450743734"/>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a:t>
            </a:fld>
            <a:endParaRPr lang="en-US" dirty="0"/>
          </a:p>
        </p:txBody>
      </p:sp>
    </p:spTree>
    <p:extLst>
      <p:ext uri="{BB962C8B-B14F-4D97-AF65-F5344CB8AC3E}">
        <p14:creationId xmlns:p14="http://schemas.microsoft.com/office/powerpoint/2010/main" val="261468554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a:t>
            </a:fld>
            <a:endParaRPr lang="en-US" dirty="0"/>
          </a:p>
        </p:txBody>
      </p:sp>
    </p:spTree>
    <p:extLst>
      <p:ext uri="{BB962C8B-B14F-4D97-AF65-F5344CB8AC3E}">
        <p14:creationId xmlns:p14="http://schemas.microsoft.com/office/powerpoint/2010/main" val="826667196"/>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a:t>
            </a:fld>
            <a:endParaRPr lang="en-US" dirty="0"/>
          </a:p>
        </p:txBody>
      </p:sp>
    </p:spTree>
    <p:extLst>
      <p:ext uri="{BB962C8B-B14F-4D97-AF65-F5344CB8AC3E}">
        <p14:creationId xmlns:p14="http://schemas.microsoft.com/office/powerpoint/2010/main" val="2074844414"/>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a:t>
            </a:fld>
            <a:endParaRPr lang="en-US" dirty="0"/>
          </a:p>
        </p:txBody>
      </p:sp>
    </p:spTree>
    <p:extLst>
      <p:ext uri="{BB962C8B-B14F-4D97-AF65-F5344CB8AC3E}">
        <p14:creationId xmlns:p14="http://schemas.microsoft.com/office/powerpoint/2010/main" val="2001078910"/>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a:t>
            </a:fld>
            <a:endParaRPr lang="en-US" dirty="0"/>
          </a:p>
        </p:txBody>
      </p:sp>
    </p:spTree>
    <p:extLst>
      <p:ext uri="{BB962C8B-B14F-4D97-AF65-F5344CB8AC3E}">
        <p14:creationId xmlns:p14="http://schemas.microsoft.com/office/powerpoint/2010/main" val="2686119166"/>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a:t>
            </a:fld>
            <a:endParaRPr lang="en-US" dirty="0"/>
          </a:p>
        </p:txBody>
      </p:sp>
    </p:spTree>
    <p:extLst>
      <p:ext uri="{BB962C8B-B14F-4D97-AF65-F5344CB8AC3E}">
        <p14:creationId xmlns:p14="http://schemas.microsoft.com/office/powerpoint/2010/main" val="416601786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a:t>
            </a:fld>
            <a:endParaRPr lang="en-US" dirty="0"/>
          </a:p>
        </p:txBody>
      </p:sp>
    </p:spTree>
    <p:extLst>
      <p:ext uri="{BB962C8B-B14F-4D97-AF65-F5344CB8AC3E}">
        <p14:creationId xmlns:p14="http://schemas.microsoft.com/office/powerpoint/2010/main" val="1384923690"/>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a:t>
            </a:fld>
            <a:endParaRPr lang="en-US" dirty="0"/>
          </a:p>
        </p:txBody>
      </p:sp>
    </p:spTree>
    <p:extLst>
      <p:ext uri="{BB962C8B-B14F-4D97-AF65-F5344CB8AC3E}">
        <p14:creationId xmlns:p14="http://schemas.microsoft.com/office/powerpoint/2010/main" val="1203669732"/>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a:t>
            </a:fld>
            <a:endParaRPr lang="en-US" dirty="0"/>
          </a:p>
        </p:txBody>
      </p:sp>
    </p:spTree>
    <p:extLst>
      <p:ext uri="{BB962C8B-B14F-4D97-AF65-F5344CB8AC3E}">
        <p14:creationId xmlns:p14="http://schemas.microsoft.com/office/powerpoint/2010/main" val="1201768708"/>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a:t>
            </a:fld>
            <a:endParaRPr lang="en-US" dirty="0"/>
          </a:p>
        </p:txBody>
      </p:sp>
    </p:spTree>
    <p:extLst>
      <p:ext uri="{BB962C8B-B14F-4D97-AF65-F5344CB8AC3E}">
        <p14:creationId xmlns:p14="http://schemas.microsoft.com/office/powerpoint/2010/main" val="3895495967"/>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a:t>
            </a:fld>
            <a:endParaRPr lang="en-US" dirty="0"/>
          </a:p>
        </p:txBody>
      </p:sp>
    </p:spTree>
    <p:extLst>
      <p:ext uri="{BB962C8B-B14F-4D97-AF65-F5344CB8AC3E}">
        <p14:creationId xmlns:p14="http://schemas.microsoft.com/office/powerpoint/2010/main" val="705543044"/>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a:t>
            </a:fld>
            <a:endParaRPr lang="en-US" dirty="0"/>
          </a:p>
        </p:txBody>
      </p:sp>
    </p:spTree>
    <p:extLst>
      <p:ext uri="{BB962C8B-B14F-4D97-AF65-F5344CB8AC3E}">
        <p14:creationId xmlns:p14="http://schemas.microsoft.com/office/powerpoint/2010/main" val="3344616817"/>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a:t>
            </a:fld>
            <a:endParaRPr lang="en-US" dirty="0"/>
          </a:p>
        </p:txBody>
      </p:sp>
    </p:spTree>
    <p:extLst>
      <p:ext uri="{BB962C8B-B14F-4D97-AF65-F5344CB8AC3E}">
        <p14:creationId xmlns:p14="http://schemas.microsoft.com/office/powerpoint/2010/main" val="315624312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a:t>
            </a:fld>
            <a:endParaRPr lang="en-US" dirty="0"/>
          </a:p>
        </p:txBody>
      </p:sp>
    </p:spTree>
    <p:extLst>
      <p:ext uri="{BB962C8B-B14F-4D97-AF65-F5344CB8AC3E}">
        <p14:creationId xmlns:p14="http://schemas.microsoft.com/office/powerpoint/2010/main" val="2834482269"/>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a:t>
            </a:fld>
            <a:endParaRPr lang="en-US" dirty="0"/>
          </a:p>
        </p:txBody>
      </p:sp>
    </p:spTree>
    <p:extLst>
      <p:ext uri="{BB962C8B-B14F-4D97-AF65-F5344CB8AC3E}">
        <p14:creationId xmlns:p14="http://schemas.microsoft.com/office/powerpoint/2010/main" val="1581553790"/>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a:t>
            </a:fld>
            <a:endParaRPr lang="en-US" dirty="0"/>
          </a:p>
        </p:txBody>
      </p:sp>
    </p:spTree>
    <p:extLst>
      <p:ext uri="{BB962C8B-B14F-4D97-AF65-F5344CB8AC3E}">
        <p14:creationId xmlns:p14="http://schemas.microsoft.com/office/powerpoint/2010/main" val="1275728596"/>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a:t>
            </a:fld>
            <a:endParaRPr lang="en-US" dirty="0"/>
          </a:p>
        </p:txBody>
      </p:sp>
    </p:spTree>
    <p:extLst>
      <p:ext uri="{BB962C8B-B14F-4D97-AF65-F5344CB8AC3E}">
        <p14:creationId xmlns:p14="http://schemas.microsoft.com/office/powerpoint/2010/main" val="1492790130"/>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a:t>
            </a:fld>
            <a:endParaRPr lang="en-US" dirty="0"/>
          </a:p>
        </p:txBody>
      </p:sp>
    </p:spTree>
    <p:extLst>
      <p:ext uri="{BB962C8B-B14F-4D97-AF65-F5344CB8AC3E}">
        <p14:creationId xmlns:p14="http://schemas.microsoft.com/office/powerpoint/2010/main" val="1594606900"/>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a:t>
            </a:fld>
            <a:endParaRPr lang="en-US" dirty="0"/>
          </a:p>
        </p:txBody>
      </p:sp>
    </p:spTree>
    <p:extLst>
      <p:ext uri="{BB962C8B-B14F-4D97-AF65-F5344CB8AC3E}">
        <p14:creationId xmlns:p14="http://schemas.microsoft.com/office/powerpoint/2010/main" val="366062518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a:t>
            </a:fld>
            <a:endParaRPr lang="en-US" dirty="0"/>
          </a:p>
        </p:txBody>
      </p:sp>
    </p:spTree>
    <p:extLst>
      <p:ext uri="{BB962C8B-B14F-4D97-AF65-F5344CB8AC3E}">
        <p14:creationId xmlns:p14="http://schemas.microsoft.com/office/powerpoint/2010/main" val="904688380"/>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a:t>
            </a:fld>
            <a:endParaRPr lang="en-US" dirty="0"/>
          </a:p>
        </p:txBody>
      </p:sp>
    </p:spTree>
    <p:extLst>
      <p:ext uri="{BB962C8B-B14F-4D97-AF65-F5344CB8AC3E}">
        <p14:creationId xmlns:p14="http://schemas.microsoft.com/office/powerpoint/2010/main" val="437430253"/>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a:t>
            </a:fld>
            <a:endParaRPr lang="en-US" dirty="0"/>
          </a:p>
        </p:txBody>
      </p:sp>
    </p:spTree>
    <p:extLst>
      <p:ext uri="{BB962C8B-B14F-4D97-AF65-F5344CB8AC3E}">
        <p14:creationId xmlns:p14="http://schemas.microsoft.com/office/powerpoint/2010/main" val="42723540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a:t>
            </a:fld>
            <a:endParaRPr lang="en-US" dirty="0"/>
          </a:p>
        </p:txBody>
      </p:sp>
    </p:spTree>
    <p:extLst>
      <p:ext uri="{BB962C8B-B14F-4D97-AF65-F5344CB8AC3E}">
        <p14:creationId xmlns:p14="http://schemas.microsoft.com/office/powerpoint/2010/main" val="993627492"/>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a:t>
            </a:fld>
            <a:endParaRPr lang="en-US" dirty="0"/>
          </a:p>
        </p:txBody>
      </p:sp>
    </p:spTree>
    <p:extLst>
      <p:ext uri="{BB962C8B-B14F-4D97-AF65-F5344CB8AC3E}">
        <p14:creationId xmlns:p14="http://schemas.microsoft.com/office/powerpoint/2010/main" val="2836692912"/>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a:t>
            </a:fld>
            <a:endParaRPr lang="en-US" dirty="0"/>
          </a:p>
        </p:txBody>
      </p:sp>
    </p:spTree>
    <p:extLst>
      <p:ext uri="{BB962C8B-B14F-4D97-AF65-F5344CB8AC3E}">
        <p14:creationId xmlns:p14="http://schemas.microsoft.com/office/powerpoint/2010/main" val="1357378363"/>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a:t>
            </a:fld>
            <a:endParaRPr lang="en-US" dirty="0"/>
          </a:p>
        </p:txBody>
      </p:sp>
    </p:spTree>
    <p:extLst>
      <p:ext uri="{BB962C8B-B14F-4D97-AF65-F5344CB8AC3E}">
        <p14:creationId xmlns:p14="http://schemas.microsoft.com/office/powerpoint/2010/main" val="126168407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a:t>
            </a:fld>
            <a:endParaRPr lang="en-US" dirty="0"/>
          </a:p>
        </p:txBody>
      </p:sp>
    </p:spTree>
    <p:extLst>
      <p:ext uri="{BB962C8B-B14F-4D97-AF65-F5344CB8AC3E}">
        <p14:creationId xmlns:p14="http://schemas.microsoft.com/office/powerpoint/2010/main" val="2191459215"/>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a:t>
            </a:fld>
            <a:endParaRPr lang="en-US" dirty="0"/>
          </a:p>
        </p:txBody>
      </p:sp>
    </p:spTree>
    <p:extLst>
      <p:ext uri="{BB962C8B-B14F-4D97-AF65-F5344CB8AC3E}">
        <p14:creationId xmlns:p14="http://schemas.microsoft.com/office/powerpoint/2010/main" val="1837968757"/>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a:t>
            </a:fld>
            <a:endParaRPr lang="en-US" dirty="0"/>
          </a:p>
        </p:txBody>
      </p:sp>
    </p:spTree>
    <p:extLst>
      <p:ext uri="{BB962C8B-B14F-4D97-AF65-F5344CB8AC3E}">
        <p14:creationId xmlns:p14="http://schemas.microsoft.com/office/powerpoint/2010/main" val="1210844333"/>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a:t>
            </a:fld>
            <a:endParaRPr lang="en-US" dirty="0"/>
          </a:p>
        </p:txBody>
      </p:sp>
    </p:spTree>
    <p:extLst>
      <p:ext uri="{BB962C8B-B14F-4D97-AF65-F5344CB8AC3E}">
        <p14:creationId xmlns:p14="http://schemas.microsoft.com/office/powerpoint/2010/main" val="1562425960"/>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a:t>
            </a:fld>
            <a:endParaRPr lang="en-US" dirty="0"/>
          </a:p>
        </p:txBody>
      </p:sp>
    </p:spTree>
    <p:extLst>
      <p:ext uri="{BB962C8B-B14F-4D97-AF65-F5344CB8AC3E}">
        <p14:creationId xmlns:p14="http://schemas.microsoft.com/office/powerpoint/2010/main" val="3970736853"/>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a:t>
            </a:fld>
            <a:endParaRPr lang="en-US" dirty="0"/>
          </a:p>
        </p:txBody>
      </p:sp>
    </p:spTree>
    <p:extLst>
      <p:ext uri="{BB962C8B-B14F-4D97-AF65-F5344CB8AC3E}">
        <p14:creationId xmlns:p14="http://schemas.microsoft.com/office/powerpoint/2010/main" val="394355608"/>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a:t>
            </a:fld>
            <a:endParaRPr lang="en-US" dirty="0"/>
          </a:p>
        </p:txBody>
      </p:sp>
    </p:spTree>
    <p:extLst>
      <p:ext uri="{BB962C8B-B14F-4D97-AF65-F5344CB8AC3E}">
        <p14:creationId xmlns:p14="http://schemas.microsoft.com/office/powerpoint/2010/main" val="3123768644"/>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a:t>
            </a:fld>
            <a:endParaRPr lang="en-US" dirty="0"/>
          </a:p>
        </p:txBody>
      </p:sp>
    </p:spTree>
    <p:extLst>
      <p:ext uri="{BB962C8B-B14F-4D97-AF65-F5344CB8AC3E}">
        <p14:creationId xmlns:p14="http://schemas.microsoft.com/office/powerpoint/2010/main" val="1089838424"/>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a:t>
            </a:fld>
            <a:endParaRPr lang="en-US" dirty="0"/>
          </a:p>
        </p:txBody>
      </p:sp>
    </p:spTree>
    <p:extLst>
      <p:ext uri="{BB962C8B-B14F-4D97-AF65-F5344CB8AC3E}">
        <p14:creationId xmlns:p14="http://schemas.microsoft.com/office/powerpoint/2010/main" val="3714601693"/>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a:t>
            </a:fld>
            <a:endParaRPr lang="en-US" dirty="0"/>
          </a:p>
        </p:txBody>
      </p:sp>
    </p:spTree>
    <p:extLst>
      <p:ext uri="{BB962C8B-B14F-4D97-AF65-F5344CB8AC3E}">
        <p14:creationId xmlns:p14="http://schemas.microsoft.com/office/powerpoint/2010/main" val="238892269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a:t>
            </a:fld>
            <a:endParaRPr lang="en-US" dirty="0"/>
          </a:p>
        </p:txBody>
      </p:sp>
    </p:spTree>
    <p:extLst>
      <p:ext uri="{BB962C8B-B14F-4D97-AF65-F5344CB8AC3E}">
        <p14:creationId xmlns:p14="http://schemas.microsoft.com/office/powerpoint/2010/main" val="302655458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a:t>
            </a:fld>
            <a:endParaRPr lang="en-US" dirty="0"/>
          </a:p>
        </p:txBody>
      </p:sp>
    </p:spTree>
    <p:extLst>
      <p:ext uri="{BB962C8B-B14F-4D97-AF65-F5344CB8AC3E}">
        <p14:creationId xmlns:p14="http://schemas.microsoft.com/office/powerpoint/2010/main" val="287266009"/>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a:t>
            </a:fld>
            <a:endParaRPr lang="en-US" dirty="0"/>
          </a:p>
        </p:txBody>
      </p:sp>
    </p:spTree>
    <p:extLst>
      <p:ext uri="{BB962C8B-B14F-4D97-AF65-F5344CB8AC3E}">
        <p14:creationId xmlns:p14="http://schemas.microsoft.com/office/powerpoint/2010/main" val="97707027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a:t>
            </a:fld>
            <a:endParaRPr lang="en-US" dirty="0"/>
          </a:p>
        </p:txBody>
      </p:sp>
    </p:spTree>
    <p:extLst>
      <p:ext uri="{BB962C8B-B14F-4D97-AF65-F5344CB8AC3E}">
        <p14:creationId xmlns:p14="http://schemas.microsoft.com/office/powerpoint/2010/main" val="1367054024"/>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a:t>
            </a:fld>
            <a:endParaRPr lang="en-US" dirty="0"/>
          </a:p>
        </p:txBody>
      </p:sp>
    </p:spTree>
    <p:extLst>
      <p:ext uri="{BB962C8B-B14F-4D97-AF65-F5344CB8AC3E}">
        <p14:creationId xmlns:p14="http://schemas.microsoft.com/office/powerpoint/2010/main" val="3973249014"/>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a:t>
            </a:fld>
            <a:endParaRPr lang="en-US" dirty="0"/>
          </a:p>
        </p:txBody>
      </p:sp>
    </p:spTree>
    <p:extLst>
      <p:ext uri="{BB962C8B-B14F-4D97-AF65-F5344CB8AC3E}">
        <p14:creationId xmlns:p14="http://schemas.microsoft.com/office/powerpoint/2010/main" val="1271676286"/>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a:t>
            </a:fld>
            <a:endParaRPr lang="en-US" dirty="0"/>
          </a:p>
        </p:txBody>
      </p:sp>
    </p:spTree>
    <p:extLst>
      <p:ext uri="{BB962C8B-B14F-4D97-AF65-F5344CB8AC3E}">
        <p14:creationId xmlns:p14="http://schemas.microsoft.com/office/powerpoint/2010/main" val="2483434060"/>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a:t>
            </a:fld>
            <a:endParaRPr lang="en-US" dirty="0"/>
          </a:p>
        </p:txBody>
      </p:sp>
    </p:spTree>
    <p:extLst>
      <p:ext uri="{BB962C8B-B14F-4D97-AF65-F5344CB8AC3E}">
        <p14:creationId xmlns:p14="http://schemas.microsoft.com/office/powerpoint/2010/main" val="684966443"/>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a:t>
            </a:fld>
            <a:endParaRPr lang="en-US" dirty="0"/>
          </a:p>
        </p:txBody>
      </p:sp>
    </p:spTree>
    <p:extLst>
      <p:ext uri="{BB962C8B-B14F-4D97-AF65-F5344CB8AC3E}">
        <p14:creationId xmlns:p14="http://schemas.microsoft.com/office/powerpoint/2010/main" val="159484787"/>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a:t>
            </a:fld>
            <a:endParaRPr lang="en-US" dirty="0"/>
          </a:p>
        </p:txBody>
      </p:sp>
    </p:spTree>
    <p:extLst>
      <p:ext uri="{BB962C8B-B14F-4D97-AF65-F5344CB8AC3E}">
        <p14:creationId xmlns:p14="http://schemas.microsoft.com/office/powerpoint/2010/main" val="371623831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a:t>
            </a:fld>
            <a:endParaRPr lang="en-US" dirty="0"/>
          </a:p>
        </p:txBody>
      </p:sp>
    </p:spTree>
    <p:extLst>
      <p:ext uri="{BB962C8B-B14F-4D97-AF65-F5344CB8AC3E}">
        <p14:creationId xmlns:p14="http://schemas.microsoft.com/office/powerpoint/2010/main" val="1097850050"/>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a:t>
            </a:fld>
            <a:endParaRPr lang="en-US" dirty="0"/>
          </a:p>
        </p:txBody>
      </p:sp>
    </p:spTree>
    <p:extLst>
      <p:ext uri="{BB962C8B-B14F-4D97-AF65-F5344CB8AC3E}">
        <p14:creationId xmlns:p14="http://schemas.microsoft.com/office/powerpoint/2010/main" val="3430581073"/>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a:t>
            </a:fld>
            <a:endParaRPr lang="en-US" dirty="0"/>
          </a:p>
        </p:txBody>
      </p:sp>
    </p:spTree>
    <p:extLst>
      <p:ext uri="{BB962C8B-B14F-4D97-AF65-F5344CB8AC3E}">
        <p14:creationId xmlns:p14="http://schemas.microsoft.com/office/powerpoint/2010/main" val="28878360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a:t>
            </a:fld>
            <a:endParaRPr lang="en-US" dirty="0"/>
          </a:p>
        </p:txBody>
      </p:sp>
    </p:spTree>
    <p:extLst>
      <p:ext uri="{BB962C8B-B14F-4D97-AF65-F5344CB8AC3E}">
        <p14:creationId xmlns:p14="http://schemas.microsoft.com/office/powerpoint/2010/main" val="2448690647"/>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a:t>
            </a:fld>
            <a:endParaRPr lang="en-US" dirty="0"/>
          </a:p>
        </p:txBody>
      </p:sp>
    </p:spTree>
    <p:extLst>
      <p:ext uri="{BB962C8B-B14F-4D97-AF65-F5344CB8AC3E}">
        <p14:creationId xmlns:p14="http://schemas.microsoft.com/office/powerpoint/2010/main" val="1896132857"/>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a:t>
            </a:fld>
            <a:endParaRPr lang="en-US" dirty="0"/>
          </a:p>
        </p:txBody>
      </p:sp>
    </p:spTree>
    <p:extLst>
      <p:ext uri="{BB962C8B-B14F-4D97-AF65-F5344CB8AC3E}">
        <p14:creationId xmlns:p14="http://schemas.microsoft.com/office/powerpoint/2010/main" val="2281469330"/>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a:t>
            </a:fld>
            <a:endParaRPr lang="en-US" dirty="0"/>
          </a:p>
        </p:txBody>
      </p:sp>
    </p:spTree>
    <p:extLst>
      <p:ext uri="{BB962C8B-B14F-4D97-AF65-F5344CB8AC3E}">
        <p14:creationId xmlns:p14="http://schemas.microsoft.com/office/powerpoint/2010/main" val="24016243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a:t>
            </a:fld>
            <a:endParaRPr lang="en-US" dirty="0"/>
          </a:p>
        </p:txBody>
      </p:sp>
    </p:spTree>
    <p:extLst>
      <p:ext uri="{BB962C8B-B14F-4D97-AF65-F5344CB8AC3E}">
        <p14:creationId xmlns:p14="http://schemas.microsoft.com/office/powerpoint/2010/main" val="3214611640"/>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a:t>
            </a:fld>
            <a:endParaRPr lang="en-US" dirty="0"/>
          </a:p>
        </p:txBody>
      </p:sp>
    </p:spTree>
    <p:extLst>
      <p:ext uri="{BB962C8B-B14F-4D97-AF65-F5344CB8AC3E}">
        <p14:creationId xmlns:p14="http://schemas.microsoft.com/office/powerpoint/2010/main" val="139522650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a:t>
            </a:fld>
            <a:endParaRPr lang="en-US" dirty="0"/>
          </a:p>
        </p:txBody>
      </p:sp>
    </p:spTree>
    <p:extLst>
      <p:ext uri="{BB962C8B-B14F-4D97-AF65-F5344CB8AC3E}">
        <p14:creationId xmlns:p14="http://schemas.microsoft.com/office/powerpoint/2010/main" val="1030168105"/>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a:t>
            </a:fld>
            <a:endParaRPr lang="en-US" dirty="0"/>
          </a:p>
        </p:txBody>
      </p:sp>
    </p:spTree>
    <p:extLst>
      <p:ext uri="{BB962C8B-B14F-4D97-AF65-F5344CB8AC3E}">
        <p14:creationId xmlns:p14="http://schemas.microsoft.com/office/powerpoint/2010/main" val="2074582234"/>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a:t>
            </a:fld>
            <a:endParaRPr lang="en-US" dirty="0"/>
          </a:p>
        </p:txBody>
      </p:sp>
    </p:spTree>
    <p:extLst>
      <p:ext uri="{BB962C8B-B14F-4D97-AF65-F5344CB8AC3E}">
        <p14:creationId xmlns:p14="http://schemas.microsoft.com/office/powerpoint/2010/main" val="2159123986"/>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a:t>
            </a:fld>
            <a:endParaRPr lang="en-US" dirty="0"/>
          </a:p>
        </p:txBody>
      </p:sp>
    </p:spTree>
    <p:extLst>
      <p:ext uri="{BB962C8B-B14F-4D97-AF65-F5344CB8AC3E}">
        <p14:creationId xmlns:p14="http://schemas.microsoft.com/office/powerpoint/2010/main" val="2403932795"/>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a:t>
            </a:fld>
            <a:endParaRPr lang="en-US" dirty="0"/>
          </a:p>
        </p:txBody>
      </p:sp>
    </p:spTree>
    <p:extLst>
      <p:ext uri="{BB962C8B-B14F-4D97-AF65-F5344CB8AC3E}">
        <p14:creationId xmlns:p14="http://schemas.microsoft.com/office/powerpoint/2010/main" val="63887945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438</a:t>
            </a:fld>
            <a:endParaRPr lang="en-US" dirty="0"/>
          </a:p>
        </p:txBody>
      </p:sp>
    </p:spTree>
    <p:extLst>
      <p:ext uri="{BB962C8B-B14F-4D97-AF65-F5344CB8AC3E}">
        <p14:creationId xmlns:p14="http://schemas.microsoft.com/office/powerpoint/2010/main" val="2869871228"/>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439</a:t>
            </a:fld>
            <a:endParaRPr lang="en-US" dirty="0"/>
          </a:p>
        </p:txBody>
      </p:sp>
    </p:spTree>
    <p:extLst>
      <p:ext uri="{BB962C8B-B14F-4D97-AF65-F5344CB8AC3E}">
        <p14:creationId xmlns:p14="http://schemas.microsoft.com/office/powerpoint/2010/main" val="2695811772"/>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440</a:t>
            </a:fld>
            <a:endParaRPr lang="en-US" dirty="0"/>
          </a:p>
        </p:txBody>
      </p:sp>
    </p:spTree>
    <p:extLst>
      <p:ext uri="{BB962C8B-B14F-4D97-AF65-F5344CB8AC3E}">
        <p14:creationId xmlns:p14="http://schemas.microsoft.com/office/powerpoint/2010/main" val="1758663384"/>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441</a:t>
            </a:fld>
            <a:endParaRPr lang="en-US" dirty="0"/>
          </a:p>
        </p:txBody>
      </p:sp>
    </p:spTree>
    <p:extLst>
      <p:ext uri="{BB962C8B-B14F-4D97-AF65-F5344CB8AC3E}">
        <p14:creationId xmlns:p14="http://schemas.microsoft.com/office/powerpoint/2010/main" val="2139877590"/>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442</a:t>
            </a:fld>
            <a:endParaRPr lang="en-US" dirty="0"/>
          </a:p>
        </p:txBody>
      </p:sp>
    </p:spTree>
    <p:extLst>
      <p:ext uri="{BB962C8B-B14F-4D97-AF65-F5344CB8AC3E}">
        <p14:creationId xmlns:p14="http://schemas.microsoft.com/office/powerpoint/2010/main" val="1010718195"/>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443</a:t>
            </a:fld>
            <a:endParaRPr lang="en-US" dirty="0"/>
          </a:p>
        </p:txBody>
      </p:sp>
    </p:spTree>
    <p:extLst>
      <p:ext uri="{BB962C8B-B14F-4D97-AF65-F5344CB8AC3E}">
        <p14:creationId xmlns:p14="http://schemas.microsoft.com/office/powerpoint/2010/main" val="3407370886"/>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444</a:t>
            </a:fld>
            <a:endParaRPr lang="en-US" dirty="0"/>
          </a:p>
        </p:txBody>
      </p:sp>
    </p:spTree>
    <p:extLst>
      <p:ext uri="{BB962C8B-B14F-4D97-AF65-F5344CB8AC3E}">
        <p14:creationId xmlns:p14="http://schemas.microsoft.com/office/powerpoint/2010/main" val="1293677326"/>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445</a:t>
            </a:fld>
            <a:endParaRPr lang="en-US" dirty="0"/>
          </a:p>
        </p:txBody>
      </p:sp>
    </p:spTree>
    <p:extLst>
      <p:ext uri="{BB962C8B-B14F-4D97-AF65-F5344CB8AC3E}">
        <p14:creationId xmlns:p14="http://schemas.microsoft.com/office/powerpoint/2010/main" val="354243389"/>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446</a:t>
            </a:fld>
            <a:endParaRPr lang="en-US" dirty="0"/>
          </a:p>
        </p:txBody>
      </p:sp>
    </p:spTree>
    <p:extLst>
      <p:ext uri="{BB962C8B-B14F-4D97-AF65-F5344CB8AC3E}">
        <p14:creationId xmlns:p14="http://schemas.microsoft.com/office/powerpoint/2010/main" val="1752588316"/>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447</a:t>
            </a:fld>
            <a:endParaRPr lang="en-US" dirty="0"/>
          </a:p>
        </p:txBody>
      </p:sp>
    </p:spTree>
    <p:extLst>
      <p:ext uri="{BB962C8B-B14F-4D97-AF65-F5344CB8AC3E}">
        <p14:creationId xmlns:p14="http://schemas.microsoft.com/office/powerpoint/2010/main" val="1840197564"/>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448</a:t>
            </a:fld>
            <a:endParaRPr lang="en-US" dirty="0"/>
          </a:p>
        </p:txBody>
      </p:sp>
    </p:spTree>
    <p:extLst>
      <p:ext uri="{BB962C8B-B14F-4D97-AF65-F5344CB8AC3E}">
        <p14:creationId xmlns:p14="http://schemas.microsoft.com/office/powerpoint/2010/main" val="3749248089"/>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449</a:t>
            </a:fld>
            <a:endParaRPr lang="en-US" dirty="0"/>
          </a:p>
        </p:txBody>
      </p:sp>
    </p:spTree>
    <p:extLst>
      <p:ext uri="{BB962C8B-B14F-4D97-AF65-F5344CB8AC3E}">
        <p14:creationId xmlns:p14="http://schemas.microsoft.com/office/powerpoint/2010/main" val="334023306"/>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450</a:t>
            </a:fld>
            <a:endParaRPr lang="en-US" dirty="0"/>
          </a:p>
        </p:txBody>
      </p:sp>
    </p:spTree>
    <p:extLst>
      <p:ext uri="{BB962C8B-B14F-4D97-AF65-F5344CB8AC3E}">
        <p14:creationId xmlns:p14="http://schemas.microsoft.com/office/powerpoint/2010/main" val="225370699"/>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451</a:t>
            </a:fld>
            <a:endParaRPr lang="en-US" dirty="0"/>
          </a:p>
        </p:txBody>
      </p:sp>
    </p:spTree>
    <p:extLst>
      <p:ext uri="{BB962C8B-B14F-4D97-AF65-F5344CB8AC3E}">
        <p14:creationId xmlns:p14="http://schemas.microsoft.com/office/powerpoint/2010/main" val="1372477607"/>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452</a:t>
            </a:fld>
            <a:endParaRPr lang="en-US" dirty="0"/>
          </a:p>
        </p:txBody>
      </p:sp>
    </p:spTree>
    <p:extLst>
      <p:ext uri="{BB962C8B-B14F-4D97-AF65-F5344CB8AC3E}">
        <p14:creationId xmlns:p14="http://schemas.microsoft.com/office/powerpoint/2010/main" val="3899858089"/>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453</a:t>
            </a:fld>
            <a:endParaRPr lang="en-US" dirty="0"/>
          </a:p>
        </p:txBody>
      </p:sp>
    </p:spTree>
    <p:extLst>
      <p:ext uri="{BB962C8B-B14F-4D97-AF65-F5344CB8AC3E}">
        <p14:creationId xmlns:p14="http://schemas.microsoft.com/office/powerpoint/2010/main" val="4128329188"/>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454</a:t>
            </a:fld>
            <a:endParaRPr lang="en-US" dirty="0"/>
          </a:p>
        </p:txBody>
      </p:sp>
    </p:spTree>
    <p:extLst>
      <p:ext uri="{BB962C8B-B14F-4D97-AF65-F5344CB8AC3E}">
        <p14:creationId xmlns:p14="http://schemas.microsoft.com/office/powerpoint/2010/main" val="1872076612"/>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455</a:t>
            </a:fld>
            <a:endParaRPr lang="en-US" dirty="0"/>
          </a:p>
        </p:txBody>
      </p:sp>
    </p:spTree>
    <p:extLst>
      <p:ext uri="{BB962C8B-B14F-4D97-AF65-F5344CB8AC3E}">
        <p14:creationId xmlns:p14="http://schemas.microsoft.com/office/powerpoint/2010/main" val="2805177265"/>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456</a:t>
            </a:fld>
            <a:endParaRPr lang="en-US" dirty="0"/>
          </a:p>
        </p:txBody>
      </p:sp>
    </p:spTree>
    <p:extLst>
      <p:ext uri="{BB962C8B-B14F-4D97-AF65-F5344CB8AC3E}">
        <p14:creationId xmlns:p14="http://schemas.microsoft.com/office/powerpoint/2010/main" val="3040021411"/>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457</a:t>
            </a:fld>
            <a:endParaRPr lang="en-US" dirty="0"/>
          </a:p>
        </p:txBody>
      </p:sp>
    </p:spTree>
    <p:extLst>
      <p:ext uri="{BB962C8B-B14F-4D97-AF65-F5344CB8AC3E}">
        <p14:creationId xmlns:p14="http://schemas.microsoft.com/office/powerpoint/2010/main" val="2178174921"/>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458</a:t>
            </a:fld>
            <a:endParaRPr lang="en-US" dirty="0"/>
          </a:p>
        </p:txBody>
      </p:sp>
    </p:spTree>
    <p:extLst>
      <p:ext uri="{BB962C8B-B14F-4D97-AF65-F5344CB8AC3E}">
        <p14:creationId xmlns:p14="http://schemas.microsoft.com/office/powerpoint/2010/main" val="2656413319"/>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459</a:t>
            </a:fld>
            <a:endParaRPr lang="en-US" dirty="0"/>
          </a:p>
        </p:txBody>
      </p:sp>
    </p:spTree>
    <p:extLst>
      <p:ext uri="{BB962C8B-B14F-4D97-AF65-F5344CB8AC3E}">
        <p14:creationId xmlns:p14="http://schemas.microsoft.com/office/powerpoint/2010/main" val="2216952607"/>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460</a:t>
            </a:fld>
            <a:endParaRPr lang="en-US" dirty="0"/>
          </a:p>
        </p:txBody>
      </p:sp>
    </p:spTree>
    <p:extLst>
      <p:ext uri="{BB962C8B-B14F-4D97-AF65-F5344CB8AC3E}">
        <p14:creationId xmlns:p14="http://schemas.microsoft.com/office/powerpoint/2010/main" val="2026304908"/>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461</a:t>
            </a:fld>
            <a:endParaRPr lang="en-US" dirty="0"/>
          </a:p>
        </p:txBody>
      </p:sp>
    </p:spTree>
    <p:extLst>
      <p:ext uri="{BB962C8B-B14F-4D97-AF65-F5344CB8AC3E}">
        <p14:creationId xmlns:p14="http://schemas.microsoft.com/office/powerpoint/2010/main" val="1875723353"/>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462</a:t>
            </a:fld>
            <a:endParaRPr lang="en-US" dirty="0"/>
          </a:p>
        </p:txBody>
      </p:sp>
    </p:spTree>
    <p:extLst>
      <p:ext uri="{BB962C8B-B14F-4D97-AF65-F5344CB8AC3E}">
        <p14:creationId xmlns:p14="http://schemas.microsoft.com/office/powerpoint/2010/main" val="1264821646"/>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463</a:t>
            </a:fld>
            <a:endParaRPr lang="en-US" dirty="0"/>
          </a:p>
        </p:txBody>
      </p:sp>
    </p:spTree>
    <p:extLst>
      <p:ext uri="{BB962C8B-B14F-4D97-AF65-F5344CB8AC3E}">
        <p14:creationId xmlns:p14="http://schemas.microsoft.com/office/powerpoint/2010/main" val="281610450"/>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464</a:t>
            </a:fld>
            <a:endParaRPr lang="en-US" dirty="0"/>
          </a:p>
        </p:txBody>
      </p:sp>
    </p:spTree>
    <p:extLst>
      <p:ext uri="{BB962C8B-B14F-4D97-AF65-F5344CB8AC3E}">
        <p14:creationId xmlns:p14="http://schemas.microsoft.com/office/powerpoint/2010/main" val="4084697166"/>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465</a:t>
            </a:fld>
            <a:endParaRPr lang="en-US" dirty="0"/>
          </a:p>
        </p:txBody>
      </p:sp>
    </p:spTree>
    <p:extLst>
      <p:ext uri="{BB962C8B-B14F-4D97-AF65-F5344CB8AC3E}">
        <p14:creationId xmlns:p14="http://schemas.microsoft.com/office/powerpoint/2010/main" val="2380153732"/>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466</a:t>
            </a:fld>
            <a:endParaRPr lang="en-US" dirty="0"/>
          </a:p>
        </p:txBody>
      </p:sp>
    </p:spTree>
    <p:extLst>
      <p:ext uri="{BB962C8B-B14F-4D97-AF65-F5344CB8AC3E}">
        <p14:creationId xmlns:p14="http://schemas.microsoft.com/office/powerpoint/2010/main" val="3774072571"/>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467</a:t>
            </a:fld>
            <a:endParaRPr lang="en-US" dirty="0"/>
          </a:p>
        </p:txBody>
      </p:sp>
    </p:spTree>
    <p:extLst>
      <p:ext uri="{BB962C8B-B14F-4D97-AF65-F5344CB8AC3E}">
        <p14:creationId xmlns:p14="http://schemas.microsoft.com/office/powerpoint/2010/main" val="1649667932"/>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468</a:t>
            </a:fld>
            <a:endParaRPr lang="en-US" dirty="0"/>
          </a:p>
        </p:txBody>
      </p:sp>
    </p:spTree>
    <p:extLst>
      <p:ext uri="{BB962C8B-B14F-4D97-AF65-F5344CB8AC3E}">
        <p14:creationId xmlns:p14="http://schemas.microsoft.com/office/powerpoint/2010/main" val="501581127"/>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469</a:t>
            </a:fld>
            <a:endParaRPr lang="en-US" dirty="0"/>
          </a:p>
        </p:txBody>
      </p:sp>
    </p:spTree>
    <p:extLst>
      <p:ext uri="{BB962C8B-B14F-4D97-AF65-F5344CB8AC3E}">
        <p14:creationId xmlns:p14="http://schemas.microsoft.com/office/powerpoint/2010/main" val="1452009830"/>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470</a:t>
            </a:fld>
            <a:endParaRPr lang="en-US" dirty="0"/>
          </a:p>
        </p:txBody>
      </p:sp>
    </p:spTree>
    <p:extLst>
      <p:ext uri="{BB962C8B-B14F-4D97-AF65-F5344CB8AC3E}">
        <p14:creationId xmlns:p14="http://schemas.microsoft.com/office/powerpoint/2010/main" val="831735162"/>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471</a:t>
            </a:fld>
            <a:endParaRPr lang="en-US" dirty="0"/>
          </a:p>
        </p:txBody>
      </p:sp>
    </p:spTree>
    <p:extLst>
      <p:ext uri="{BB962C8B-B14F-4D97-AF65-F5344CB8AC3E}">
        <p14:creationId xmlns:p14="http://schemas.microsoft.com/office/powerpoint/2010/main" val="833488547"/>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472</a:t>
            </a:fld>
            <a:endParaRPr lang="en-US" dirty="0"/>
          </a:p>
        </p:txBody>
      </p:sp>
    </p:spTree>
    <p:extLst>
      <p:ext uri="{BB962C8B-B14F-4D97-AF65-F5344CB8AC3E}">
        <p14:creationId xmlns:p14="http://schemas.microsoft.com/office/powerpoint/2010/main" val="4232088358"/>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473</a:t>
            </a:fld>
            <a:endParaRPr lang="en-US" dirty="0"/>
          </a:p>
        </p:txBody>
      </p:sp>
    </p:spTree>
    <p:extLst>
      <p:ext uri="{BB962C8B-B14F-4D97-AF65-F5344CB8AC3E}">
        <p14:creationId xmlns:p14="http://schemas.microsoft.com/office/powerpoint/2010/main" val="2088273381"/>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474</a:t>
            </a:fld>
            <a:endParaRPr lang="en-US" dirty="0"/>
          </a:p>
        </p:txBody>
      </p:sp>
    </p:spTree>
    <p:extLst>
      <p:ext uri="{BB962C8B-B14F-4D97-AF65-F5344CB8AC3E}">
        <p14:creationId xmlns:p14="http://schemas.microsoft.com/office/powerpoint/2010/main" val="419513002"/>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475</a:t>
            </a:fld>
            <a:endParaRPr lang="en-US" dirty="0"/>
          </a:p>
        </p:txBody>
      </p:sp>
    </p:spTree>
    <p:extLst>
      <p:ext uri="{BB962C8B-B14F-4D97-AF65-F5344CB8AC3E}">
        <p14:creationId xmlns:p14="http://schemas.microsoft.com/office/powerpoint/2010/main" val="818921823"/>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476</a:t>
            </a:fld>
            <a:endParaRPr lang="en-US" dirty="0"/>
          </a:p>
        </p:txBody>
      </p:sp>
    </p:spTree>
    <p:extLst>
      <p:ext uri="{BB962C8B-B14F-4D97-AF65-F5344CB8AC3E}">
        <p14:creationId xmlns:p14="http://schemas.microsoft.com/office/powerpoint/2010/main" val="2304064810"/>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477</a:t>
            </a:fld>
            <a:endParaRPr lang="en-US" dirty="0"/>
          </a:p>
        </p:txBody>
      </p:sp>
    </p:spTree>
    <p:extLst>
      <p:ext uri="{BB962C8B-B14F-4D97-AF65-F5344CB8AC3E}">
        <p14:creationId xmlns:p14="http://schemas.microsoft.com/office/powerpoint/2010/main" val="3510653417"/>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478</a:t>
            </a:fld>
            <a:endParaRPr lang="en-US" dirty="0"/>
          </a:p>
        </p:txBody>
      </p:sp>
    </p:spTree>
    <p:extLst>
      <p:ext uri="{BB962C8B-B14F-4D97-AF65-F5344CB8AC3E}">
        <p14:creationId xmlns:p14="http://schemas.microsoft.com/office/powerpoint/2010/main" val="955123037"/>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479</a:t>
            </a:fld>
            <a:endParaRPr lang="en-US" dirty="0"/>
          </a:p>
        </p:txBody>
      </p:sp>
    </p:spTree>
    <p:extLst>
      <p:ext uri="{BB962C8B-B14F-4D97-AF65-F5344CB8AC3E}">
        <p14:creationId xmlns:p14="http://schemas.microsoft.com/office/powerpoint/2010/main" val="2419034937"/>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480</a:t>
            </a:fld>
            <a:endParaRPr lang="en-US" dirty="0"/>
          </a:p>
        </p:txBody>
      </p:sp>
    </p:spTree>
    <p:extLst>
      <p:ext uri="{BB962C8B-B14F-4D97-AF65-F5344CB8AC3E}">
        <p14:creationId xmlns:p14="http://schemas.microsoft.com/office/powerpoint/2010/main" val="821360698"/>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481</a:t>
            </a:fld>
            <a:endParaRPr lang="en-US" dirty="0"/>
          </a:p>
        </p:txBody>
      </p:sp>
    </p:spTree>
    <p:extLst>
      <p:ext uri="{BB962C8B-B14F-4D97-AF65-F5344CB8AC3E}">
        <p14:creationId xmlns:p14="http://schemas.microsoft.com/office/powerpoint/2010/main" val="3107704912"/>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482</a:t>
            </a:fld>
            <a:endParaRPr lang="en-US" dirty="0"/>
          </a:p>
        </p:txBody>
      </p:sp>
    </p:spTree>
    <p:extLst>
      <p:ext uri="{BB962C8B-B14F-4D97-AF65-F5344CB8AC3E}">
        <p14:creationId xmlns:p14="http://schemas.microsoft.com/office/powerpoint/2010/main" val="4244329954"/>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483</a:t>
            </a:fld>
            <a:endParaRPr lang="en-US" dirty="0"/>
          </a:p>
        </p:txBody>
      </p:sp>
    </p:spTree>
    <p:extLst>
      <p:ext uri="{BB962C8B-B14F-4D97-AF65-F5344CB8AC3E}">
        <p14:creationId xmlns:p14="http://schemas.microsoft.com/office/powerpoint/2010/main" val="2243119335"/>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484</a:t>
            </a:fld>
            <a:endParaRPr lang="en-US" dirty="0"/>
          </a:p>
        </p:txBody>
      </p:sp>
    </p:spTree>
    <p:extLst>
      <p:ext uri="{BB962C8B-B14F-4D97-AF65-F5344CB8AC3E}">
        <p14:creationId xmlns:p14="http://schemas.microsoft.com/office/powerpoint/2010/main" val="3430853224"/>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485</a:t>
            </a:fld>
            <a:endParaRPr lang="en-US" dirty="0"/>
          </a:p>
        </p:txBody>
      </p:sp>
    </p:spTree>
    <p:extLst>
      <p:ext uri="{BB962C8B-B14F-4D97-AF65-F5344CB8AC3E}">
        <p14:creationId xmlns:p14="http://schemas.microsoft.com/office/powerpoint/2010/main" val="3703719542"/>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486</a:t>
            </a:fld>
            <a:endParaRPr lang="en-US" dirty="0"/>
          </a:p>
        </p:txBody>
      </p:sp>
    </p:spTree>
    <p:extLst>
      <p:ext uri="{BB962C8B-B14F-4D97-AF65-F5344CB8AC3E}">
        <p14:creationId xmlns:p14="http://schemas.microsoft.com/office/powerpoint/2010/main" val="2674007432"/>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487</a:t>
            </a:fld>
            <a:endParaRPr lang="en-US" dirty="0"/>
          </a:p>
        </p:txBody>
      </p:sp>
    </p:spTree>
    <p:extLst>
      <p:ext uri="{BB962C8B-B14F-4D97-AF65-F5344CB8AC3E}">
        <p14:creationId xmlns:p14="http://schemas.microsoft.com/office/powerpoint/2010/main" val="1943267723"/>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488</a:t>
            </a:fld>
            <a:endParaRPr lang="en-US" dirty="0"/>
          </a:p>
        </p:txBody>
      </p:sp>
    </p:spTree>
    <p:extLst>
      <p:ext uri="{BB962C8B-B14F-4D97-AF65-F5344CB8AC3E}">
        <p14:creationId xmlns:p14="http://schemas.microsoft.com/office/powerpoint/2010/main" val="3097140205"/>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489</a:t>
            </a:fld>
            <a:endParaRPr lang="en-US" dirty="0"/>
          </a:p>
        </p:txBody>
      </p:sp>
    </p:spTree>
    <p:extLst>
      <p:ext uri="{BB962C8B-B14F-4D97-AF65-F5344CB8AC3E}">
        <p14:creationId xmlns:p14="http://schemas.microsoft.com/office/powerpoint/2010/main" val="2711761708"/>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490</a:t>
            </a:fld>
            <a:endParaRPr lang="en-US" dirty="0"/>
          </a:p>
        </p:txBody>
      </p:sp>
    </p:spTree>
    <p:extLst>
      <p:ext uri="{BB962C8B-B14F-4D97-AF65-F5344CB8AC3E}">
        <p14:creationId xmlns:p14="http://schemas.microsoft.com/office/powerpoint/2010/main" val="3953982549"/>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491</a:t>
            </a:fld>
            <a:endParaRPr lang="en-US" dirty="0"/>
          </a:p>
        </p:txBody>
      </p:sp>
    </p:spTree>
    <p:extLst>
      <p:ext uri="{BB962C8B-B14F-4D97-AF65-F5344CB8AC3E}">
        <p14:creationId xmlns:p14="http://schemas.microsoft.com/office/powerpoint/2010/main" val="2824204843"/>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492</a:t>
            </a:fld>
            <a:endParaRPr lang="en-US" dirty="0"/>
          </a:p>
        </p:txBody>
      </p:sp>
    </p:spTree>
    <p:extLst>
      <p:ext uri="{BB962C8B-B14F-4D97-AF65-F5344CB8AC3E}">
        <p14:creationId xmlns:p14="http://schemas.microsoft.com/office/powerpoint/2010/main" val="2745954649"/>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493</a:t>
            </a:fld>
            <a:endParaRPr lang="en-US" dirty="0"/>
          </a:p>
        </p:txBody>
      </p:sp>
    </p:spTree>
    <p:extLst>
      <p:ext uri="{BB962C8B-B14F-4D97-AF65-F5344CB8AC3E}">
        <p14:creationId xmlns:p14="http://schemas.microsoft.com/office/powerpoint/2010/main" val="3479392864"/>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494</a:t>
            </a:fld>
            <a:endParaRPr lang="en-US" dirty="0"/>
          </a:p>
        </p:txBody>
      </p:sp>
    </p:spTree>
    <p:extLst>
      <p:ext uri="{BB962C8B-B14F-4D97-AF65-F5344CB8AC3E}">
        <p14:creationId xmlns:p14="http://schemas.microsoft.com/office/powerpoint/2010/main" val="2849010692"/>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495</a:t>
            </a:fld>
            <a:endParaRPr lang="en-US" dirty="0"/>
          </a:p>
        </p:txBody>
      </p:sp>
    </p:spTree>
    <p:extLst>
      <p:ext uri="{BB962C8B-B14F-4D97-AF65-F5344CB8AC3E}">
        <p14:creationId xmlns:p14="http://schemas.microsoft.com/office/powerpoint/2010/main" val="1721595417"/>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496</a:t>
            </a:fld>
            <a:endParaRPr lang="en-US" dirty="0"/>
          </a:p>
        </p:txBody>
      </p:sp>
    </p:spTree>
    <p:extLst>
      <p:ext uri="{BB962C8B-B14F-4D97-AF65-F5344CB8AC3E}">
        <p14:creationId xmlns:p14="http://schemas.microsoft.com/office/powerpoint/2010/main" val="1211851518"/>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497</a:t>
            </a:fld>
            <a:endParaRPr lang="en-US" dirty="0"/>
          </a:p>
        </p:txBody>
      </p:sp>
    </p:spTree>
    <p:extLst>
      <p:ext uri="{BB962C8B-B14F-4D97-AF65-F5344CB8AC3E}">
        <p14:creationId xmlns:p14="http://schemas.microsoft.com/office/powerpoint/2010/main" val="3489435488"/>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498</a:t>
            </a:fld>
            <a:endParaRPr lang="en-US" dirty="0"/>
          </a:p>
        </p:txBody>
      </p:sp>
    </p:spTree>
    <p:extLst>
      <p:ext uri="{BB962C8B-B14F-4D97-AF65-F5344CB8AC3E}">
        <p14:creationId xmlns:p14="http://schemas.microsoft.com/office/powerpoint/2010/main" val="2758315945"/>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499</a:t>
            </a:fld>
            <a:endParaRPr lang="en-US" dirty="0"/>
          </a:p>
        </p:txBody>
      </p:sp>
    </p:spTree>
    <p:extLst>
      <p:ext uri="{BB962C8B-B14F-4D97-AF65-F5344CB8AC3E}">
        <p14:creationId xmlns:p14="http://schemas.microsoft.com/office/powerpoint/2010/main" val="1037213084"/>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500</a:t>
            </a:fld>
            <a:endParaRPr lang="en-US" dirty="0"/>
          </a:p>
        </p:txBody>
      </p:sp>
    </p:spTree>
    <p:extLst>
      <p:ext uri="{BB962C8B-B14F-4D97-AF65-F5344CB8AC3E}">
        <p14:creationId xmlns:p14="http://schemas.microsoft.com/office/powerpoint/2010/main" val="4107587855"/>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501</a:t>
            </a:fld>
            <a:endParaRPr lang="en-US" dirty="0"/>
          </a:p>
        </p:txBody>
      </p:sp>
    </p:spTree>
    <p:extLst>
      <p:ext uri="{BB962C8B-B14F-4D97-AF65-F5344CB8AC3E}">
        <p14:creationId xmlns:p14="http://schemas.microsoft.com/office/powerpoint/2010/main" val="1017103188"/>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502</a:t>
            </a:fld>
            <a:endParaRPr lang="en-US" dirty="0"/>
          </a:p>
        </p:txBody>
      </p:sp>
    </p:spTree>
    <p:extLst>
      <p:ext uri="{BB962C8B-B14F-4D97-AF65-F5344CB8AC3E}">
        <p14:creationId xmlns:p14="http://schemas.microsoft.com/office/powerpoint/2010/main" val="632026920"/>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503</a:t>
            </a:fld>
            <a:endParaRPr lang="en-US" dirty="0"/>
          </a:p>
        </p:txBody>
      </p:sp>
    </p:spTree>
    <p:extLst>
      <p:ext uri="{BB962C8B-B14F-4D97-AF65-F5344CB8AC3E}">
        <p14:creationId xmlns:p14="http://schemas.microsoft.com/office/powerpoint/2010/main" val="1545191751"/>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504</a:t>
            </a:fld>
            <a:endParaRPr lang="en-US" dirty="0"/>
          </a:p>
        </p:txBody>
      </p:sp>
    </p:spTree>
    <p:extLst>
      <p:ext uri="{BB962C8B-B14F-4D97-AF65-F5344CB8AC3E}">
        <p14:creationId xmlns:p14="http://schemas.microsoft.com/office/powerpoint/2010/main" val="1574913008"/>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505</a:t>
            </a:fld>
            <a:endParaRPr lang="en-US" dirty="0"/>
          </a:p>
        </p:txBody>
      </p:sp>
    </p:spTree>
    <p:extLst>
      <p:ext uri="{BB962C8B-B14F-4D97-AF65-F5344CB8AC3E}">
        <p14:creationId xmlns:p14="http://schemas.microsoft.com/office/powerpoint/2010/main" val="149321760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506</a:t>
            </a:fld>
            <a:endParaRPr lang="en-US" dirty="0"/>
          </a:p>
        </p:txBody>
      </p:sp>
    </p:spTree>
    <p:extLst>
      <p:ext uri="{BB962C8B-B14F-4D97-AF65-F5344CB8AC3E}">
        <p14:creationId xmlns:p14="http://schemas.microsoft.com/office/powerpoint/2010/main" val="1778258724"/>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507</a:t>
            </a:fld>
            <a:endParaRPr lang="en-US" dirty="0"/>
          </a:p>
        </p:txBody>
      </p:sp>
    </p:spTree>
    <p:extLst>
      <p:ext uri="{BB962C8B-B14F-4D97-AF65-F5344CB8AC3E}">
        <p14:creationId xmlns:p14="http://schemas.microsoft.com/office/powerpoint/2010/main" val="807603228"/>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508</a:t>
            </a:fld>
            <a:endParaRPr lang="en-US" dirty="0"/>
          </a:p>
        </p:txBody>
      </p:sp>
    </p:spTree>
    <p:extLst>
      <p:ext uri="{BB962C8B-B14F-4D97-AF65-F5344CB8AC3E}">
        <p14:creationId xmlns:p14="http://schemas.microsoft.com/office/powerpoint/2010/main" val="1792914172"/>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509</a:t>
            </a:fld>
            <a:endParaRPr lang="en-US" dirty="0"/>
          </a:p>
        </p:txBody>
      </p:sp>
    </p:spTree>
    <p:extLst>
      <p:ext uri="{BB962C8B-B14F-4D97-AF65-F5344CB8AC3E}">
        <p14:creationId xmlns:p14="http://schemas.microsoft.com/office/powerpoint/2010/main" val="3248958353"/>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510</a:t>
            </a:fld>
            <a:endParaRPr lang="en-US" dirty="0"/>
          </a:p>
        </p:txBody>
      </p:sp>
    </p:spTree>
    <p:extLst>
      <p:ext uri="{BB962C8B-B14F-4D97-AF65-F5344CB8AC3E}">
        <p14:creationId xmlns:p14="http://schemas.microsoft.com/office/powerpoint/2010/main" val="3159277536"/>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511</a:t>
            </a:fld>
            <a:endParaRPr lang="en-US" dirty="0"/>
          </a:p>
        </p:txBody>
      </p:sp>
    </p:spTree>
    <p:extLst>
      <p:ext uri="{BB962C8B-B14F-4D97-AF65-F5344CB8AC3E}">
        <p14:creationId xmlns:p14="http://schemas.microsoft.com/office/powerpoint/2010/main" val="1938792664"/>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512</a:t>
            </a:fld>
            <a:endParaRPr lang="en-US" dirty="0"/>
          </a:p>
        </p:txBody>
      </p:sp>
    </p:spTree>
    <p:extLst>
      <p:ext uri="{BB962C8B-B14F-4D97-AF65-F5344CB8AC3E}">
        <p14:creationId xmlns:p14="http://schemas.microsoft.com/office/powerpoint/2010/main" val="3003838839"/>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513</a:t>
            </a:fld>
            <a:endParaRPr lang="en-US" dirty="0"/>
          </a:p>
        </p:txBody>
      </p:sp>
    </p:spTree>
    <p:extLst>
      <p:ext uri="{BB962C8B-B14F-4D97-AF65-F5344CB8AC3E}">
        <p14:creationId xmlns:p14="http://schemas.microsoft.com/office/powerpoint/2010/main" val="4231889904"/>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514</a:t>
            </a:fld>
            <a:endParaRPr lang="en-US" dirty="0"/>
          </a:p>
        </p:txBody>
      </p:sp>
    </p:spTree>
    <p:extLst>
      <p:ext uri="{BB962C8B-B14F-4D97-AF65-F5344CB8AC3E}">
        <p14:creationId xmlns:p14="http://schemas.microsoft.com/office/powerpoint/2010/main" val="3744323024"/>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515</a:t>
            </a:fld>
            <a:endParaRPr lang="en-US" dirty="0"/>
          </a:p>
        </p:txBody>
      </p:sp>
    </p:spTree>
    <p:extLst>
      <p:ext uri="{BB962C8B-B14F-4D97-AF65-F5344CB8AC3E}">
        <p14:creationId xmlns:p14="http://schemas.microsoft.com/office/powerpoint/2010/main" val="3842801757"/>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516</a:t>
            </a:fld>
            <a:endParaRPr lang="en-US" dirty="0"/>
          </a:p>
        </p:txBody>
      </p:sp>
    </p:spTree>
    <p:extLst>
      <p:ext uri="{BB962C8B-B14F-4D97-AF65-F5344CB8AC3E}">
        <p14:creationId xmlns:p14="http://schemas.microsoft.com/office/powerpoint/2010/main" val="774951697"/>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517</a:t>
            </a:fld>
            <a:endParaRPr lang="en-US" dirty="0"/>
          </a:p>
        </p:txBody>
      </p:sp>
    </p:spTree>
    <p:extLst>
      <p:ext uri="{BB962C8B-B14F-4D97-AF65-F5344CB8AC3E}">
        <p14:creationId xmlns:p14="http://schemas.microsoft.com/office/powerpoint/2010/main" val="3266663963"/>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518</a:t>
            </a:fld>
            <a:endParaRPr lang="en-US" dirty="0"/>
          </a:p>
        </p:txBody>
      </p:sp>
    </p:spTree>
    <p:extLst>
      <p:ext uri="{BB962C8B-B14F-4D97-AF65-F5344CB8AC3E}">
        <p14:creationId xmlns:p14="http://schemas.microsoft.com/office/powerpoint/2010/main" val="779935950"/>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519</a:t>
            </a:fld>
            <a:endParaRPr lang="en-US" dirty="0"/>
          </a:p>
        </p:txBody>
      </p:sp>
    </p:spTree>
    <p:extLst>
      <p:ext uri="{BB962C8B-B14F-4D97-AF65-F5344CB8AC3E}">
        <p14:creationId xmlns:p14="http://schemas.microsoft.com/office/powerpoint/2010/main" val="3406438376"/>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520</a:t>
            </a:fld>
            <a:endParaRPr lang="en-US" dirty="0"/>
          </a:p>
        </p:txBody>
      </p:sp>
    </p:spTree>
    <p:extLst>
      <p:ext uri="{BB962C8B-B14F-4D97-AF65-F5344CB8AC3E}">
        <p14:creationId xmlns:p14="http://schemas.microsoft.com/office/powerpoint/2010/main" val="3801315820"/>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521</a:t>
            </a:fld>
            <a:endParaRPr lang="en-US" dirty="0"/>
          </a:p>
        </p:txBody>
      </p:sp>
    </p:spTree>
    <p:extLst>
      <p:ext uri="{BB962C8B-B14F-4D97-AF65-F5344CB8AC3E}">
        <p14:creationId xmlns:p14="http://schemas.microsoft.com/office/powerpoint/2010/main" val="3424254286"/>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523</a:t>
            </a:fld>
            <a:endParaRPr lang="en-US" dirty="0"/>
          </a:p>
        </p:txBody>
      </p:sp>
    </p:spTree>
    <p:extLst>
      <p:ext uri="{BB962C8B-B14F-4D97-AF65-F5344CB8AC3E}">
        <p14:creationId xmlns:p14="http://schemas.microsoft.com/office/powerpoint/2010/main" val="1450688480"/>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524</a:t>
            </a:fld>
            <a:endParaRPr lang="en-US" dirty="0"/>
          </a:p>
        </p:txBody>
      </p:sp>
    </p:spTree>
    <p:extLst>
      <p:ext uri="{BB962C8B-B14F-4D97-AF65-F5344CB8AC3E}">
        <p14:creationId xmlns:p14="http://schemas.microsoft.com/office/powerpoint/2010/main" val="4280539453"/>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525</a:t>
            </a:fld>
            <a:endParaRPr lang="en-US" dirty="0"/>
          </a:p>
        </p:txBody>
      </p:sp>
    </p:spTree>
    <p:extLst>
      <p:ext uri="{BB962C8B-B14F-4D97-AF65-F5344CB8AC3E}">
        <p14:creationId xmlns:p14="http://schemas.microsoft.com/office/powerpoint/2010/main" val="3361982088"/>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526</a:t>
            </a:fld>
            <a:endParaRPr lang="en-US" dirty="0"/>
          </a:p>
        </p:txBody>
      </p:sp>
    </p:spTree>
    <p:extLst>
      <p:ext uri="{BB962C8B-B14F-4D97-AF65-F5344CB8AC3E}">
        <p14:creationId xmlns:p14="http://schemas.microsoft.com/office/powerpoint/2010/main" val="3628003602"/>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527</a:t>
            </a:fld>
            <a:endParaRPr lang="en-US" dirty="0"/>
          </a:p>
        </p:txBody>
      </p:sp>
    </p:spTree>
    <p:extLst>
      <p:ext uri="{BB962C8B-B14F-4D97-AF65-F5344CB8AC3E}">
        <p14:creationId xmlns:p14="http://schemas.microsoft.com/office/powerpoint/2010/main" val="4139699120"/>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528</a:t>
            </a:fld>
            <a:endParaRPr lang="en-US" dirty="0"/>
          </a:p>
        </p:txBody>
      </p:sp>
    </p:spTree>
    <p:extLst>
      <p:ext uri="{BB962C8B-B14F-4D97-AF65-F5344CB8AC3E}">
        <p14:creationId xmlns:p14="http://schemas.microsoft.com/office/powerpoint/2010/main" val="2418451672"/>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529</a:t>
            </a:fld>
            <a:endParaRPr lang="en-US" dirty="0"/>
          </a:p>
        </p:txBody>
      </p:sp>
    </p:spTree>
    <p:extLst>
      <p:ext uri="{BB962C8B-B14F-4D97-AF65-F5344CB8AC3E}">
        <p14:creationId xmlns:p14="http://schemas.microsoft.com/office/powerpoint/2010/main" val="61522391"/>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530</a:t>
            </a:fld>
            <a:endParaRPr lang="en-US" dirty="0"/>
          </a:p>
        </p:txBody>
      </p:sp>
    </p:spTree>
    <p:extLst>
      <p:ext uri="{BB962C8B-B14F-4D97-AF65-F5344CB8AC3E}">
        <p14:creationId xmlns:p14="http://schemas.microsoft.com/office/powerpoint/2010/main" val="1492400123"/>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531</a:t>
            </a:fld>
            <a:endParaRPr lang="en-US" dirty="0"/>
          </a:p>
        </p:txBody>
      </p:sp>
    </p:spTree>
    <p:extLst>
      <p:ext uri="{BB962C8B-B14F-4D97-AF65-F5344CB8AC3E}">
        <p14:creationId xmlns:p14="http://schemas.microsoft.com/office/powerpoint/2010/main" val="1467748284"/>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532</a:t>
            </a:fld>
            <a:endParaRPr lang="en-US" dirty="0"/>
          </a:p>
        </p:txBody>
      </p:sp>
    </p:spTree>
    <p:extLst>
      <p:ext uri="{BB962C8B-B14F-4D97-AF65-F5344CB8AC3E}">
        <p14:creationId xmlns:p14="http://schemas.microsoft.com/office/powerpoint/2010/main" val="3655723886"/>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533</a:t>
            </a:fld>
            <a:endParaRPr lang="en-US" dirty="0"/>
          </a:p>
        </p:txBody>
      </p:sp>
    </p:spTree>
    <p:extLst>
      <p:ext uri="{BB962C8B-B14F-4D97-AF65-F5344CB8AC3E}">
        <p14:creationId xmlns:p14="http://schemas.microsoft.com/office/powerpoint/2010/main" val="2078177508"/>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534</a:t>
            </a:fld>
            <a:endParaRPr lang="en-US" dirty="0"/>
          </a:p>
        </p:txBody>
      </p:sp>
    </p:spTree>
    <p:extLst>
      <p:ext uri="{BB962C8B-B14F-4D97-AF65-F5344CB8AC3E}">
        <p14:creationId xmlns:p14="http://schemas.microsoft.com/office/powerpoint/2010/main" val="1251804821"/>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535</a:t>
            </a:fld>
            <a:endParaRPr lang="en-US" dirty="0"/>
          </a:p>
        </p:txBody>
      </p:sp>
    </p:spTree>
    <p:extLst>
      <p:ext uri="{BB962C8B-B14F-4D97-AF65-F5344CB8AC3E}">
        <p14:creationId xmlns:p14="http://schemas.microsoft.com/office/powerpoint/2010/main" val="2830707553"/>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536</a:t>
            </a:fld>
            <a:endParaRPr lang="en-US" dirty="0"/>
          </a:p>
        </p:txBody>
      </p:sp>
    </p:spTree>
    <p:extLst>
      <p:ext uri="{BB962C8B-B14F-4D97-AF65-F5344CB8AC3E}">
        <p14:creationId xmlns:p14="http://schemas.microsoft.com/office/powerpoint/2010/main" val="2520380713"/>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537</a:t>
            </a:fld>
            <a:endParaRPr lang="en-US" dirty="0"/>
          </a:p>
        </p:txBody>
      </p:sp>
    </p:spTree>
    <p:extLst>
      <p:ext uri="{BB962C8B-B14F-4D97-AF65-F5344CB8AC3E}">
        <p14:creationId xmlns:p14="http://schemas.microsoft.com/office/powerpoint/2010/main" val="2795778687"/>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539</a:t>
            </a:fld>
            <a:endParaRPr lang="en-US" dirty="0"/>
          </a:p>
        </p:txBody>
      </p:sp>
    </p:spTree>
    <p:extLst>
      <p:ext uri="{BB962C8B-B14F-4D97-AF65-F5344CB8AC3E}">
        <p14:creationId xmlns:p14="http://schemas.microsoft.com/office/powerpoint/2010/main" val="585098347"/>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540</a:t>
            </a:fld>
            <a:endParaRPr lang="en-US" dirty="0"/>
          </a:p>
        </p:txBody>
      </p:sp>
    </p:spTree>
    <p:extLst>
      <p:ext uri="{BB962C8B-B14F-4D97-AF65-F5344CB8AC3E}">
        <p14:creationId xmlns:p14="http://schemas.microsoft.com/office/powerpoint/2010/main" val="2422700835"/>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541</a:t>
            </a:fld>
            <a:endParaRPr lang="en-US" dirty="0"/>
          </a:p>
        </p:txBody>
      </p:sp>
    </p:spTree>
    <p:extLst>
      <p:ext uri="{BB962C8B-B14F-4D97-AF65-F5344CB8AC3E}">
        <p14:creationId xmlns:p14="http://schemas.microsoft.com/office/powerpoint/2010/main" val="1570396888"/>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542</a:t>
            </a:fld>
            <a:endParaRPr lang="en-US" dirty="0"/>
          </a:p>
        </p:txBody>
      </p:sp>
    </p:spTree>
    <p:extLst>
      <p:ext uri="{BB962C8B-B14F-4D97-AF65-F5344CB8AC3E}">
        <p14:creationId xmlns:p14="http://schemas.microsoft.com/office/powerpoint/2010/main" val="1811557577"/>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543</a:t>
            </a:fld>
            <a:endParaRPr lang="en-US" dirty="0"/>
          </a:p>
        </p:txBody>
      </p:sp>
    </p:spTree>
    <p:extLst>
      <p:ext uri="{BB962C8B-B14F-4D97-AF65-F5344CB8AC3E}">
        <p14:creationId xmlns:p14="http://schemas.microsoft.com/office/powerpoint/2010/main" val="68497473"/>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544</a:t>
            </a:fld>
            <a:endParaRPr lang="en-US" dirty="0"/>
          </a:p>
        </p:txBody>
      </p:sp>
    </p:spTree>
    <p:extLst>
      <p:ext uri="{BB962C8B-B14F-4D97-AF65-F5344CB8AC3E}">
        <p14:creationId xmlns:p14="http://schemas.microsoft.com/office/powerpoint/2010/main" val="2833625946"/>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545</a:t>
            </a:fld>
            <a:endParaRPr lang="en-US" dirty="0"/>
          </a:p>
        </p:txBody>
      </p:sp>
    </p:spTree>
    <p:extLst>
      <p:ext uri="{BB962C8B-B14F-4D97-AF65-F5344CB8AC3E}">
        <p14:creationId xmlns:p14="http://schemas.microsoft.com/office/powerpoint/2010/main" val="230817258"/>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546</a:t>
            </a:fld>
            <a:endParaRPr lang="en-US" dirty="0"/>
          </a:p>
        </p:txBody>
      </p:sp>
    </p:spTree>
    <p:extLst>
      <p:ext uri="{BB962C8B-B14F-4D97-AF65-F5344CB8AC3E}">
        <p14:creationId xmlns:p14="http://schemas.microsoft.com/office/powerpoint/2010/main" val="2844531234"/>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547</a:t>
            </a:fld>
            <a:endParaRPr lang="en-US" dirty="0"/>
          </a:p>
        </p:txBody>
      </p:sp>
    </p:spTree>
    <p:extLst>
      <p:ext uri="{BB962C8B-B14F-4D97-AF65-F5344CB8AC3E}">
        <p14:creationId xmlns:p14="http://schemas.microsoft.com/office/powerpoint/2010/main" val="610129446"/>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548</a:t>
            </a:fld>
            <a:endParaRPr lang="en-US" dirty="0"/>
          </a:p>
        </p:txBody>
      </p:sp>
    </p:spTree>
    <p:extLst>
      <p:ext uri="{BB962C8B-B14F-4D97-AF65-F5344CB8AC3E}">
        <p14:creationId xmlns:p14="http://schemas.microsoft.com/office/powerpoint/2010/main" val="1290815759"/>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549</a:t>
            </a:fld>
            <a:endParaRPr lang="en-US" dirty="0"/>
          </a:p>
        </p:txBody>
      </p:sp>
    </p:spTree>
    <p:extLst>
      <p:ext uri="{BB962C8B-B14F-4D97-AF65-F5344CB8AC3E}">
        <p14:creationId xmlns:p14="http://schemas.microsoft.com/office/powerpoint/2010/main" val="487341380"/>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550</a:t>
            </a:fld>
            <a:endParaRPr lang="en-US" dirty="0"/>
          </a:p>
        </p:txBody>
      </p:sp>
    </p:spTree>
    <p:extLst>
      <p:ext uri="{BB962C8B-B14F-4D97-AF65-F5344CB8AC3E}">
        <p14:creationId xmlns:p14="http://schemas.microsoft.com/office/powerpoint/2010/main" val="68865130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551</a:t>
            </a:fld>
            <a:endParaRPr lang="en-US" dirty="0"/>
          </a:p>
        </p:txBody>
      </p:sp>
    </p:spTree>
    <p:extLst>
      <p:ext uri="{BB962C8B-B14F-4D97-AF65-F5344CB8AC3E}">
        <p14:creationId xmlns:p14="http://schemas.microsoft.com/office/powerpoint/2010/main" val="2046724934"/>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552</a:t>
            </a:fld>
            <a:endParaRPr lang="en-US" dirty="0"/>
          </a:p>
        </p:txBody>
      </p:sp>
    </p:spTree>
    <p:extLst>
      <p:ext uri="{BB962C8B-B14F-4D97-AF65-F5344CB8AC3E}">
        <p14:creationId xmlns:p14="http://schemas.microsoft.com/office/powerpoint/2010/main" val="1042737371"/>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553</a:t>
            </a:fld>
            <a:endParaRPr lang="en-US" dirty="0"/>
          </a:p>
        </p:txBody>
      </p:sp>
    </p:spTree>
    <p:extLst>
      <p:ext uri="{BB962C8B-B14F-4D97-AF65-F5344CB8AC3E}">
        <p14:creationId xmlns:p14="http://schemas.microsoft.com/office/powerpoint/2010/main" val="1097556056"/>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555</a:t>
            </a:fld>
            <a:endParaRPr lang="en-US" dirty="0"/>
          </a:p>
        </p:txBody>
      </p:sp>
    </p:spTree>
    <p:extLst>
      <p:ext uri="{BB962C8B-B14F-4D97-AF65-F5344CB8AC3E}">
        <p14:creationId xmlns:p14="http://schemas.microsoft.com/office/powerpoint/2010/main" val="814962075"/>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556</a:t>
            </a:fld>
            <a:endParaRPr lang="en-US" dirty="0"/>
          </a:p>
        </p:txBody>
      </p:sp>
    </p:spTree>
    <p:extLst>
      <p:ext uri="{BB962C8B-B14F-4D97-AF65-F5344CB8AC3E}">
        <p14:creationId xmlns:p14="http://schemas.microsoft.com/office/powerpoint/2010/main" val="2169852360"/>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557</a:t>
            </a:fld>
            <a:endParaRPr lang="en-US" dirty="0"/>
          </a:p>
        </p:txBody>
      </p:sp>
    </p:spTree>
    <p:extLst>
      <p:ext uri="{BB962C8B-B14F-4D97-AF65-F5344CB8AC3E}">
        <p14:creationId xmlns:p14="http://schemas.microsoft.com/office/powerpoint/2010/main" val="3878769849"/>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558</a:t>
            </a:fld>
            <a:endParaRPr lang="en-US" dirty="0"/>
          </a:p>
        </p:txBody>
      </p:sp>
    </p:spTree>
    <p:extLst>
      <p:ext uri="{BB962C8B-B14F-4D97-AF65-F5344CB8AC3E}">
        <p14:creationId xmlns:p14="http://schemas.microsoft.com/office/powerpoint/2010/main" val="1524903291"/>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559</a:t>
            </a:fld>
            <a:endParaRPr lang="en-US" dirty="0"/>
          </a:p>
        </p:txBody>
      </p:sp>
    </p:spTree>
    <p:extLst>
      <p:ext uri="{BB962C8B-B14F-4D97-AF65-F5344CB8AC3E}">
        <p14:creationId xmlns:p14="http://schemas.microsoft.com/office/powerpoint/2010/main" val="2538513847"/>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560</a:t>
            </a:fld>
            <a:endParaRPr lang="en-US" dirty="0"/>
          </a:p>
        </p:txBody>
      </p:sp>
    </p:spTree>
    <p:extLst>
      <p:ext uri="{BB962C8B-B14F-4D97-AF65-F5344CB8AC3E}">
        <p14:creationId xmlns:p14="http://schemas.microsoft.com/office/powerpoint/2010/main" val="3988338842"/>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561</a:t>
            </a:fld>
            <a:endParaRPr lang="en-US" dirty="0"/>
          </a:p>
        </p:txBody>
      </p:sp>
    </p:spTree>
    <p:extLst>
      <p:ext uri="{BB962C8B-B14F-4D97-AF65-F5344CB8AC3E}">
        <p14:creationId xmlns:p14="http://schemas.microsoft.com/office/powerpoint/2010/main" val="30559169"/>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562</a:t>
            </a:fld>
            <a:endParaRPr lang="en-US" dirty="0"/>
          </a:p>
        </p:txBody>
      </p:sp>
    </p:spTree>
    <p:extLst>
      <p:ext uri="{BB962C8B-B14F-4D97-AF65-F5344CB8AC3E}">
        <p14:creationId xmlns:p14="http://schemas.microsoft.com/office/powerpoint/2010/main" val="3675212286"/>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563</a:t>
            </a:fld>
            <a:endParaRPr lang="en-US" dirty="0"/>
          </a:p>
        </p:txBody>
      </p:sp>
    </p:spTree>
    <p:extLst>
      <p:ext uri="{BB962C8B-B14F-4D97-AF65-F5344CB8AC3E}">
        <p14:creationId xmlns:p14="http://schemas.microsoft.com/office/powerpoint/2010/main" val="3538803040"/>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564</a:t>
            </a:fld>
            <a:endParaRPr lang="en-US" dirty="0"/>
          </a:p>
        </p:txBody>
      </p:sp>
    </p:spTree>
    <p:extLst>
      <p:ext uri="{BB962C8B-B14F-4D97-AF65-F5344CB8AC3E}">
        <p14:creationId xmlns:p14="http://schemas.microsoft.com/office/powerpoint/2010/main" val="4142694700"/>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565</a:t>
            </a:fld>
            <a:endParaRPr lang="en-US" dirty="0"/>
          </a:p>
        </p:txBody>
      </p:sp>
    </p:spTree>
    <p:extLst>
      <p:ext uri="{BB962C8B-B14F-4D97-AF65-F5344CB8AC3E}">
        <p14:creationId xmlns:p14="http://schemas.microsoft.com/office/powerpoint/2010/main" val="2315774681"/>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566</a:t>
            </a:fld>
            <a:endParaRPr lang="en-US" dirty="0"/>
          </a:p>
        </p:txBody>
      </p:sp>
    </p:spTree>
    <p:extLst>
      <p:ext uri="{BB962C8B-B14F-4D97-AF65-F5344CB8AC3E}">
        <p14:creationId xmlns:p14="http://schemas.microsoft.com/office/powerpoint/2010/main" val="95040227"/>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567</a:t>
            </a:fld>
            <a:endParaRPr lang="en-US" dirty="0"/>
          </a:p>
        </p:txBody>
      </p:sp>
    </p:spTree>
    <p:extLst>
      <p:ext uri="{BB962C8B-B14F-4D97-AF65-F5344CB8AC3E}">
        <p14:creationId xmlns:p14="http://schemas.microsoft.com/office/powerpoint/2010/main" val="1609440909"/>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568</a:t>
            </a:fld>
            <a:endParaRPr lang="en-US" dirty="0"/>
          </a:p>
        </p:txBody>
      </p:sp>
    </p:spTree>
    <p:extLst>
      <p:ext uri="{BB962C8B-B14F-4D97-AF65-F5344CB8AC3E}">
        <p14:creationId xmlns:p14="http://schemas.microsoft.com/office/powerpoint/2010/main" val="2053070540"/>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569</a:t>
            </a:fld>
            <a:endParaRPr lang="en-US" dirty="0"/>
          </a:p>
        </p:txBody>
      </p:sp>
    </p:spTree>
    <p:extLst>
      <p:ext uri="{BB962C8B-B14F-4D97-AF65-F5344CB8AC3E}">
        <p14:creationId xmlns:p14="http://schemas.microsoft.com/office/powerpoint/2010/main" val="116533896"/>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571</a:t>
            </a:fld>
            <a:endParaRPr lang="en-US" dirty="0"/>
          </a:p>
        </p:txBody>
      </p:sp>
    </p:spTree>
    <p:extLst>
      <p:ext uri="{BB962C8B-B14F-4D97-AF65-F5344CB8AC3E}">
        <p14:creationId xmlns:p14="http://schemas.microsoft.com/office/powerpoint/2010/main" val="169880262"/>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572</a:t>
            </a:fld>
            <a:endParaRPr lang="en-US" dirty="0"/>
          </a:p>
        </p:txBody>
      </p:sp>
    </p:spTree>
    <p:extLst>
      <p:ext uri="{BB962C8B-B14F-4D97-AF65-F5344CB8AC3E}">
        <p14:creationId xmlns:p14="http://schemas.microsoft.com/office/powerpoint/2010/main" val="1823082566"/>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573</a:t>
            </a:fld>
            <a:endParaRPr lang="en-US" dirty="0"/>
          </a:p>
        </p:txBody>
      </p:sp>
    </p:spTree>
    <p:extLst>
      <p:ext uri="{BB962C8B-B14F-4D97-AF65-F5344CB8AC3E}">
        <p14:creationId xmlns:p14="http://schemas.microsoft.com/office/powerpoint/2010/main" val="799356643"/>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574</a:t>
            </a:fld>
            <a:endParaRPr lang="en-US" dirty="0"/>
          </a:p>
        </p:txBody>
      </p:sp>
    </p:spTree>
    <p:extLst>
      <p:ext uri="{BB962C8B-B14F-4D97-AF65-F5344CB8AC3E}">
        <p14:creationId xmlns:p14="http://schemas.microsoft.com/office/powerpoint/2010/main" val="1523274821"/>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575</a:t>
            </a:fld>
            <a:endParaRPr lang="en-US" dirty="0"/>
          </a:p>
        </p:txBody>
      </p:sp>
    </p:spTree>
    <p:extLst>
      <p:ext uri="{BB962C8B-B14F-4D97-AF65-F5344CB8AC3E}">
        <p14:creationId xmlns:p14="http://schemas.microsoft.com/office/powerpoint/2010/main" val="2030798711"/>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576</a:t>
            </a:fld>
            <a:endParaRPr lang="en-US" dirty="0"/>
          </a:p>
        </p:txBody>
      </p:sp>
    </p:spTree>
    <p:extLst>
      <p:ext uri="{BB962C8B-B14F-4D97-AF65-F5344CB8AC3E}">
        <p14:creationId xmlns:p14="http://schemas.microsoft.com/office/powerpoint/2010/main" val="597172905"/>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577</a:t>
            </a:fld>
            <a:endParaRPr lang="en-US" dirty="0"/>
          </a:p>
        </p:txBody>
      </p:sp>
    </p:spTree>
    <p:extLst>
      <p:ext uri="{BB962C8B-B14F-4D97-AF65-F5344CB8AC3E}">
        <p14:creationId xmlns:p14="http://schemas.microsoft.com/office/powerpoint/2010/main" val="3670351386"/>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578</a:t>
            </a:fld>
            <a:endParaRPr lang="en-US" dirty="0"/>
          </a:p>
        </p:txBody>
      </p:sp>
    </p:spTree>
    <p:extLst>
      <p:ext uri="{BB962C8B-B14F-4D97-AF65-F5344CB8AC3E}">
        <p14:creationId xmlns:p14="http://schemas.microsoft.com/office/powerpoint/2010/main" val="2856086568"/>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579</a:t>
            </a:fld>
            <a:endParaRPr lang="en-US" dirty="0"/>
          </a:p>
        </p:txBody>
      </p:sp>
    </p:spTree>
    <p:extLst>
      <p:ext uri="{BB962C8B-B14F-4D97-AF65-F5344CB8AC3E}">
        <p14:creationId xmlns:p14="http://schemas.microsoft.com/office/powerpoint/2010/main" val="1625734498"/>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580</a:t>
            </a:fld>
            <a:endParaRPr lang="en-US" dirty="0"/>
          </a:p>
        </p:txBody>
      </p:sp>
    </p:spTree>
    <p:extLst>
      <p:ext uri="{BB962C8B-B14F-4D97-AF65-F5344CB8AC3E}">
        <p14:creationId xmlns:p14="http://schemas.microsoft.com/office/powerpoint/2010/main" val="1743965495"/>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581</a:t>
            </a:fld>
            <a:endParaRPr lang="en-US" dirty="0"/>
          </a:p>
        </p:txBody>
      </p:sp>
    </p:spTree>
    <p:extLst>
      <p:ext uri="{BB962C8B-B14F-4D97-AF65-F5344CB8AC3E}">
        <p14:creationId xmlns:p14="http://schemas.microsoft.com/office/powerpoint/2010/main" val="563358666"/>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582</a:t>
            </a:fld>
            <a:endParaRPr lang="en-US" dirty="0"/>
          </a:p>
        </p:txBody>
      </p:sp>
    </p:spTree>
    <p:extLst>
      <p:ext uri="{BB962C8B-B14F-4D97-AF65-F5344CB8AC3E}">
        <p14:creationId xmlns:p14="http://schemas.microsoft.com/office/powerpoint/2010/main" val="3594140625"/>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583</a:t>
            </a:fld>
            <a:endParaRPr lang="en-US" dirty="0"/>
          </a:p>
        </p:txBody>
      </p:sp>
    </p:spTree>
    <p:extLst>
      <p:ext uri="{BB962C8B-B14F-4D97-AF65-F5344CB8AC3E}">
        <p14:creationId xmlns:p14="http://schemas.microsoft.com/office/powerpoint/2010/main" val="1567024106"/>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584</a:t>
            </a:fld>
            <a:endParaRPr lang="en-US" dirty="0"/>
          </a:p>
        </p:txBody>
      </p:sp>
    </p:spTree>
    <p:extLst>
      <p:ext uri="{BB962C8B-B14F-4D97-AF65-F5344CB8AC3E}">
        <p14:creationId xmlns:p14="http://schemas.microsoft.com/office/powerpoint/2010/main" val="2334208714"/>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585</a:t>
            </a:fld>
            <a:endParaRPr lang="en-US" dirty="0"/>
          </a:p>
        </p:txBody>
      </p:sp>
    </p:spTree>
    <p:extLst>
      <p:ext uri="{BB962C8B-B14F-4D97-AF65-F5344CB8AC3E}">
        <p14:creationId xmlns:p14="http://schemas.microsoft.com/office/powerpoint/2010/main" val="2822126676"/>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587</a:t>
            </a:fld>
            <a:endParaRPr lang="en-US" dirty="0"/>
          </a:p>
        </p:txBody>
      </p:sp>
    </p:spTree>
    <p:extLst>
      <p:ext uri="{BB962C8B-B14F-4D97-AF65-F5344CB8AC3E}">
        <p14:creationId xmlns:p14="http://schemas.microsoft.com/office/powerpoint/2010/main" val="2594782155"/>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588</a:t>
            </a:fld>
            <a:endParaRPr lang="en-US" dirty="0"/>
          </a:p>
        </p:txBody>
      </p:sp>
    </p:spTree>
    <p:extLst>
      <p:ext uri="{BB962C8B-B14F-4D97-AF65-F5344CB8AC3E}">
        <p14:creationId xmlns:p14="http://schemas.microsoft.com/office/powerpoint/2010/main" val="807953547"/>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589</a:t>
            </a:fld>
            <a:endParaRPr lang="en-US" dirty="0"/>
          </a:p>
        </p:txBody>
      </p:sp>
    </p:spTree>
    <p:extLst>
      <p:ext uri="{BB962C8B-B14F-4D97-AF65-F5344CB8AC3E}">
        <p14:creationId xmlns:p14="http://schemas.microsoft.com/office/powerpoint/2010/main" val="3384519868"/>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590</a:t>
            </a:fld>
            <a:endParaRPr lang="en-US" dirty="0"/>
          </a:p>
        </p:txBody>
      </p:sp>
    </p:spTree>
    <p:extLst>
      <p:ext uri="{BB962C8B-B14F-4D97-AF65-F5344CB8AC3E}">
        <p14:creationId xmlns:p14="http://schemas.microsoft.com/office/powerpoint/2010/main" val="3226624050"/>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591</a:t>
            </a:fld>
            <a:endParaRPr lang="en-US" dirty="0"/>
          </a:p>
        </p:txBody>
      </p:sp>
    </p:spTree>
    <p:extLst>
      <p:ext uri="{BB962C8B-B14F-4D97-AF65-F5344CB8AC3E}">
        <p14:creationId xmlns:p14="http://schemas.microsoft.com/office/powerpoint/2010/main" val="2196191118"/>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592</a:t>
            </a:fld>
            <a:endParaRPr lang="en-US" dirty="0"/>
          </a:p>
        </p:txBody>
      </p:sp>
    </p:spTree>
    <p:extLst>
      <p:ext uri="{BB962C8B-B14F-4D97-AF65-F5344CB8AC3E}">
        <p14:creationId xmlns:p14="http://schemas.microsoft.com/office/powerpoint/2010/main" val="1196022467"/>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593</a:t>
            </a:fld>
            <a:endParaRPr lang="en-US" dirty="0"/>
          </a:p>
        </p:txBody>
      </p:sp>
    </p:spTree>
    <p:extLst>
      <p:ext uri="{BB962C8B-B14F-4D97-AF65-F5344CB8AC3E}">
        <p14:creationId xmlns:p14="http://schemas.microsoft.com/office/powerpoint/2010/main" val="216332911"/>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594</a:t>
            </a:fld>
            <a:endParaRPr lang="en-US" dirty="0"/>
          </a:p>
        </p:txBody>
      </p:sp>
    </p:spTree>
    <p:extLst>
      <p:ext uri="{BB962C8B-B14F-4D97-AF65-F5344CB8AC3E}">
        <p14:creationId xmlns:p14="http://schemas.microsoft.com/office/powerpoint/2010/main" val="3289258193"/>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595</a:t>
            </a:fld>
            <a:endParaRPr lang="en-US" dirty="0"/>
          </a:p>
        </p:txBody>
      </p:sp>
    </p:spTree>
    <p:extLst>
      <p:ext uri="{BB962C8B-B14F-4D97-AF65-F5344CB8AC3E}">
        <p14:creationId xmlns:p14="http://schemas.microsoft.com/office/powerpoint/2010/main" val="1187476747"/>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596</a:t>
            </a:fld>
            <a:endParaRPr lang="en-US" dirty="0"/>
          </a:p>
        </p:txBody>
      </p:sp>
    </p:spTree>
    <p:extLst>
      <p:ext uri="{BB962C8B-B14F-4D97-AF65-F5344CB8AC3E}">
        <p14:creationId xmlns:p14="http://schemas.microsoft.com/office/powerpoint/2010/main" val="1757349615"/>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597</a:t>
            </a:fld>
            <a:endParaRPr lang="en-US" dirty="0"/>
          </a:p>
        </p:txBody>
      </p:sp>
    </p:spTree>
    <p:extLst>
      <p:ext uri="{BB962C8B-B14F-4D97-AF65-F5344CB8AC3E}">
        <p14:creationId xmlns:p14="http://schemas.microsoft.com/office/powerpoint/2010/main" val="814507666"/>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598</a:t>
            </a:fld>
            <a:endParaRPr lang="en-US" dirty="0"/>
          </a:p>
        </p:txBody>
      </p:sp>
    </p:spTree>
    <p:extLst>
      <p:ext uri="{BB962C8B-B14F-4D97-AF65-F5344CB8AC3E}">
        <p14:creationId xmlns:p14="http://schemas.microsoft.com/office/powerpoint/2010/main" val="2365238687"/>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599</a:t>
            </a:fld>
            <a:endParaRPr lang="en-US" dirty="0"/>
          </a:p>
        </p:txBody>
      </p:sp>
    </p:spTree>
    <p:extLst>
      <p:ext uri="{BB962C8B-B14F-4D97-AF65-F5344CB8AC3E}">
        <p14:creationId xmlns:p14="http://schemas.microsoft.com/office/powerpoint/2010/main" val="1141802357"/>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600</a:t>
            </a:fld>
            <a:endParaRPr lang="en-US" dirty="0"/>
          </a:p>
        </p:txBody>
      </p:sp>
    </p:spTree>
    <p:extLst>
      <p:ext uri="{BB962C8B-B14F-4D97-AF65-F5344CB8AC3E}">
        <p14:creationId xmlns:p14="http://schemas.microsoft.com/office/powerpoint/2010/main" val="3508217991"/>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601</a:t>
            </a:fld>
            <a:endParaRPr lang="en-US" dirty="0"/>
          </a:p>
        </p:txBody>
      </p:sp>
    </p:spTree>
    <p:extLst>
      <p:ext uri="{BB962C8B-B14F-4D97-AF65-F5344CB8AC3E}">
        <p14:creationId xmlns:p14="http://schemas.microsoft.com/office/powerpoint/2010/main" val="399196353"/>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603</a:t>
            </a:fld>
            <a:endParaRPr lang="en-US" dirty="0"/>
          </a:p>
        </p:txBody>
      </p:sp>
    </p:spTree>
    <p:extLst>
      <p:ext uri="{BB962C8B-B14F-4D97-AF65-F5344CB8AC3E}">
        <p14:creationId xmlns:p14="http://schemas.microsoft.com/office/powerpoint/2010/main" val="878144925"/>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604</a:t>
            </a:fld>
            <a:endParaRPr lang="en-US" dirty="0"/>
          </a:p>
        </p:txBody>
      </p:sp>
    </p:spTree>
    <p:extLst>
      <p:ext uri="{BB962C8B-B14F-4D97-AF65-F5344CB8AC3E}">
        <p14:creationId xmlns:p14="http://schemas.microsoft.com/office/powerpoint/2010/main" val="3672818252"/>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605</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606</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607</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608</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609</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610</a:t>
            </a:fld>
            <a:endParaRPr lang="en-US" dirty="0"/>
          </a:p>
        </p:txBody>
      </p:sp>
    </p:spTree>
    <p:extLst>
      <p:ext uri="{BB962C8B-B14F-4D97-AF65-F5344CB8AC3E}">
        <p14:creationId xmlns:p14="http://schemas.microsoft.com/office/powerpoint/2010/main" val="2622716832"/>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611</a:t>
            </a:fld>
            <a:endParaRPr lang="en-US" dirty="0"/>
          </a:p>
        </p:txBody>
      </p:sp>
    </p:spTree>
    <p:extLst>
      <p:ext uri="{BB962C8B-B14F-4D97-AF65-F5344CB8AC3E}">
        <p14:creationId xmlns:p14="http://schemas.microsoft.com/office/powerpoint/2010/main" val="3268688390"/>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612</a:t>
            </a:fld>
            <a:endParaRPr lang="en-US" dirty="0"/>
          </a:p>
        </p:txBody>
      </p:sp>
    </p:spTree>
    <p:extLst>
      <p:ext uri="{BB962C8B-B14F-4D97-AF65-F5344CB8AC3E}">
        <p14:creationId xmlns:p14="http://schemas.microsoft.com/office/powerpoint/2010/main" val="99161756"/>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613</a:t>
            </a:fld>
            <a:endParaRPr lang="en-US" dirty="0"/>
          </a:p>
        </p:txBody>
      </p:sp>
    </p:spTree>
    <p:extLst>
      <p:ext uri="{BB962C8B-B14F-4D97-AF65-F5344CB8AC3E}">
        <p14:creationId xmlns:p14="http://schemas.microsoft.com/office/powerpoint/2010/main" val="2394271009"/>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614</a:t>
            </a:fld>
            <a:endParaRPr lang="en-US" dirty="0"/>
          </a:p>
        </p:txBody>
      </p:sp>
    </p:spTree>
    <p:extLst>
      <p:ext uri="{BB962C8B-B14F-4D97-AF65-F5344CB8AC3E}">
        <p14:creationId xmlns:p14="http://schemas.microsoft.com/office/powerpoint/2010/main" val="264590711"/>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615</a:t>
            </a:fld>
            <a:endParaRPr lang="en-US" dirty="0"/>
          </a:p>
        </p:txBody>
      </p:sp>
    </p:spTree>
    <p:extLst>
      <p:ext uri="{BB962C8B-B14F-4D97-AF65-F5344CB8AC3E}">
        <p14:creationId xmlns:p14="http://schemas.microsoft.com/office/powerpoint/2010/main" val="2162473070"/>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616</a:t>
            </a:fld>
            <a:endParaRPr lang="en-US" dirty="0"/>
          </a:p>
        </p:txBody>
      </p:sp>
    </p:spTree>
    <p:extLst>
      <p:ext uri="{BB962C8B-B14F-4D97-AF65-F5344CB8AC3E}">
        <p14:creationId xmlns:p14="http://schemas.microsoft.com/office/powerpoint/2010/main" val="1180010195"/>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617</a:t>
            </a:fld>
            <a:endParaRPr lang="en-US" dirty="0"/>
          </a:p>
        </p:txBody>
      </p:sp>
    </p:spTree>
    <p:extLst>
      <p:ext uri="{BB962C8B-B14F-4D97-AF65-F5344CB8AC3E}">
        <p14:creationId xmlns:p14="http://schemas.microsoft.com/office/powerpoint/2010/main" val="1968382686"/>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619</a:t>
            </a:fld>
            <a:endParaRPr lang="en-US" dirty="0"/>
          </a:p>
        </p:txBody>
      </p:sp>
    </p:spTree>
    <p:extLst>
      <p:ext uri="{BB962C8B-B14F-4D97-AF65-F5344CB8AC3E}">
        <p14:creationId xmlns:p14="http://schemas.microsoft.com/office/powerpoint/2010/main" val="3915589006"/>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620</a:t>
            </a:fld>
            <a:endParaRPr lang="en-US" dirty="0"/>
          </a:p>
        </p:txBody>
      </p:sp>
    </p:spTree>
    <p:extLst>
      <p:ext uri="{BB962C8B-B14F-4D97-AF65-F5344CB8AC3E}">
        <p14:creationId xmlns:p14="http://schemas.microsoft.com/office/powerpoint/2010/main" val="957266113"/>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621</a:t>
            </a:fld>
            <a:endParaRPr lang="en-US" dirty="0"/>
          </a:p>
        </p:txBody>
      </p:sp>
    </p:spTree>
    <p:extLst>
      <p:ext uri="{BB962C8B-B14F-4D97-AF65-F5344CB8AC3E}">
        <p14:creationId xmlns:p14="http://schemas.microsoft.com/office/powerpoint/2010/main" val="469996146"/>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622</a:t>
            </a:fld>
            <a:endParaRPr lang="en-US" dirty="0"/>
          </a:p>
        </p:txBody>
      </p:sp>
    </p:spTree>
    <p:extLst>
      <p:ext uri="{BB962C8B-B14F-4D97-AF65-F5344CB8AC3E}">
        <p14:creationId xmlns:p14="http://schemas.microsoft.com/office/powerpoint/2010/main" val="617217574"/>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623</a:t>
            </a:fld>
            <a:endParaRPr lang="en-US" dirty="0"/>
          </a:p>
        </p:txBody>
      </p:sp>
    </p:spTree>
    <p:extLst>
      <p:ext uri="{BB962C8B-B14F-4D97-AF65-F5344CB8AC3E}">
        <p14:creationId xmlns:p14="http://schemas.microsoft.com/office/powerpoint/2010/main" val="1446051901"/>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624</a:t>
            </a:fld>
            <a:endParaRPr lang="en-US" dirty="0"/>
          </a:p>
        </p:txBody>
      </p:sp>
    </p:spTree>
    <p:extLst>
      <p:ext uri="{BB962C8B-B14F-4D97-AF65-F5344CB8AC3E}">
        <p14:creationId xmlns:p14="http://schemas.microsoft.com/office/powerpoint/2010/main" val="1727687691"/>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625</a:t>
            </a:fld>
            <a:endParaRPr lang="en-US" dirty="0"/>
          </a:p>
        </p:txBody>
      </p:sp>
    </p:spTree>
    <p:extLst>
      <p:ext uri="{BB962C8B-B14F-4D97-AF65-F5344CB8AC3E}">
        <p14:creationId xmlns:p14="http://schemas.microsoft.com/office/powerpoint/2010/main" val="2181722801"/>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626</a:t>
            </a:fld>
            <a:endParaRPr lang="en-US" dirty="0"/>
          </a:p>
        </p:txBody>
      </p:sp>
    </p:spTree>
    <p:extLst>
      <p:ext uri="{BB962C8B-B14F-4D97-AF65-F5344CB8AC3E}">
        <p14:creationId xmlns:p14="http://schemas.microsoft.com/office/powerpoint/2010/main" val="3568900733"/>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627</a:t>
            </a:fld>
            <a:endParaRPr lang="en-US" dirty="0"/>
          </a:p>
        </p:txBody>
      </p:sp>
    </p:spTree>
    <p:extLst>
      <p:ext uri="{BB962C8B-B14F-4D97-AF65-F5344CB8AC3E}">
        <p14:creationId xmlns:p14="http://schemas.microsoft.com/office/powerpoint/2010/main" val="843959665"/>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628</a:t>
            </a:fld>
            <a:endParaRPr lang="en-US" dirty="0"/>
          </a:p>
        </p:txBody>
      </p:sp>
    </p:spTree>
    <p:extLst>
      <p:ext uri="{BB962C8B-B14F-4D97-AF65-F5344CB8AC3E}">
        <p14:creationId xmlns:p14="http://schemas.microsoft.com/office/powerpoint/2010/main" val="1252940127"/>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629</a:t>
            </a:fld>
            <a:endParaRPr lang="en-US" dirty="0"/>
          </a:p>
        </p:txBody>
      </p:sp>
    </p:spTree>
    <p:extLst>
      <p:ext uri="{BB962C8B-B14F-4D97-AF65-F5344CB8AC3E}">
        <p14:creationId xmlns:p14="http://schemas.microsoft.com/office/powerpoint/2010/main" val="3351010089"/>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630</a:t>
            </a:fld>
            <a:endParaRPr lang="en-US" dirty="0"/>
          </a:p>
        </p:txBody>
      </p:sp>
    </p:spTree>
    <p:extLst>
      <p:ext uri="{BB962C8B-B14F-4D97-AF65-F5344CB8AC3E}">
        <p14:creationId xmlns:p14="http://schemas.microsoft.com/office/powerpoint/2010/main" val="2826296499"/>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631</a:t>
            </a:fld>
            <a:endParaRPr lang="en-US" dirty="0"/>
          </a:p>
        </p:txBody>
      </p:sp>
    </p:spTree>
    <p:extLst>
      <p:ext uri="{BB962C8B-B14F-4D97-AF65-F5344CB8AC3E}">
        <p14:creationId xmlns:p14="http://schemas.microsoft.com/office/powerpoint/2010/main" val="4007023614"/>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632</a:t>
            </a:fld>
            <a:endParaRPr lang="en-US" dirty="0"/>
          </a:p>
        </p:txBody>
      </p:sp>
    </p:spTree>
    <p:extLst>
      <p:ext uri="{BB962C8B-B14F-4D97-AF65-F5344CB8AC3E}">
        <p14:creationId xmlns:p14="http://schemas.microsoft.com/office/powerpoint/2010/main" val="2055058097"/>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633</a:t>
            </a:fld>
            <a:endParaRPr lang="en-US" dirty="0"/>
          </a:p>
        </p:txBody>
      </p:sp>
    </p:spTree>
    <p:extLst>
      <p:ext uri="{BB962C8B-B14F-4D97-AF65-F5344CB8AC3E}">
        <p14:creationId xmlns:p14="http://schemas.microsoft.com/office/powerpoint/2010/main" val="494095198"/>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634</a:t>
            </a:fld>
            <a:endParaRPr lang="en-US" dirty="0"/>
          </a:p>
        </p:txBody>
      </p:sp>
    </p:spTree>
    <p:extLst>
      <p:ext uri="{BB962C8B-B14F-4D97-AF65-F5344CB8AC3E}">
        <p14:creationId xmlns:p14="http://schemas.microsoft.com/office/powerpoint/2010/main" val="4213545054"/>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635</a:t>
            </a:fld>
            <a:endParaRPr lang="en-US" dirty="0"/>
          </a:p>
        </p:txBody>
      </p:sp>
    </p:spTree>
    <p:extLst>
      <p:ext uri="{BB962C8B-B14F-4D97-AF65-F5344CB8AC3E}">
        <p14:creationId xmlns:p14="http://schemas.microsoft.com/office/powerpoint/2010/main" val="2876901683"/>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636</a:t>
            </a:fld>
            <a:endParaRPr lang="en-US" dirty="0"/>
          </a:p>
        </p:txBody>
      </p:sp>
    </p:spTree>
    <p:extLst>
      <p:ext uri="{BB962C8B-B14F-4D97-AF65-F5344CB8AC3E}">
        <p14:creationId xmlns:p14="http://schemas.microsoft.com/office/powerpoint/2010/main" val="3170771351"/>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637</a:t>
            </a:fld>
            <a:endParaRPr lang="en-US" dirty="0"/>
          </a:p>
        </p:txBody>
      </p:sp>
    </p:spTree>
    <p:extLst>
      <p:ext uri="{BB962C8B-B14F-4D97-AF65-F5344CB8AC3E}">
        <p14:creationId xmlns:p14="http://schemas.microsoft.com/office/powerpoint/2010/main" val="1065236043"/>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638</a:t>
            </a:fld>
            <a:endParaRPr lang="en-US" dirty="0"/>
          </a:p>
        </p:txBody>
      </p:sp>
    </p:spTree>
    <p:extLst>
      <p:ext uri="{BB962C8B-B14F-4D97-AF65-F5344CB8AC3E}">
        <p14:creationId xmlns:p14="http://schemas.microsoft.com/office/powerpoint/2010/main" val="2418550644"/>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639</a:t>
            </a:fld>
            <a:endParaRPr lang="en-US" dirty="0"/>
          </a:p>
        </p:txBody>
      </p:sp>
    </p:spTree>
    <p:extLst>
      <p:ext uri="{BB962C8B-B14F-4D97-AF65-F5344CB8AC3E}">
        <p14:creationId xmlns:p14="http://schemas.microsoft.com/office/powerpoint/2010/main" val="2651765834"/>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640</a:t>
            </a:fld>
            <a:endParaRPr lang="en-US" dirty="0"/>
          </a:p>
        </p:txBody>
      </p:sp>
    </p:spTree>
    <p:extLst>
      <p:ext uri="{BB962C8B-B14F-4D97-AF65-F5344CB8AC3E}">
        <p14:creationId xmlns:p14="http://schemas.microsoft.com/office/powerpoint/2010/main" val="3389695807"/>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641</a:t>
            </a:fld>
            <a:endParaRPr lang="en-US" dirty="0"/>
          </a:p>
        </p:txBody>
      </p:sp>
    </p:spTree>
    <p:extLst>
      <p:ext uri="{BB962C8B-B14F-4D97-AF65-F5344CB8AC3E}">
        <p14:creationId xmlns:p14="http://schemas.microsoft.com/office/powerpoint/2010/main" val="2359210940"/>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642</a:t>
            </a:fld>
            <a:endParaRPr lang="en-US" dirty="0"/>
          </a:p>
        </p:txBody>
      </p:sp>
    </p:spTree>
    <p:extLst>
      <p:ext uri="{BB962C8B-B14F-4D97-AF65-F5344CB8AC3E}">
        <p14:creationId xmlns:p14="http://schemas.microsoft.com/office/powerpoint/2010/main" val="588020990"/>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643</a:t>
            </a:fld>
            <a:endParaRPr lang="en-US" dirty="0"/>
          </a:p>
        </p:txBody>
      </p:sp>
    </p:spTree>
    <p:extLst>
      <p:ext uri="{BB962C8B-B14F-4D97-AF65-F5344CB8AC3E}">
        <p14:creationId xmlns:p14="http://schemas.microsoft.com/office/powerpoint/2010/main" val="1727553456"/>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644</a:t>
            </a:fld>
            <a:endParaRPr lang="en-US" dirty="0"/>
          </a:p>
        </p:txBody>
      </p:sp>
    </p:spTree>
    <p:extLst>
      <p:ext uri="{BB962C8B-B14F-4D97-AF65-F5344CB8AC3E}">
        <p14:creationId xmlns:p14="http://schemas.microsoft.com/office/powerpoint/2010/main" val="4191394948"/>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645</a:t>
            </a:fld>
            <a:endParaRPr lang="en-US" dirty="0"/>
          </a:p>
        </p:txBody>
      </p:sp>
    </p:spTree>
    <p:extLst>
      <p:ext uri="{BB962C8B-B14F-4D97-AF65-F5344CB8AC3E}">
        <p14:creationId xmlns:p14="http://schemas.microsoft.com/office/powerpoint/2010/main" val="4102533649"/>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646</a:t>
            </a:fld>
            <a:endParaRPr lang="en-US" dirty="0"/>
          </a:p>
        </p:txBody>
      </p:sp>
    </p:spTree>
    <p:extLst>
      <p:ext uri="{BB962C8B-B14F-4D97-AF65-F5344CB8AC3E}">
        <p14:creationId xmlns:p14="http://schemas.microsoft.com/office/powerpoint/2010/main" val="728796174"/>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647</a:t>
            </a:fld>
            <a:endParaRPr lang="en-US" dirty="0"/>
          </a:p>
        </p:txBody>
      </p:sp>
    </p:spTree>
    <p:extLst>
      <p:ext uri="{BB962C8B-B14F-4D97-AF65-F5344CB8AC3E}">
        <p14:creationId xmlns:p14="http://schemas.microsoft.com/office/powerpoint/2010/main" val="3566632727"/>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648</a:t>
            </a:fld>
            <a:endParaRPr lang="en-US" dirty="0"/>
          </a:p>
        </p:txBody>
      </p:sp>
    </p:spTree>
    <p:extLst>
      <p:ext uri="{BB962C8B-B14F-4D97-AF65-F5344CB8AC3E}">
        <p14:creationId xmlns:p14="http://schemas.microsoft.com/office/powerpoint/2010/main" val="38733052"/>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649</a:t>
            </a:fld>
            <a:endParaRPr lang="en-US" dirty="0"/>
          </a:p>
        </p:txBody>
      </p:sp>
    </p:spTree>
    <p:extLst>
      <p:ext uri="{BB962C8B-B14F-4D97-AF65-F5344CB8AC3E}">
        <p14:creationId xmlns:p14="http://schemas.microsoft.com/office/powerpoint/2010/main" val="3671323339"/>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650</a:t>
            </a:fld>
            <a:endParaRPr lang="en-US" dirty="0"/>
          </a:p>
        </p:txBody>
      </p:sp>
    </p:spTree>
    <p:extLst>
      <p:ext uri="{BB962C8B-B14F-4D97-AF65-F5344CB8AC3E}">
        <p14:creationId xmlns:p14="http://schemas.microsoft.com/office/powerpoint/2010/main" val="3561750016"/>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651</a:t>
            </a:fld>
            <a:endParaRPr lang="en-US" dirty="0"/>
          </a:p>
        </p:txBody>
      </p:sp>
    </p:spTree>
    <p:extLst>
      <p:ext uri="{BB962C8B-B14F-4D97-AF65-F5344CB8AC3E}">
        <p14:creationId xmlns:p14="http://schemas.microsoft.com/office/powerpoint/2010/main" val="3307999612"/>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652</a:t>
            </a:fld>
            <a:endParaRPr lang="en-US" dirty="0"/>
          </a:p>
        </p:txBody>
      </p:sp>
    </p:spTree>
    <p:extLst>
      <p:ext uri="{BB962C8B-B14F-4D97-AF65-F5344CB8AC3E}">
        <p14:creationId xmlns:p14="http://schemas.microsoft.com/office/powerpoint/2010/main" val="259526247"/>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653</a:t>
            </a:fld>
            <a:endParaRPr lang="en-US" dirty="0"/>
          </a:p>
        </p:txBody>
      </p:sp>
    </p:spTree>
    <p:extLst>
      <p:ext uri="{BB962C8B-B14F-4D97-AF65-F5344CB8AC3E}">
        <p14:creationId xmlns:p14="http://schemas.microsoft.com/office/powerpoint/2010/main" val="899826059"/>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654</a:t>
            </a:fld>
            <a:endParaRPr lang="en-US" dirty="0"/>
          </a:p>
        </p:txBody>
      </p:sp>
    </p:spTree>
    <p:extLst>
      <p:ext uri="{BB962C8B-B14F-4D97-AF65-F5344CB8AC3E}">
        <p14:creationId xmlns:p14="http://schemas.microsoft.com/office/powerpoint/2010/main" val="658879508"/>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655</a:t>
            </a:fld>
            <a:endParaRPr lang="en-US" dirty="0"/>
          </a:p>
        </p:txBody>
      </p:sp>
    </p:spTree>
    <p:extLst>
      <p:ext uri="{BB962C8B-B14F-4D97-AF65-F5344CB8AC3E}">
        <p14:creationId xmlns:p14="http://schemas.microsoft.com/office/powerpoint/2010/main" val="3582009513"/>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656</a:t>
            </a:fld>
            <a:endParaRPr lang="en-US" dirty="0"/>
          </a:p>
        </p:txBody>
      </p:sp>
    </p:spTree>
    <p:extLst>
      <p:ext uri="{BB962C8B-B14F-4D97-AF65-F5344CB8AC3E}">
        <p14:creationId xmlns:p14="http://schemas.microsoft.com/office/powerpoint/2010/main" val="2943409165"/>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657</a:t>
            </a:fld>
            <a:endParaRPr lang="en-US" dirty="0"/>
          </a:p>
        </p:txBody>
      </p:sp>
    </p:spTree>
    <p:extLst>
      <p:ext uri="{BB962C8B-B14F-4D97-AF65-F5344CB8AC3E}">
        <p14:creationId xmlns:p14="http://schemas.microsoft.com/office/powerpoint/2010/main" val="3934715792"/>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658</a:t>
            </a:fld>
            <a:endParaRPr lang="en-US" dirty="0"/>
          </a:p>
        </p:txBody>
      </p:sp>
    </p:spTree>
    <p:extLst>
      <p:ext uri="{BB962C8B-B14F-4D97-AF65-F5344CB8AC3E}">
        <p14:creationId xmlns:p14="http://schemas.microsoft.com/office/powerpoint/2010/main" val="2700141592"/>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659</a:t>
            </a:fld>
            <a:endParaRPr lang="en-US" dirty="0"/>
          </a:p>
        </p:txBody>
      </p:sp>
    </p:spTree>
    <p:extLst>
      <p:ext uri="{BB962C8B-B14F-4D97-AF65-F5344CB8AC3E}">
        <p14:creationId xmlns:p14="http://schemas.microsoft.com/office/powerpoint/2010/main" val="1989171969"/>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660</a:t>
            </a:fld>
            <a:endParaRPr lang="en-US" dirty="0"/>
          </a:p>
        </p:txBody>
      </p:sp>
    </p:spTree>
    <p:extLst>
      <p:ext uri="{BB962C8B-B14F-4D97-AF65-F5344CB8AC3E}">
        <p14:creationId xmlns:p14="http://schemas.microsoft.com/office/powerpoint/2010/main" val="79890828"/>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661</a:t>
            </a:fld>
            <a:endParaRPr lang="en-US" dirty="0"/>
          </a:p>
        </p:txBody>
      </p:sp>
    </p:spTree>
    <p:extLst>
      <p:ext uri="{BB962C8B-B14F-4D97-AF65-F5344CB8AC3E}">
        <p14:creationId xmlns:p14="http://schemas.microsoft.com/office/powerpoint/2010/main" val="2567137102"/>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662</a:t>
            </a:fld>
            <a:endParaRPr lang="en-US" dirty="0"/>
          </a:p>
        </p:txBody>
      </p:sp>
    </p:spTree>
    <p:extLst>
      <p:ext uri="{BB962C8B-B14F-4D97-AF65-F5344CB8AC3E}">
        <p14:creationId xmlns:p14="http://schemas.microsoft.com/office/powerpoint/2010/main" val="3059104172"/>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663</a:t>
            </a:fld>
            <a:endParaRPr lang="en-US" dirty="0"/>
          </a:p>
        </p:txBody>
      </p:sp>
    </p:spTree>
    <p:extLst>
      <p:ext uri="{BB962C8B-B14F-4D97-AF65-F5344CB8AC3E}">
        <p14:creationId xmlns:p14="http://schemas.microsoft.com/office/powerpoint/2010/main" val="4189560816"/>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664</a:t>
            </a:fld>
            <a:endParaRPr lang="en-US" dirty="0"/>
          </a:p>
        </p:txBody>
      </p:sp>
    </p:spTree>
    <p:extLst>
      <p:ext uri="{BB962C8B-B14F-4D97-AF65-F5344CB8AC3E}">
        <p14:creationId xmlns:p14="http://schemas.microsoft.com/office/powerpoint/2010/main" val="1196002377"/>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665</a:t>
            </a:fld>
            <a:endParaRPr lang="en-US" dirty="0"/>
          </a:p>
        </p:txBody>
      </p:sp>
    </p:spTree>
    <p:extLst>
      <p:ext uri="{BB962C8B-B14F-4D97-AF65-F5344CB8AC3E}">
        <p14:creationId xmlns:p14="http://schemas.microsoft.com/office/powerpoint/2010/main" val="3540321219"/>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666</a:t>
            </a:fld>
            <a:endParaRPr lang="en-US" dirty="0"/>
          </a:p>
        </p:txBody>
      </p:sp>
    </p:spTree>
    <p:extLst>
      <p:ext uri="{BB962C8B-B14F-4D97-AF65-F5344CB8AC3E}">
        <p14:creationId xmlns:p14="http://schemas.microsoft.com/office/powerpoint/2010/main" val="1818230939"/>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667</a:t>
            </a:fld>
            <a:endParaRPr lang="en-US" dirty="0"/>
          </a:p>
        </p:txBody>
      </p:sp>
    </p:spTree>
    <p:extLst>
      <p:ext uri="{BB962C8B-B14F-4D97-AF65-F5344CB8AC3E}">
        <p14:creationId xmlns:p14="http://schemas.microsoft.com/office/powerpoint/2010/main" val="660708231"/>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668</a:t>
            </a:fld>
            <a:endParaRPr lang="en-US" dirty="0"/>
          </a:p>
        </p:txBody>
      </p:sp>
    </p:spTree>
    <p:extLst>
      <p:ext uri="{BB962C8B-B14F-4D97-AF65-F5344CB8AC3E}">
        <p14:creationId xmlns:p14="http://schemas.microsoft.com/office/powerpoint/2010/main" val="3990908414"/>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669</a:t>
            </a:fld>
            <a:endParaRPr lang="en-US" dirty="0"/>
          </a:p>
        </p:txBody>
      </p:sp>
    </p:spTree>
    <p:extLst>
      <p:ext uri="{BB962C8B-B14F-4D97-AF65-F5344CB8AC3E}">
        <p14:creationId xmlns:p14="http://schemas.microsoft.com/office/powerpoint/2010/main" val="3982930252"/>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670</a:t>
            </a:fld>
            <a:endParaRPr lang="en-US" dirty="0"/>
          </a:p>
        </p:txBody>
      </p:sp>
    </p:spTree>
    <p:extLst>
      <p:ext uri="{BB962C8B-B14F-4D97-AF65-F5344CB8AC3E}">
        <p14:creationId xmlns:p14="http://schemas.microsoft.com/office/powerpoint/2010/main" val="1256340837"/>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671</a:t>
            </a:fld>
            <a:endParaRPr lang="en-US" dirty="0"/>
          </a:p>
        </p:txBody>
      </p:sp>
    </p:spTree>
    <p:extLst>
      <p:ext uri="{BB962C8B-B14F-4D97-AF65-F5344CB8AC3E}">
        <p14:creationId xmlns:p14="http://schemas.microsoft.com/office/powerpoint/2010/main" val="1025856059"/>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672</a:t>
            </a:fld>
            <a:endParaRPr lang="en-US" dirty="0"/>
          </a:p>
        </p:txBody>
      </p:sp>
    </p:spTree>
    <p:extLst>
      <p:ext uri="{BB962C8B-B14F-4D97-AF65-F5344CB8AC3E}">
        <p14:creationId xmlns:p14="http://schemas.microsoft.com/office/powerpoint/2010/main" val="3140560181"/>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673</a:t>
            </a:fld>
            <a:endParaRPr lang="en-US" dirty="0"/>
          </a:p>
        </p:txBody>
      </p:sp>
    </p:spTree>
    <p:extLst>
      <p:ext uri="{BB962C8B-B14F-4D97-AF65-F5344CB8AC3E}">
        <p14:creationId xmlns:p14="http://schemas.microsoft.com/office/powerpoint/2010/main" val="12841919"/>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674</a:t>
            </a:fld>
            <a:endParaRPr lang="en-US" dirty="0"/>
          </a:p>
        </p:txBody>
      </p:sp>
    </p:spTree>
    <p:extLst>
      <p:ext uri="{BB962C8B-B14F-4D97-AF65-F5344CB8AC3E}">
        <p14:creationId xmlns:p14="http://schemas.microsoft.com/office/powerpoint/2010/main" val="1709326168"/>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675</a:t>
            </a:fld>
            <a:endParaRPr lang="en-US" dirty="0"/>
          </a:p>
        </p:txBody>
      </p:sp>
    </p:spTree>
    <p:extLst>
      <p:ext uri="{BB962C8B-B14F-4D97-AF65-F5344CB8AC3E}">
        <p14:creationId xmlns:p14="http://schemas.microsoft.com/office/powerpoint/2010/main" val="2921968856"/>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676</a:t>
            </a:fld>
            <a:endParaRPr lang="en-US" dirty="0"/>
          </a:p>
        </p:txBody>
      </p:sp>
    </p:spTree>
    <p:extLst>
      <p:ext uri="{BB962C8B-B14F-4D97-AF65-F5344CB8AC3E}">
        <p14:creationId xmlns:p14="http://schemas.microsoft.com/office/powerpoint/2010/main" val="268926009"/>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677</a:t>
            </a:fld>
            <a:endParaRPr lang="en-US" dirty="0"/>
          </a:p>
        </p:txBody>
      </p:sp>
    </p:spTree>
    <p:extLst>
      <p:ext uri="{BB962C8B-B14F-4D97-AF65-F5344CB8AC3E}">
        <p14:creationId xmlns:p14="http://schemas.microsoft.com/office/powerpoint/2010/main" val="3920256835"/>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678</a:t>
            </a:fld>
            <a:endParaRPr lang="en-US" dirty="0"/>
          </a:p>
        </p:txBody>
      </p:sp>
    </p:spTree>
    <p:extLst>
      <p:ext uri="{BB962C8B-B14F-4D97-AF65-F5344CB8AC3E}">
        <p14:creationId xmlns:p14="http://schemas.microsoft.com/office/powerpoint/2010/main" val="2067621785"/>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679</a:t>
            </a:fld>
            <a:endParaRPr lang="en-US" dirty="0"/>
          </a:p>
        </p:txBody>
      </p:sp>
    </p:spTree>
    <p:extLst>
      <p:ext uri="{BB962C8B-B14F-4D97-AF65-F5344CB8AC3E}">
        <p14:creationId xmlns:p14="http://schemas.microsoft.com/office/powerpoint/2010/main" val="1784973238"/>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680</a:t>
            </a:fld>
            <a:endParaRPr lang="en-US" dirty="0"/>
          </a:p>
        </p:txBody>
      </p:sp>
    </p:spTree>
    <p:extLst>
      <p:ext uri="{BB962C8B-B14F-4D97-AF65-F5344CB8AC3E}">
        <p14:creationId xmlns:p14="http://schemas.microsoft.com/office/powerpoint/2010/main" val="778351166"/>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681</a:t>
            </a:fld>
            <a:endParaRPr lang="en-US" dirty="0"/>
          </a:p>
        </p:txBody>
      </p:sp>
    </p:spTree>
    <p:extLst>
      <p:ext uri="{BB962C8B-B14F-4D97-AF65-F5344CB8AC3E}">
        <p14:creationId xmlns:p14="http://schemas.microsoft.com/office/powerpoint/2010/main" val="1789824044"/>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682</a:t>
            </a:fld>
            <a:endParaRPr lang="en-US" dirty="0"/>
          </a:p>
        </p:txBody>
      </p:sp>
    </p:spTree>
    <p:extLst>
      <p:ext uri="{BB962C8B-B14F-4D97-AF65-F5344CB8AC3E}">
        <p14:creationId xmlns:p14="http://schemas.microsoft.com/office/powerpoint/2010/main" val="1900115639"/>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683</a:t>
            </a:fld>
            <a:endParaRPr lang="en-US" dirty="0"/>
          </a:p>
        </p:txBody>
      </p:sp>
    </p:spTree>
    <p:extLst>
      <p:ext uri="{BB962C8B-B14F-4D97-AF65-F5344CB8AC3E}">
        <p14:creationId xmlns:p14="http://schemas.microsoft.com/office/powerpoint/2010/main" val="4279999857"/>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684</a:t>
            </a:fld>
            <a:endParaRPr lang="en-US" dirty="0"/>
          </a:p>
        </p:txBody>
      </p:sp>
    </p:spTree>
    <p:extLst>
      <p:ext uri="{BB962C8B-B14F-4D97-AF65-F5344CB8AC3E}">
        <p14:creationId xmlns:p14="http://schemas.microsoft.com/office/powerpoint/2010/main" val="804353849"/>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685</a:t>
            </a:fld>
            <a:endParaRPr lang="en-US" dirty="0"/>
          </a:p>
        </p:txBody>
      </p:sp>
    </p:spTree>
    <p:extLst>
      <p:ext uri="{BB962C8B-B14F-4D97-AF65-F5344CB8AC3E}">
        <p14:creationId xmlns:p14="http://schemas.microsoft.com/office/powerpoint/2010/main" val="4104864175"/>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686</a:t>
            </a:fld>
            <a:endParaRPr lang="en-US" dirty="0"/>
          </a:p>
        </p:txBody>
      </p:sp>
    </p:spTree>
    <p:extLst>
      <p:ext uri="{BB962C8B-B14F-4D97-AF65-F5344CB8AC3E}">
        <p14:creationId xmlns:p14="http://schemas.microsoft.com/office/powerpoint/2010/main" val="3706035146"/>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687</a:t>
            </a:fld>
            <a:endParaRPr lang="en-US" dirty="0"/>
          </a:p>
        </p:txBody>
      </p:sp>
    </p:spTree>
    <p:extLst>
      <p:ext uri="{BB962C8B-B14F-4D97-AF65-F5344CB8AC3E}">
        <p14:creationId xmlns:p14="http://schemas.microsoft.com/office/powerpoint/2010/main" val="3721639974"/>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688</a:t>
            </a:fld>
            <a:endParaRPr lang="en-US" dirty="0"/>
          </a:p>
        </p:txBody>
      </p:sp>
    </p:spTree>
    <p:extLst>
      <p:ext uri="{BB962C8B-B14F-4D97-AF65-F5344CB8AC3E}">
        <p14:creationId xmlns:p14="http://schemas.microsoft.com/office/powerpoint/2010/main" val="3761609704"/>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689</a:t>
            </a:fld>
            <a:endParaRPr lang="en-US" dirty="0"/>
          </a:p>
        </p:txBody>
      </p:sp>
    </p:spTree>
    <p:extLst>
      <p:ext uri="{BB962C8B-B14F-4D97-AF65-F5344CB8AC3E}">
        <p14:creationId xmlns:p14="http://schemas.microsoft.com/office/powerpoint/2010/main" val="3887250867"/>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690</a:t>
            </a:fld>
            <a:endParaRPr lang="en-US" dirty="0"/>
          </a:p>
        </p:txBody>
      </p:sp>
    </p:spTree>
    <p:extLst>
      <p:ext uri="{BB962C8B-B14F-4D97-AF65-F5344CB8AC3E}">
        <p14:creationId xmlns:p14="http://schemas.microsoft.com/office/powerpoint/2010/main" val="1635132013"/>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691</a:t>
            </a:fld>
            <a:endParaRPr lang="en-US" dirty="0"/>
          </a:p>
        </p:txBody>
      </p:sp>
    </p:spTree>
    <p:extLst>
      <p:ext uri="{BB962C8B-B14F-4D97-AF65-F5344CB8AC3E}">
        <p14:creationId xmlns:p14="http://schemas.microsoft.com/office/powerpoint/2010/main" val="3652632010"/>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692</a:t>
            </a:fld>
            <a:endParaRPr lang="en-US" dirty="0"/>
          </a:p>
        </p:txBody>
      </p:sp>
    </p:spTree>
    <p:extLst>
      <p:ext uri="{BB962C8B-B14F-4D97-AF65-F5344CB8AC3E}">
        <p14:creationId xmlns:p14="http://schemas.microsoft.com/office/powerpoint/2010/main" val="3762640016"/>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693</a:t>
            </a:fld>
            <a:endParaRPr lang="en-US" dirty="0"/>
          </a:p>
        </p:txBody>
      </p:sp>
    </p:spTree>
    <p:extLst>
      <p:ext uri="{BB962C8B-B14F-4D97-AF65-F5344CB8AC3E}">
        <p14:creationId xmlns:p14="http://schemas.microsoft.com/office/powerpoint/2010/main" val="1930227095"/>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694</a:t>
            </a:fld>
            <a:endParaRPr lang="en-US" dirty="0"/>
          </a:p>
        </p:txBody>
      </p:sp>
    </p:spTree>
    <p:extLst>
      <p:ext uri="{BB962C8B-B14F-4D97-AF65-F5344CB8AC3E}">
        <p14:creationId xmlns:p14="http://schemas.microsoft.com/office/powerpoint/2010/main" val="175504326"/>
      </p:ext>
    </p:extLst>
  </p:cSld>
  <p:clrMapOvr>
    <a:masterClrMapping/>
  </p:clrMapOvr>
</p:notes>
</file>

<file path=ppt/notesSlides/notesSlide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695</a:t>
            </a:fld>
            <a:endParaRPr lang="en-US" dirty="0"/>
          </a:p>
        </p:txBody>
      </p:sp>
    </p:spTree>
    <p:extLst>
      <p:ext uri="{BB962C8B-B14F-4D97-AF65-F5344CB8AC3E}">
        <p14:creationId xmlns:p14="http://schemas.microsoft.com/office/powerpoint/2010/main" val="772342081"/>
      </p:ext>
    </p:extLst>
  </p:cSld>
  <p:clrMapOvr>
    <a:masterClrMapping/>
  </p:clrMapOvr>
</p:notes>
</file>

<file path=ppt/notesSlides/notesSlide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696</a:t>
            </a:fld>
            <a:endParaRPr lang="en-US" dirty="0"/>
          </a:p>
        </p:txBody>
      </p:sp>
    </p:spTree>
    <p:extLst>
      <p:ext uri="{BB962C8B-B14F-4D97-AF65-F5344CB8AC3E}">
        <p14:creationId xmlns:p14="http://schemas.microsoft.com/office/powerpoint/2010/main" val="3287593497"/>
      </p:ext>
    </p:extLst>
  </p:cSld>
  <p:clrMapOvr>
    <a:masterClrMapping/>
  </p:clrMapOvr>
</p:notes>
</file>

<file path=ppt/notesSlides/notesSlide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697</a:t>
            </a:fld>
            <a:endParaRPr lang="en-US" dirty="0"/>
          </a:p>
        </p:txBody>
      </p:sp>
    </p:spTree>
    <p:extLst>
      <p:ext uri="{BB962C8B-B14F-4D97-AF65-F5344CB8AC3E}">
        <p14:creationId xmlns:p14="http://schemas.microsoft.com/office/powerpoint/2010/main" val="3995462421"/>
      </p:ext>
    </p:extLst>
  </p:cSld>
  <p:clrMapOvr>
    <a:masterClrMapping/>
  </p:clrMapOvr>
</p:notes>
</file>

<file path=ppt/notesSlides/notesSlide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698</a:t>
            </a:fld>
            <a:endParaRPr lang="en-US" dirty="0"/>
          </a:p>
        </p:txBody>
      </p:sp>
    </p:spTree>
    <p:extLst>
      <p:ext uri="{BB962C8B-B14F-4D97-AF65-F5344CB8AC3E}">
        <p14:creationId xmlns:p14="http://schemas.microsoft.com/office/powerpoint/2010/main" val="3194528517"/>
      </p:ext>
    </p:extLst>
  </p:cSld>
  <p:clrMapOvr>
    <a:masterClrMapping/>
  </p:clrMapOvr>
</p:notes>
</file>

<file path=ppt/notesSlides/notesSlide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699</a:t>
            </a:fld>
            <a:endParaRPr lang="en-US" dirty="0"/>
          </a:p>
        </p:txBody>
      </p:sp>
    </p:spTree>
    <p:extLst>
      <p:ext uri="{BB962C8B-B14F-4D97-AF65-F5344CB8AC3E}">
        <p14:creationId xmlns:p14="http://schemas.microsoft.com/office/powerpoint/2010/main" val="3000547141"/>
      </p:ext>
    </p:extLst>
  </p:cSld>
  <p:clrMapOvr>
    <a:masterClrMapping/>
  </p:clrMapOvr>
</p:notes>
</file>

<file path=ppt/notesSlides/notesSlide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700</a:t>
            </a:fld>
            <a:endParaRPr lang="en-US" dirty="0"/>
          </a:p>
        </p:txBody>
      </p:sp>
    </p:spTree>
    <p:extLst>
      <p:ext uri="{BB962C8B-B14F-4D97-AF65-F5344CB8AC3E}">
        <p14:creationId xmlns:p14="http://schemas.microsoft.com/office/powerpoint/2010/main" val="488556647"/>
      </p:ext>
    </p:extLst>
  </p:cSld>
  <p:clrMapOvr>
    <a:masterClrMapping/>
  </p:clrMapOvr>
</p:notes>
</file>

<file path=ppt/notesSlides/notesSlide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701</a:t>
            </a:fld>
            <a:endParaRPr lang="en-US" dirty="0"/>
          </a:p>
        </p:txBody>
      </p:sp>
    </p:spTree>
    <p:extLst>
      <p:ext uri="{BB962C8B-B14F-4D97-AF65-F5344CB8AC3E}">
        <p14:creationId xmlns:p14="http://schemas.microsoft.com/office/powerpoint/2010/main" val="833760632"/>
      </p:ext>
    </p:extLst>
  </p:cSld>
  <p:clrMapOvr>
    <a:masterClrMapping/>
  </p:clrMapOvr>
</p:notes>
</file>

<file path=ppt/notesSlides/notesSlide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702</a:t>
            </a:fld>
            <a:endParaRPr lang="en-US" dirty="0"/>
          </a:p>
        </p:txBody>
      </p:sp>
    </p:spTree>
    <p:extLst>
      <p:ext uri="{BB962C8B-B14F-4D97-AF65-F5344CB8AC3E}">
        <p14:creationId xmlns:p14="http://schemas.microsoft.com/office/powerpoint/2010/main" val="3343591426"/>
      </p:ext>
    </p:extLst>
  </p:cSld>
  <p:clrMapOvr>
    <a:masterClrMapping/>
  </p:clrMapOvr>
</p:notes>
</file>

<file path=ppt/notesSlides/notesSlide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703</a:t>
            </a:fld>
            <a:endParaRPr lang="en-US" dirty="0"/>
          </a:p>
        </p:txBody>
      </p:sp>
    </p:spTree>
    <p:extLst>
      <p:ext uri="{BB962C8B-B14F-4D97-AF65-F5344CB8AC3E}">
        <p14:creationId xmlns:p14="http://schemas.microsoft.com/office/powerpoint/2010/main" val="338480735"/>
      </p:ext>
    </p:extLst>
  </p:cSld>
  <p:clrMapOvr>
    <a:masterClrMapping/>
  </p:clrMapOvr>
</p:notes>
</file>

<file path=ppt/notesSlides/notesSlide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704</a:t>
            </a:fld>
            <a:endParaRPr lang="en-US" dirty="0"/>
          </a:p>
        </p:txBody>
      </p:sp>
    </p:spTree>
    <p:extLst>
      <p:ext uri="{BB962C8B-B14F-4D97-AF65-F5344CB8AC3E}">
        <p14:creationId xmlns:p14="http://schemas.microsoft.com/office/powerpoint/2010/main" val="2327198998"/>
      </p:ext>
    </p:extLst>
  </p:cSld>
  <p:clrMapOvr>
    <a:masterClrMapping/>
  </p:clrMapOvr>
</p:notes>
</file>

<file path=ppt/notesSlides/notesSlide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705</a:t>
            </a:fld>
            <a:endParaRPr lang="en-US" dirty="0"/>
          </a:p>
        </p:txBody>
      </p:sp>
    </p:spTree>
    <p:extLst>
      <p:ext uri="{BB962C8B-B14F-4D97-AF65-F5344CB8AC3E}">
        <p14:creationId xmlns:p14="http://schemas.microsoft.com/office/powerpoint/2010/main" val="4063315095"/>
      </p:ext>
    </p:extLst>
  </p:cSld>
  <p:clrMapOvr>
    <a:masterClrMapping/>
  </p:clrMapOvr>
</p:notes>
</file>

<file path=ppt/notesSlides/notesSlide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706</a:t>
            </a:fld>
            <a:endParaRPr lang="en-US" dirty="0"/>
          </a:p>
        </p:txBody>
      </p:sp>
    </p:spTree>
    <p:extLst>
      <p:ext uri="{BB962C8B-B14F-4D97-AF65-F5344CB8AC3E}">
        <p14:creationId xmlns:p14="http://schemas.microsoft.com/office/powerpoint/2010/main" val="524532506"/>
      </p:ext>
    </p:extLst>
  </p:cSld>
  <p:clrMapOvr>
    <a:masterClrMapping/>
  </p:clrMapOvr>
</p:notes>
</file>

<file path=ppt/notesSlides/notesSlide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707</a:t>
            </a:fld>
            <a:endParaRPr lang="en-US" dirty="0"/>
          </a:p>
        </p:txBody>
      </p:sp>
    </p:spTree>
    <p:extLst>
      <p:ext uri="{BB962C8B-B14F-4D97-AF65-F5344CB8AC3E}">
        <p14:creationId xmlns:p14="http://schemas.microsoft.com/office/powerpoint/2010/main" val="4209682852"/>
      </p:ext>
    </p:extLst>
  </p:cSld>
  <p:clrMapOvr>
    <a:masterClrMapping/>
  </p:clrMapOvr>
</p:notes>
</file>

<file path=ppt/notesSlides/notesSlide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708</a:t>
            </a:fld>
            <a:endParaRPr lang="en-US" dirty="0"/>
          </a:p>
        </p:txBody>
      </p:sp>
    </p:spTree>
    <p:extLst>
      <p:ext uri="{BB962C8B-B14F-4D97-AF65-F5344CB8AC3E}">
        <p14:creationId xmlns:p14="http://schemas.microsoft.com/office/powerpoint/2010/main" val="3829871247"/>
      </p:ext>
    </p:extLst>
  </p:cSld>
  <p:clrMapOvr>
    <a:masterClrMapping/>
  </p:clrMapOvr>
</p:notes>
</file>

<file path=ppt/notesSlides/notesSlide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709</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710</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711</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712</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713</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714</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715</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716</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717</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718</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719</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720</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721</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722</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723</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724</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725</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726</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727</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728</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729</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730</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731</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732</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733</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734</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735</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736</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737</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738</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739</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740</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741</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742</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743</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744</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745</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746</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747</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748</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749</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750</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751</a:t>
            </a:fld>
            <a:endParaRPr lang="en-US" dirty="0"/>
          </a:p>
        </p:txBody>
      </p:sp>
    </p:spTree>
    <p:extLst>
      <p:ext uri="{BB962C8B-B14F-4D97-AF65-F5344CB8AC3E}">
        <p14:creationId xmlns:p14="http://schemas.microsoft.com/office/powerpoint/2010/main" val="2466792976"/>
      </p:ext>
    </p:extLst>
  </p:cSld>
  <p:clrMapOvr>
    <a:masterClrMapping/>
  </p:clrMapOvr>
</p:notes>
</file>

<file path=ppt/notesSlides/notesSlide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752</a:t>
            </a:fld>
            <a:endParaRPr lang="en-US" dirty="0"/>
          </a:p>
        </p:txBody>
      </p:sp>
    </p:spTree>
    <p:extLst>
      <p:ext uri="{BB962C8B-B14F-4D97-AF65-F5344CB8AC3E}">
        <p14:creationId xmlns:p14="http://schemas.microsoft.com/office/powerpoint/2010/main" val="3738235978"/>
      </p:ext>
    </p:extLst>
  </p:cSld>
  <p:clrMapOvr>
    <a:masterClrMapping/>
  </p:clrMapOvr>
</p:notes>
</file>

<file path=ppt/notesSlides/notesSlide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753</a:t>
            </a:fld>
            <a:endParaRPr lang="en-US" dirty="0"/>
          </a:p>
        </p:txBody>
      </p:sp>
    </p:spTree>
    <p:extLst>
      <p:ext uri="{BB962C8B-B14F-4D97-AF65-F5344CB8AC3E}">
        <p14:creationId xmlns:p14="http://schemas.microsoft.com/office/powerpoint/2010/main" val="369857985"/>
      </p:ext>
    </p:extLst>
  </p:cSld>
  <p:clrMapOvr>
    <a:masterClrMapping/>
  </p:clrMapOvr>
</p:notes>
</file>

<file path=ppt/notesSlides/notesSlide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754</a:t>
            </a:fld>
            <a:endParaRPr lang="en-US" dirty="0"/>
          </a:p>
        </p:txBody>
      </p:sp>
    </p:spTree>
    <p:extLst>
      <p:ext uri="{BB962C8B-B14F-4D97-AF65-F5344CB8AC3E}">
        <p14:creationId xmlns:p14="http://schemas.microsoft.com/office/powerpoint/2010/main" val="3812116991"/>
      </p:ext>
    </p:extLst>
  </p:cSld>
  <p:clrMapOvr>
    <a:masterClrMapping/>
  </p:clrMapOvr>
</p:notes>
</file>

<file path=ppt/notesSlides/notesSlide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755</a:t>
            </a:fld>
            <a:endParaRPr lang="en-US" dirty="0"/>
          </a:p>
        </p:txBody>
      </p:sp>
    </p:spTree>
    <p:extLst>
      <p:ext uri="{BB962C8B-B14F-4D97-AF65-F5344CB8AC3E}">
        <p14:creationId xmlns:p14="http://schemas.microsoft.com/office/powerpoint/2010/main" val="2180422916"/>
      </p:ext>
    </p:extLst>
  </p:cSld>
  <p:clrMapOvr>
    <a:masterClrMapping/>
  </p:clrMapOvr>
</p:notes>
</file>

<file path=ppt/notesSlides/notesSlide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756</a:t>
            </a:fld>
            <a:endParaRPr lang="en-US" dirty="0"/>
          </a:p>
        </p:txBody>
      </p:sp>
    </p:spTree>
    <p:extLst>
      <p:ext uri="{BB962C8B-B14F-4D97-AF65-F5344CB8AC3E}">
        <p14:creationId xmlns:p14="http://schemas.microsoft.com/office/powerpoint/2010/main" val="1571854399"/>
      </p:ext>
    </p:extLst>
  </p:cSld>
  <p:clrMapOvr>
    <a:masterClrMapping/>
  </p:clrMapOvr>
</p:notes>
</file>

<file path=ppt/notesSlides/notesSlide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757</a:t>
            </a:fld>
            <a:endParaRPr lang="en-US" dirty="0"/>
          </a:p>
        </p:txBody>
      </p:sp>
    </p:spTree>
    <p:extLst>
      <p:ext uri="{BB962C8B-B14F-4D97-AF65-F5344CB8AC3E}">
        <p14:creationId xmlns:p14="http://schemas.microsoft.com/office/powerpoint/2010/main" val="1522605981"/>
      </p:ext>
    </p:extLst>
  </p:cSld>
  <p:clrMapOvr>
    <a:masterClrMapping/>
  </p:clrMapOvr>
</p:notes>
</file>

<file path=ppt/notesSlides/notesSlide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758</a:t>
            </a:fld>
            <a:endParaRPr lang="en-US" dirty="0"/>
          </a:p>
        </p:txBody>
      </p:sp>
    </p:spTree>
    <p:extLst>
      <p:ext uri="{BB962C8B-B14F-4D97-AF65-F5344CB8AC3E}">
        <p14:creationId xmlns:p14="http://schemas.microsoft.com/office/powerpoint/2010/main" val="2561769247"/>
      </p:ext>
    </p:extLst>
  </p:cSld>
  <p:clrMapOvr>
    <a:masterClrMapping/>
  </p:clrMapOvr>
</p:notes>
</file>

<file path=ppt/notesSlides/notesSlide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759</a:t>
            </a:fld>
            <a:endParaRPr lang="en-US" dirty="0"/>
          </a:p>
        </p:txBody>
      </p:sp>
    </p:spTree>
    <p:extLst>
      <p:ext uri="{BB962C8B-B14F-4D97-AF65-F5344CB8AC3E}">
        <p14:creationId xmlns:p14="http://schemas.microsoft.com/office/powerpoint/2010/main" val="2528897880"/>
      </p:ext>
    </p:extLst>
  </p:cSld>
  <p:clrMapOvr>
    <a:masterClrMapping/>
  </p:clrMapOvr>
</p:notes>
</file>

<file path=ppt/notesSlides/notesSlide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760</a:t>
            </a:fld>
            <a:endParaRPr lang="en-US" dirty="0"/>
          </a:p>
        </p:txBody>
      </p:sp>
    </p:spTree>
    <p:extLst>
      <p:ext uri="{BB962C8B-B14F-4D97-AF65-F5344CB8AC3E}">
        <p14:creationId xmlns:p14="http://schemas.microsoft.com/office/powerpoint/2010/main" val="2127928903"/>
      </p:ext>
    </p:extLst>
  </p:cSld>
  <p:clrMapOvr>
    <a:masterClrMapping/>
  </p:clrMapOvr>
</p:notes>
</file>

<file path=ppt/notesSlides/notesSlide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761</a:t>
            </a:fld>
            <a:endParaRPr lang="en-US" dirty="0"/>
          </a:p>
        </p:txBody>
      </p:sp>
    </p:spTree>
    <p:extLst>
      <p:ext uri="{BB962C8B-B14F-4D97-AF65-F5344CB8AC3E}">
        <p14:creationId xmlns:p14="http://schemas.microsoft.com/office/powerpoint/2010/main" val="2611013380"/>
      </p:ext>
    </p:extLst>
  </p:cSld>
  <p:clrMapOvr>
    <a:masterClrMapping/>
  </p:clrMapOvr>
</p:notes>
</file>

<file path=ppt/notesSlides/notesSlide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762</a:t>
            </a:fld>
            <a:endParaRPr lang="en-US" dirty="0"/>
          </a:p>
        </p:txBody>
      </p:sp>
    </p:spTree>
    <p:extLst>
      <p:ext uri="{BB962C8B-B14F-4D97-AF65-F5344CB8AC3E}">
        <p14:creationId xmlns:p14="http://schemas.microsoft.com/office/powerpoint/2010/main" val="3200423711"/>
      </p:ext>
    </p:extLst>
  </p:cSld>
  <p:clrMapOvr>
    <a:masterClrMapping/>
  </p:clrMapOvr>
</p:notes>
</file>

<file path=ppt/notesSlides/notesSlide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763</a:t>
            </a:fld>
            <a:endParaRPr lang="en-US" dirty="0"/>
          </a:p>
        </p:txBody>
      </p:sp>
    </p:spTree>
    <p:extLst>
      <p:ext uri="{BB962C8B-B14F-4D97-AF65-F5344CB8AC3E}">
        <p14:creationId xmlns:p14="http://schemas.microsoft.com/office/powerpoint/2010/main" val="4238472683"/>
      </p:ext>
    </p:extLst>
  </p:cSld>
  <p:clrMapOvr>
    <a:masterClrMapping/>
  </p:clrMapOvr>
</p:notes>
</file>

<file path=ppt/notesSlides/notesSlide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764</a:t>
            </a:fld>
            <a:endParaRPr lang="en-US" dirty="0"/>
          </a:p>
        </p:txBody>
      </p:sp>
    </p:spTree>
    <p:extLst>
      <p:ext uri="{BB962C8B-B14F-4D97-AF65-F5344CB8AC3E}">
        <p14:creationId xmlns:p14="http://schemas.microsoft.com/office/powerpoint/2010/main" val="725601071"/>
      </p:ext>
    </p:extLst>
  </p:cSld>
  <p:clrMapOvr>
    <a:masterClrMapping/>
  </p:clrMapOvr>
</p:notes>
</file>

<file path=ppt/notesSlides/notesSlide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765</a:t>
            </a:fld>
            <a:endParaRPr lang="en-US" dirty="0"/>
          </a:p>
        </p:txBody>
      </p:sp>
    </p:spTree>
    <p:extLst>
      <p:ext uri="{BB962C8B-B14F-4D97-AF65-F5344CB8AC3E}">
        <p14:creationId xmlns:p14="http://schemas.microsoft.com/office/powerpoint/2010/main" val="3286893195"/>
      </p:ext>
    </p:extLst>
  </p:cSld>
  <p:clrMapOvr>
    <a:masterClrMapping/>
  </p:clrMapOvr>
</p:notes>
</file>

<file path=ppt/notesSlides/notesSlide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766</a:t>
            </a:fld>
            <a:endParaRPr lang="en-US" dirty="0"/>
          </a:p>
        </p:txBody>
      </p:sp>
    </p:spTree>
    <p:extLst>
      <p:ext uri="{BB962C8B-B14F-4D97-AF65-F5344CB8AC3E}">
        <p14:creationId xmlns:p14="http://schemas.microsoft.com/office/powerpoint/2010/main" val="390723380"/>
      </p:ext>
    </p:extLst>
  </p:cSld>
  <p:clrMapOvr>
    <a:masterClrMapping/>
  </p:clrMapOvr>
</p:notes>
</file>

<file path=ppt/notesSlides/notesSlide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767</a:t>
            </a:fld>
            <a:endParaRPr lang="en-US" dirty="0"/>
          </a:p>
        </p:txBody>
      </p:sp>
    </p:spTree>
    <p:extLst>
      <p:ext uri="{BB962C8B-B14F-4D97-AF65-F5344CB8AC3E}">
        <p14:creationId xmlns:p14="http://schemas.microsoft.com/office/powerpoint/2010/main" val="4002433725"/>
      </p:ext>
    </p:extLst>
  </p:cSld>
  <p:clrMapOvr>
    <a:masterClrMapping/>
  </p:clrMapOvr>
</p:notes>
</file>

<file path=ppt/notesSlides/notesSlide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768</a:t>
            </a:fld>
            <a:endParaRPr lang="en-US" dirty="0"/>
          </a:p>
        </p:txBody>
      </p:sp>
    </p:spTree>
    <p:extLst>
      <p:ext uri="{BB962C8B-B14F-4D97-AF65-F5344CB8AC3E}">
        <p14:creationId xmlns:p14="http://schemas.microsoft.com/office/powerpoint/2010/main" val="1318648592"/>
      </p:ext>
    </p:extLst>
  </p:cSld>
  <p:clrMapOvr>
    <a:masterClrMapping/>
  </p:clrMapOvr>
</p:notes>
</file>

<file path=ppt/notesSlides/notesSlide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769</a:t>
            </a:fld>
            <a:endParaRPr lang="en-US" dirty="0"/>
          </a:p>
        </p:txBody>
      </p:sp>
    </p:spTree>
    <p:extLst>
      <p:ext uri="{BB962C8B-B14F-4D97-AF65-F5344CB8AC3E}">
        <p14:creationId xmlns:p14="http://schemas.microsoft.com/office/powerpoint/2010/main" val="4037319774"/>
      </p:ext>
    </p:extLst>
  </p:cSld>
  <p:clrMapOvr>
    <a:masterClrMapping/>
  </p:clrMapOvr>
</p:notes>
</file>

<file path=ppt/notesSlides/notesSlide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770</a:t>
            </a:fld>
            <a:endParaRPr lang="en-US" dirty="0"/>
          </a:p>
        </p:txBody>
      </p:sp>
    </p:spTree>
    <p:extLst>
      <p:ext uri="{BB962C8B-B14F-4D97-AF65-F5344CB8AC3E}">
        <p14:creationId xmlns:p14="http://schemas.microsoft.com/office/powerpoint/2010/main" val="4104556620"/>
      </p:ext>
    </p:extLst>
  </p:cSld>
  <p:clrMapOvr>
    <a:masterClrMapping/>
  </p:clrMapOvr>
</p:notes>
</file>

<file path=ppt/notesSlides/notesSlide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771</a:t>
            </a:fld>
            <a:endParaRPr lang="en-US" dirty="0"/>
          </a:p>
        </p:txBody>
      </p:sp>
    </p:spTree>
    <p:extLst>
      <p:ext uri="{BB962C8B-B14F-4D97-AF65-F5344CB8AC3E}">
        <p14:creationId xmlns:p14="http://schemas.microsoft.com/office/powerpoint/2010/main" val="1920682064"/>
      </p:ext>
    </p:extLst>
  </p:cSld>
  <p:clrMapOvr>
    <a:masterClrMapping/>
  </p:clrMapOvr>
</p:notes>
</file>

<file path=ppt/notesSlides/notesSlide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772</a:t>
            </a:fld>
            <a:endParaRPr lang="en-US" dirty="0"/>
          </a:p>
        </p:txBody>
      </p:sp>
    </p:spTree>
    <p:extLst>
      <p:ext uri="{BB962C8B-B14F-4D97-AF65-F5344CB8AC3E}">
        <p14:creationId xmlns:p14="http://schemas.microsoft.com/office/powerpoint/2010/main" val="3000762313"/>
      </p:ext>
    </p:extLst>
  </p:cSld>
  <p:clrMapOvr>
    <a:masterClrMapping/>
  </p:clrMapOvr>
</p:notes>
</file>

<file path=ppt/notesSlides/notesSlide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773</a:t>
            </a:fld>
            <a:endParaRPr lang="en-US" dirty="0"/>
          </a:p>
        </p:txBody>
      </p:sp>
    </p:spTree>
    <p:extLst>
      <p:ext uri="{BB962C8B-B14F-4D97-AF65-F5344CB8AC3E}">
        <p14:creationId xmlns:p14="http://schemas.microsoft.com/office/powerpoint/2010/main" val="2119027441"/>
      </p:ext>
    </p:extLst>
  </p:cSld>
  <p:clrMapOvr>
    <a:masterClrMapping/>
  </p:clrMapOvr>
</p:notes>
</file>

<file path=ppt/notesSlides/notesSlide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774</a:t>
            </a:fld>
            <a:endParaRPr lang="en-US" dirty="0"/>
          </a:p>
        </p:txBody>
      </p:sp>
    </p:spTree>
    <p:extLst>
      <p:ext uri="{BB962C8B-B14F-4D97-AF65-F5344CB8AC3E}">
        <p14:creationId xmlns:p14="http://schemas.microsoft.com/office/powerpoint/2010/main" val="3677996260"/>
      </p:ext>
    </p:extLst>
  </p:cSld>
  <p:clrMapOvr>
    <a:masterClrMapping/>
  </p:clrMapOvr>
</p:notes>
</file>

<file path=ppt/notesSlides/notesSlide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775</a:t>
            </a:fld>
            <a:endParaRPr lang="en-US" dirty="0"/>
          </a:p>
        </p:txBody>
      </p:sp>
    </p:spTree>
    <p:extLst>
      <p:ext uri="{BB962C8B-B14F-4D97-AF65-F5344CB8AC3E}">
        <p14:creationId xmlns:p14="http://schemas.microsoft.com/office/powerpoint/2010/main" val="3775173870"/>
      </p:ext>
    </p:extLst>
  </p:cSld>
  <p:clrMapOvr>
    <a:masterClrMapping/>
  </p:clrMapOvr>
</p:notes>
</file>

<file path=ppt/notesSlides/notesSlide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776</a:t>
            </a:fld>
            <a:endParaRPr lang="en-US" dirty="0"/>
          </a:p>
        </p:txBody>
      </p:sp>
    </p:spTree>
    <p:extLst>
      <p:ext uri="{BB962C8B-B14F-4D97-AF65-F5344CB8AC3E}">
        <p14:creationId xmlns:p14="http://schemas.microsoft.com/office/powerpoint/2010/main" val="798163425"/>
      </p:ext>
    </p:extLst>
  </p:cSld>
  <p:clrMapOvr>
    <a:masterClrMapping/>
  </p:clrMapOvr>
</p:notes>
</file>

<file path=ppt/notesSlides/notesSlide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777</a:t>
            </a:fld>
            <a:endParaRPr lang="en-US" dirty="0"/>
          </a:p>
        </p:txBody>
      </p:sp>
    </p:spTree>
    <p:extLst>
      <p:ext uri="{BB962C8B-B14F-4D97-AF65-F5344CB8AC3E}">
        <p14:creationId xmlns:p14="http://schemas.microsoft.com/office/powerpoint/2010/main" val="2963859842"/>
      </p:ext>
    </p:extLst>
  </p:cSld>
  <p:clrMapOvr>
    <a:masterClrMapping/>
  </p:clrMapOvr>
</p:notes>
</file>

<file path=ppt/notesSlides/notesSlide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778</a:t>
            </a:fld>
            <a:endParaRPr lang="en-US" dirty="0"/>
          </a:p>
        </p:txBody>
      </p:sp>
    </p:spTree>
    <p:extLst>
      <p:ext uri="{BB962C8B-B14F-4D97-AF65-F5344CB8AC3E}">
        <p14:creationId xmlns:p14="http://schemas.microsoft.com/office/powerpoint/2010/main" val="1436724380"/>
      </p:ext>
    </p:extLst>
  </p:cSld>
  <p:clrMapOvr>
    <a:masterClrMapping/>
  </p:clrMapOvr>
</p:notes>
</file>

<file path=ppt/notesSlides/notesSlide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779</a:t>
            </a:fld>
            <a:endParaRPr lang="en-US" dirty="0"/>
          </a:p>
        </p:txBody>
      </p:sp>
    </p:spTree>
    <p:extLst>
      <p:ext uri="{BB962C8B-B14F-4D97-AF65-F5344CB8AC3E}">
        <p14:creationId xmlns:p14="http://schemas.microsoft.com/office/powerpoint/2010/main" val="3737657263"/>
      </p:ext>
    </p:extLst>
  </p:cSld>
  <p:clrMapOvr>
    <a:masterClrMapping/>
  </p:clrMapOvr>
</p:notes>
</file>

<file path=ppt/notesSlides/notesSlide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780</a:t>
            </a:fld>
            <a:endParaRPr lang="en-US" dirty="0"/>
          </a:p>
        </p:txBody>
      </p:sp>
    </p:spTree>
    <p:extLst>
      <p:ext uri="{BB962C8B-B14F-4D97-AF65-F5344CB8AC3E}">
        <p14:creationId xmlns:p14="http://schemas.microsoft.com/office/powerpoint/2010/main" val="3863967033"/>
      </p:ext>
    </p:extLst>
  </p:cSld>
  <p:clrMapOvr>
    <a:masterClrMapping/>
  </p:clrMapOvr>
</p:notes>
</file>

<file path=ppt/notesSlides/notesSlide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781</a:t>
            </a:fld>
            <a:endParaRPr lang="en-US" dirty="0"/>
          </a:p>
        </p:txBody>
      </p:sp>
    </p:spTree>
    <p:extLst>
      <p:ext uri="{BB962C8B-B14F-4D97-AF65-F5344CB8AC3E}">
        <p14:creationId xmlns:p14="http://schemas.microsoft.com/office/powerpoint/2010/main" val="2549403872"/>
      </p:ext>
    </p:extLst>
  </p:cSld>
  <p:clrMapOvr>
    <a:masterClrMapping/>
  </p:clrMapOvr>
</p:notes>
</file>

<file path=ppt/notesSlides/notesSlide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782</a:t>
            </a:fld>
            <a:endParaRPr lang="en-US" dirty="0"/>
          </a:p>
        </p:txBody>
      </p:sp>
    </p:spTree>
    <p:extLst>
      <p:ext uri="{BB962C8B-B14F-4D97-AF65-F5344CB8AC3E}">
        <p14:creationId xmlns:p14="http://schemas.microsoft.com/office/powerpoint/2010/main" val="3893946915"/>
      </p:ext>
    </p:extLst>
  </p:cSld>
  <p:clrMapOvr>
    <a:masterClrMapping/>
  </p:clrMapOvr>
</p:notes>
</file>

<file path=ppt/notesSlides/notesSlide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783</a:t>
            </a:fld>
            <a:endParaRPr lang="en-US" dirty="0"/>
          </a:p>
        </p:txBody>
      </p:sp>
    </p:spTree>
    <p:extLst>
      <p:ext uri="{BB962C8B-B14F-4D97-AF65-F5344CB8AC3E}">
        <p14:creationId xmlns:p14="http://schemas.microsoft.com/office/powerpoint/2010/main" val="551849123"/>
      </p:ext>
    </p:extLst>
  </p:cSld>
  <p:clrMapOvr>
    <a:masterClrMapping/>
  </p:clrMapOvr>
</p:notes>
</file>

<file path=ppt/notesSlides/notesSlide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784</a:t>
            </a:fld>
            <a:endParaRPr lang="en-US" dirty="0"/>
          </a:p>
        </p:txBody>
      </p:sp>
    </p:spTree>
    <p:extLst>
      <p:ext uri="{BB962C8B-B14F-4D97-AF65-F5344CB8AC3E}">
        <p14:creationId xmlns:p14="http://schemas.microsoft.com/office/powerpoint/2010/main" val="3322260870"/>
      </p:ext>
    </p:extLst>
  </p:cSld>
  <p:clrMapOvr>
    <a:masterClrMapping/>
  </p:clrMapOvr>
</p:notes>
</file>

<file path=ppt/notesSlides/notesSlide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785</a:t>
            </a:fld>
            <a:endParaRPr lang="en-US" dirty="0"/>
          </a:p>
        </p:txBody>
      </p:sp>
    </p:spTree>
    <p:extLst>
      <p:ext uri="{BB962C8B-B14F-4D97-AF65-F5344CB8AC3E}">
        <p14:creationId xmlns:p14="http://schemas.microsoft.com/office/powerpoint/2010/main" val="334662803"/>
      </p:ext>
    </p:extLst>
  </p:cSld>
  <p:clrMapOvr>
    <a:masterClrMapping/>
  </p:clrMapOvr>
</p:notes>
</file>

<file path=ppt/notesSlides/notesSlide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786</a:t>
            </a:fld>
            <a:endParaRPr lang="en-US" dirty="0"/>
          </a:p>
        </p:txBody>
      </p:sp>
    </p:spTree>
    <p:extLst>
      <p:ext uri="{BB962C8B-B14F-4D97-AF65-F5344CB8AC3E}">
        <p14:creationId xmlns:p14="http://schemas.microsoft.com/office/powerpoint/2010/main" val="136181013"/>
      </p:ext>
    </p:extLst>
  </p:cSld>
  <p:clrMapOvr>
    <a:masterClrMapping/>
  </p:clrMapOvr>
</p:notes>
</file>

<file path=ppt/notesSlides/notesSlide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787</a:t>
            </a:fld>
            <a:endParaRPr lang="en-US" dirty="0"/>
          </a:p>
        </p:txBody>
      </p:sp>
    </p:spTree>
    <p:extLst>
      <p:ext uri="{BB962C8B-B14F-4D97-AF65-F5344CB8AC3E}">
        <p14:creationId xmlns:p14="http://schemas.microsoft.com/office/powerpoint/2010/main" val="3930010626"/>
      </p:ext>
    </p:extLst>
  </p:cSld>
  <p:clrMapOvr>
    <a:masterClrMapping/>
  </p:clrMapOvr>
</p:notes>
</file>

<file path=ppt/notesSlides/notesSlide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788</a:t>
            </a:fld>
            <a:endParaRPr lang="en-US" dirty="0"/>
          </a:p>
        </p:txBody>
      </p:sp>
    </p:spTree>
    <p:extLst>
      <p:ext uri="{BB962C8B-B14F-4D97-AF65-F5344CB8AC3E}">
        <p14:creationId xmlns:p14="http://schemas.microsoft.com/office/powerpoint/2010/main" val="2589381357"/>
      </p:ext>
    </p:extLst>
  </p:cSld>
  <p:clrMapOvr>
    <a:masterClrMapping/>
  </p:clrMapOvr>
</p:notes>
</file>

<file path=ppt/notesSlides/notesSlide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789</a:t>
            </a:fld>
            <a:endParaRPr lang="en-US" dirty="0"/>
          </a:p>
        </p:txBody>
      </p:sp>
    </p:spTree>
    <p:extLst>
      <p:ext uri="{BB962C8B-B14F-4D97-AF65-F5344CB8AC3E}">
        <p14:creationId xmlns:p14="http://schemas.microsoft.com/office/powerpoint/2010/main" val="2684003817"/>
      </p:ext>
    </p:extLst>
  </p:cSld>
  <p:clrMapOvr>
    <a:masterClrMapping/>
  </p:clrMapOvr>
</p:notes>
</file>

<file path=ppt/notesSlides/notesSlide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790</a:t>
            </a:fld>
            <a:endParaRPr lang="en-US" dirty="0"/>
          </a:p>
        </p:txBody>
      </p:sp>
    </p:spTree>
    <p:extLst>
      <p:ext uri="{BB962C8B-B14F-4D97-AF65-F5344CB8AC3E}">
        <p14:creationId xmlns:p14="http://schemas.microsoft.com/office/powerpoint/2010/main" val="1123912611"/>
      </p:ext>
    </p:extLst>
  </p:cSld>
  <p:clrMapOvr>
    <a:masterClrMapping/>
  </p:clrMapOvr>
</p:notes>
</file>

<file path=ppt/notesSlides/notesSlide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791</a:t>
            </a:fld>
            <a:endParaRPr lang="en-US" dirty="0"/>
          </a:p>
        </p:txBody>
      </p:sp>
    </p:spTree>
    <p:extLst>
      <p:ext uri="{BB962C8B-B14F-4D97-AF65-F5344CB8AC3E}">
        <p14:creationId xmlns:p14="http://schemas.microsoft.com/office/powerpoint/2010/main" val="3944658656"/>
      </p:ext>
    </p:extLst>
  </p:cSld>
  <p:clrMapOvr>
    <a:masterClrMapping/>
  </p:clrMapOvr>
</p:notes>
</file>

<file path=ppt/notesSlides/notesSlide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792</a:t>
            </a:fld>
            <a:endParaRPr lang="en-US" dirty="0"/>
          </a:p>
        </p:txBody>
      </p:sp>
    </p:spTree>
    <p:extLst>
      <p:ext uri="{BB962C8B-B14F-4D97-AF65-F5344CB8AC3E}">
        <p14:creationId xmlns:p14="http://schemas.microsoft.com/office/powerpoint/2010/main" val="785098469"/>
      </p:ext>
    </p:extLst>
  </p:cSld>
  <p:clrMapOvr>
    <a:masterClrMapping/>
  </p:clrMapOvr>
</p:notes>
</file>

<file path=ppt/notesSlides/notesSlide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793</a:t>
            </a:fld>
            <a:endParaRPr lang="en-US" dirty="0"/>
          </a:p>
        </p:txBody>
      </p:sp>
    </p:spTree>
    <p:extLst>
      <p:ext uri="{BB962C8B-B14F-4D97-AF65-F5344CB8AC3E}">
        <p14:creationId xmlns:p14="http://schemas.microsoft.com/office/powerpoint/2010/main" val="2828982614"/>
      </p:ext>
    </p:extLst>
  </p:cSld>
  <p:clrMapOvr>
    <a:masterClrMapping/>
  </p:clrMapOvr>
</p:notes>
</file>

<file path=ppt/notesSlides/notesSlide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794</a:t>
            </a:fld>
            <a:endParaRPr lang="en-US" dirty="0"/>
          </a:p>
        </p:txBody>
      </p:sp>
    </p:spTree>
    <p:extLst>
      <p:ext uri="{BB962C8B-B14F-4D97-AF65-F5344CB8AC3E}">
        <p14:creationId xmlns:p14="http://schemas.microsoft.com/office/powerpoint/2010/main" val="2382070714"/>
      </p:ext>
    </p:extLst>
  </p:cSld>
  <p:clrMapOvr>
    <a:masterClrMapping/>
  </p:clrMapOvr>
</p:notes>
</file>

<file path=ppt/notesSlides/notesSlide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795</a:t>
            </a:fld>
            <a:endParaRPr lang="en-US" dirty="0"/>
          </a:p>
        </p:txBody>
      </p:sp>
    </p:spTree>
    <p:extLst>
      <p:ext uri="{BB962C8B-B14F-4D97-AF65-F5344CB8AC3E}">
        <p14:creationId xmlns:p14="http://schemas.microsoft.com/office/powerpoint/2010/main" val="781928820"/>
      </p:ext>
    </p:extLst>
  </p:cSld>
  <p:clrMapOvr>
    <a:masterClrMapping/>
  </p:clrMapOvr>
</p:notes>
</file>

<file path=ppt/notesSlides/notesSlide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796</a:t>
            </a:fld>
            <a:endParaRPr lang="en-US" dirty="0"/>
          </a:p>
        </p:txBody>
      </p:sp>
    </p:spTree>
    <p:extLst>
      <p:ext uri="{BB962C8B-B14F-4D97-AF65-F5344CB8AC3E}">
        <p14:creationId xmlns:p14="http://schemas.microsoft.com/office/powerpoint/2010/main" val="633231568"/>
      </p:ext>
    </p:extLst>
  </p:cSld>
  <p:clrMapOvr>
    <a:masterClrMapping/>
  </p:clrMapOvr>
</p:notes>
</file>

<file path=ppt/notesSlides/notesSlide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797</a:t>
            </a:fld>
            <a:endParaRPr lang="en-US" dirty="0"/>
          </a:p>
        </p:txBody>
      </p:sp>
    </p:spTree>
    <p:extLst>
      <p:ext uri="{BB962C8B-B14F-4D97-AF65-F5344CB8AC3E}">
        <p14:creationId xmlns:p14="http://schemas.microsoft.com/office/powerpoint/2010/main" val="1295131416"/>
      </p:ext>
    </p:extLst>
  </p:cSld>
  <p:clrMapOvr>
    <a:masterClrMapping/>
  </p:clrMapOvr>
</p:notes>
</file>

<file path=ppt/notesSlides/notesSlide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798</a:t>
            </a:fld>
            <a:endParaRPr lang="en-US" dirty="0"/>
          </a:p>
        </p:txBody>
      </p:sp>
    </p:spTree>
    <p:extLst>
      <p:ext uri="{BB962C8B-B14F-4D97-AF65-F5344CB8AC3E}">
        <p14:creationId xmlns:p14="http://schemas.microsoft.com/office/powerpoint/2010/main" val="3499349699"/>
      </p:ext>
    </p:extLst>
  </p:cSld>
  <p:clrMapOvr>
    <a:masterClrMapping/>
  </p:clrMapOvr>
</p:notes>
</file>

<file path=ppt/notesSlides/notesSlide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799</a:t>
            </a:fld>
            <a:endParaRPr lang="en-US" dirty="0"/>
          </a:p>
        </p:txBody>
      </p:sp>
    </p:spTree>
    <p:extLst>
      <p:ext uri="{BB962C8B-B14F-4D97-AF65-F5344CB8AC3E}">
        <p14:creationId xmlns:p14="http://schemas.microsoft.com/office/powerpoint/2010/main" val="2411160554"/>
      </p:ext>
    </p:extLst>
  </p:cSld>
  <p:clrMapOvr>
    <a:masterClrMapping/>
  </p:clrMapOvr>
</p:notes>
</file>

<file path=ppt/notesSlides/notesSlide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800</a:t>
            </a:fld>
            <a:endParaRPr lang="en-US" dirty="0"/>
          </a:p>
        </p:txBody>
      </p:sp>
    </p:spTree>
    <p:extLst>
      <p:ext uri="{BB962C8B-B14F-4D97-AF65-F5344CB8AC3E}">
        <p14:creationId xmlns:p14="http://schemas.microsoft.com/office/powerpoint/2010/main" val="3526260912"/>
      </p:ext>
    </p:extLst>
  </p:cSld>
  <p:clrMapOvr>
    <a:masterClrMapping/>
  </p:clrMapOvr>
</p:notes>
</file>

<file path=ppt/notesSlides/notesSlide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801</a:t>
            </a:fld>
            <a:endParaRPr lang="en-US" dirty="0"/>
          </a:p>
        </p:txBody>
      </p:sp>
    </p:spTree>
    <p:extLst>
      <p:ext uri="{BB962C8B-B14F-4D97-AF65-F5344CB8AC3E}">
        <p14:creationId xmlns:p14="http://schemas.microsoft.com/office/powerpoint/2010/main" val="4061458192"/>
      </p:ext>
    </p:extLst>
  </p:cSld>
  <p:clrMapOvr>
    <a:masterClrMapping/>
  </p:clrMapOvr>
</p:notes>
</file>

<file path=ppt/notesSlides/notesSlide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802</a:t>
            </a:fld>
            <a:endParaRPr lang="en-US" dirty="0"/>
          </a:p>
        </p:txBody>
      </p:sp>
    </p:spTree>
    <p:extLst>
      <p:ext uri="{BB962C8B-B14F-4D97-AF65-F5344CB8AC3E}">
        <p14:creationId xmlns:p14="http://schemas.microsoft.com/office/powerpoint/2010/main" val="4042549485"/>
      </p:ext>
    </p:extLst>
  </p:cSld>
  <p:clrMapOvr>
    <a:masterClrMapping/>
  </p:clrMapOvr>
</p:notes>
</file>

<file path=ppt/notesSlides/notesSlide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803</a:t>
            </a:fld>
            <a:endParaRPr lang="en-US" dirty="0"/>
          </a:p>
        </p:txBody>
      </p:sp>
    </p:spTree>
    <p:extLst>
      <p:ext uri="{BB962C8B-B14F-4D97-AF65-F5344CB8AC3E}">
        <p14:creationId xmlns:p14="http://schemas.microsoft.com/office/powerpoint/2010/main" val="1252768947"/>
      </p:ext>
    </p:extLst>
  </p:cSld>
  <p:clrMapOvr>
    <a:masterClrMapping/>
  </p:clrMapOvr>
</p:notes>
</file>

<file path=ppt/notesSlides/notesSlide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804</a:t>
            </a:fld>
            <a:endParaRPr lang="en-US" dirty="0"/>
          </a:p>
        </p:txBody>
      </p:sp>
    </p:spTree>
    <p:extLst>
      <p:ext uri="{BB962C8B-B14F-4D97-AF65-F5344CB8AC3E}">
        <p14:creationId xmlns:p14="http://schemas.microsoft.com/office/powerpoint/2010/main" val="4030193933"/>
      </p:ext>
    </p:extLst>
  </p:cSld>
  <p:clrMapOvr>
    <a:masterClrMapping/>
  </p:clrMapOvr>
</p:notes>
</file>

<file path=ppt/notesSlides/notesSlide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805</a:t>
            </a:fld>
            <a:endParaRPr lang="en-US" dirty="0"/>
          </a:p>
        </p:txBody>
      </p:sp>
    </p:spTree>
    <p:extLst>
      <p:ext uri="{BB962C8B-B14F-4D97-AF65-F5344CB8AC3E}">
        <p14:creationId xmlns:p14="http://schemas.microsoft.com/office/powerpoint/2010/main" val="522172584"/>
      </p:ext>
    </p:extLst>
  </p:cSld>
  <p:clrMapOvr>
    <a:masterClrMapping/>
  </p:clrMapOvr>
</p:notes>
</file>

<file path=ppt/notesSlides/notesSlide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806</a:t>
            </a:fld>
            <a:endParaRPr lang="en-US" dirty="0"/>
          </a:p>
        </p:txBody>
      </p:sp>
    </p:spTree>
    <p:extLst>
      <p:ext uri="{BB962C8B-B14F-4D97-AF65-F5344CB8AC3E}">
        <p14:creationId xmlns:p14="http://schemas.microsoft.com/office/powerpoint/2010/main" val="3531138432"/>
      </p:ext>
    </p:extLst>
  </p:cSld>
  <p:clrMapOvr>
    <a:masterClrMapping/>
  </p:clrMapOvr>
</p:notes>
</file>

<file path=ppt/notesSlides/notesSlide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807</a:t>
            </a:fld>
            <a:endParaRPr lang="en-US" dirty="0"/>
          </a:p>
        </p:txBody>
      </p:sp>
    </p:spTree>
    <p:extLst>
      <p:ext uri="{BB962C8B-B14F-4D97-AF65-F5344CB8AC3E}">
        <p14:creationId xmlns:p14="http://schemas.microsoft.com/office/powerpoint/2010/main" val="2354246603"/>
      </p:ext>
    </p:extLst>
  </p:cSld>
  <p:clrMapOvr>
    <a:masterClrMapping/>
  </p:clrMapOvr>
</p:notes>
</file>

<file path=ppt/notesSlides/notesSlide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808</a:t>
            </a:fld>
            <a:endParaRPr lang="en-US" dirty="0"/>
          </a:p>
        </p:txBody>
      </p:sp>
    </p:spTree>
    <p:extLst>
      <p:ext uri="{BB962C8B-B14F-4D97-AF65-F5344CB8AC3E}">
        <p14:creationId xmlns:p14="http://schemas.microsoft.com/office/powerpoint/2010/main" val="1820919372"/>
      </p:ext>
    </p:extLst>
  </p:cSld>
  <p:clrMapOvr>
    <a:masterClrMapping/>
  </p:clrMapOvr>
</p:notes>
</file>

<file path=ppt/notesSlides/notesSlide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809</a:t>
            </a:fld>
            <a:endParaRPr lang="en-US" dirty="0"/>
          </a:p>
        </p:txBody>
      </p:sp>
    </p:spTree>
    <p:extLst>
      <p:ext uri="{BB962C8B-B14F-4D97-AF65-F5344CB8AC3E}">
        <p14:creationId xmlns:p14="http://schemas.microsoft.com/office/powerpoint/2010/main" val="3329515276"/>
      </p:ext>
    </p:extLst>
  </p:cSld>
  <p:clrMapOvr>
    <a:masterClrMapping/>
  </p:clrMapOvr>
</p:notes>
</file>

<file path=ppt/notesSlides/notesSlide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810</a:t>
            </a:fld>
            <a:endParaRPr lang="en-US" dirty="0"/>
          </a:p>
        </p:txBody>
      </p:sp>
    </p:spTree>
    <p:extLst>
      <p:ext uri="{BB962C8B-B14F-4D97-AF65-F5344CB8AC3E}">
        <p14:creationId xmlns:p14="http://schemas.microsoft.com/office/powerpoint/2010/main" val="111208167"/>
      </p:ext>
    </p:extLst>
  </p:cSld>
  <p:clrMapOvr>
    <a:masterClrMapping/>
  </p:clrMapOvr>
</p:notes>
</file>

<file path=ppt/notesSlides/notesSlide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811</a:t>
            </a:fld>
            <a:endParaRPr lang="en-US" dirty="0"/>
          </a:p>
        </p:txBody>
      </p:sp>
    </p:spTree>
    <p:extLst>
      <p:ext uri="{BB962C8B-B14F-4D97-AF65-F5344CB8AC3E}">
        <p14:creationId xmlns:p14="http://schemas.microsoft.com/office/powerpoint/2010/main" val="581889736"/>
      </p:ext>
    </p:extLst>
  </p:cSld>
  <p:clrMapOvr>
    <a:masterClrMapping/>
  </p:clrMapOvr>
</p:notes>
</file>

<file path=ppt/notesSlides/notesSlide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812</a:t>
            </a:fld>
            <a:endParaRPr lang="en-US" dirty="0"/>
          </a:p>
        </p:txBody>
      </p:sp>
    </p:spTree>
    <p:extLst>
      <p:ext uri="{BB962C8B-B14F-4D97-AF65-F5344CB8AC3E}">
        <p14:creationId xmlns:p14="http://schemas.microsoft.com/office/powerpoint/2010/main" val="738098093"/>
      </p:ext>
    </p:extLst>
  </p:cSld>
  <p:clrMapOvr>
    <a:masterClrMapping/>
  </p:clrMapOvr>
</p:notes>
</file>

<file path=ppt/notesSlides/notesSlide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813</a:t>
            </a:fld>
            <a:endParaRPr lang="en-US" dirty="0"/>
          </a:p>
        </p:txBody>
      </p:sp>
    </p:spTree>
    <p:extLst>
      <p:ext uri="{BB962C8B-B14F-4D97-AF65-F5344CB8AC3E}">
        <p14:creationId xmlns:p14="http://schemas.microsoft.com/office/powerpoint/2010/main" val="1051366875"/>
      </p:ext>
    </p:extLst>
  </p:cSld>
  <p:clrMapOvr>
    <a:masterClrMapping/>
  </p:clrMapOvr>
</p:notes>
</file>

<file path=ppt/notesSlides/notesSlide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814</a:t>
            </a:fld>
            <a:endParaRPr lang="en-US" dirty="0"/>
          </a:p>
        </p:txBody>
      </p:sp>
    </p:spTree>
    <p:extLst>
      <p:ext uri="{BB962C8B-B14F-4D97-AF65-F5344CB8AC3E}">
        <p14:creationId xmlns:p14="http://schemas.microsoft.com/office/powerpoint/2010/main" val="914596933"/>
      </p:ext>
    </p:extLst>
  </p:cSld>
  <p:clrMapOvr>
    <a:masterClrMapping/>
  </p:clrMapOvr>
</p:notes>
</file>

<file path=ppt/notesSlides/notesSlide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815</a:t>
            </a:fld>
            <a:endParaRPr lang="en-US" dirty="0"/>
          </a:p>
        </p:txBody>
      </p:sp>
    </p:spTree>
    <p:extLst>
      <p:ext uri="{BB962C8B-B14F-4D97-AF65-F5344CB8AC3E}">
        <p14:creationId xmlns:p14="http://schemas.microsoft.com/office/powerpoint/2010/main" val="2451861580"/>
      </p:ext>
    </p:extLst>
  </p:cSld>
  <p:clrMapOvr>
    <a:masterClrMapping/>
  </p:clrMapOvr>
</p:notes>
</file>

<file path=ppt/notesSlides/notesSlide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816</a:t>
            </a:fld>
            <a:endParaRPr lang="en-US" dirty="0"/>
          </a:p>
        </p:txBody>
      </p:sp>
    </p:spTree>
    <p:extLst>
      <p:ext uri="{BB962C8B-B14F-4D97-AF65-F5344CB8AC3E}">
        <p14:creationId xmlns:p14="http://schemas.microsoft.com/office/powerpoint/2010/main" val="2693331202"/>
      </p:ext>
    </p:extLst>
  </p:cSld>
  <p:clrMapOvr>
    <a:masterClrMapping/>
  </p:clrMapOvr>
</p:notes>
</file>

<file path=ppt/notesSlides/notesSlide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817</a:t>
            </a:fld>
            <a:endParaRPr lang="en-US" dirty="0"/>
          </a:p>
        </p:txBody>
      </p:sp>
    </p:spTree>
    <p:extLst>
      <p:ext uri="{BB962C8B-B14F-4D97-AF65-F5344CB8AC3E}">
        <p14:creationId xmlns:p14="http://schemas.microsoft.com/office/powerpoint/2010/main" val="3827828161"/>
      </p:ext>
    </p:extLst>
  </p:cSld>
  <p:clrMapOvr>
    <a:masterClrMapping/>
  </p:clrMapOvr>
</p:notes>
</file>

<file path=ppt/notesSlides/notesSlide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818</a:t>
            </a:fld>
            <a:endParaRPr lang="en-US" dirty="0"/>
          </a:p>
        </p:txBody>
      </p:sp>
    </p:spTree>
    <p:extLst>
      <p:ext uri="{BB962C8B-B14F-4D97-AF65-F5344CB8AC3E}">
        <p14:creationId xmlns:p14="http://schemas.microsoft.com/office/powerpoint/2010/main" val="1883048214"/>
      </p:ext>
    </p:extLst>
  </p:cSld>
  <p:clrMapOvr>
    <a:masterClrMapping/>
  </p:clrMapOvr>
</p:notes>
</file>

<file path=ppt/notesSlides/notesSlide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819</a:t>
            </a:fld>
            <a:endParaRPr lang="en-US" dirty="0"/>
          </a:p>
        </p:txBody>
      </p:sp>
    </p:spTree>
    <p:extLst>
      <p:ext uri="{BB962C8B-B14F-4D97-AF65-F5344CB8AC3E}">
        <p14:creationId xmlns:p14="http://schemas.microsoft.com/office/powerpoint/2010/main" val="3952395174"/>
      </p:ext>
    </p:extLst>
  </p:cSld>
  <p:clrMapOvr>
    <a:masterClrMapping/>
  </p:clrMapOvr>
</p:notes>
</file>

<file path=ppt/notesSlides/notesSlide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820</a:t>
            </a:fld>
            <a:endParaRPr lang="en-US" dirty="0"/>
          </a:p>
        </p:txBody>
      </p:sp>
    </p:spTree>
    <p:extLst>
      <p:ext uri="{BB962C8B-B14F-4D97-AF65-F5344CB8AC3E}">
        <p14:creationId xmlns:p14="http://schemas.microsoft.com/office/powerpoint/2010/main" val="2295234819"/>
      </p:ext>
    </p:extLst>
  </p:cSld>
  <p:clrMapOvr>
    <a:masterClrMapping/>
  </p:clrMapOvr>
</p:notes>
</file>

<file path=ppt/notesSlides/notesSlide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821</a:t>
            </a:fld>
            <a:endParaRPr lang="en-US" dirty="0"/>
          </a:p>
        </p:txBody>
      </p:sp>
    </p:spTree>
    <p:extLst>
      <p:ext uri="{BB962C8B-B14F-4D97-AF65-F5344CB8AC3E}">
        <p14:creationId xmlns:p14="http://schemas.microsoft.com/office/powerpoint/2010/main" val="947816932"/>
      </p:ext>
    </p:extLst>
  </p:cSld>
  <p:clrMapOvr>
    <a:masterClrMapping/>
  </p:clrMapOvr>
</p:notes>
</file>

<file path=ppt/notesSlides/notesSlide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822</a:t>
            </a:fld>
            <a:endParaRPr lang="en-US" dirty="0"/>
          </a:p>
        </p:txBody>
      </p:sp>
    </p:spTree>
    <p:extLst>
      <p:ext uri="{BB962C8B-B14F-4D97-AF65-F5344CB8AC3E}">
        <p14:creationId xmlns:p14="http://schemas.microsoft.com/office/powerpoint/2010/main" val="2981600912"/>
      </p:ext>
    </p:extLst>
  </p:cSld>
  <p:clrMapOvr>
    <a:masterClrMapping/>
  </p:clrMapOvr>
</p:notes>
</file>

<file path=ppt/notesSlides/notesSlide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823</a:t>
            </a:fld>
            <a:endParaRPr lang="en-US" dirty="0"/>
          </a:p>
        </p:txBody>
      </p:sp>
    </p:spTree>
    <p:extLst>
      <p:ext uri="{BB962C8B-B14F-4D97-AF65-F5344CB8AC3E}">
        <p14:creationId xmlns:p14="http://schemas.microsoft.com/office/powerpoint/2010/main" val="2812621761"/>
      </p:ext>
    </p:extLst>
  </p:cSld>
  <p:clrMapOvr>
    <a:masterClrMapping/>
  </p:clrMapOvr>
</p:notes>
</file>

<file path=ppt/notesSlides/notesSlide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824</a:t>
            </a:fld>
            <a:endParaRPr lang="en-US" dirty="0"/>
          </a:p>
        </p:txBody>
      </p:sp>
    </p:spTree>
    <p:extLst>
      <p:ext uri="{BB962C8B-B14F-4D97-AF65-F5344CB8AC3E}">
        <p14:creationId xmlns:p14="http://schemas.microsoft.com/office/powerpoint/2010/main" val="2629379134"/>
      </p:ext>
    </p:extLst>
  </p:cSld>
  <p:clrMapOvr>
    <a:masterClrMapping/>
  </p:clrMapOvr>
</p:notes>
</file>

<file path=ppt/notesSlides/notesSlide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825</a:t>
            </a:fld>
            <a:endParaRPr lang="en-US" dirty="0"/>
          </a:p>
        </p:txBody>
      </p:sp>
    </p:spTree>
    <p:extLst>
      <p:ext uri="{BB962C8B-B14F-4D97-AF65-F5344CB8AC3E}">
        <p14:creationId xmlns:p14="http://schemas.microsoft.com/office/powerpoint/2010/main" val="3073208787"/>
      </p:ext>
    </p:extLst>
  </p:cSld>
  <p:clrMapOvr>
    <a:masterClrMapping/>
  </p:clrMapOvr>
</p:notes>
</file>

<file path=ppt/notesSlides/notesSlide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826</a:t>
            </a:fld>
            <a:endParaRPr lang="en-US" dirty="0"/>
          </a:p>
        </p:txBody>
      </p:sp>
    </p:spTree>
    <p:extLst>
      <p:ext uri="{BB962C8B-B14F-4D97-AF65-F5344CB8AC3E}">
        <p14:creationId xmlns:p14="http://schemas.microsoft.com/office/powerpoint/2010/main" val="3613530483"/>
      </p:ext>
    </p:extLst>
  </p:cSld>
  <p:clrMapOvr>
    <a:masterClrMapping/>
  </p:clrMapOvr>
</p:notes>
</file>

<file path=ppt/notesSlides/notesSlide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827</a:t>
            </a:fld>
            <a:endParaRPr lang="en-US" dirty="0"/>
          </a:p>
        </p:txBody>
      </p:sp>
    </p:spTree>
    <p:extLst>
      <p:ext uri="{BB962C8B-B14F-4D97-AF65-F5344CB8AC3E}">
        <p14:creationId xmlns:p14="http://schemas.microsoft.com/office/powerpoint/2010/main" val="523948002"/>
      </p:ext>
    </p:extLst>
  </p:cSld>
  <p:clrMapOvr>
    <a:masterClrMapping/>
  </p:clrMapOvr>
</p:notes>
</file>

<file path=ppt/notesSlides/notesSlide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828</a:t>
            </a:fld>
            <a:endParaRPr lang="en-US" dirty="0"/>
          </a:p>
        </p:txBody>
      </p:sp>
    </p:spTree>
    <p:extLst>
      <p:ext uri="{BB962C8B-B14F-4D97-AF65-F5344CB8AC3E}">
        <p14:creationId xmlns:p14="http://schemas.microsoft.com/office/powerpoint/2010/main" val="2813094494"/>
      </p:ext>
    </p:extLst>
  </p:cSld>
  <p:clrMapOvr>
    <a:masterClrMapping/>
  </p:clrMapOvr>
</p:notes>
</file>

<file path=ppt/notesSlides/notesSlide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829</a:t>
            </a:fld>
            <a:endParaRPr lang="en-US" dirty="0"/>
          </a:p>
        </p:txBody>
      </p:sp>
    </p:spTree>
    <p:extLst>
      <p:ext uri="{BB962C8B-B14F-4D97-AF65-F5344CB8AC3E}">
        <p14:creationId xmlns:p14="http://schemas.microsoft.com/office/powerpoint/2010/main" val="868964285"/>
      </p:ext>
    </p:extLst>
  </p:cSld>
  <p:clrMapOvr>
    <a:masterClrMapping/>
  </p:clrMapOvr>
</p:notes>
</file>

<file path=ppt/notesSlides/notesSlide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830</a:t>
            </a:fld>
            <a:endParaRPr lang="en-US" dirty="0"/>
          </a:p>
        </p:txBody>
      </p:sp>
    </p:spTree>
    <p:extLst>
      <p:ext uri="{BB962C8B-B14F-4D97-AF65-F5344CB8AC3E}">
        <p14:creationId xmlns:p14="http://schemas.microsoft.com/office/powerpoint/2010/main" val="3669164242"/>
      </p:ext>
    </p:extLst>
  </p:cSld>
  <p:clrMapOvr>
    <a:masterClrMapping/>
  </p:clrMapOvr>
</p:notes>
</file>

<file path=ppt/notesSlides/notesSlide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831</a:t>
            </a:fld>
            <a:endParaRPr lang="en-US" dirty="0"/>
          </a:p>
        </p:txBody>
      </p:sp>
    </p:spTree>
    <p:extLst>
      <p:ext uri="{BB962C8B-B14F-4D97-AF65-F5344CB8AC3E}">
        <p14:creationId xmlns:p14="http://schemas.microsoft.com/office/powerpoint/2010/main" val="878090283"/>
      </p:ext>
    </p:extLst>
  </p:cSld>
  <p:clrMapOvr>
    <a:masterClrMapping/>
  </p:clrMapOvr>
</p:notes>
</file>

<file path=ppt/notesSlides/notesSlide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832</a:t>
            </a:fld>
            <a:endParaRPr lang="en-US" dirty="0"/>
          </a:p>
        </p:txBody>
      </p:sp>
    </p:spTree>
    <p:extLst>
      <p:ext uri="{BB962C8B-B14F-4D97-AF65-F5344CB8AC3E}">
        <p14:creationId xmlns:p14="http://schemas.microsoft.com/office/powerpoint/2010/main" val="1856812873"/>
      </p:ext>
    </p:extLst>
  </p:cSld>
  <p:clrMapOvr>
    <a:masterClrMapping/>
  </p:clrMapOvr>
</p:notes>
</file>

<file path=ppt/notesSlides/notesSlide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833</a:t>
            </a:fld>
            <a:endParaRPr lang="en-US" dirty="0"/>
          </a:p>
        </p:txBody>
      </p:sp>
    </p:spTree>
    <p:extLst>
      <p:ext uri="{BB962C8B-B14F-4D97-AF65-F5344CB8AC3E}">
        <p14:creationId xmlns:p14="http://schemas.microsoft.com/office/powerpoint/2010/main" val="489860346"/>
      </p:ext>
    </p:extLst>
  </p:cSld>
  <p:clrMapOvr>
    <a:masterClrMapping/>
  </p:clrMapOvr>
</p:notes>
</file>

<file path=ppt/notesSlides/notesSlide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834</a:t>
            </a:fld>
            <a:endParaRPr lang="en-US" dirty="0"/>
          </a:p>
        </p:txBody>
      </p:sp>
    </p:spTree>
    <p:extLst>
      <p:ext uri="{BB962C8B-B14F-4D97-AF65-F5344CB8AC3E}">
        <p14:creationId xmlns:p14="http://schemas.microsoft.com/office/powerpoint/2010/main" val="3767860983"/>
      </p:ext>
    </p:extLst>
  </p:cSld>
  <p:clrMapOvr>
    <a:masterClrMapping/>
  </p:clrMapOvr>
</p:notes>
</file>

<file path=ppt/notesSlides/notesSlide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835</a:t>
            </a:fld>
            <a:endParaRPr lang="en-US" dirty="0"/>
          </a:p>
        </p:txBody>
      </p:sp>
    </p:spTree>
    <p:extLst>
      <p:ext uri="{BB962C8B-B14F-4D97-AF65-F5344CB8AC3E}">
        <p14:creationId xmlns:p14="http://schemas.microsoft.com/office/powerpoint/2010/main" val="1528106660"/>
      </p:ext>
    </p:extLst>
  </p:cSld>
  <p:clrMapOvr>
    <a:masterClrMapping/>
  </p:clrMapOvr>
</p:notes>
</file>

<file path=ppt/notesSlides/notesSlide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836</a:t>
            </a:fld>
            <a:endParaRPr lang="en-US" dirty="0"/>
          </a:p>
        </p:txBody>
      </p:sp>
    </p:spTree>
    <p:extLst>
      <p:ext uri="{BB962C8B-B14F-4D97-AF65-F5344CB8AC3E}">
        <p14:creationId xmlns:p14="http://schemas.microsoft.com/office/powerpoint/2010/main" val="2459523057"/>
      </p:ext>
    </p:extLst>
  </p:cSld>
  <p:clrMapOvr>
    <a:masterClrMapping/>
  </p:clrMapOvr>
</p:notes>
</file>

<file path=ppt/notesSlides/notesSlide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837</a:t>
            </a:fld>
            <a:endParaRPr lang="en-US" dirty="0"/>
          </a:p>
        </p:txBody>
      </p:sp>
    </p:spTree>
    <p:extLst>
      <p:ext uri="{BB962C8B-B14F-4D97-AF65-F5344CB8AC3E}">
        <p14:creationId xmlns:p14="http://schemas.microsoft.com/office/powerpoint/2010/main" val="826586700"/>
      </p:ext>
    </p:extLst>
  </p:cSld>
  <p:clrMapOvr>
    <a:masterClrMapping/>
  </p:clrMapOvr>
</p:notes>
</file>

<file path=ppt/notesSlides/notesSlide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838</a:t>
            </a:fld>
            <a:endParaRPr lang="en-US" dirty="0"/>
          </a:p>
        </p:txBody>
      </p:sp>
    </p:spTree>
    <p:extLst>
      <p:ext uri="{BB962C8B-B14F-4D97-AF65-F5344CB8AC3E}">
        <p14:creationId xmlns:p14="http://schemas.microsoft.com/office/powerpoint/2010/main" val="3312491823"/>
      </p:ext>
    </p:extLst>
  </p:cSld>
  <p:clrMapOvr>
    <a:masterClrMapping/>
  </p:clrMapOvr>
</p:notes>
</file>

<file path=ppt/notesSlides/notesSlide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839</a:t>
            </a:fld>
            <a:endParaRPr lang="en-US" dirty="0"/>
          </a:p>
        </p:txBody>
      </p:sp>
    </p:spTree>
    <p:extLst>
      <p:ext uri="{BB962C8B-B14F-4D97-AF65-F5344CB8AC3E}">
        <p14:creationId xmlns:p14="http://schemas.microsoft.com/office/powerpoint/2010/main" val="3067092248"/>
      </p:ext>
    </p:extLst>
  </p:cSld>
  <p:clrMapOvr>
    <a:masterClrMapping/>
  </p:clrMapOvr>
</p:notes>
</file>

<file path=ppt/notesSlides/notesSlide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840</a:t>
            </a:fld>
            <a:endParaRPr lang="en-US" dirty="0"/>
          </a:p>
        </p:txBody>
      </p:sp>
    </p:spTree>
    <p:extLst>
      <p:ext uri="{BB962C8B-B14F-4D97-AF65-F5344CB8AC3E}">
        <p14:creationId xmlns:p14="http://schemas.microsoft.com/office/powerpoint/2010/main" val="279175198"/>
      </p:ext>
    </p:extLst>
  </p:cSld>
  <p:clrMapOvr>
    <a:masterClrMapping/>
  </p:clrMapOvr>
</p:notes>
</file>

<file path=ppt/notesSlides/notesSlide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841</a:t>
            </a:fld>
            <a:endParaRPr lang="en-US" dirty="0"/>
          </a:p>
        </p:txBody>
      </p:sp>
    </p:spTree>
    <p:extLst>
      <p:ext uri="{BB962C8B-B14F-4D97-AF65-F5344CB8AC3E}">
        <p14:creationId xmlns:p14="http://schemas.microsoft.com/office/powerpoint/2010/main" val="2468424779"/>
      </p:ext>
    </p:extLst>
  </p:cSld>
  <p:clrMapOvr>
    <a:masterClrMapping/>
  </p:clrMapOvr>
</p:notes>
</file>

<file path=ppt/notesSlides/notesSlide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842</a:t>
            </a:fld>
            <a:endParaRPr lang="en-US" dirty="0"/>
          </a:p>
        </p:txBody>
      </p:sp>
    </p:spTree>
    <p:extLst>
      <p:ext uri="{BB962C8B-B14F-4D97-AF65-F5344CB8AC3E}">
        <p14:creationId xmlns:p14="http://schemas.microsoft.com/office/powerpoint/2010/main" val="1187407719"/>
      </p:ext>
    </p:extLst>
  </p:cSld>
  <p:clrMapOvr>
    <a:masterClrMapping/>
  </p:clrMapOvr>
</p:notes>
</file>

<file path=ppt/notesSlides/notesSlide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843</a:t>
            </a:fld>
            <a:endParaRPr lang="en-US" dirty="0"/>
          </a:p>
        </p:txBody>
      </p:sp>
    </p:spTree>
    <p:extLst>
      <p:ext uri="{BB962C8B-B14F-4D97-AF65-F5344CB8AC3E}">
        <p14:creationId xmlns:p14="http://schemas.microsoft.com/office/powerpoint/2010/main" val="3453895891"/>
      </p:ext>
    </p:extLst>
  </p:cSld>
  <p:clrMapOvr>
    <a:masterClrMapping/>
  </p:clrMapOvr>
</p:notes>
</file>

<file path=ppt/notesSlides/notesSlide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844</a:t>
            </a:fld>
            <a:endParaRPr lang="en-US" dirty="0"/>
          </a:p>
        </p:txBody>
      </p:sp>
    </p:spTree>
    <p:extLst>
      <p:ext uri="{BB962C8B-B14F-4D97-AF65-F5344CB8AC3E}">
        <p14:creationId xmlns:p14="http://schemas.microsoft.com/office/powerpoint/2010/main" val="2562722138"/>
      </p:ext>
    </p:extLst>
  </p:cSld>
  <p:clrMapOvr>
    <a:masterClrMapping/>
  </p:clrMapOvr>
</p:notes>
</file>

<file path=ppt/notesSlides/notesSlide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845</a:t>
            </a:fld>
            <a:endParaRPr lang="en-US" dirty="0"/>
          </a:p>
        </p:txBody>
      </p:sp>
    </p:spTree>
    <p:extLst>
      <p:ext uri="{BB962C8B-B14F-4D97-AF65-F5344CB8AC3E}">
        <p14:creationId xmlns:p14="http://schemas.microsoft.com/office/powerpoint/2010/main" val="207567902"/>
      </p:ext>
    </p:extLst>
  </p:cSld>
  <p:clrMapOvr>
    <a:masterClrMapping/>
  </p:clrMapOvr>
</p:notes>
</file>

<file path=ppt/notesSlides/notesSlide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846</a:t>
            </a:fld>
            <a:endParaRPr lang="en-US" dirty="0"/>
          </a:p>
        </p:txBody>
      </p:sp>
    </p:spTree>
    <p:extLst>
      <p:ext uri="{BB962C8B-B14F-4D97-AF65-F5344CB8AC3E}">
        <p14:creationId xmlns:p14="http://schemas.microsoft.com/office/powerpoint/2010/main" val="1081963958"/>
      </p:ext>
    </p:extLst>
  </p:cSld>
  <p:clrMapOvr>
    <a:masterClrMapping/>
  </p:clrMapOvr>
</p:notes>
</file>

<file path=ppt/notesSlides/notesSlide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847</a:t>
            </a:fld>
            <a:endParaRPr lang="en-US" dirty="0"/>
          </a:p>
        </p:txBody>
      </p:sp>
    </p:spTree>
    <p:extLst>
      <p:ext uri="{BB962C8B-B14F-4D97-AF65-F5344CB8AC3E}">
        <p14:creationId xmlns:p14="http://schemas.microsoft.com/office/powerpoint/2010/main" val="2494767330"/>
      </p:ext>
    </p:extLst>
  </p:cSld>
  <p:clrMapOvr>
    <a:masterClrMapping/>
  </p:clrMapOvr>
</p:notes>
</file>

<file path=ppt/notesSlides/notesSlide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848</a:t>
            </a:fld>
            <a:endParaRPr lang="en-US" dirty="0"/>
          </a:p>
        </p:txBody>
      </p:sp>
    </p:spTree>
    <p:extLst>
      <p:ext uri="{BB962C8B-B14F-4D97-AF65-F5344CB8AC3E}">
        <p14:creationId xmlns:p14="http://schemas.microsoft.com/office/powerpoint/2010/main" val="941635008"/>
      </p:ext>
    </p:extLst>
  </p:cSld>
  <p:clrMapOvr>
    <a:masterClrMapping/>
  </p:clrMapOvr>
</p:notes>
</file>

<file path=ppt/notesSlides/notesSlide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849</a:t>
            </a:fld>
            <a:endParaRPr lang="en-US" dirty="0"/>
          </a:p>
        </p:txBody>
      </p:sp>
    </p:spTree>
    <p:extLst>
      <p:ext uri="{BB962C8B-B14F-4D97-AF65-F5344CB8AC3E}">
        <p14:creationId xmlns:p14="http://schemas.microsoft.com/office/powerpoint/2010/main" val="2286125952"/>
      </p:ext>
    </p:extLst>
  </p:cSld>
  <p:clrMapOvr>
    <a:masterClrMapping/>
  </p:clrMapOvr>
</p:notes>
</file>

<file path=ppt/notesSlides/notesSlide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850</a:t>
            </a:fld>
            <a:endParaRPr lang="en-US" dirty="0"/>
          </a:p>
        </p:txBody>
      </p:sp>
    </p:spTree>
    <p:extLst>
      <p:ext uri="{BB962C8B-B14F-4D97-AF65-F5344CB8AC3E}">
        <p14:creationId xmlns:p14="http://schemas.microsoft.com/office/powerpoint/2010/main" val="830032692"/>
      </p:ext>
    </p:extLst>
  </p:cSld>
  <p:clrMapOvr>
    <a:masterClrMapping/>
  </p:clrMapOvr>
</p:notes>
</file>

<file path=ppt/notesSlides/notesSlide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851</a:t>
            </a:fld>
            <a:endParaRPr lang="en-US" dirty="0"/>
          </a:p>
        </p:txBody>
      </p:sp>
    </p:spTree>
    <p:extLst>
      <p:ext uri="{BB962C8B-B14F-4D97-AF65-F5344CB8AC3E}">
        <p14:creationId xmlns:p14="http://schemas.microsoft.com/office/powerpoint/2010/main" val="864083285"/>
      </p:ext>
    </p:extLst>
  </p:cSld>
  <p:clrMapOvr>
    <a:masterClrMapping/>
  </p:clrMapOvr>
</p:notes>
</file>

<file path=ppt/notesSlides/notesSlide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852</a:t>
            </a:fld>
            <a:endParaRPr lang="en-US" dirty="0"/>
          </a:p>
        </p:txBody>
      </p:sp>
    </p:spTree>
    <p:extLst>
      <p:ext uri="{BB962C8B-B14F-4D97-AF65-F5344CB8AC3E}">
        <p14:creationId xmlns:p14="http://schemas.microsoft.com/office/powerpoint/2010/main" val="212818564"/>
      </p:ext>
    </p:extLst>
  </p:cSld>
  <p:clrMapOvr>
    <a:masterClrMapping/>
  </p:clrMapOvr>
</p:notes>
</file>

<file path=ppt/notesSlides/notesSlide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853</a:t>
            </a:fld>
            <a:endParaRPr lang="en-US" dirty="0"/>
          </a:p>
        </p:txBody>
      </p:sp>
    </p:spTree>
    <p:extLst>
      <p:ext uri="{BB962C8B-B14F-4D97-AF65-F5344CB8AC3E}">
        <p14:creationId xmlns:p14="http://schemas.microsoft.com/office/powerpoint/2010/main" val="2240639719"/>
      </p:ext>
    </p:extLst>
  </p:cSld>
  <p:clrMapOvr>
    <a:masterClrMapping/>
  </p:clrMapOvr>
</p:notes>
</file>

<file path=ppt/notesSlides/notesSlide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854</a:t>
            </a:fld>
            <a:endParaRPr lang="en-US" dirty="0"/>
          </a:p>
        </p:txBody>
      </p:sp>
    </p:spTree>
    <p:extLst>
      <p:ext uri="{BB962C8B-B14F-4D97-AF65-F5344CB8AC3E}">
        <p14:creationId xmlns:p14="http://schemas.microsoft.com/office/powerpoint/2010/main" val="1241636602"/>
      </p:ext>
    </p:extLst>
  </p:cSld>
  <p:clrMapOvr>
    <a:masterClrMapping/>
  </p:clrMapOvr>
</p:notes>
</file>

<file path=ppt/notesSlides/notesSlide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855</a:t>
            </a:fld>
            <a:endParaRPr lang="en-US" dirty="0"/>
          </a:p>
        </p:txBody>
      </p:sp>
    </p:spTree>
    <p:extLst>
      <p:ext uri="{BB962C8B-B14F-4D97-AF65-F5344CB8AC3E}">
        <p14:creationId xmlns:p14="http://schemas.microsoft.com/office/powerpoint/2010/main" val="3995713644"/>
      </p:ext>
    </p:extLst>
  </p:cSld>
  <p:clrMapOvr>
    <a:masterClrMapping/>
  </p:clrMapOvr>
</p:notes>
</file>

<file path=ppt/notesSlides/notesSlide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856</a:t>
            </a:fld>
            <a:endParaRPr lang="en-US" dirty="0"/>
          </a:p>
        </p:txBody>
      </p:sp>
    </p:spTree>
    <p:extLst>
      <p:ext uri="{BB962C8B-B14F-4D97-AF65-F5344CB8AC3E}">
        <p14:creationId xmlns:p14="http://schemas.microsoft.com/office/powerpoint/2010/main" val="816231694"/>
      </p:ext>
    </p:extLst>
  </p:cSld>
  <p:clrMapOvr>
    <a:masterClrMapping/>
  </p:clrMapOvr>
</p:notes>
</file>

<file path=ppt/notesSlides/notesSlide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857</a:t>
            </a:fld>
            <a:endParaRPr lang="en-US" dirty="0"/>
          </a:p>
        </p:txBody>
      </p:sp>
    </p:spTree>
    <p:extLst>
      <p:ext uri="{BB962C8B-B14F-4D97-AF65-F5344CB8AC3E}">
        <p14:creationId xmlns:p14="http://schemas.microsoft.com/office/powerpoint/2010/main" val="3353620903"/>
      </p:ext>
    </p:extLst>
  </p:cSld>
  <p:clrMapOvr>
    <a:masterClrMapping/>
  </p:clrMapOvr>
</p:notes>
</file>

<file path=ppt/notesSlides/notesSlide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858</a:t>
            </a:fld>
            <a:endParaRPr lang="en-US" dirty="0"/>
          </a:p>
        </p:txBody>
      </p:sp>
    </p:spTree>
    <p:extLst>
      <p:ext uri="{BB962C8B-B14F-4D97-AF65-F5344CB8AC3E}">
        <p14:creationId xmlns:p14="http://schemas.microsoft.com/office/powerpoint/2010/main" val="2608907354"/>
      </p:ext>
    </p:extLst>
  </p:cSld>
  <p:clrMapOvr>
    <a:masterClrMapping/>
  </p:clrMapOvr>
</p:notes>
</file>

<file path=ppt/notesSlides/notesSlide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859</a:t>
            </a:fld>
            <a:endParaRPr lang="en-US" dirty="0"/>
          </a:p>
        </p:txBody>
      </p:sp>
    </p:spTree>
    <p:extLst>
      <p:ext uri="{BB962C8B-B14F-4D97-AF65-F5344CB8AC3E}">
        <p14:creationId xmlns:p14="http://schemas.microsoft.com/office/powerpoint/2010/main" val="3979404031"/>
      </p:ext>
    </p:extLst>
  </p:cSld>
  <p:clrMapOvr>
    <a:masterClrMapping/>
  </p:clrMapOvr>
</p:notes>
</file>

<file path=ppt/notesSlides/notesSlide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860</a:t>
            </a:fld>
            <a:endParaRPr lang="en-US" dirty="0"/>
          </a:p>
        </p:txBody>
      </p:sp>
    </p:spTree>
    <p:extLst>
      <p:ext uri="{BB962C8B-B14F-4D97-AF65-F5344CB8AC3E}">
        <p14:creationId xmlns:p14="http://schemas.microsoft.com/office/powerpoint/2010/main" val="3865941474"/>
      </p:ext>
    </p:extLst>
  </p:cSld>
  <p:clrMapOvr>
    <a:masterClrMapping/>
  </p:clrMapOvr>
</p:notes>
</file>

<file path=ppt/notesSlides/notesSlide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861</a:t>
            </a:fld>
            <a:endParaRPr lang="en-US" dirty="0"/>
          </a:p>
        </p:txBody>
      </p:sp>
    </p:spTree>
    <p:extLst>
      <p:ext uri="{BB962C8B-B14F-4D97-AF65-F5344CB8AC3E}">
        <p14:creationId xmlns:p14="http://schemas.microsoft.com/office/powerpoint/2010/main" val="2279535103"/>
      </p:ext>
    </p:extLst>
  </p:cSld>
  <p:clrMapOvr>
    <a:masterClrMapping/>
  </p:clrMapOvr>
</p:notes>
</file>

<file path=ppt/notesSlides/notesSlide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862</a:t>
            </a:fld>
            <a:endParaRPr lang="en-US" dirty="0"/>
          </a:p>
        </p:txBody>
      </p:sp>
    </p:spTree>
    <p:extLst>
      <p:ext uri="{BB962C8B-B14F-4D97-AF65-F5344CB8AC3E}">
        <p14:creationId xmlns:p14="http://schemas.microsoft.com/office/powerpoint/2010/main" val="3503041194"/>
      </p:ext>
    </p:extLst>
  </p:cSld>
  <p:clrMapOvr>
    <a:masterClrMapping/>
  </p:clrMapOvr>
</p:notes>
</file>

<file path=ppt/notesSlides/notesSlide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863</a:t>
            </a:fld>
            <a:endParaRPr lang="en-US" dirty="0"/>
          </a:p>
        </p:txBody>
      </p:sp>
    </p:spTree>
    <p:extLst>
      <p:ext uri="{BB962C8B-B14F-4D97-AF65-F5344CB8AC3E}">
        <p14:creationId xmlns:p14="http://schemas.microsoft.com/office/powerpoint/2010/main" val="177503259"/>
      </p:ext>
    </p:extLst>
  </p:cSld>
  <p:clrMapOvr>
    <a:masterClrMapping/>
  </p:clrMapOvr>
</p:notes>
</file>

<file path=ppt/notesSlides/notesSlide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864</a:t>
            </a:fld>
            <a:endParaRPr lang="en-US" dirty="0"/>
          </a:p>
        </p:txBody>
      </p:sp>
    </p:spTree>
    <p:extLst>
      <p:ext uri="{BB962C8B-B14F-4D97-AF65-F5344CB8AC3E}">
        <p14:creationId xmlns:p14="http://schemas.microsoft.com/office/powerpoint/2010/main" val="3273270685"/>
      </p:ext>
    </p:extLst>
  </p:cSld>
  <p:clrMapOvr>
    <a:masterClrMapping/>
  </p:clrMapOvr>
</p:notes>
</file>

<file path=ppt/notesSlides/notesSlide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865</a:t>
            </a:fld>
            <a:endParaRPr lang="en-US" dirty="0"/>
          </a:p>
        </p:txBody>
      </p:sp>
    </p:spTree>
    <p:extLst>
      <p:ext uri="{BB962C8B-B14F-4D97-AF65-F5344CB8AC3E}">
        <p14:creationId xmlns:p14="http://schemas.microsoft.com/office/powerpoint/2010/main" val="3558490834"/>
      </p:ext>
    </p:extLst>
  </p:cSld>
  <p:clrMapOvr>
    <a:masterClrMapping/>
  </p:clrMapOvr>
</p:notes>
</file>

<file path=ppt/notesSlides/notesSlide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866</a:t>
            </a:fld>
            <a:endParaRPr lang="en-US" dirty="0"/>
          </a:p>
        </p:txBody>
      </p:sp>
    </p:spTree>
    <p:extLst>
      <p:ext uri="{BB962C8B-B14F-4D97-AF65-F5344CB8AC3E}">
        <p14:creationId xmlns:p14="http://schemas.microsoft.com/office/powerpoint/2010/main" val="1374524122"/>
      </p:ext>
    </p:extLst>
  </p:cSld>
  <p:clrMapOvr>
    <a:masterClrMapping/>
  </p:clrMapOvr>
</p:notes>
</file>

<file path=ppt/notesSlides/notesSlide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867</a:t>
            </a:fld>
            <a:endParaRPr lang="en-US" dirty="0"/>
          </a:p>
        </p:txBody>
      </p:sp>
    </p:spTree>
    <p:extLst>
      <p:ext uri="{BB962C8B-B14F-4D97-AF65-F5344CB8AC3E}">
        <p14:creationId xmlns:p14="http://schemas.microsoft.com/office/powerpoint/2010/main" val="4010936216"/>
      </p:ext>
    </p:extLst>
  </p:cSld>
  <p:clrMapOvr>
    <a:masterClrMapping/>
  </p:clrMapOvr>
</p:notes>
</file>

<file path=ppt/notesSlides/notesSlide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868</a:t>
            </a:fld>
            <a:endParaRPr lang="en-US" dirty="0"/>
          </a:p>
        </p:txBody>
      </p:sp>
    </p:spTree>
    <p:extLst>
      <p:ext uri="{BB962C8B-B14F-4D97-AF65-F5344CB8AC3E}">
        <p14:creationId xmlns:p14="http://schemas.microsoft.com/office/powerpoint/2010/main" val="1084098280"/>
      </p:ext>
    </p:extLst>
  </p:cSld>
  <p:clrMapOvr>
    <a:masterClrMapping/>
  </p:clrMapOvr>
</p:notes>
</file>

<file path=ppt/notesSlides/notesSlide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869</a:t>
            </a:fld>
            <a:endParaRPr lang="en-US" dirty="0"/>
          </a:p>
        </p:txBody>
      </p:sp>
    </p:spTree>
    <p:extLst>
      <p:ext uri="{BB962C8B-B14F-4D97-AF65-F5344CB8AC3E}">
        <p14:creationId xmlns:p14="http://schemas.microsoft.com/office/powerpoint/2010/main" val="4190160179"/>
      </p:ext>
    </p:extLst>
  </p:cSld>
  <p:clrMapOvr>
    <a:masterClrMapping/>
  </p:clrMapOvr>
</p:notes>
</file>

<file path=ppt/notesSlides/notesSlide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870</a:t>
            </a:fld>
            <a:endParaRPr lang="en-US" dirty="0"/>
          </a:p>
        </p:txBody>
      </p:sp>
    </p:spTree>
    <p:extLst>
      <p:ext uri="{BB962C8B-B14F-4D97-AF65-F5344CB8AC3E}">
        <p14:creationId xmlns:p14="http://schemas.microsoft.com/office/powerpoint/2010/main" val="3957817768"/>
      </p:ext>
    </p:extLst>
  </p:cSld>
  <p:clrMapOvr>
    <a:masterClrMapping/>
  </p:clrMapOvr>
</p:notes>
</file>

<file path=ppt/notesSlides/notesSlide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871</a:t>
            </a:fld>
            <a:endParaRPr lang="en-US" dirty="0"/>
          </a:p>
        </p:txBody>
      </p:sp>
    </p:spTree>
    <p:extLst>
      <p:ext uri="{BB962C8B-B14F-4D97-AF65-F5344CB8AC3E}">
        <p14:creationId xmlns:p14="http://schemas.microsoft.com/office/powerpoint/2010/main" val="2538565840"/>
      </p:ext>
    </p:extLst>
  </p:cSld>
  <p:clrMapOvr>
    <a:masterClrMapping/>
  </p:clrMapOvr>
</p:notes>
</file>

<file path=ppt/notesSlides/notesSlide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872</a:t>
            </a:fld>
            <a:endParaRPr lang="en-US" dirty="0"/>
          </a:p>
        </p:txBody>
      </p:sp>
    </p:spTree>
    <p:extLst>
      <p:ext uri="{BB962C8B-B14F-4D97-AF65-F5344CB8AC3E}">
        <p14:creationId xmlns:p14="http://schemas.microsoft.com/office/powerpoint/2010/main" val="270110508"/>
      </p:ext>
    </p:extLst>
  </p:cSld>
  <p:clrMapOvr>
    <a:masterClrMapping/>
  </p:clrMapOvr>
</p:notes>
</file>

<file path=ppt/notesSlides/notesSlide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873</a:t>
            </a:fld>
            <a:endParaRPr lang="en-US" dirty="0"/>
          </a:p>
        </p:txBody>
      </p:sp>
    </p:spTree>
    <p:extLst>
      <p:ext uri="{BB962C8B-B14F-4D97-AF65-F5344CB8AC3E}">
        <p14:creationId xmlns:p14="http://schemas.microsoft.com/office/powerpoint/2010/main" val="3146619358"/>
      </p:ext>
    </p:extLst>
  </p:cSld>
  <p:clrMapOvr>
    <a:masterClrMapping/>
  </p:clrMapOvr>
</p:notes>
</file>

<file path=ppt/notesSlides/notesSlide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874</a:t>
            </a:fld>
            <a:endParaRPr lang="en-US" dirty="0"/>
          </a:p>
        </p:txBody>
      </p:sp>
    </p:spTree>
    <p:extLst>
      <p:ext uri="{BB962C8B-B14F-4D97-AF65-F5344CB8AC3E}">
        <p14:creationId xmlns:p14="http://schemas.microsoft.com/office/powerpoint/2010/main" val="2253005482"/>
      </p:ext>
    </p:extLst>
  </p:cSld>
  <p:clrMapOvr>
    <a:masterClrMapping/>
  </p:clrMapOvr>
</p:notes>
</file>

<file path=ppt/notesSlides/notesSlide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875</a:t>
            </a:fld>
            <a:endParaRPr lang="en-US" dirty="0"/>
          </a:p>
        </p:txBody>
      </p:sp>
    </p:spTree>
    <p:extLst>
      <p:ext uri="{BB962C8B-B14F-4D97-AF65-F5344CB8AC3E}">
        <p14:creationId xmlns:p14="http://schemas.microsoft.com/office/powerpoint/2010/main" val="3096205496"/>
      </p:ext>
    </p:extLst>
  </p:cSld>
  <p:clrMapOvr>
    <a:masterClrMapping/>
  </p:clrMapOvr>
</p:notes>
</file>

<file path=ppt/notesSlides/notesSlide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876</a:t>
            </a:fld>
            <a:endParaRPr lang="en-US" dirty="0"/>
          </a:p>
        </p:txBody>
      </p:sp>
    </p:spTree>
    <p:extLst>
      <p:ext uri="{BB962C8B-B14F-4D97-AF65-F5344CB8AC3E}">
        <p14:creationId xmlns:p14="http://schemas.microsoft.com/office/powerpoint/2010/main" val="3936965547"/>
      </p:ext>
    </p:extLst>
  </p:cSld>
  <p:clrMapOvr>
    <a:masterClrMapping/>
  </p:clrMapOvr>
</p:notes>
</file>

<file path=ppt/notesSlides/notesSlide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877</a:t>
            </a:fld>
            <a:endParaRPr lang="en-US" dirty="0"/>
          </a:p>
        </p:txBody>
      </p:sp>
    </p:spTree>
    <p:extLst>
      <p:ext uri="{BB962C8B-B14F-4D97-AF65-F5344CB8AC3E}">
        <p14:creationId xmlns:p14="http://schemas.microsoft.com/office/powerpoint/2010/main" val="4274841164"/>
      </p:ext>
    </p:extLst>
  </p:cSld>
  <p:clrMapOvr>
    <a:masterClrMapping/>
  </p:clrMapOvr>
</p:notes>
</file>

<file path=ppt/notesSlides/notesSlide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878</a:t>
            </a:fld>
            <a:endParaRPr lang="en-US" dirty="0"/>
          </a:p>
        </p:txBody>
      </p:sp>
    </p:spTree>
    <p:extLst>
      <p:ext uri="{BB962C8B-B14F-4D97-AF65-F5344CB8AC3E}">
        <p14:creationId xmlns:p14="http://schemas.microsoft.com/office/powerpoint/2010/main" val="396127350"/>
      </p:ext>
    </p:extLst>
  </p:cSld>
  <p:clrMapOvr>
    <a:masterClrMapping/>
  </p:clrMapOvr>
</p:notes>
</file>

<file path=ppt/notesSlides/notesSlide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879</a:t>
            </a:fld>
            <a:endParaRPr lang="en-US" dirty="0"/>
          </a:p>
        </p:txBody>
      </p:sp>
    </p:spTree>
    <p:extLst>
      <p:ext uri="{BB962C8B-B14F-4D97-AF65-F5344CB8AC3E}">
        <p14:creationId xmlns:p14="http://schemas.microsoft.com/office/powerpoint/2010/main" val="1994080113"/>
      </p:ext>
    </p:extLst>
  </p:cSld>
  <p:clrMapOvr>
    <a:masterClrMapping/>
  </p:clrMapOvr>
</p:notes>
</file>

<file path=ppt/notesSlides/notesSlide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880</a:t>
            </a:fld>
            <a:endParaRPr lang="en-US" dirty="0"/>
          </a:p>
        </p:txBody>
      </p:sp>
    </p:spTree>
    <p:extLst>
      <p:ext uri="{BB962C8B-B14F-4D97-AF65-F5344CB8AC3E}">
        <p14:creationId xmlns:p14="http://schemas.microsoft.com/office/powerpoint/2010/main" val="1185831654"/>
      </p:ext>
    </p:extLst>
  </p:cSld>
  <p:clrMapOvr>
    <a:masterClrMapping/>
  </p:clrMapOvr>
</p:notes>
</file>

<file path=ppt/notesSlides/notesSlide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881</a:t>
            </a:fld>
            <a:endParaRPr lang="en-US" dirty="0"/>
          </a:p>
        </p:txBody>
      </p:sp>
    </p:spTree>
    <p:extLst>
      <p:ext uri="{BB962C8B-B14F-4D97-AF65-F5344CB8AC3E}">
        <p14:creationId xmlns:p14="http://schemas.microsoft.com/office/powerpoint/2010/main" val="1969524996"/>
      </p:ext>
    </p:extLst>
  </p:cSld>
  <p:clrMapOvr>
    <a:masterClrMapping/>
  </p:clrMapOvr>
</p:notes>
</file>

<file path=ppt/notesSlides/notesSlide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882</a:t>
            </a:fld>
            <a:endParaRPr lang="en-US" dirty="0"/>
          </a:p>
        </p:txBody>
      </p:sp>
    </p:spTree>
    <p:extLst>
      <p:ext uri="{BB962C8B-B14F-4D97-AF65-F5344CB8AC3E}">
        <p14:creationId xmlns:p14="http://schemas.microsoft.com/office/powerpoint/2010/main" val="2078345445"/>
      </p:ext>
    </p:extLst>
  </p:cSld>
  <p:clrMapOvr>
    <a:masterClrMapping/>
  </p:clrMapOvr>
</p:notes>
</file>

<file path=ppt/notesSlides/notesSlide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883</a:t>
            </a:fld>
            <a:endParaRPr lang="en-US" dirty="0"/>
          </a:p>
        </p:txBody>
      </p:sp>
    </p:spTree>
    <p:extLst>
      <p:ext uri="{BB962C8B-B14F-4D97-AF65-F5344CB8AC3E}">
        <p14:creationId xmlns:p14="http://schemas.microsoft.com/office/powerpoint/2010/main" val="1952051747"/>
      </p:ext>
    </p:extLst>
  </p:cSld>
  <p:clrMapOvr>
    <a:masterClrMapping/>
  </p:clrMapOvr>
</p:notes>
</file>

<file path=ppt/notesSlides/notesSlide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884</a:t>
            </a:fld>
            <a:endParaRPr lang="en-US" dirty="0"/>
          </a:p>
        </p:txBody>
      </p:sp>
    </p:spTree>
    <p:extLst>
      <p:ext uri="{BB962C8B-B14F-4D97-AF65-F5344CB8AC3E}">
        <p14:creationId xmlns:p14="http://schemas.microsoft.com/office/powerpoint/2010/main" val="4011302167"/>
      </p:ext>
    </p:extLst>
  </p:cSld>
  <p:clrMapOvr>
    <a:masterClrMapping/>
  </p:clrMapOvr>
</p:notes>
</file>

<file path=ppt/notesSlides/notesSlide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885</a:t>
            </a:fld>
            <a:endParaRPr lang="en-US" dirty="0"/>
          </a:p>
        </p:txBody>
      </p:sp>
    </p:spTree>
    <p:extLst>
      <p:ext uri="{BB962C8B-B14F-4D97-AF65-F5344CB8AC3E}">
        <p14:creationId xmlns:p14="http://schemas.microsoft.com/office/powerpoint/2010/main" val="1103744111"/>
      </p:ext>
    </p:extLst>
  </p:cSld>
  <p:clrMapOvr>
    <a:masterClrMapping/>
  </p:clrMapOvr>
</p:notes>
</file>

<file path=ppt/notesSlides/notesSlide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886</a:t>
            </a:fld>
            <a:endParaRPr lang="en-US" dirty="0"/>
          </a:p>
        </p:txBody>
      </p:sp>
    </p:spTree>
    <p:extLst>
      <p:ext uri="{BB962C8B-B14F-4D97-AF65-F5344CB8AC3E}">
        <p14:creationId xmlns:p14="http://schemas.microsoft.com/office/powerpoint/2010/main" val="1966720036"/>
      </p:ext>
    </p:extLst>
  </p:cSld>
  <p:clrMapOvr>
    <a:masterClrMapping/>
  </p:clrMapOvr>
</p:notes>
</file>

<file path=ppt/notesSlides/notesSlide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887</a:t>
            </a:fld>
            <a:endParaRPr lang="en-US" dirty="0"/>
          </a:p>
        </p:txBody>
      </p:sp>
    </p:spTree>
    <p:extLst>
      <p:ext uri="{BB962C8B-B14F-4D97-AF65-F5344CB8AC3E}">
        <p14:creationId xmlns:p14="http://schemas.microsoft.com/office/powerpoint/2010/main" val="1178855158"/>
      </p:ext>
    </p:extLst>
  </p:cSld>
  <p:clrMapOvr>
    <a:masterClrMapping/>
  </p:clrMapOvr>
</p:notes>
</file>

<file path=ppt/notesSlides/notesSlide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888</a:t>
            </a:fld>
            <a:endParaRPr lang="en-US" dirty="0"/>
          </a:p>
        </p:txBody>
      </p:sp>
    </p:spTree>
    <p:extLst>
      <p:ext uri="{BB962C8B-B14F-4D97-AF65-F5344CB8AC3E}">
        <p14:creationId xmlns:p14="http://schemas.microsoft.com/office/powerpoint/2010/main" val="1439997084"/>
      </p:ext>
    </p:extLst>
  </p:cSld>
  <p:clrMapOvr>
    <a:masterClrMapping/>
  </p:clrMapOvr>
</p:notes>
</file>

<file path=ppt/notesSlides/notesSlide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889</a:t>
            </a:fld>
            <a:endParaRPr lang="en-US" dirty="0"/>
          </a:p>
        </p:txBody>
      </p:sp>
    </p:spTree>
    <p:extLst>
      <p:ext uri="{BB962C8B-B14F-4D97-AF65-F5344CB8AC3E}">
        <p14:creationId xmlns:p14="http://schemas.microsoft.com/office/powerpoint/2010/main" val="2652566447"/>
      </p:ext>
    </p:extLst>
  </p:cSld>
  <p:clrMapOvr>
    <a:masterClrMapping/>
  </p:clrMapOvr>
</p:notes>
</file>

<file path=ppt/notesSlides/notesSlide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890</a:t>
            </a:fld>
            <a:endParaRPr lang="en-US" dirty="0"/>
          </a:p>
        </p:txBody>
      </p:sp>
    </p:spTree>
    <p:extLst>
      <p:ext uri="{BB962C8B-B14F-4D97-AF65-F5344CB8AC3E}">
        <p14:creationId xmlns:p14="http://schemas.microsoft.com/office/powerpoint/2010/main" val="2672334679"/>
      </p:ext>
    </p:extLst>
  </p:cSld>
  <p:clrMapOvr>
    <a:masterClrMapping/>
  </p:clrMapOvr>
</p:notes>
</file>

<file path=ppt/notesSlides/notesSlide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891</a:t>
            </a:fld>
            <a:endParaRPr lang="en-US" dirty="0"/>
          </a:p>
        </p:txBody>
      </p:sp>
    </p:spTree>
    <p:extLst>
      <p:ext uri="{BB962C8B-B14F-4D97-AF65-F5344CB8AC3E}">
        <p14:creationId xmlns:p14="http://schemas.microsoft.com/office/powerpoint/2010/main" val="1334729586"/>
      </p:ext>
    </p:extLst>
  </p:cSld>
  <p:clrMapOvr>
    <a:masterClrMapping/>
  </p:clrMapOvr>
</p:notes>
</file>

<file path=ppt/notesSlides/notesSlide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892</a:t>
            </a:fld>
            <a:endParaRPr lang="en-US" dirty="0"/>
          </a:p>
        </p:txBody>
      </p:sp>
    </p:spTree>
    <p:extLst>
      <p:ext uri="{BB962C8B-B14F-4D97-AF65-F5344CB8AC3E}">
        <p14:creationId xmlns:p14="http://schemas.microsoft.com/office/powerpoint/2010/main" val="2936292567"/>
      </p:ext>
    </p:extLst>
  </p:cSld>
  <p:clrMapOvr>
    <a:masterClrMapping/>
  </p:clrMapOvr>
</p:notes>
</file>

<file path=ppt/notesSlides/notesSlide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893</a:t>
            </a:fld>
            <a:endParaRPr lang="en-US" dirty="0"/>
          </a:p>
        </p:txBody>
      </p:sp>
    </p:spTree>
    <p:extLst>
      <p:ext uri="{BB962C8B-B14F-4D97-AF65-F5344CB8AC3E}">
        <p14:creationId xmlns:p14="http://schemas.microsoft.com/office/powerpoint/2010/main" val="1686563999"/>
      </p:ext>
    </p:extLst>
  </p:cSld>
  <p:clrMapOvr>
    <a:masterClrMapping/>
  </p:clrMapOvr>
</p:notes>
</file>

<file path=ppt/notesSlides/notesSlide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894</a:t>
            </a:fld>
            <a:endParaRPr lang="en-US" dirty="0"/>
          </a:p>
        </p:txBody>
      </p:sp>
    </p:spTree>
    <p:extLst>
      <p:ext uri="{BB962C8B-B14F-4D97-AF65-F5344CB8AC3E}">
        <p14:creationId xmlns:p14="http://schemas.microsoft.com/office/powerpoint/2010/main" val="4035239145"/>
      </p:ext>
    </p:extLst>
  </p:cSld>
  <p:clrMapOvr>
    <a:masterClrMapping/>
  </p:clrMapOvr>
</p:notes>
</file>

<file path=ppt/notesSlides/notesSlide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895</a:t>
            </a:fld>
            <a:endParaRPr lang="en-US" dirty="0"/>
          </a:p>
        </p:txBody>
      </p:sp>
    </p:spTree>
    <p:extLst>
      <p:ext uri="{BB962C8B-B14F-4D97-AF65-F5344CB8AC3E}">
        <p14:creationId xmlns:p14="http://schemas.microsoft.com/office/powerpoint/2010/main" val="1036350241"/>
      </p:ext>
    </p:extLst>
  </p:cSld>
  <p:clrMapOvr>
    <a:masterClrMapping/>
  </p:clrMapOvr>
</p:notes>
</file>

<file path=ppt/notesSlides/notesSlide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896</a:t>
            </a:fld>
            <a:endParaRPr lang="en-US" dirty="0"/>
          </a:p>
        </p:txBody>
      </p:sp>
    </p:spTree>
    <p:extLst>
      <p:ext uri="{BB962C8B-B14F-4D97-AF65-F5344CB8AC3E}">
        <p14:creationId xmlns:p14="http://schemas.microsoft.com/office/powerpoint/2010/main" val="1197079705"/>
      </p:ext>
    </p:extLst>
  </p:cSld>
  <p:clrMapOvr>
    <a:masterClrMapping/>
  </p:clrMapOvr>
</p:notes>
</file>

<file path=ppt/notesSlides/notesSlide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897</a:t>
            </a:fld>
            <a:endParaRPr lang="en-US" dirty="0"/>
          </a:p>
        </p:txBody>
      </p:sp>
    </p:spTree>
    <p:extLst>
      <p:ext uri="{BB962C8B-B14F-4D97-AF65-F5344CB8AC3E}">
        <p14:creationId xmlns:p14="http://schemas.microsoft.com/office/powerpoint/2010/main" val="639802782"/>
      </p:ext>
    </p:extLst>
  </p:cSld>
  <p:clrMapOvr>
    <a:masterClrMapping/>
  </p:clrMapOvr>
</p:notes>
</file>

<file path=ppt/notesSlides/notesSlide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898</a:t>
            </a:fld>
            <a:endParaRPr lang="en-US" dirty="0"/>
          </a:p>
        </p:txBody>
      </p:sp>
    </p:spTree>
    <p:extLst>
      <p:ext uri="{BB962C8B-B14F-4D97-AF65-F5344CB8AC3E}">
        <p14:creationId xmlns:p14="http://schemas.microsoft.com/office/powerpoint/2010/main" val="1354580793"/>
      </p:ext>
    </p:extLst>
  </p:cSld>
  <p:clrMapOvr>
    <a:masterClrMapping/>
  </p:clrMapOvr>
</p:notes>
</file>

<file path=ppt/notesSlides/notesSlide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899</a:t>
            </a:fld>
            <a:endParaRPr lang="en-US" dirty="0"/>
          </a:p>
        </p:txBody>
      </p:sp>
    </p:spTree>
    <p:extLst>
      <p:ext uri="{BB962C8B-B14F-4D97-AF65-F5344CB8AC3E}">
        <p14:creationId xmlns:p14="http://schemas.microsoft.com/office/powerpoint/2010/main" val="1744886591"/>
      </p:ext>
    </p:extLst>
  </p:cSld>
  <p:clrMapOvr>
    <a:masterClrMapping/>
  </p:clrMapOvr>
</p:notes>
</file>

<file path=ppt/notesSlides/notesSlide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900</a:t>
            </a:fld>
            <a:endParaRPr lang="en-US" dirty="0"/>
          </a:p>
        </p:txBody>
      </p:sp>
    </p:spTree>
    <p:extLst>
      <p:ext uri="{BB962C8B-B14F-4D97-AF65-F5344CB8AC3E}">
        <p14:creationId xmlns:p14="http://schemas.microsoft.com/office/powerpoint/2010/main" val="3143997946"/>
      </p:ext>
    </p:extLst>
  </p:cSld>
  <p:clrMapOvr>
    <a:masterClrMapping/>
  </p:clrMapOvr>
</p:notes>
</file>

<file path=ppt/notesSlides/notesSlide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901</a:t>
            </a:fld>
            <a:endParaRPr lang="en-US" dirty="0"/>
          </a:p>
        </p:txBody>
      </p:sp>
    </p:spTree>
    <p:extLst>
      <p:ext uri="{BB962C8B-B14F-4D97-AF65-F5344CB8AC3E}">
        <p14:creationId xmlns:p14="http://schemas.microsoft.com/office/powerpoint/2010/main" val="1812278924"/>
      </p:ext>
    </p:extLst>
  </p:cSld>
  <p:clrMapOvr>
    <a:masterClrMapping/>
  </p:clrMapOvr>
</p:notes>
</file>

<file path=ppt/notesSlides/notesSlide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902</a:t>
            </a:fld>
            <a:endParaRPr lang="en-US" dirty="0"/>
          </a:p>
        </p:txBody>
      </p:sp>
    </p:spTree>
    <p:extLst>
      <p:ext uri="{BB962C8B-B14F-4D97-AF65-F5344CB8AC3E}">
        <p14:creationId xmlns:p14="http://schemas.microsoft.com/office/powerpoint/2010/main" val="1364247069"/>
      </p:ext>
    </p:extLst>
  </p:cSld>
  <p:clrMapOvr>
    <a:masterClrMapping/>
  </p:clrMapOvr>
</p:notes>
</file>

<file path=ppt/notesSlides/notesSlide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903</a:t>
            </a:fld>
            <a:endParaRPr lang="en-US" dirty="0"/>
          </a:p>
        </p:txBody>
      </p:sp>
    </p:spTree>
    <p:extLst>
      <p:ext uri="{BB962C8B-B14F-4D97-AF65-F5344CB8AC3E}">
        <p14:creationId xmlns:p14="http://schemas.microsoft.com/office/powerpoint/2010/main" val="3924408473"/>
      </p:ext>
    </p:extLst>
  </p:cSld>
  <p:clrMapOvr>
    <a:masterClrMapping/>
  </p:clrMapOvr>
</p:notes>
</file>

<file path=ppt/notesSlides/notesSlide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904</a:t>
            </a:fld>
            <a:endParaRPr lang="en-US" dirty="0"/>
          </a:p>
        </p:txBody>
      </p:sp>
    </p:spTree>
    <p:extLst>
      <p:ext uri="{BB962C8B-B14F-4D97-AF65-F5344CB8AC3E}">
        <p14:creationId xmlns:p14="http://schemas.microsoft.com/office/powerpoint/2010/main" val="2138894486"/>
      </p:ext>
    </p:extLst>
  </p:cSld>
  <p:clrMapOvr>
    <a:masterClrMapping/>
  </p:clrMapOvr>
</p:notes>
</file>

<file path=ppt/notesSlides/notesSlide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905</a:t>
            </a:fld>
            <a:endParaRPr lang="en-US" dirty="0"/>
          </a:p>
        </p:txBody>
      </p:sp>
    </p:spTree>
    <p:extLst>
      <p:ext uri="{BB962C8B-B14F-4D97-AF65-F5344CB8AC3E}">
        <p14:creationId xmlns:p14="http://schemas.microsoft.com/office/powerpoint/2010/main" val="93800376"/>
      </p:ext>
    </p:extLst>
  </p:cSld>
  <p:clrMapOvr>
    <a:masterClrMapping/>
  </p:clrMapOvr>
</p:notes>
</file>

<file path=ppt/notesSlides/notesSlide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906</a:t>
            </a:fld>
            <a:endParaRPr lang="en-US" dirty="0"/>
          </a:p>
        </p:txBody>
      </p:sp>
    </p:spTree>
    <p:extLst>
      <p:ext uri="{BB962C8B-B14F-4D97-AF65-F5344CB8AC3E}">
        <p14:creationId xmlns:p14="http://schemas.microsoft.com/office/powerpoint/2010/main" val="493326706"/>
      </p:ext>
    </p:extLst>
  </p:cSld>
  <p:clrMapOvr>
    <a:masterClrMapping/>
  </p:clrMapOvr>
</p:notes>
</file>

<file path=ppt/notesSlides/notesSlide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907</a:t>
            </a:fld>
            <a:endParaRPr lang="en-US" dirty="0"/>
          </a:p>
        </p:txBody>
      </p:sp>
    </p:spTree>
    <p:extLst>
      <p:ext uri="{BB962C8B-B14F-4D97-AF65-F5344CB8AC3E}">
        <p14:creationId xmlns:p14="http://schemas.microsoft.com/office/powerpoint/2010/main" val="2732334116"/>
      </p:ext>
    </p:extLst>
  </p:cSld>
  <p:clrMapOvr>
    <a:masterClrMapping/>
  </p:clrMapOvr>
</p:notes>
</file>

<file path=ppt/notesSlides/notesSlide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908</a:t>
            </a:fld>
            <a:endParaRPr lang="en-US" dirty="0"/>
          </a:p>
        </p:txBody>
      </p:sp>
    </p:spTree>
    <p:extLst>
      <p:ext uri="{BB962C8B-B14F-4D97-AF65-F5344CB8AC3E}">
        <p14:creationId xmlns:p14="http://schemas.microsoft.com/office/powerpoint/2010/main" val="482819551"/>
      </p:ext>
    </p:extLst>
  </p:cSld>
  <p:clrMapOvr>
    <a:masterClrMapping/>
  </p:clrMapOvr>
</p:notes>
</file>

<file path=ppt/notesSlides/notesSlide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909</a:t>
            </a:fld>
            <a:endParaRPr lang="en-US" dirty="0"/>
          </a:p>
        </p:txBody>
      </p:sp>
    </p:spTree>
    <p:extLst>
      <p:ext uri="{BB962C8B-B14F-4D97-AF65-F5344CB8AC3E}">
        <p14:creationId xmlns:p14="http://schemas.microsoft.com/office/powerpoint/2010/main" val="287966685"/>
      </p:ext>
    </p:extLst>
  </p:cSld>
  <p:clrMapOvr>
    <a:masterClrMapping/>
  </p:clrMapOvr>
</p:notes>
</file>

<file path=ppt/notesSlides/notesSlide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910</a:t>
            </a:fld>
            <a:endParaRPr lang="en-US" dirty="0"/>
          </a:p>
        </p:txBody>
      </p:sp>
    </p:spTree>
    <p:extLst>
      <p:ext uri="{BB962C8B-B14F-4D97-AF65-F5344CB8AC3E}">
        <p14:creationId xmlns:p14="http://schemas.microsoft.com/office/powerpoint/2010/main" val="3396311911"/>
      </p:ext>
    </p:extLst>
  </p:cSld>
  <p:clrMapOvr>
    <a:masterClrMapping/>
  </p:clrMapOvr>
</p:notes>
</file>

<file path=ppt/notesSlides/notesSlide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911</a:t>
            </a:fld>
            <a:endParaRPr lang="en-US" dirty="0"/>
          </a:p>
        </p:txBody>
      </p:sp>
    </p:spTree>
    <p:extLst>
      <p:ext uri="{BB962C8B-B14F-4D97-AF65-F5344CB8AC3E}">
        <p14:creationId xmlns:p14="http://schemas.microsoft.com/office/powerpoint/2010/main" val="887035609"/>
      </p:ext>
    </p:extLst>
  </p:cSld>
  <p:clrMapOvr>
    <a:masterClrMapping/>
  </p:clrMapOvr>
</p:notes>
</file>

<file path=ppt/notesSlides/notesSlide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912</a:t>
            </a:fld>
            <a:endParaRPr lang="en-US" dirty="0"/>
          </a:p>
        </p:txBody>
      </p:sp>
    </p:spTree>
    <p:extLst>
      <p:ext uri="{BB962C8B-B14F-4D97-AF65-F5344CB8AC3E}">
        <p14:creationId xmlns:p14="http://schemas.microsoft.com/office/powerpoint/2010/main" val="2819290205"/>
      </p:ext>
    </p:extLst>
  </p:cSld>
  <p:clrMapOvr>
    <a:masterClrMapping/>
  </p:clrMapOvr>
</p:notes>
</file>

<file path=ppt/notesSlides/notesSlide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913</a:t>
            </a:fld>
            <a:endParaRPr lang="en-US" dirty="0"/>
          </a:p>
        </p:txBody>
      </p:sp>
    </p:spTree>
    <p:extLst>
      <p:ext uri="{BB962C8B-B14F-4D97-AF65-F5344CB8AC3E}">
        <p14:creationId xmlns:p14="http://schemas.microsoft.com/office/powerpoint/2010/main" val="307499650"/>
      </p:ext>
    </p:extLst>
  </p:cSld>
  <p:clrMapOvr>
    <a:masterClrMapping/>
  </p:clrMapOvr>
</p:notes>
</file>

<file path=ppt/notesSlides/notesSlide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914</a:t>
            </a:fld>
            <a:endParaRPr lang="en-US" dirty="0"/>
          </a:p>
        </p:txBody>
      </p:sp>
    </p:spTree>
    <p:extLst>
      <p:ext uri="{BB962C8B-B14F-4D97-AF65-F5344CB8AC3E}">
        <p14:creationId xmlns:p14="http://schemas.microsoft.com/office/powerpoint/2010/main" val="1985646071"/>
      </p:ext>
    </p:extLst>
  </p:cSld>
  <p:clrMapOvr>
    <a:masterClrMapping/>
  </p:clrMapOvr>
</p:notes>
</file>

<file path=ppt/notesSlides/notesSlide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915</a:t>
            </a:fld>
            <a:endParaRPr lang="en-US" dirty="0"/>
          </a:p>
        </p:txBody>
      </p:sp>
    </p:spTree>
    <p:extLst>
      <p:ext uri="{BB962C8B-B14F-4D97-AF65-F5344CB8AC3E}">
        <p14:creationId xmlns:p14="http://schemas.microsoft.com/office/powerpoint/2010/main" val="607252645"/>
      </p:ext>
    </p:extLst>
  </p:cSld>
  <p:clrMapOvr>
    <a:masterClrMapping/>
  </p:clrMapOvr>
</p:notes>
</file>

<file path=ppt/notesSlides/notesSlide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916</a:t>
            </a:fld>
            <a:endParaRPr lang="en-US" dirty="0"/>
          </a:p>
        </p:txBody>
      </p:sp>
    </p:spTree>
    <p:extLst>
      <p:ext uri="{BB962C8B-B14F-4D97-AF65-F5344CB8AC3E}">
        <p14:creationId xmlns:p14="http://schemas.microsoft.com/office/powerpoint/2010/main" val="2888561399"/>
      </p:ext>
    </p:extLst>
  </p:cSld>
  <p:clrMapOvr>
    <a:masterClrMapping/>
  </p:clrMapOvr>
</p:notes>
</file>

<file path=ppt/notesSlides/notesSlide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917</a:t>
            </a:fld>
            <a:endParaRPr lang="en-US" dirty="0"/>
          </a:p>
        </p:txBody>
      </p:sp>
    </p:spTree>
    <p:extLst>
      <p:ext uri="{BB962C8B-B14F-4D97-AF65-F5344CB8AC3E}">
        <p14:creationId xmlns:p14="http://schemas.microsoft.com/office/powerpoint/2010/main" val="1961871799"/>
      </p:ext>
    </p:extLst>
  </p:cSld>
  <p:clrMapOvr>
    <a:masterClrMapping/>
  </p:clrMapOvr>
</p:notes>
</file>

<file path=ppt/notesSlides/notesSlide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918</a:t>
            </a:fld>
            <a:endParaRPr lang="en-US" dirty="0"/>
          </a:p>
        </p:txBody>
      </p:sp>
    </p:spTree>
    <p:extLst>
      <p:ext uri="{BB962C8B-B14F-4D97-AF65-F5344CB8AC3E}">
        <p14:creationId xmlns:p14="http://schemas.microsoft.com/office/powerpoint/2010/main" val="783300993"/>
      </p:ext>
    </p:extLst>
  </p:cSld>
  <p:clrMapOvr>
    <a:masterClrMapping/>
  </p:clrMapOvr>
</p:notes>
</file>

<file path=ppt/notesSlides/notesSlide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919</a:t>
            </a:fld>
            <a:endParaRPr lang="en-US" dirty="0"/>
          </a:p>
        </p:txBody>
      </p:sp>
    </p:spTree>
    <p:extLst>
      <p:ext uri="{BB962C8B-B14F-4D97-AF65-F5344CB8AC3E}">
        <p14:creationId xmlns:p14="http://schemas.microsoft.com/office/powerpoint/2010/main" val="2434433320"/>
      </p:ext>
    </p:extLst>
  </p:cSld>
  <p:clrMapOvr>
    <a:masterClrMapping/>
  </p:clrMapOvr>
</p:notes>
</file>

<file path=ppt/notesSlides/notesSlide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920</a:t>
            </a:fld>
            <a:endParaRPr lang="en-US" dirty="0"/>
          </a:p>
        </p:txBody>
      </p:sp>
    </p:spTree>
    <p:extLst>
      <p:ext uri="{BB962C8B-B14F-4D97-AF65-F5344CB8AC3E}">
        <p14:creationId xmlns:p14="http://schemas.microsoft.com/office/powerpoint/2010/main" val="1630467249"/>
      </p:ext>
    </p:extLst>
  </p:cSld>
  <p:clrMapOvr>
    <a:masterClrMapping/>
  </p:clrMapOvr>
</p:notes>
</file>

<file path=ppt/notesSlides/notesSlide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921</a:t>
            </a:fld>
            <a:endParaRPr lang="en-US" dirty="0"/>
          </a:p>
        </p:txBody>
      </p:sp>
    </p:spTree>
    <p:extLst>
      <p:ext uri="{BB962C8B-B14F-4D97-AF65-F5344CB8AC3E}">
        <p14:creationId xmlns:p14="http://schemas.microsoft.com/office/powerpoint/2010/main" val="1008512792"/>
      </p:ext>
    </p:extLst>
  </p:cSld>
  <p:clrMapOvr>
    <a:masterClrMapping/>
  </p:clrMapOvr>
</p:notes>
</file>

<file path=ppt/notesSlides/notesSlide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922</a:t>
            </a:fld>
            <a:endParaRPr lang="en-US" dirty="0"/>
          </a:p>
        </p:txBody>
      </p:sp>
    </p:spTree>
    <p:extLst>
      <p:ext uri="{BB962C8B-B14F-4D97-AF65-F5344CB8AC3E}">
        <p14:creationId xmlns:p14="http://schemas.microsoft.com/office/powerpoint/2010/main" val="2460485699"/>
      </p:ext>
    </p:extLst>
  </p:cSld>
  <p:clrMapOvr>
    <a:masterClrMapping/>
  </p:clrMapOvr>
</p:notes>
</file>

<file path=ppt/notesSlides/notesSlide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923</a:t>
            </a:fld>
            <a:endParaRPr lang="en-US" dirty="0"/>
          </a:p>
        </p:txBody>
      </p:sp>
    </p:spTree>
    <p:extLst>
      <p:ext uri="{BB962C8B-B14F-4D97-AF65-F5344CB8AC3E}">
        <p14:creationId xmlns:p14="http://schemas.microsoft.com/office/powerpoint/2010/main" val="1467860610"/>
      </p:ext>
    </p:extLst>
  </p:cSld>
  <p:clrMapOvr>
    <a:masterClrMapping/>
  </p:clrMapOvr>
</p:notes>
</file>

<file path=ppt/notesSlides/notesSlide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924</a:t>
            </a:fld>
            <a:endParaRPr lang="en-US" dirty="0"/>
          </a:p>
        </p:txBody>
      </p:sp>
    </p:spTree>
    <p:extLst>
      <p:ext uri="{BB962C8B-B14F-4D97-AF65-F5344CB8AC3E}">
        <p14:creationId xmlns:p14="http://schemas.microsoft.com/office/powerpoint/2010/main" val="3352164873"/>
      </p:ext>
    </p:extLst>
  </p:cSld>
  <p:clrMapOvr>
    <a:masterClrMapping/>
  </p:clrMapOvr>
</p:notes>
</file>

<file path=ppt/notesSlides/notesSlide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925</a:t>
            </a:fld>
            <a:endParaRPr lang="en-US" dirty="0"/>
          </a:p>
        </p:txBody>
      </p:sp>
    </p:spTree>
    <p:extLst>
      <p:ext uri="{BB962C8B-B14F-4D97-AF65-F5344CB8AC3E}">
        <p14:creationId xmlns:p14="http://schemas.microsoft.com/office/powerpoint/2010/main" val="4108581868"/>
      </p:ext>
    </p:extLst>
  </p:cSld>
  <p:clrMapOvr>
    <a:masterClrMapping/>
  </p:clrMapOvr>
</p:notes>
</file>

<file path=ppt/notesSlides/notesSlide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926</a:t>
            </a:fld>
            <a:endParaRPr lang="en-US" dirty="0"/>
          </a:p>
        </p:txBody>
      </p:sp>
    </p:spTree>
    <p:extLst>
      <p:ext uri="{BB962C8B-B14F-4D97-AF65-F5344CB8AC3E}">
        <p14:creationId xmlns:p14="http://schemas.microsoft.com/office/powerpoint/2010/main" val="800430391"/>
      </p:ext>
    </p:extLst>
  </p:cSld>
  <p:clrMapOvr>
    <a:masterClrMapping/>
  </p:clrMapOvr>
</p:notes>
</file>

<file path=ppt/notesSlides/notesSlide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927</a:t>
            </a:fld>
            <a:endParaRPr lang="en-US" dirty="0"/>
          </a:p>
        </p:txBody>
      </p:sp>
    </p:spTree>
    <p:extLst>
      <p:ext uri="{BB962C8B-B14F-4D97-AF65-F5344CB8AC3E}">
        <p14:creationId xmlns:p14="http://schemas.microsoft.com/office/powerpoint/2010/main" val="1958629805"/>
      </p:ext>
    </p:extLst>
  </p:cSld>
  <p:clrMapOvr>
    <a:masterClrMapping/>
  </p:clrMapOvr>
</p:notes>
</file>

<file path=ppt/notesSlides/notesSlide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928</a:t>
            </a:fld>
            <a:endParaRPr lang="en-US" dirty="0"/>
          </a:p>
        </p:txBody>
      </p:sp>
    </p:spTree>
    <p:extLst>
      <p:ext uri="{BB962C8B-B14F-4D97-AF65-F5344CB8AC3E}">
        <p14:creationId xmlns:p14="http://schemas.microsoft.com/office/powerpoint/2010/main" val="1539088787"/>
      </p:ext>
    </p:extLst>
  </p:cSld>
  <p:clrMapOvr>
    <a:masterClrMapping/>
  </p:clrMapOvr>
</p:notes>
</file>

<file path=ppt/notesSlides/notesSlide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929</a:t>
            </a:fld>
            <a:endParaRPr lang="en-US" dirty="0"/>
          </a:p>
        </p:txBody>
      </p:sp>
    </p:spTree>
    <p:extLst>
      <p:ext uri="{BB962C8B-B14F-4D97-AF65-F5344CB8AC3E}">
        <p14:creationId xmlns:p14="http://schemas.microsoft.com/office/powerpoint/2010/main" val="2334280617"/>
      </p:ext>
    </p:extLst>
  </p:cSld>
  <p:clrMapOvr>
    <a:masterClrMapping/>
  </p:clrMapOvr>
</p:notes>
</file>

<file path=ppt/notesSlides/notesSlide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930</a:t>
            </a:fld>
            <a:endParaRPr lang="en-US" dirty="0"/>
          </a:p>
        </p:txBody>
      </p:sp>
    </p:spTree>
    <p:extLst>
      <p:ext uri="{BB962C8B-B14F-4D97-AF65-F5344CB8AC3E}">
        <p14:creationId xmlns:p14="http://schemas.microsoft.com/office/powerpoint/2010/main" val="582979181"/>
      </p:ext>
    </p:extLst>
  </p:cSld>
  <p:clrMapOvr>
    <a:masterClrMapping/>
  </p:clrMapOvr>
</p:notes>
</file>

<file path=ppt/notesSlides/notesSlide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931</a:t>
            </a:fld>
            <a:endParaRPr lang="en-US" dirty="0"/>
          </a:p>
        </p:txBody>
      </p:sp>
    </p:spTree>
    <p:extLst>
      <p:ext uri="{BB962C8B-B14F-4D97-AF65-F5344CB8AC3E}">
        <p14:creationId xmlns:p14="http://schemas.microsoft.com/office/powerpoint/2010/main" val="3174378891"/>
      </p:ext>
    </p:extLst>
  </p:cSld>
  <p:clrMapOvr>
    <a:masterClrMapping/>
  </p:clrMapOvr>
</p:notes>
</file>

<file path=ppt/notesSlides/notesSlide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932</a:t>
            </a:fld>
            <a:endParaRPr lang="en-US" dirty="0"/>
          </a:p>
        </p:txBody>
      </p:sp>
    </p:spTree>
    <p:extLst>
      <p:ext uri="{BB962C8B-B14F-4D97-AF65-F5344CB8AC3E}">
        <p14:creationId xmlns:p14="http://schemas.microsoft.com/office/powerpoint/2010/main" val="1189449563"/>
      </p:ext>
    </p:extLst>
  </p:cSld>
  <p:clrMapOvr>
    <a:masterClrMapping/>
  </p:clrMapOvr>
</p:notes>
</file>

<file path=ppt/notesSlides/notesSlide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933</a:t>
            </a:fld>
            <a:endParaRPr lang="en-US" dirty="0"/>
          </a:p>
        </p:txBody>
      </p:sp>
    </p:spTree>
    <p:extLst>
      <p:ext uri="{BB962C8B-B14F-4D97-AF65-F5344CB8AC3E}">
        <p14:creationId xmlns:p14="http://schemas.microsoft.com/office/powerpoint/2010/main" val="1597172514"/>
      </p:ext>
    </p:extLst>
  </p:cSld>
  <p:clrMapOvr>
    <a:masterClrMapping/>
  </p:clrMapOvr>
</p:notes>
</file>

<file path=ppt/notesSlides/notesSlide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934</a:t>
            </a:fld>
            <a:endParaRPr lang="en-US" dirty="0"/>
          </a:p>
        </p:txBody>
      </p:sp>
    </p:spTree>
    <p:extLst>
      <p:ext uri="{BB962C8B-B14F-4D97-AF65-F5344CB8AC3E}">
        <p14:creationId xmlns:p14="http://schemas.microsoft.com/office/powerpoint/2010/main" val="2210648368"/>
      </p:ext>
    </p:extLst>
  </p:cSld>
  <p:clrMapOvr>
    <a:masterClrMapping/>
  </p:clrMapOvr>
</p:notes>
</file>

<file path=ppt/notesSlides/notesSlide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935</a:t>
            </a:fld>
            <a:endParaRPr lang="en-US" dirty="0"/>
          </a:p>
        </p:txBody>
      </p:sp>
    </p:spTree>
    <p:extLst>
      <p:ext uri="{BB962C8B-B14F-4D97-AF65-F5344CB8AC3E}">
        <p14:creationId xmlns:p14="http://schemas.microsoft.com/office/powerpoint/2010/main" val="344726991"/>
      </p:ext>
    </p:extLst>
  </p:cSld>
  <p:clrMapOvr>
    <a:masterClrMapping/>
  </p:clrMapOvr>
</p:notes>
</file>

<file path=ppt/notesSlides/notesSlide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936</a:t>
            </a:fld>
            <a:endParaRPr lang="en-US" dirty="0"/>
          </a:p>
        </p:txBody>
      </p:sp>
    </p:spTree>
    <p:extLst>
      <p:ext uri="{BB962C8B-B14F-4D97-AF65-F5344CB8AC3E}">
        <p14:creationId xmlns:p14="http://schemas.microsoft.com/office/powerpoint/2010/main" val="3524775937"/>
      </p:ext>
    </p:extLst>
  </p:cSld>
  <p:clrMapOvr>
    <a:masterClrMapping/>
  </p:clrMapOvr>
</p:notes>
</file>

<file path=ppt/notesSlides/notesSlide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937</a:t>
            </a:fld>
            <a:endParaRPr lang="en-US" dirty="0"/>
          </a:p>
        </p:txBody>
      </p:sp>
    </p:spTree>
    <p:extLst>
      <p:ext uri="{BB962C8B-B14F-4D97-AF65-F5344CB8AC3E}">
        <p14:creationId xmlns:p14="http://schemas.microsoft.com/office/powerpoint/2010/main" val="2352342745"/>
      </p:ext>
    </p:extLst>
  </p:cSld>
  <p:clrMapOvr>
    <a:masterClrMapping/>
  </p:clrMapOvr>
</p:notes>
</file>

<file path=ppt/notesSlides/notesSlide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938</a:t>
            </a:fld>
            <a:endParaRPr lang="en-US" dirty="0"/>
          </a:p>
        </p:txBody>
      </p:sp>
    </p:spTree>
    <p:extLst>
      <p:ext uri="{BB962C8B-B14F-4D97-AF65-F5344CB8AC3E}">
        <p14:creationId xmlns:p14="http://schemas.microsoft.com/office/powerpoint/2010/main" val="3772992213"/>
      </p:ext>
    </p:extLst>
  </p:cSld>
  <p:clrMapOvr>
    <a:masterClrMapping/>
  </p:clrMapOvr>
</p:notes>
</file>

<file path=ppt/notesSlides/notesSlide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939</a:t>
            </a:fld>
            <a:endParaRPr lang="en-US" dirty="0"/>
          </a:p>
        </p:txBody>
      </p:sp>
    </p:spTree>
    <p:extLst>
      <p:ext uri="{BB962C8B-B14F-4D97-AF65-F5344CB8AC3E}">
        <p14:creationId xmlns:p14="http://schemas.microsoft.com/office/powerpoint/2010/main" val="1639185050"/>
      </p:ext>
    </p:extLst>
  </p:cSld>
  <p:clrMapOvr>
    <a:masterClrMapping/>
  </p:clrMapOvr>
</p:notes>
</file>

<file path=ppt/notesSlides/notesSlide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940</a:t>
            </a:fld>
            <a:endParaRPr lang="en-US" dirty="0"/>
          </a:p>
        </p:txBody>
      </p:sp>
    </p:spTree>
    <p:extLst>
      <p:ext uri="{BB962C8B-B14F-4D97-AF65-F5344CB8AC3E}">
        <p14:creationId xmlns:p14="http://schemas.microsoft.com/office/powerpoint/2010/main" val="1713391401"/>
      </p:ext>
    </p:extLst>
  </p:cSld>
  <p:clrMapOvr>
    <a:masterClrMapping/>
  </p:clrMapOvr>
</p:notes>
</file>

<file path=ppt/notesSlides/notesSlide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941</a:t>
            </a:fld>
            <a:endParaRPr lang="en-US" dirty="0"/>
          </a:p>
        </p:txBody>
      </p:sp>
    </p:spTree>
    <p:extLst>
      <p:ext uri="{BB962C8B-B14F-4D97-AF65-F5344CB8AC3E}">
        <p14:creationId xmlns:p14="http://schemas.microsoft.com/office/powerpoint/2010/main" val="2961695604"/>
      </p:ext>
    </p:extLst>
  </p:cSld>
  <p:clrMapOvr>
    <a:masterClrMapping/>
  </p:clrMapOvr>
</p:notes>
</file>

<file path=ppt/notesSlides/notesSlide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942</a:t>
            </a:fld>
            <a:endParaRPr lang="en-US" dirty="0"/>
          </a:p>
        </p:txBody>
      </p:sp>
    </p:spTree>
    <p:extLst>
      <p:ext uri="{BB962C8B-B14F-4D97-AF65-F5344CB8AC3E}">
        <p14:creationId xmlns:p14="http://schemas.microsoft.com/office/powerpoint/2010/main" val="2727699804"/>
      </p:ext>
    </p:extLst>
  </p:cSld>
  <p:clrMapOvr>
    <a:masterClrMapping/>
  </p:clrMapOvr>
</p:notes>
</file>

<file path=ppt/notesSlides/notesSlide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943</a:t>
            </a:fld>
            <a:endParaRPr lang="en-US" dirty="0"/>
          </a:p>
        </p:txBody>
      </p:sp>
    </p:spTree>
    <p:extLst>
      <p:ext uri="{BB962C8B-B14F-4D97-AF65-F5344CB8AC3E}">
        <p14:creationId xmlns:p14="http://schemas.microsoft.com/office/powerpoint/2010/main" val="2066574565"/>
      </p:ext>
    </p:extLst>
  </p:cSld>
  <p:clrMapOvr>
    <a:masterClrMapping/>
  </p:clrMapOvr>
</p:notes>
</file>

<file path=ppt/notesSlides/notesSlide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944</a:t>
            </a:fld>
            <a:endParaRPr lang="en-US" dirty="0"/>
          </a:p>
        </p:txBody>
      </p:sp>
    </p:spTree>
    <p:extLst>
      <p:ext uri="{BB962C8B-B14F-4D97-AF65-F5344CB8AC3E}">
        <p14:creationId xmlns:p14="http://schemas.microsoft.com/office/powerpoint/2010/main" val="575793980"/>
      </p:ext>
    </p:extLst>
  </p:cSld>
  <p:clrMapOvr>
    <a:masterClrMapping/>
  </p:clrMapOvr>
</p:notes>
</file>

<file path=ppt/notesSlides/notesSlide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945</a:t>
            </a:fld>
            <a:endParaRPr lang="en-US" dirty="0"/>
          </a:p>
        </p:txBody>
      </p:sp>
    </p:spTree>
    <p:extLst>
      <p:ext uri="{BB962C8B-B14F-4D97-AF65-F5344CB8AC3E}">
        <p14:creationId xmlns:p14="http://schemas.microsoft.com/office/powerpoint/2010/main" val="2570231009"/>
      </p:ext>
    </p:extLst>
  </p:cSld>
  <p:clrMapOvr>
    <a:masterClrMapping/>
  </p:clrMapOvr>
</p:notes>
</file>

<file path=ppt/notesSlides/notesSlide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946</a:t>
            </a:fld>
            <a:endParaRPr lang="en-US" dirty="0"/>
          </a:p>
        </p:txBody>
      </p:sp>
    </p:spTree>
    <p:extLst>
      <p:ext uri="{BB962C8B-B14F-4D97-AF65-F5344CB8AC3E}">
        <p14:creationId xmlns:p14="http://schemas.microsoft.com/office/powerpoint/2010/main" val="2104762644"/>
      </p:ext>
    </p:extLst>
  </p:cSld>
  <p:clrMapOvr>
    <a:masterClrMapping/>
  </p:clrMapOvr>
</p:notes>
</file>

<file path=ppt/notesSlides/notesSlide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947</a:t>
            </a:fld>
            <a:endParaRPr lang="en-US" dirty="0"/>
          </a:p>
        </p:txBody>
      </p:sp>
    </p:spTree>
    <p:extLst>
      <p:ext uri="{BB962C8B-B14F-4D97-AF65-F5344CB8AC3E}">
        <p14:creationId xmlns:p14="http://schemas.microsoft.com/office/powerpoint/2010/main" val="2715844818"/>
      </p:ext>
    </p:extLst>
  </p:cSld>
  <p:clrMapOvr>
    <a:masterClrMapping/>
  </p:clrMapOvr>
</p:notes>
</file>

<file path=ppt/notesSlides/notesSlide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948</a:t>
            </a:fld>
            <a:endParaRPr lang="en-US" dirty="0"/>
          </a:p>
        </p:txBody>
      </p:sp>
    </p:spTree>
    <p:extLst>
      <p:ext uri="{BB962C8B-B14F-4D97-AF65-F5344CB8AC3E}">
        <p14:creationId xmlns:p14="http://schemas.microsoft.com/office/powerpoint/2010/main" val="681792422"/>
      </p:ext>
    </p:extLst>
  </p:cSld>
  <p:clrMapOvr>
    <a:masterClrMapping/>
  </p:clrMapOvr>
</p:notes>
</file>

<file path=ppt/notesSlides/notesSlide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949</a:t>
            </a:fld>
            <a:endParaRPr lang="en-US" dirty="0"/>
          </a:p>
        </p:txBody>
      </p:sp>
    </p:spTree>
    <p:extLst>
      <p:ext uri="{BB962C8B-B14F-4D97-AF65-F5344CB8AC3E}">
        <p14:creationId xmlns:p14="http://schemas.microsoft.com/office/powerpoint/2010/main" val="1856810681"/>
      </p:ext>
    </p:extLst>
  </p:cSld>
  <p:clrMapOvr>
    <a:masterClrMapping/>
  </p:clrMapOvr>
</p:notes>
</file>

<file path=ppt/notesSlides/notesSlide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950</a:t>
            </a:fld>
            <a:endParaRPr lang="en-US" dirty="0"/>
          </a:p>
        </p:txBody>
      </p:sp>
    </p:spTree>
    <p:extLst>
      <p:ext uri="{BB962C8B-B14F-4D97-AF65-F5344CB8AC3E}">
        <p14:creationId xmlns:p14="http://schemas.microsoft.com/office/powerpoint/2010/main" val="399464675"/>
      </p:ext>
    </p:extLst>
  </p:cSld>
  <p:clrMapOvr>
    <a:masterClrMapping/>
  </p:clrMapOvr>
</p:notes>
</file>

<file path=ppt/notesSlides/notesSlide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951</a:t>
            </a:fld>
            <a:endParaRPr lang="en-US" dirty="0"/>
          </a:p>
        </p:txBody>
      </p:sp>
    </p:spTree>
    <p:extLst>
      <p:ext uri="{BB962C8B-B14F-4D97-AF65-F5344CB8AC3E}">
        <p14:creationId xmlns:p14="http://schemas.microsoft.com/office/powerpoint/2010/main" val="538822637"/>
      </p:ext>
    </p:extLst>
  </p:cSld>
  <p:clrMapOvr>
    <a:masterClrMapping/>
  </p:clrMapOvr>
</p:notes>
</file>

<file path=ppt/notesSlides/notesSlide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952</a:t>
            </a:fld>
            <a:endParaRPr lang="en-US" dirty="0"/>
          </a:p>
        </p:txBody>
      </p:sp>
    </p:spTree>
    <p:extLst>
      <p:ext uri="{BB962C8B-B14F-4D97-AF65-F5344CB8AC3E}">
        <p14:creationId xmlns:p14="http://schemas.microsoft.com/office/powerpoint/2010/main" val="3975531290"/>
      </p:ext>
    </p:extLst>
  </p:cSld>
  <p:clrMapOvr>
    <a:masterClrMapping/>
  </p:clrMapOvr>
</p:notes>
</file>

<file path=ppt/notesSlides/notesSlide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953</a:t>
            </a:fld>
            <a:endParaRPr lang="en-US" dirty="0"/>
          </a:p>
        </p:txBody>
      </p:sp>
    </p:spTree>
    <p:extLst>
      <p:ext uri="{BB962C8B-B14F-4D97-AF65-F5344CB8AC3E}">
        <p14:creationId xmlns:p14="http://schemas.microsoft.com/office/powerpoint/2010/main" val="1258023600"/>
      </p:ext>
    </p:extLst>
  </p:cSld>
  <p:clrMapOvr>
    <a:masterClrMapping/>
  </p:clrMapOvr>
</p:notes>
</file>

<file path=ppt/notesSlides/notesSlide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954</a:t>
            </a:fld>
            <a:endParaRPr lang="en-US" dirty="0"/>
          </a:p>
        </p:txBody>
      </p:sp>
    </p:spTree>
    <p:extLst>
      <p:ext uri="{BB962C8B-B14F-4D97-AF65-F5344CB8AC3E}">
        <p14:creationId xmlns:p14="http://schemas.microsoft.com/office/powerpoint/2010/main" val="3018448932"/>
      </p:ext>
    </p:extLst>
  </p:cSld>
  <p:clrMapOvr>
    <a:masterClrMapping/>
  </p:clrMapOvr>
</p:notes>
</file>

<file path=ppt/notesSlides/notesSlide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955</a:t>
            </a:fld>
            <a:endParaRPr lang="en-US" dirty="0"/>
          </a:p>
        </p:txBody>
      </p:sp>
    </p:spTree>
    <p:extLst>
      <p:ext uri="{BB962C8B-B14F-4D97-AF65-F5344CB8AC3E}">
        <p14:creationId xmlns:p14="http://schemas.microsoft.com/office/powerpoint/2010/main" val="3403278108"/>
      </p:ext>
    </p:extLst>
  </p:cSld>
  <p:clrMapOvr>
    <a:masterClrMapping/>
  </p:clrMapOvr>
</p:notes>
</file>

<file path=ppt/notesSlides/notesSlide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956</a:t>
            </a:fld>
            <a:endParaRPr lang="en-US" dirty="0"/>
          </a:p>
        </p:txBody>
      </p:sp>
    </p:spTree>
    <p:extLst>
      <p:ext uri="{BB962C8B-B14F-4D97-AF65-F5344CB8AC3E}">
        <p14:creationId xmlns:p14="http://schemas.microsoft.com/office/powerpoint/2010/main" val="3603252288"/>
      </p:ext>
    </p:extLst>
  </p:cSld>
  <p:clrMapOvr>
    <a:masterClrMapping/>
  </p:clrMapOvr>
</p:notes>
</file>

<file path=ppt/notesSlides/notesSlide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957</a:t>
            </a:fld>
            <a:endParaRPr lang="en-US" dirty="0"/>
          </a:p>
        </p:txBody>
      </p:sp>
    </p:spTree>
    <p:extLst>
      <p:ext uri="{BB962C8B-B14F-4D97-AF65-F5344CB8AC3E}">
        <p14:creationId xmlns:p14="http://schemas.microsoft.com/office/powerpoint/2010/main" val="3723383922"/>
      </p:ext>
    </p:extLst>
  </p:cSld>
  <p:clrMapOvr>
    <a:masterClrMapping/>
  </p:clrMapOvr>
</p:notes>
</file>

<file path=ppt/notesSlides/notesSlide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958</a:t>
            </a:fld>
            <a:endParaRPr lang="en-US" dirty="0"/>
          </a:p>
        </p:txBody>
      </p:sp>
    </p:spTree>
    <p:extLst>
      <p:ext uri="{BB962C8B-B14F-4D97-AF65-F5344CB8AC3E}">
        <p14:creationId xmlns:p14="http://schemas.microsoft.com/office/powerpoint/2010/main" val="3427019384"/>
      </p:ext>
    </p:extLst>
  </p:cSld>
  <p:clrMapOvr>
    <a:masterClrMapping/>
  </p:clrMapOvr>
</p:notes>
</file>

<file path=ppt/notesSlides/notesSlide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959</a:t>
            </a:fld>
            <a:endParaRPr lang="en-US" dirty="0"/>
          </a:p>
        </p:txBody>
      </p:sp>
    </p:spTree>
    <p:extLst>
      <p:ext uri="{BB962C8B-B14F-4D97-AF65-F5344CB8AC3E}">
        <p14:creationId xmlns:p14="http://schemas.microsoft.com/office/powerpoint/2010/main" val="2142791841"/>
      </p:ext>
    </p:extLst>
  </p:cSld>
  <p:clrMapOvr>
    <a:masterClrMapping/>
  </p:clrMapOvr>
</p:notes>
</file>

<file path=ppt/notesSlides/notesSlide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960</a:t>
            </a:fld>
            <a:endParaRPr lang="en-US" dirty="0"/>
          </a:p>
        </p:txBody>
      </p:sp>
    </p:spTree>
    <p:extLst>
      <p:ext uri="{BB962C8B-B14F-4D97-AF65-F5344CB8AC3E}">
        <p14:creationId xmlns:p14="http://schemas.microsoft.com/office/powerpoint/2010/main" val="206629064"/>
      </p:ext>
    </p:extLst>
  </p:cSld>
  <p:clrMapOvr>
    <a:masterClrMapping/>
  </p:clrMapOvr>
</p:notes>
</file>

<file path=ppt/notesSlides/notesSlide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961</a:t>
            </a:fld>
            <a:endParaRPr lang="en-US" dirty="0"/>
          </a:p>
        </p:txBody>
      </p:sp>
    </p:spTree>
    <p:extLst>
      <p:ext uri="{BB962C8B-B14F-4D97-AF65-F5344CB8AC3E}">
        <p14:creationId xmlns:p14="http://schemas.microsoft.com/office/powerpoint/2010/main" val="2513797391"/>
      </p:ext>
    </p:extLst>
  </p:cSld>
  <p:clrMapOvr>
    <a:masterClrMapping/>
  </p:clrMapOvr>
</p:notes>
</file>

<file path=ppt/notesSlides/notesSlide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962</a:t>
            </a:fld>
            <a:endParaRPr lang="en-US" dirty="0"/>
          </a:p>
        </p:txBody>
      </p:sp>
    </p:spTree>
    <p:extLst>
      <p:ext uri="{BB962C8B-B14F-4D97-AF65-F5344CB8AC3E}">
        <p14:creationId xmlns:p14="http://schemas.microsoft.com/office/powerpoint/2010/main" val="984693698"/>
      </p:ext>
    </p:extLst>
  </p:cSld>
  <p:clrMapOvr>
    <a:masterClrMapping/>
  </p:clrMapOvr>
</p:notes>
</file>

<file path=ppt/notesSlides/notesSlide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963</a:t>
            </a:fld>
            <a:endParaRPr lang="en-US" dirty="0"/>
          </a:p>
        </p:txBody>
      </p:sp>
    </p:spTree>
    <p:extLst>
      <p:ext uri="{BB962C8B-B14F-4D97-AF65-F5344CB8AC3E}">
        <p14:creationId xmlns:p14="http://schemas.microsoft.com/office/powerpoint/2010/main" val="1984574334"/>
      </p:ext>
    </p:extLst>
  </p:cSld>
  <p:clrMapOvr>
    <a:masterClrMapping/>
  </p:clrMapOvr>
</p:notes>
</file>

<file path=ppt/notesSlides/notesSlide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964</a:t>
            </a:fld>
            <a:endParaRPr lang="en-US" dirty="0"/>
          </a:p>
        </p:txBody>
      </p:sp>
    </p:spTree>
    <p:extLst>
      <p:ext uri="{BB962C8B-B14F-4D97-AF65-F5344CB8AC3E}">
        <p14:creationId xmlns:p14="http://schemas.microsoft.com/office/powerpoint/2010/main" val="2625810879"/>
      </p:ext>
    </p:extLst>
  </p:cSld>
  <p:clrMapOvr>
    <a:masterClrMapping/>
  </p:clrMapOvr>
</p:notes>
</file>

<file path=ppt/notesSlides/notesSlide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965</a:t>
            </a:fld>
            <a:endParaRPr lang="en-US" dirty="0"/>
          </a:p>
        </p:txBody>
      </p:sp>
    </p:spTree>
    <p:extLst>
      <p:ext uri="{BB962C8B-B14F-4D97-AF65-F5344CB8AC3E}">
        <p14:creationId xmlns:p14="http://schemas.microsoft.com/office/powerpoint/2010/main" val="3751013227"/>
      </p:ext>
    </p:extLst>
  </p:cSld>
  <p:clrMapOvr>
    <a:masterClrMapping/>
  </p:clrMapOvr>
</p:notes>
</file>

<file path=ppt/notesSlides/notesSlide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966</a:t>
            </a:fld>
            <a:endParaRPr lang="en-US" dirty="0"/>
          </a:p>
        </p:txBody>
      </p:sp>
    </p:spTree>
    <p:extLst>
      <p:ext uri="{BB962C8B-B14F-4D97-AF65-F5344CB8AC3E}">
        <p14:creationId xmlns:p14="http://schemas.microsoft.com/office/powerpoint/2010/main" val="1835117489"/>
      </p:ext>
    </p:extLst>
  </p:cSld>
  <p:clrMapOvr>
    <a:masterClrMapping/>
  </p:clrMapOvr>
</p:notes>
</file>

<file path=ppt/notesSlides/notesSlide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967</a:t>
            </a:fld>
            <a:endParaRPr lang="en-US" dirty="0"/>
          </a:p>
        </p:txBody>
      </p:sp>
    </p:spTree>
    <p:extLst>
      <p:ext uri="{BB962C8B-B14F-4D97-AF65-F5344CB8AC3E}">
        <p14:creationId xmlns:p14="http://schemas.microsoft.com/office/powerpoint/2010/main" val="3033146171"/>
      </p:ext>
    </p:extLst>
  </p:cSld>
  <p:clrMapOvr>
    <a:masterClrMapping/>
  </p:clrMapOvr>
</p:notes>
</file>

<file path=ppt/notesSlides/notesSlide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968</a:t>
            </a:fld>
            <a:endParaRPr lang="en-US" dirty="0"/>
          </a:p>
        </p:txBody>
      </p:sp>
    </p:spTree>
    <p:extLst>
      <p:ext uri="{BB962C8B-B14F-4D97-AF65-F5344CB8AC3E}">
        <p14:creationId xmlns:p14="http://schemas.microsoft.com/office/powerpoint/2010/main" val="2655179525"/>
      </p:ext>
    </p:extLst>
  </p:cSld>
  <p:clrMapOvr>
    <a:masterClrMapping/>
  </p:clrMapOvr>
</p:notes>
</file>

<file path=ppt/notesSlides/notesSlide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969</a:t>
            </a:fld>
            <a:endParaRPr lang="en-US" dirty="0"/>
          </a:p>
        </p:txBody>
      </p:sp>
    </p:spTree>
    <p:extLst>
      <p:ext uri="{BB962C8B-B14F-4D97-AF65-F5344CB8AC3E}">
        <p14:creationId xmlns:p14="http://schemas.microsoft.com/office/powerpoint/2010/main" val="294765945"/>
      </p:ext>
    </p:extLst>
  </p:cSld>
  <p:clrMapOvr>
    <a:masterClrMapping/>
  </p:clrMapOvr>
</p:notes>
</file>

<file path=ppt/notesSlides/notesSlide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970</a:t>
            </a:fld>
            <a:endParaRPr lang="en-US" dirty="0"/>
          </a:p>
        </p:txBody>
      </p:sp>
    </p:spTree>
    <p:extLst>
      <p:ext uri="{BB962C8B-B14F-4D97-AF65-F5344CB8AC3E}">
        <p14:creationId xmlns:p14="http://schemas.microsoft.com/office/powerpoint/2010/main" val="4173632938"/>
      </p:ext>
    </p:extLst>
  </p:cSld>
  <p:clrMapOvr>
    <a:masterClrMapping/>
  </p:clrMapOvr>
</p:notes>
</file>

<file path=ppt/notesSlides/notesSlide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971</a:t>
            </a:fld>
            <a:endParaRPr lang="en-US" dirty="0"/>
          </a:p>
        </p:txBody>
      </p:sp>
    </p:spTree>
    <p:extLst>
      <p:ext uri="{BB962C8B-B14F-4D97-AF65-F5344CB8AC3E}">
        <p14:creationId xmlns:p14="http://schemas.microsoft.com/office/powerpoint/2010/main" val="286116097"/>
      </p:ext>
    </p:extLst>
  </p:cSld>
  <p:clrMapOvr>
    <a:masterClrMapping/>
  </p:clrMapOvr>
</p:notes>
</file>

<file path=ppt/notesSlides/notesSlide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972</a:t>
            </a:fld>
            <a:endParaRPr lang="en-US" dirty="0"/>
          </a:p>
        </p:txBody>
      </p:sp>
    </p:spTree>
    <p:extLst>
      <p:ext uri="{BB962C8B-B14F-4D97-AF65-F5344CB8AC3E}">
        <p14:creationId xmlns:p14="http://schemas.microsoft.com/office/powerpoint/2010/main" val="444121035"/>
      </p:ext>
    </p:extLst>
  </p:cSld>
  <p:clrMapOvr>
    <a:masterClrMapping/>
  </p:clrMapOvr>
</p:notes>
</file>

<file path=ppt/notesSlides/notesSlide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973</a:t>
            </a:fld>
            <a:endParaRPr lang="en-US" dirty="0"/>
          </a:p>
        </p:txBody>
      </p:sp>
    </p:spTree>
    <p:extLst>
      <p:ext uri="{BB962C8B-B14F-4D97-AF65-F5344CB8AC3E}">
        <p14:creationId xmlns:p14="http://schemas.microsoft.com/office/powerpoint/2010/main" val="1383001935"/>
      </p:ext>
    </p:extLst>
  </p:cSld>
  <p:clrMapOvr>
    <a:masterClrMapping/>
  </p:clrMapOvr>
</p:notes>
</file>

<file path=ppt/notesSlides/notesSlide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974</a:t>
            </a:fld>
            <a:endParaRPr lang="en-US" dirty="0"/>
          </a:p>
        </p:txBody>
      </p:sp>
    </p:spTree>
    <p:extLst>
      <p:ext uri="{BB962C8B-B14F-4D97-AF65-F5344CB8AC3E}">
        <p14:creationId xmlns:p14="http://schemas.microsoft.com/office/powerpoint/2010/main" val="1760722758"/>
      </p:ext>
    </p:extLst>
  </p:cSld>
  <p:clrMapOvr>
    <a:masterClrMapping/>
  </p:clrMapOvr>
</p:notes>
</file>

<file path=ppt/notesSlides/notesSlide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975</a:t>
            </a:fld>
            <a:endParaRPr lang="en-US" dirty="0"/>
          </a:p>
        </p:txBody>
      </p:sp>
    </p:spTree>
    <p:extLst>
      <p:ext uri="{BB962C8B-B14F-4D97-AF65-F5344CB8AC3E}">
        <p14:creationId xmlns:p14="http://schemas.microsoft.com/office/powerpoint/2010/main" val="1183797577"/>
      </p:ext>
    </p:extLst>
  </p:cSld>
  <p:clrMapOvr>
    <a:masterClrMapping/>
  </p:clrMapOvr>
</p:notes>
</file>

<file path=ppt/notesSlides/notesSlide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976</a:t>
            </a:fld>
            <a:endParaRPr lang="en-US" dirty="0"/>
          </a:p>
        </p:txBody>
      </p:sp>
    </p:spTree>
    <p:extLst>
      <p:ext uri="{BB962C8B-B14F-4D97-AF65-F5344CB8AC3E}">
        <p14:creationId xmlns:p14="http://schemas.microsoft.com/office/powerpoint/2010/main" val="2163843570"/>
      </p:ext>
    </p:extLst>
  </p:cSld>
  <p:clrMapOvr>
    <a:masterClrMapping/>
  </p:clrMapOvr>
</p:notes>
</file>

<file path=ppt/notesSlides/notesSlide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977</a:t>
            </a:fld>
            <a:endParaRPr lang="en-US" dirty="0"/>
          </a:p>
        </p:txBody>
      </p:sp>
    </p:spTree>
    <p:extLst>
      <p:ext uri="{BB962C8B-B14F-4D97-AF65-F5344CB8AC3E}">
        <p14:creationId xmlns:p14="http://schemas.microsoft.com/office/powerpoint/2010/main" val="2914981286"/>
      </p:ext>
    </p:extLst>
  </p:cSld>
  <p:clrMapOvr>
    <a:masterClrMapping/>
  </p:clrMapOvr>
</p:notes>
</file>

<file path=ppt/notesSlides/notesSlide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978</a:t>
            </a:fld>
            <a:endParaRPr lang="en-US" dirty="0"/>
          </a:p>
        </p:txBody>
      </p:sp>
    </p:spTree>
    <p:extLst>
      <p:ext uri="{BB962C8B-B14F-4D97-AF65-F5344CB8AC3E}">
        <p14:creationId xmlns:p14="http://schemas.microsoft.com/office/powerpoint/2010/main" val="3659776140"/>
      </p:ext>
    </p:extLst>
  </p:cSld>
  <p:clrMapOvr>
    <a:masterClrMapping/>
  </p:clrMapOvr>
</p:notes>
</file>

<file path=ppt/notesSlides/notesSlide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979</a:t>
            </a:fld>
            <a:endParaRPr lang="en-US" dirty="0"/>
          </a:p>
        </p:txBody>
      </p:sp>
    </p:spTree>
    <p:extLst>
      <p:ext uri="{BB962C8B-B14F-4D97-AF65-F5344CB8AC3E}">
        <p14:creationId xmlns:p14="http://schemas.microsoft.com/office/powerpoint/2010/main" val="2127217344"/>
      </p:ext>
    </p:extLst>
  </p:cSld>
  <p:clrMapOvr>
    <a:masterClrMapping/>
  </p:clrMapOvr>
</p:notes>
</file>

<file path=ppt/notesSlides/notesSlide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980</a:t>
            </a:fld>
            <a:endParaRPr lang="en-US" dirty="0"/>
          </a:p>
        </p:txBody>
      </p:sp>
    </p:spTree>
    <p:extLst>
      <p:ext uri="{BB962C8B-B14F-4D97-AF65-F5344CB8AC3E}">
        <p14:creationId xmlns:p14="http://schemas.microsoft.com/office/powerpoint/2010/main" val="3970081564"/>
      </p:ext>
    </p:extLst>
  </p:cSld>
  <p:clrMapOvr>
    <a:masterClrMapping/>
  </p:clrMapOvr>
</p:notes>
</file>

<file path=ppt/notesSlides/notesSlide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981</a:t>
            </a:fld>
            <a:endParaRPr lang="en-US" dirty="0"/>
          </a:p>
        </p:txBody>
      </p:sp>
    </p:spTree>
    <p:extLst>
      <p:ext uri="{BB962C8B-B14F-4D97-AF65-F5344CB8AC3E}">
        <p14:creationId xmlns:p14="http://schemas.microsoft.com/office/powerpoint/2010/main" val="1144099580"/>
      </p:ext>
    </p:extLst>
  </p:cSld>
  <p:clrMapOvr>
    <a:masterClrMapping/>
  </p:clrMapOvr>
</p:notes>
</file>

<file path=ppt/notesSlides/notesSlide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982</a:t>
            </a:fld>
            <a:endParaRPr lang="en-US" dirty="0"/>
          </a:p>
        </p:txBody>
      </p:sp>
    </p:spTree>
    <p:extLst>
      <p:ext uri="{BB962C8B-B14F-4D97-AF65-F5344CB8AC3E}">
        <p14:creationId xmlns:p14="http://schemas.microsoft.com/office/powerpoint/2010/main" val="363496754"/>
      </p:ext>
    </p:extLst>
  </p:cSld>
  <p:clrMapOvr>
    <a:masterClrMapping/>
  </p:clrMapOvr>
</p:notes>
</file>

<file path=ppt/notesSlides/notesSlide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983</a:t>
            </a:fld>
            <a:endParaRPr lang="en-US" dirty="0"/>
          </a:p>
        </p:txBody>
      </p:sp>
    </p:spTree>
    <p:extLst>
      <p:ext uri="{BB962C8B-B14F-4D97-AF65-F5344CB8AC3E}">
        <p14:creationId xmlns:p14="http://schemas.microsoft.com/office/powerpoint/2010/main" val="506072233"/>
      </p:ext>
    </p:extLst>
  </p:cSld>
  <p:clrMapOvr>
    <a:masterClrMapping/>
  </p:clrMapOvr>
</p:notes>
</file>

<file path=ppt/notesSlides/notesSlide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984</a:t>
            </a:fld>
            <a:endParaRPr lang="en-US" dirty="0"/>
          </a:p>
        </p:txBody>
      </p:sp>
    </p:spTree>
    <p:extLst>
      <p:ext uri="{BB962C8B-B14F-4D97-AF65-F5344CB8AC3E}">
        <p14:creationId xmlns:p14="http://schemas.microsoft.com/office/powerpoint/2010/main" val="749612971"/>
      </p:ext>
    </p:extLst>
  </p:cSld>
  <p:clrMapOvr>
    <a:masterClrMapping/>
  </p:clrMapOvr>
</p:notes>
</file>

<file path=ppt/notesSlides/notesSlide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985</a:t>
            </a:fld>
            <a:endParaRPr lang="en-US" dirty="0"/>
          </a:p>
        </p:txBody>
      </p:sp>
    </p:spTree>
    <p:extLst>
      <p:ext uri="{BB962C8B-B14F-4D97-AF65-F5344CB8AC3E}">
        <p14:creationId xmlns:p14="http://schemas.microsoft.com/office/powerpoint/2010/main" val="2677287733"/>
      </p:ext>
    </p:extLst>
  </p:cSld>
  <p:clrMapOvr>
    <a:masterClrMapping/>
  </p:clrMapOvr>
</p:notes>
</file>

<file path=ppt/notesSlides/notesSlide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986</a:t>
            </a:fld>
            <a:endParaRPr lang="en-US" dirty="0"/>
          </a:p>
        </p:txBody>
      </p:sp>
    </p:spTree>
    <p:extLst>
      <p:ext uri="{BB962C8B-B14F-4D97-AF65-F5344CB8AC3E}">
        <p14:creationId xmlns:p14="http://schemas.microsoft.com/office/powerpoint/2010/main" val="1324335596"/>
      </p:ext>
    </p:extLst>
  </p:cSld>
  <p:clrMapOvr>
    <a:masterClrMapping/>
  </p:clrMapOvr>
</p:notes>
</file>

<file path=ppt/notesSlides/notesSlide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987</a:t>
            </a:fld>
            <a:endParaRPr lang="en-US" dirty="0"/>
          </a:p>
        </p:txBody>
      </p:sp>
    </p:spTree>
    <p:extLst>
      <p:ext uri="{BB962C8B-B14F-4D97-AF65-F5344CB8AC3E}">
        <p14:creationId xmlns:p14="http://schemas.microsoft.com/office/powerpoint/2010/main" val="854223906"/>
      </p:ext>
    </p:extLst>
  </p:cSld>
  <p:clrMapOvr>
    <a:masterClrMapping/>
  </p:clrMapOvr>
</p:notes>
</file>

<file path=ppt/notesSlides/notesSlide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988</a:t>
            </a:fld>
            <a:endParaRPr lang="en-US" dirty="0"/>
          </a:p>
        </p:txBody>
      </p:sp>
    </p:spTree>
    <p:extLst>
      <p:ext uri="{BB962C8B-B14F-4D97-AF65-F5344CB8AC3E}">
        <p14:creationId xmlns:p14="http://schemas.microsoft.com/office/powerpoint/2010/main" val="3732972163"/>
      </p:ext>
    </p:extLst>
  </p:cSld>
  <p:clrMapOvr>
    <a:masterClrMapping/>
  </p:clrMapOvr>
</p:notes>
</file>

<file path=ppt/notesSlides/notesSlide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989</a:t>
            </a:fld>
            <a:endParaRPr lang="en-US" dirty="0"/>
          </a:p>
        </p:txBody>
      </p:sp>
    </p:spTree>
    <p:extLst>
      <p:ext uri="{BB962C8B-B14F-4D97-AF65-F5344CB8AC3E}">
        <p14:creationId xmlns:p14="http://schemas.microsoft.com/office/powerpoint/2010/main" val="1222918148"/>
      </p:ext>
    </p:extLst>
  </p:cSld>
  <p:clrMapOvr>
    <a:masterClrMapping/>
  </p:clrMapOvr>
</p:notes>
</file>

<file path=ppt/notesSlides/notesSlide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990</a:t>
            </a:fld>
            <a:endParaRPr lang="en-US" dirty="0"/>
          </a:p>
        </p:txBody>
      </p:sp>
    </p:spTree>
    <p:extLst>
      <p:ext uri="{BB962C8B-B14F-4D97-AF65-F5344CB8AC3E}">
        <p14:creationId xmlns:p14="http://schemas.microsoft.com/office/powerpoint/2010/main" val="1373497948"/>
      </p:ext>
    </p:extLst>
  </p:cSld>
  <p:clrMapOvr>
    <a:masterClrMapping/>
  </p:clrMapOvr>
</p:notes>
</file>

<file path=ppt/notesSlides/notesSlide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991</a:t>
            </a:fld>
            <a:endParaRPr lang="en-US" dirty="0"/>
          </a:p>
        </p:txBody>
      </p:sp>
    </p:spTree>
    <p:extLst>
      <p:ext uri="{BB962C8B-B14F-4D97-AF65-F5344CB8AC3E}">
        <p14:creationId xmlns:p14="http://schemas.microsoft.com/office/powerpoint/2010/main" val="683969846"/>
      </p:ext>
    </p:extLst>
  </p:cSld>
  <p:clrMapOvr>
    <a:masterClrMapping/>
  </p:clrMapOvr>
</p:notes>
</file>

<file path=ppt/notesSlides/notesSlide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992</a:t>
            </a:fld>
            <a:endParaRPr lang="en-US" dirty="0"/>
          </a:p>
        </p:txBody>
      </p:sp>
    </p:spTree>
    <p:extLst>
      <p:ext uri="{BB962C8B-B14F-4D97-AF65-F5344CB8AC3E}">
        <p14:creationId xmlns:p14="http://schemas.microsoft.com/office/powerpoint/2010/main" val="182069209"/>
      </p:ext>
    </p:extLst>
  </p:cSld>
  <p:clrMapOvr>
    <a:masterClrMapping/>
  </p:clrMapOvr>
</p:notes>
</file>

<file path=ppt/notesSlides/notesSlide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993</a:t>
            </a:fld>
            <a:endParaRPr lang="en-US" dirty="0"/>
          </a:p>
        </p:txBody>
      </p:sp>
    </p:spTree>
    <p:extLst>
      <p:ext uri="{BB962C8B-B14F-4D97-AF65-F5344CB8AC3E}">
        <p14:creationId xmlns:p14="http://schemas.microsoft.com/office/powerpoint/2010/main" val="2715565401"/>
      </p:ext>
    </p:extLst>
  </p:cSld>
  <p:clrMapOvr>
    <a:masterClrMapping/>
  </p:clrMapOvr>
</p:notes>
</file>

<file path=ppt/notesSlides/notesSlide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994</a:t>
            </a:fld>
            <a:endParaRPr lang="en-US" dirty="0"/>
          </a:p>
        </p:txBody>
      </p:sp>
    </p:spTree>
    <p:extLst>
      <p:ext uri="{BB962C8B-B14F-4D97-AF65-F5344CB8AC3E}">
        <p14:creationId xmlns:p14="http://schemas.microsoft.com/office/powerpoint/2010/main" val="4156994853"/>
      </p:ext>
    </p:extLst>
  </p:cSld>
  <p:clrMapOvr>
    <a:masterClrMapping/>
  </p:clrMapOvr>
</p:notes>
</file>

<file path=ppt/notesSlides/notesSlide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995</a:t>
            </a:fld>
            <a:endParaRPr lang="en-US" dirty="0"/>
          </a:p>
        </p:txBody>
      </p:sp>
    </p:spTree>
    <p:extLst>
      <p:ext uri="{BB962C8B-B14F-4D97-AF65-F5344CB8AC3E}">
        <p14:creationId xmlns:p14="http://schemas.microsoft.com/office/powerpoint/2010/main" val="1339343643"/>
      </p:ext>
    </p:extLst>
  </p:cSld>
  <p:clrMapOvr>
    <a:masterClrMapping/>
  </p:clrMapOvr>
</p:notes>
</file>

<file path=ppt/notesSlides/notesSlide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996</a:t>
            </a:fld>
            <a:endParaRPr lang="en-US" dirty="0"/>
          </a:p>
        </p:txBody>
      </p:sp>
    </p:spTree>
    <p:extLst>
      <p:ext uri="{BB962C8B-B14F-4D97-AF65-F5344CB8AC3E}">
        <p14:creationId xmlns:p14="http://schemas.microsoft.com/office/powerpoint/2010/main" val="2794736512"/>
      </p:ext>
    </p:extLst>
  </p:cSld>
  <p:clrMapOvr>
    <a:masterClrMapping/>
  </p:clrMapOvr>
</p:notes>
</file>

<file path=ppt/notesSlides/notesSlide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997</a:t>
            </a:fld>
            <a:endParaRPr lang="en-US" dirty="0"/>
          </a:p>
        </p:txBody>
      </p:sp>
    </p:spTree>
    <p:extLst>
      <p:ext uri="{BB962C8B-B14F-4D97-AF65-F5344CB8AC3E}">
        <p14:creationId xmlns:p14="http://schemas.microsoft.com/office/powerpoint/2010/main" val="1927628788"/>
      </p:ext>
    </p:extLst>
  </p:cSld>
  <p:clrMapOvr>
    <a:masterClrMapping/>
  </p:clrMapOvr>
</p:notes>
</file>

<file path=ppt/notesSlides/notesSlide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998</a:t>
            </a:fld>
            <a:endParaRPr lang="en-US" dirty="0"/>
          </a:p>
        </p:txBody>
      </p:sp>
    </p:spTree>
    <p:extLst>
      <p:ext uri="{BB962C8B-B14F-4D97-AF65-F5344CB8AC3E}">
        <p14:creationId xmlns:p14="http://schemas.microsoft.com/office/powerpoint/2010/main" val="2131213493"/>
      </p:ext>
    </p:extLst>
  </p:cSld>
  <p:clrMapOvr>
    <a:masterClrMapping/>
  </p:clrMapOvr>
</p:notes>
</file>

<file path=ppt/notesSlides/notesSlide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999</a:t>
            </a:fld>
            <a:endParaRPr lang="en-US" dirty="0"/>
          </a:p>
        </p:txBody>
      </p:sp>
    </p:spTree>
    <p:extLst>
      <p:ext uri="{BB962C8B-B14F-4D97-AF65-F5344CB8AC3E}">
        <p14:creationId xmlns:p14="http://schemas.microsoft.com/office/powerpoint/2010/main" val="2778325631"/>
      </p:ext>
    </p:extLst>
  </p:cSld>
  <p:clrMapOvr>
    <a:masterClrMapping/>
  </p:clrMapOvr>
</p:notes>
</file>

<file path=ppt/notesSlides/notesSlide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1000</a:t>
            </a:fld>
            <a:endParaRPr lang="en-US" dirty="0"/>
          </a:p>
        </p:txBody>
      </p:sp>
    </p:spTree>
    <p:extLst>
      <p:ext uri="{BB962C8B-B14F-4D97-AF65-F5344CB8AC3E}">
        <p14:creationId xmlns:p14="http://schemas.microsoft.com/office/powerpoint/2010/main" val="957565323"/>
      </p:ext>
    </p:extLst>
  </p:cSld>
  <p:clrMapOvr>
    <a:masterClrMapping/>
  </p:clrMapOvr>
</p:notes>
</file>

<file path=ppt/notesSlides/notesSlide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1001</a:t>
            </a:fld>
            <a:endParaRPr lang="en-US" dirty="0"/>
          </a:p>
        </p:txBody>
      </p:sp>
    </p:spTree>
    <p:extLst>
      <p:ext uri="{BB962C8B-B14F-4D97-AF65-F5344CB8AC3E}">
        <p14:creationId xmlns:p14="http://schemas.microsoft.com/office/powerpoint/2010/main" val="3360620228"/>
      </p:ext>
    </p:extLst>
  </p:cSld>
  <p:clrMapOvr>
    <a:masterClrMapping/>
  </p:clrMapOvr>
</p:notes>
</file>

<file path=ppt/notesSlides/notesSlide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1002</a:t>
            </a:fld>
            <a:endParaRPr lang="en-US" dirty="0"/>
          </a:p>
        </p:txBody>
      </p:sp>
    </p:spTree>
    <p:extLst>
      <p:ext uri="{BB962C8B-B14F-4D97-AF65-F5344CB8AC3E}">
        <p14:creationId xmlns:p14="http://schemas.microsoft.com/office/powerpoint/2010/main" val="609311475"/>
      </p:ext>
    </p:extLst>
  </p:cSld>
  <p:clrMapOvr>
    <a:masterClrMapping/>
  </p:clrMapOvr>
</p:notes>
</file>

<file path=ppt/notesSlides/notesSlide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1003</a:t>
            </a:fld>
            <a:endParaRPr lang="en-US" dirty="0"/>
          </a:p>
        </p:txBody>
      </p:sp>
    </p:spTree>
    <p:extLst>
      <p:ext uri="{BB962C8B-B14F-4D97-AF65-F5344CB8AC3E}">
        <p14:creationId xmlns:p14="http://schemas.microsoft.com/office/powerpoint/2010/main" val="1682899159"/>
      </p:ext>
    </p:extLst>
  </p:cSld>
  <p:clrMapOvr>
    <a:masterClrMapping/>
  </p:clrMapOvr>
</p:notes>
</file>

<file path=ppt/notesSlides/notesSlide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1004</a:t>
            </a:fld>
            <a:endParaRPr lang="en-US" dirty="0"/>
          </a:p>
        </p:txBody>
      </p:sp>
    </p:spTree>
    <p:extLst>
      <p:ext uri="{BB962C8B-B14F-4D97-AF65-F5344CB8AC3E}">
        <p14:creationId xmlns:p14="http://schemas.microsoft.com/office/powerpoint/2010/main" val="356657872"/>
      </p:ext>
    </p:extLst>
  </p:cSld>
  <p:clrMapOvr>
    <a:masterClrMapping/>
  </p:clrMapOvr>
</p:notes>
</file>

<file path=ppt/notesSlides/notesSlide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1005</a:t>
            </a:fld>
            <a:endParaRPr lang="en-US" dirty="0"/>
          </a:p>
        </p:txBody>
      </p:sp>
    </p:spTree>
    <p:extLst>
      <p:ext uri="{BB962C8B-B14F-4D97-AF65-F5344CB8AC3E}">
        <p14:creationId xmlns:p14="http://schemas.microsoft.com/office/powerpoint/2010/main" val="616048900"/>
      </p:ext>
    </p:extLst>
  </p:cSld>
  <p:clrMapOvr>
    <a:masterClrMapping/>
  </p:clrMapOvr>
</p:notes>
</file>

<file path=ppt/notesSlides/notesSlide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1006</a:t>
            </a:fld>
            <a:endParaRPr lang="en-US" dirty="0"/>
          </a:p>
        </p:txBody>
      </p:sp>
    </p:spTree>
    <p:extLst>
      <p:ext uri="{BB962C8B-B14F-4D97-AF65-F5344CB8AC3E}">
        <p14:creationId xmlns:p14="http://schemas.microsoft.com/office/powerpoint/2010/main" val="1866875860"/>
      </p:ext>
    </p:extLst>
  </p:cSld>
  <p:clrMapOvr>
    <a:masterClrMapping/>
  </p:clrMapOvr>
</p:notes>
</file>

<file path=ppt/notesSlides/notesSlide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1007</a:t>
            </a:fld>
            <a:endParaRPr lang="en-US" dirty="0"/>
          </a:p>
        </p:txBody>
      </p:sp>
    </p:spTree>
    <p:extLst>
      <p:ext uri="{BB962C8B-B14F-4D97-AF65-F5344CB8AC3E}">
        <p14:creationId xmlns:p14="http://schemas.microsoft.com/office/powerpoint/2010/main" val="641760330"/>
      </p:ext>
    </p:extLst>
  </p:cSld>
  <p:clrMapOvr>
    <a:masterClrMapping/>
  </p:clrMapOvr>
</p:notes>
</file>

<file path=ppt/notesSlides/notesSlide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1008</a:t>
            </a:fld>
            <a:endParaRPr lang="en-US" dirty="0"/>
          </a:p>
        </p:txBody>
      </p:sp>
    </p:spTree>
    <p:extLst>
      <p:ext uri="{BB962C8B-B14F-4D97-AF65-F5344CB8AC3E}">
        <p14:creationId xmlns:p14="http://schemas.microsoft.com/office/powerpoint/2010/main" val="1540002276"/>
      </p:ext>
    </p:extLst>
  </p:cSld>
  <p:clrMapOvr>
    <a:masterClrMapping/>
  </p:clrMapOvr>
</p:notes>
</file>

<file path=ppt/notesSlides/notesSlide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1009</a:t>
            </a:fld>
            <a:endParaRPr lang="en-US" dirty="0"/>
          </a:p>
        </p:txBody>
      </p:sp>
    </p:spTree>
    <p:extLst>
      <p:ext uri="{BB962C8B-B14F-4D97-AF65-F5344CB8AC3E}">
        <p14:creationId xmlns:p14="http://schemas.microsoft.com/office/powerpoint/2010/main" val="547151792"/>
      </p:ext>
    </p:extLst>
  </p:cSld>
  <p:clrMapOvr>
    <a:masterClrMapping/>
  </p:clrMapOvr>
</p:notes>
</file>

<file path=ppt/notesSlides/notesSlide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1010</a:t>
            </a:fld>
            <a:endParaRPr lang="en-US" dirty="0"/>
          </a:p>
        </p:txBody>
      </p:sp>
    </p:spTree>
    <p:extLst>
      <p:ext uri="{BB962C8B-B14F-4D97-AF65-F5344CB8AC3E}">
        <p14:creationId xmlns:p14="http://schemas.microsoft.com/office/powerpoint/2010/main" val="1167657102"/>
      </p:ext>
    </p:extLst>
  </p:cSld>
  <p:clrMapOvr>
    <a:masterClrMapping/>
  </p:clrMapOvr>
</p:notes>
</file>

<file path=ppt/notesSlides/notesSlide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1011</a:t>
            </a:fld>
            <a:endParaRPr lang="en-US" dirty="0"/>
          </a:p>
        </p:txBody>
      </p:sp>
    </p:spTree>
    <p:extLst>
      <p:ext uri="{BB962C8B-B14F-4D97-AF65-F5344CB8AC3E}">
        <p14:creationId xmlns:p14="http://schemas.microsoft.com/office/powerpoint/2010/main" val="4286547211"/>
      </p:ext>
    </p:extLst>
  </p:cSld>
  <p:clrMapOvr>
    <a:masterClrMapping/>
  </p:clrMapOvr>
</p:notes>
</file>

<file path=ppt/notesSlides/notesSlide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1012</a:t>
            </a:fld>
            <a:endParaRPr lang="en-US" dirty="0"/>
          </a:p>
        </p:txBody>
      </p:sp>
    </p:spTree>
    <p:extLst>
      <p:ext uri="{BB962C8B-B14F-4D97-AF65-F5344CB8AC3E}">
        <p14:creationId xmlns:p14="http://schemas.microsoft.com/office/powerpoint/2010/main" val="908872743"/>
      </p:ext>
    </p:extLst>
  </p:cSld>
  <p:clrMapOvr>
    <a:masterClrMapping/>
  </p:clrMapOvr>
</p:notes>
</file>

<file path=ppt/notesSlides/notesSlide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1013</a:t>
            </a:fld>
            <a:endParaRPr lang="en-US" dirty="0"/>
          </a:p>
        </p:txBody>
      </p:sp>
    </p:spTree>
    <p:extLst>
      <p:ext uri="{BB962C8B-B14F-4D97-AF65-F5344CB8AC3E}">
        <p14:creationId xmlns:p14="http://schemas.microsoft.com/office/powerpoint/2010/main" val="3592792326"/>
      </p:ext>
    </p:extLst>
  </p:cSld>
  <p:clrMapOvr>
    <a:masterClrMapping/>
  </p:clrMapOvr>
</p:notes>
</file>

<file path=ppt/notesSlides/notesSlide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1014</a:t>
            </a:fld>
            <a:endParaRPr lang="en-US" dirty="0"/>
          </a:p>
        </p:txBody>
      </p:sp>
    </p:spTree>
    <p:extLst>
      <p:ext uri="{BB962C8B-B14F-4D97-AF65-F5344CB8AC3E}">
        <p14:creationId xmlns:p14="http://schemas.microsoft.com/office/powerpoint/2010/main" val="2044890736"/>
      </p:ext>
    </p:extLst>
  </p:cSld>
  <p:clrMapOvr>
    <a:masterClrMapping/>
  </p:clrMapOvr>
</p:notes>
</file>

<file path=ppt/notesSlides/notesSlide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1015</a:t>
            </a:fld>
            <a:endParaRPr lang="en-US" dirty="0"/>
          </a:p>
        </p:txBody>
      </p:sp>
    </p:spTree>
    <p:extLst>
      <p:ext uri="{BB962C8B-B14F-4D97-AF65-F5344CB8AC3E}">
        <p14:creationId xmlns:p14="http://schemas.microsoft.com/office/powerpoint/2010/main" val="4182102502"/>
      </p:ext>
    </p:extLst>
  </p:cSld>
  <p:clrMapOvr>
    <a:masterClrMapping/>
  </p:clrMapOvr>
</p:notes>
</file>

<file path=ppt/notesSlides/notesSlide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1016</a:t>
            </a:fld>
            <a:endParaRPr lang="en-US" dirty="0"/>
          </a:p>
        </p:txBody>
      </p:sp>
    </p:spTree>
    <p:extLst>
      <p:ext uri="{BB962C8B-B14F-4D97-AF65-F5344CB8AC3E}">
        <p14:creationId xmlns:p14="http://schemas.microsoft.com/office/powerpoint/2010/main" val="3894158220"/>
      </p:ext>
    </p:extLst>
  </p:cSld>
  <p:clrMapOvr>
    <a:masterClrMapping/>
  </p:clrMapOvr>
</p:notes>
</file>

<file path=ppt/notesSlides/notesSlide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1017</a:t>
            </a:fld>
            <a:endParaRPr lang="en-US" dirty="0"/>
          </a:p>
        </p:txBody>
      </p:sp>
    </p:spTree>
    <p:extLst>
      <p:ext uri="{BB962C8B-B14F-4D97-AF65-F5344CB8AC3E}">
        <p14:creationId xmlns:p14="http://schemas.microsoft.com/office/powerpoint/2010/main" val="2000532240"/>
      </p:ext>
    </p:extLst>
  </p:cSld>
  <p:clrMapOvr>
    <a:masterClrMapping/>
  </p:clrMapOvr>
</p:notes>
</file>

<file path=ppt/notesSlides/notesSlide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1018</a:t>
            </a:fld>
            <a:endParaRPr lang="en-US" dirty="0"/>
          </a:p>
        </p:txBody>
      </p:sp>
    </p:spTree>
    <p:extLst>
      <p:ext uri="{BB962C8B-B14F-4D97-AF65-F5344CB8AC3E}">
        <p14:creationId xmlns:p14="http://schemas.microsoft.com/office/powerpoint/2010/main" val="1024433641"/>
      </p:ext>
    </p:extLst>
  </p:cSld>
  <p:clrMapOvr>
    <a:masterClrMapping/>
  </p:clrMapOvr>
</p:notes>
</file>

<file path=ppt/notesSlides/notesSlide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1019</a:t>
            </a:fld>
            <a:endParaRPr lang="en-US" dirty="0"/>
          </a:p>
        </p:txBody>
      </p:sp>
    </p:spTree>
    <p:extLst>
      <p:ext uri="{BB962C8B-B14F-4D97-AF65-F5344CB8AC3E}">
        <p14:creationId xmlns:p14="http://schemas.microsoft.com/office/powerpoint/2010/main" val="3666380651"/>
      </p:ext>
    </p:extLst>
  </p:cSld>
  <p:clrMapOvr>
    <a:masterClrMapping/>
  </p:clrMapOvr>
</p:notes>
</file>

<file path=ppt/notesSlides/notesSlide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1020</a:t>
            </a:fld>
            <a:endParaRPr lang="en-US" dirty="0"/>
          </a:p>
        </p:txBody>
      </p:sp>
    </p:spTree>
    <p:extLst>
      <p:ext uri="{BB962C8B-B14F-4D97-AF65-F5344CB8AC3E}">
        <p14:creationId xmlns:p14="http://schemas.microsoft.com/office/powerpoint/2010/main" val="1137815241"/>
      </p:ext>
    </p:extLst>
  </p:cSld>
  <p:clrMapOvr>
    <a:masterClrMapping/>
  </p:clrMapOvr>
</p:notes>
</file>

<file path=ppt/notesSlides/notesSlide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1021</a:t>
            </a:fld>
            <a:endParaRPr lang="en-US" dirty="0"/>
          </a:p>
        </p:txBody>
      </p:sp>
    </p:spTree>
    <p:extLst>
      <p:ext uri="{BB962C8B-B14F-4D97-AF65-F5344CB8AC3E}">
        <p14:creationId xmlns:p14="http://schemas.microsoft.com/office/powerpoint/2010/main" val="2844469629"/>
      </p:ext>
    </p:extLst>
  </p:cSld>
  <p:clrMapOvr>
    <a:masterClrMapping/>
  </p:clrMapOvr>
</p:notes>
</file>

<file path=ppt/notesSlides/notesSlide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1022</a:t>
            </a:fld>
            <a:endParaRPr lang="en-US" dirty="0"/>
          </a:p>
        </p:txBody>
      </p:sp>
    </p:spTree>
    <p:extLst>
      <p:ext uri="{BB962C8B-B14F-4D97-AF65-F5344CB8AC3E}">
        <p14:creationId xmlns:p14="http://schemas.microsoft.com/office/powerpoint/2010/main" val="2761461849"/>
      </p:ext>
    </p:extLst>
  </p:cSld>
  <p:clrMapOvr>
    <a:masterClrMapping/>
  </p:clrMapOvr>
</p:notes>
</file>

<file path=ppt/notesSlides/notesSlide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1023</a:t>
            </a:fld>
            <a:endParaRPr lang="en-US" dirty="0"/>
          </a:p>
        </p:txBody>
      </p:sp>
    </p:spTree>
    <p:extLst>
      <p:ext uri="{BB962C8B-B14F-4D97-AF65-F5344CB8AC3E}">
        <p14:creationId xmlns:p14="http://schemas.microsoft.com/office/powerpoint/2010/main" val="2854219385"/>
      </p:ext>
    </p:extLst>
  </p:cSld>
  <p:clrMapOvr>
    <a:masterClrMapping/>
  </p:clrMapOvr>
</p:notes>
</file>

<file path=ppt/notesSlides/notesSlide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1024</a:t>
            </a:fld>
            <a:endParaRPr lang="en-US" dirty="0"/>
          </a:p>
        </p:txBody>
      </p:sp>
    </p:spTree>
    <p:extLst>
      <p:ext uri="{BB962C8B-B14F-4D97-AF65-F5344CB8AC3E}">
        <p14:creationId xmlns:p14="http://schemas.microsoft.com/office/powerpoint/2010/main" val="2761075412"/>
      </p:ext>
    </p:extLst>
  </p:cSld>
  <p:clrMapOvr>
    <a:masterClrMapping/>
  </p:clrMapOvr>
</p:notes>
</file>

<file path=ppt/notesSlides/notesSlide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1025</a:t>
            </a:fld>
            <a:endParaRPr lang="en-US" dirty="0"/>
          </a:p>
        </p:txBody>
      </p:sp>
    </p:spTree>
    <p:extLst>
      <p:ext uri="{BB962C8B-B14F-4D97-AF65-F5344CB8AC3E}">
        <p14:creationId xmlns:p14="http://schemas.microsoft.com/office/powerpoint/2010/main" val="2545699960"/>
      </p:ext>
    </p:extLst>
  </p:cSld>
  <p:clrMapOvr>
    <a:masterClrMapping/>
  </p:clrMapOvr>
</p:notes>
</file>

<file path=ppt/notesSlides/notesSlide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1026</a:t>
            </a:fld>
            <a:endParaRPr lang="en-US" dirty="0"/>
          </a:p>
        </p:txBody>
      </p:sp>
    </p:spTree>
    <p:extLst>
      <p:ext uri="{BB962C8B-B14F-4D97-AF65-F5344CB8AC3E}">
        <p14:creationId xmlns:p14="http://schemas.microsoft.com/office/powerpoint/2010/main" val="2538842473"/>
      </p:ext>
    </p:extLst>
  </p:cSld>
  <p:clrMapOvr>
    <a:masterClrMapping/>
  </p:clrMapOvr>
</p:notes>
</file>

<file path=ppt/notesSlides/notesSlide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1027</a:t>
            </a:fld>
            <a:endParaRPr lang="en-US" dirty="0"/>
          </a:p>
        </p:txBody>
      </p:sp>
    </p:spTree>
    <p:extLst>
      <p:ext uri="{BB962C8B-B14F-4D97-AF65-F5344CB8AC3E}">
        <p14:creationId xmlns:p14="http://schemas.microsoft.com/office/powerpoint/2010/main" val="2289804871"/>
      </p:ext>
    </p:extLst>
  </p:cSld>
  <p:clrMapOvr>
    <a:masterClrMapping/>
  </p:clrMapOvr>
</p:notes>
</file>

<file path=ppt/notesSlides/notesSlide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1028</a:t>
            </a:fld>
            <a:endParaRPr lang="en-US" dirty="0"/>
          </a:p>
        </p:txBody>
      </p:sp>
    </p:spTree>
    <p:extLst>
      <p:ext uri="{BB962C8B-B14F-4D97-AF65-F5344CB8AC3E}">
        <p14:creationId xmlns:p14="http://schemas.microsoft.com/office/powerpoint/2010/main" val="3049431393"/>
      </p:ext>
    </p:extLst>
  </p:cSld>
  <p:clrMapOvr>
    <a:masterClrMapping/>
  </p:clrMapOvr>
</p:notes>
</file>

<file path=ppt/notesSlides/notesSlide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1029</a:t>
            </a:fld>
            <a:endParaRPr lang="en-US" dirty="0"/>
          </a:p>
        </p:txBody>
      </p:sp>
    </p:spTree>
    <p:extLst>
      <p:ext uri="{BB962C8B-B14F-4D97-AF65-F5344CB8AC3E}">
        <p14:creationId xmlns:p14="http://schemas.microsoft.com/office/powerpoint/2010/main" val="413893345"/>
      </p:ext>
    </p:extLst>
  </p:cSld>
  <p:clrMapOvr>
    <a:masterClrMapping/>
  </p:clrMapOvr>
</p:notes>
</file>

<file path=ppt/notesSlides/notesSlide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1030</a:t>
            </a:fld>
            <a:endParaRPr lang="en-US" dirty="0"/>
          </a:p>
        </p:txBody>
      </p:sp>
    </p:spTree>
    <p:extLst>
      <p:ext uri="{BB962C8B-B14F-4D97-AF65-F5344CB8AC3E}">
        <p14:creationId xmlns:p14="http://schemas.microsoft.com/office/powerpoint/2010/main" val="3182945903"/>
      </p:ext>
    </p:extLst>
  </p:cSld>
  <p:clrMapOvr>
    <a:masterClrMapping/>
  </p:clrMapOvr>
</p:notes>
</file>

<file path=ppt/notesSlides/notesSlide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1031</a:t>
            </a:fld>
            <a:endParaRPr lang="en-US" dirty="0"/>
          </a:p>
        </p:txBody>
      </p:sp>
    </p:spTree>
    <p:extLst>
      <p:ext uri="{BB962C8B-B14F-4D97-AF65-F5344CB8AC3E}">
        <p14:creationId xmlns:p14="http://schemas.microsoft.com/office/powerpoint/2010/main" val="3896280179"/>
      </p:ext>
    </p:extLst>
  </p:cSld>
  <p:clrMapOvr>
    <a:masterClrMapping/>
  </p:clrMapOvr>
</p:notes>
</file>

<file path=ppt/notesSlides/notesSlide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1032</a:t>
            </a:fld>
            <a:endParaRPr lang="en-US" dirty="0"/>
          </a:p>
        </p:txBody>
      </p:sp>
    </p:spTree>
    <p:extLst>
      <p:ext uri="{BB962C8B-B14F-4D97-AF65-F5344CB8AC3E}">
        <p14:creationId xmlns:p14="http://schemas.microsoft.com/office/powerpoint/2010/main" val="1442781622"/>
      </p:ext>
    </p:extLst>
  </p:cSld>
  <p:clrMapOvr>
    <a:masterClrMapping/>
  </p:clrMapOvr>
</p:notes>
</file>

<file path=ppt/notesSlides/notesSlide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1033</a:t>
            </a:fld>
            <a:endParaRPr lang="en-US" dirty="0"/>
          </a:p>
        </p:txBody>
      </p:sp>
    </p:spTree>
    <p:extLst>
      <p:ext uri="{BB962C8B-B14F-4D97-AF65-F5344CB8AC3E}">
        <p14:creationId xmlns:p14="http://schemas.microsoft.com/office/powerpoint/2010/main" val="3137411967"/>
      </p:ext>
    </p:extLst>
  </p:cSld>
  <p:clrMapOvr>
    <a:masterClrMapping/>
  </p:clrMapOvr>
</p:notes>
</file>

<file path=ppt/notesSlides/notesSlide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1034</a:t>
            </a:fld>
            <a:endParaRPr lang="en-US" dirty="0"/>
          </a:p>
        </p:txBody>
      </p:sp>
    </p:spTree>
    <p:extLst>
      <p:ext uri="{BB962C8B-B14F-4D97-AF65-F5344CB8AC3E}">
        <p14:creationId xmlns:p14="http://schemas.microsoft.com/office/powerpoint/2010/main" val="225281296"/>
      </p:ext>
    </p:extLst>
  </p:cSld>
  <p:clrMapOvr>
    <a:masterClrMapping/>
  </p:clrMapOvr>
</p:notes>
</file>

<file path=ppt/notesSlides/notesSlide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1035</a:t>
            </a:fld>
            <a:endParaRPr lang="en-US" dirty="0"/>
          </a:p>
        </p:txBody>
      </p:sp>
    </p:spTree>
    <p:extLst>
      <p:ext uri="{BB962C8B-B14F-4D97-AF65-F5344CB8AC3E}">
        <p14:creationId xmlns:p14="http://schemas.microsoft.com/office/powerpoint/2010/main" val="432686691"/>
      </p:ext>
    </p:extLst>
  </p:cSld>
  <p:clrMapOvr>
    <a:masterClrMapping/>
  </p:clrMapOvr>
</p:notes>
</file>

<file path=ppt/notesSlides/notesSlide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1036</a:t>
            </a:fld>
            <a:endParaRPr lang="en-US" dirty="0"/>
          </a:p>
        </p:txBody>
      </p:sp>
    </p:spTree>
    <p:extLst>
      <p:ext uri="{BB962C8B-B14F-4D97-AF65-F5344CB8AC3E}">
        <p14:creationId xmlns:p14="http://schemas.microsoft.com/office/powerpoint/2010/main" val="538055296"/>
      </p:ext>
    </p:extLst>
  </p:cSld>
  <p:clrMapOvr>
    <a:masterClrMapping/>
  </p:clrMapOvr>
</p:notes>
</file>

<file path=ppt/notesSlides/notesSlide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1037</a:t>
            </a:fld>
            <a:endParaRPr lang="en-US" dirty="0"/>
          </a:p>
        </p:txBody>
      </p:sp>
    </p:spTree>
    <p:extLst>
      <p:ext uri="{BB962C8B-B14F-4D97-AF65-F5344CB8AC3E}">
        <p14:creationId xmlns:p14="http://schemas.microsoft.com/office/powerpoint/2010/main" val="3404924759"/>
      </p:ext>
    </p:extLst>
  </p:cSld>
  <p:clrMapOvr>
    <a:masterClrMapping/>
  </p:clrMapOvr>
</p:notes>
</file>

<file path=ppt/notesSlides/notesSlide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1038</a:t>
            </a:fld>
            <a:endParaRPr lang="en-US" dirty="0"/>
          </a:p>
        </p:txBody>
      </p:sp>
    </p:spTree>
    <p:extLst>
      <p:ext uri="{BB962C8B-B14F-4D97-AF65-F5344CB8AC3E}">
        <p14:creationId xmlns:p14="http://schemas.microsoft.com/office/powerpoint/2010/main" val="180182196"/>
      </p:ext>
    </p:extLst>
  </p:cSld>
  <p:clrMapOvr>
    <a:masterClrMapping/>
  </p:clrMapOvr>
</p:notes>
</file>

<file path=ppt/notesSlides/notesSlide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1039</a:t>
            </a:fld>
            <a:endParaRPr lang="en-US" dirty="0"/>
          </a:p>
        </p:txBody>
      </p:sp>
    </p:spTree>
    <p:extLst>
      <p:ext uri="{BB962C8B-B14F-4D97-AF65-F5344CB8AC3E}">
        <p14:creationId xmlns:p14="http://schemas.microsoft.com/office/powerpoint/2010/main" val="3759471025"/>
      </p:ext>
    </p:extLst>
  </p:cSld>
  <p:clrMapOvr>
    <a:masterClrMapping/>
  </p:clrMapOvr>
</p:notes>
</file>

<file path=ppt/notesSlides/notesSlide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1040</a:t>
            </a:fld>
            <a:endParaRPr lang="en-US" dirty="0"/>
          </a:p>
        </p:txBody>
      </p:sp>
    </p:spTree>
    <p:extLst>
      <p:ext uri="{BB962C8B-B14F-4D97-AF65-F5344CB8AC3E}">
        <p14:creationId xmlns:p14="http://schemas.microsoft.com/office/powerpoint/2010/main" val="2034928108"/>
      </p:ext>
    </p:extLst>
  </p:cSld>
  <p:clrMapOvr>
    <a:masterClrMapping/>
  </p:clrMapOvr>
</p:notes>
</file>

<file path=ppt/notesSlides/notesSlide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1041</a:t>
            </a:fld>
            <a:endParaRPr lang="en-US" dirty="0"/>
          </a:p>
        </p:txBody>
      </p:sp>
    </p:spTree>
    <p:extLst>
      <p:ext uri="{BB962C8B-B14F-4D97-AF65-F5344CB8AC3E}">
        <p14:creationId xmlns:p14="http://schemas.microsoft.com/office/powerpoint/2010/main" val="1415555353"/>
      </p:ext>
    </p:extLst>
  </p:cSld>
  <p:clrMapOvr>
    <a:masterClrMapping/>
  </p:clrMapOvr>
</p:notes>
</file>

<file path=ppt/notesSlides/notesSlide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1042</a:t>
            </a:fld>
            <a:endParaRPr lang="en-US" dirty="0"/>
          </a:p>
        </p:txBody>
      </p:sp>
    </p:spTree>
    <p:extLst>
      <p:ext uri="{BB962C8B-B14F-4D97-AF65-F5344CB8AC3E}">
        <p14:creationId xmlns:p14="http://schemas.microsoft.com/office/powerpoint/2010/main" val="2611658569"/>
      </p:ext>
    </p:extLst>
  </p:cSld>
  <p:clrMapOvr>
    <a:masterClrMapping/>
  </p:clrMapOvr>
</p:notes>
</file>

<file path=ppt/notesSlides/notesSlide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1043</a:t>
            </a:fld>
            <a:endParaRPr lang="en-US" dirty="0"/>
          </a:p>
        </p:txBody>
      </p:sp>
    </p:spTree>
    <p:extLst>
      <p:ext uri="{BB962C8B-B14F-4D97-AF65-F5344CB8AC3E}">
        <p14:creationId xmlns:p14="http://schemas.microsoft.com/office/powerpoint/2010/main" val="3779734609"/>
      </p:ext>
    </p:extLst>
  </p:cSld>
  <p:clrMapOvr>
    <a:masterClrMapping/>
  </p:clrMapOvr>
</p:notes>
</file>

<file path=ppt/notesSlides/notesSlide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1044</a:t>
            </a:fld>
            <a:endParaRPr lang="en-US" dirty="0"/>
          </a:p>
        </p:txBody>
      </p:sp>
    </p:spTree>
    <p:extLst>
      <p:ext uri="{BB962C8B-B14F-4D97-AF65-F5344CB8AC3E}">
        <p14:creationId xmlns:p14="http://schemas.microsoft.com/office/powerpoint/2010/main" val="1794798474"/>
      </p:ext>
    </p:extLst>
  </p:cSld>
  <p:clrMapOvr>
    <a:masterClrMapping/>
  </p:clrMapOvr>
</p:notes>
</file>

<file path=ppt/notesSlides/notesSlide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1045</a:t>
            </a:fld>
            <a:endParaRPr lang="en-US" dirty="0"/>
          </a:p>
        </p:txBody>
      </p:sp>
    </p:spTree>
    <p:extLst>
      <p:ext uri="{BB962C8B-B14F-4D97-AF65-F5344CB8AC3E}">
        <p14:creationId xmlns:p14="http://schemas.microsoft.com/office/powerpoint/2010/main" val="1212809752"/>
      </p:ext>
    </p:extLst>
  </p:cSld>
  <p:clrMapOvr>
    <a:masterClrMapping/>
  </p:clrMapOvr>
</p:notes>
</file>

<file path=ppt/notesSlides/notesSlide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1046</a:t>
            </a:fld>
            <a:endParaRPr lang="en-US" dirty="0"/>
          </a:p>
        </p:txBody>
      </p:sp>
    </p:spTree>
    <p:extLst>
      <p:ext uri="{BB962C8B-B14F-4D97-AF65-F5344CB8AC3E}">
        <p14:creationId xmlns:p14="http://schemas.microsoft.com/office/powerpoint/2010/main" val="706524051"/>
      </p:ext>
    </p:extLst>
  </p:cSld>
  <p:clrMapOvr>
    <a:masterClrMapping/>
  </p:clrMapOvr>
</p:notes>
</file>

<file path=ppt/notesSlides/notesSlide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1047</a:t>
            </a:fld>
            <a:endParaRPr lang="en-US" dirty="0"/>
          </a:p>
        </p:txBody>
      </p:sp>
    </p:spTree>
    <p:extLst>
      <p:ext uri="{BB962C8B-B14F-4D97-AF65-F5344CB8AC3E}">
        <p14:creationId xmlns:p14="http://schemas.microsoft.com/office/powerpoint/2010/main" val="1696542525"/>
      </p:ext>
    </p:extLst>
  </p:cSld>
  <p:clrMapOvr>
    <a:masterClrMapping/>
  </p:clrMapOvr>
</p:notes>
</file>

<file path=ppt/notesSlides/notesSlide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1048</a:t>
            </a:fld>
            <a:endParaRPr lang="en-US" dirty="0"/>
          </a:p>
        </p:txBody>
      </p:sp>
    </p:spTree>
    <p:extLst>
      <p:ext uri="{BB962C8B-B14F-4D97-AF65-F5344CB8AC3E}">
        <p14:creationId xmlns:p14="http://schemas.microsoft.com/office/powerpoint/2010/main" val="4187312556"/>
      </p:ext>
    </p:extLst>
  </p:cSld>
  <p:clrMapOvr>
    <a:masterClrMapping/>
  </p:clrMapOvr>
</p:notes>
</file>

<file path=ppt/notesSlides/notesSlide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1049</a:t>
            </a:fld>
            <a:endParaRPr lang="en-US" dirty="0"/>
          </a:p>
        </p:txBody>
      </p:sp>
    </p:spTree>
    <p:extLst>
      <p:ext uri="{BB962C8B-B14F-4D97-AF65-F5344CB8AC3E}">
        <p14:creationId xmlns:p14="http://schemas.microsoft.com/office/powerpoint/2010/main" val="1722339129"/>
      </p:ext>
    </p:extLst>
  </p:cSld>
  <p:clrMapOvr>
    <a:masterClrMapping/>
  </p:clrMapOvr>
</p:notes>
</file>

<file path=ppt/notesSlides/notesSlide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1050</a:t>
            </a:fld>
            <a:endParaRPr lang="en-US" dirty="0"/>
          </a:p>
        </p:txBody>
      </p:sp>
    </p:spTree>
    <p:extLst>
      <p:ext uri="{BB962C8B-B14F-4D97-AF65-F5344CB8AC3E}">
        <p14:creationId xmlns:p14="http://schemas.microsoft.com/office/powerpoint/2010/main" val="2182634355"/>
      </p:ext>
    </p:extLst>
  </p:cSld>
  <p:clrMapOvr>
    <a:masterClrMapping/>
  </p:clrMapOvr>
</p:notes>
</file>

<file path=ppt/notesSlides/notesSlide1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1051</a:t>
            </a:fld>
            <a:endParaRPr lang="en-US" dirty="0"/>
          </a:p>
        </p:txBody>
      </p:sp>
    </p:spTree>
    <p:extLst>
      <p:ext uri="{BB962C8B-B14F-4D97-AF65-F5344CB8AC3E}">
        <p14:creationId xmlns:p14="http://schemas.microsoft.com/office/powerpoint/2010/main" val="756891588"/>
      </p:ext>
    </p:extLst>
  </p:cSld>
  <p:clrMapOvr>
    <a:masterClrMapping/>
  </p:clrMapOvr>
</p:notes>
</file>

<file path=ppt/notesSlides/notesSlide1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1052</a:t>
            </a:fld>
            <a:endParaRPr lang="en-US" dirty="0"/>
          </a:p>
        </p:txBody>
      </p:sp>
    </p:spTree>
    <p:extLst>
      <p:ext uri="{BB962C8B-B14F-4D97-AF65-F5344CB8AC3E}">
        <p14:creationId xmlns:p14="http://schemas.microsoft.com/office/powerpoint/2010/main" val="3758841882"/>
      </p:ext>
    </p:extLst>
  </p:cSld>
  <p:clrMapOvr>
    <a:masterClrMapping/>
  </p:clrMapOvr>
</p:notes>
</file>

<file path=ppt/notesSlides/notesSlide1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1053</a:t>
            </a:fld>
            <a:endParaRPr lang="en-US" dirty="0"/>
          </a:p>
        </p:txBody>
      </p:sp>
    </p:spTree>
    <p:extLst>
      <p:ext uri="{BB962C8B-B14F-4D97-AF65-F5344CB8AC3E}">
        <p14:creationId xmlns:p14="http://schemas.microsoft.com/office/powerpoint/2010/main" val="982513733"/>
      </p:ext>
    </p:extLst>
  </p:cSld>
  <p:clrMapOvr>
    <a:masterClrMapping/>
  </p:clrMapOvr>
</p:notes>
</file>

<file path=ppt/notesSlides/notesSlide1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1054</a:t>
            </a:fld>
            <a:endParaRPr lang="en-US" dirty="0"/>
          </a:p>
        </p:txBody>
      </p:sp>
    </p:spTree>
    <p:extLst>
      <p:ext uri="{BB962C8B-B14F-4D97-AF65-F5344CB8AC3E}">
        <p14:creationId xmlns:p14="http://schemas.microsoft.com/office/powerpoint/2010/main" val="2442274176"/>
      </p:ext>
    </p:extLst>
  </p:cSld>
  <p:clrMapOvr>
    <a:masterClrMapping/>
  </p:clrMapOvr>
</p:notes>
</file>

<file path=ppt/notesSlides/notesSlide1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1055</a:t>
            </a:fld>
            <a:endParaRPr lang="en-US" dirty="0"/>
          </a:p>
        </p:txBody>
      </p:sp>
    </p:spTree>
    <p:extLst>
      <p:ext uri="{BB962C8B-B14F-4D97-AF65-F5344CB8AC3E}">
        <p14:creationId xmlns:p14="http://schemas.microsoft.com/office/powerpoint/2010/main" val="3157863442"/>
      </p:ext>
    </p:extLst>
  </p:cSld>
  <p:clrMapOvr>
    <a:masterClrMapping/>
  </p:clrMapOvr>
</p:notes>
</file>

<file path=ppt/notesSlides/notesSlide1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1056</a:t>
            </a:fld>
            <a:endParaRPr lang="en-US" dirty="0"/>
          </a:p>
        </p:txBody>
      </p:sp>
    </p:spTree>
    <p:extLst>
      <p:ext uri="{BB962C8B-B14F-4D97-AF65-F5344CB8AC3E}">
        <p14:creationId xmlns:p14="http://schemas.microsoft.com/office/powerpoint/2010/main" val="871507846"/>
      </p:ext>
    </p:extLst>
  </p:cSld>
  <p:clrMapOvr>
    <a:masterClrMapping/>
  </p:clrMapOvr>
</p:notes>
</file>

<file path=ppt/notesSlides/notesSlide1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1057</a:t>
            </a:fld>
            <a:endParaRPr lang="en-US" dirty="0"/>
          </a:p>
        </p:txBody>
      </p:sp>
    </p:spTree>
    <p:extLst>
      <p:ext uri="{BB962C8B-B14F-4D97-AF65-F5344CB8AC3E}">
        <p14:creationId xmlns:p14="http://schemas.microsoft.com/office/powerpoint/2010/main" val="3523287899"/>
      </p:ext>
    </p:extLst>
  </p:cSld>
  <p:clrMapOvr>
    <a:masterClrMapping/>
  </p:clrMapOvr>
</p:notes>
</file>

<file path=ppt/notesSlides/notesSlide1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1058</a:t>
            </a:fld>
            <a:endParaRPr lang="en-US" dirty="0"/>
          </a:p>
        </p:txBody>
      </p:sp>
    </p:spTree>
    <p:extLst>
      <p:ext uri="{BB962C8B-B14F-4D97-AF65-F5344CB8AC3E}">
        <p14:creationId xmlns:p14="http://schemas.microsoft.com/office/powerpoint/2010/main" val="1864151356"/>
      </p:ext>
    </p:extLst>
  </p:cSld>
  <p:clrMapOvr>
    <a:masterClrMapping/>
  </p:clrMapOvr>
</p:notes>
</file>

<file path=ppt/notesSlides/notesSlide1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1059</a:t>
            </a:fld>
            <a:endParaRPr lang="en-US" dirty="0"/>
          </a:p>
        </p:txBody>
      </p:sp>
    </p:spTree>
    <p:extLst>
      <p:ext uri="{BB962C8B-B14F-4D97-AF65-F5344CB8AC3E}">
        <p14:creationId xmlns:p14="http://schemas.microsoft.com/office/powerpoint/2010/main" val="2347052757"/>
      </p:ext>
    </p:extLst>
  </p:cSld>
  <p:clrMapOvr>
    <a:masterClrMapping/>
  </p:clrMapOvr>
</p:notes>
</file>

<file path=ppt/notesSlides/notesSlide1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1060</a:t>
            </a:fld>
            <a:endParaRPr lang="en-US" dirty="0"/>
          </a:p>
        </p:txBody>
      </p:sp>
    </p:spTree>
    <p:extLst>
      <p:ext uri="{BB962C8B-B14F-4D97-AF65-F5344CB8AC3E}">
        <p14:creationId xmlns:p14="http://schemas.microsoft.com/office/powerpoint/2010/main" val="1362156019"/>
      </p:ext>
    </p:extLst>
  </p:cSld>
  <p:clrMapOvr>
    <a:masterClrMapping/>
  </p:clrMapOvr>
</p:notes>
</file>

<file path=ppt/notesSlides/notesSlide1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1061</a:t>
            </a:fld>
            <a:endParaRPr lang="en-US" dirty="0"/>
          </a:p>
        </p:txBody>
      </p:sp>
    </p:spTree>
    <p:extLst>
      <p:ext uri="{BB962C8B-B14F-4D97-AF65-F5344CB8AC3E}">
        <p14:creationId xmlns:p14="http://schemas.microsoft.com/office/powerpoint/2010/main" val="877885467"/>
      </p:ext>
    </p:extLst>
  </p:cSld>
  <p:clrMapOvr>
    <a:masterClrMapping/>
  </p:clrMapOvr>
</p:notes>
</file>

<file path=ppt/notesSlides/notesSlide1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1062</a:t>
            </a:fld>
            <a:endParaRPr lang="en-US" dirty="0"/>
          </a:p>
        </p:txBody>
      </p:sp>
    </p:spTree>
    <p:extLst>
      <p:ext uri="{BB962C8B-B14F-4D97-AF65-F5344CB8AC3E}">
        <p14:creationId xmlns:p14="http://schemas.microsoft.com/office/powerpoint/2010/main" val="2329431580"/>
      </p:ext>
    </p:extLst>
  </p:cSld>
  <p:clrMapOvr>
    <a:masterClrMapping/>
  </p:clrMapOvr>
</p:notes>
</file>

<file path=ppt/notesSlides/notesSlide1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1063</a:t>
            </a:fld>
            <a:endParaRPr lang="en-US" dirty="0"/>
          </a:p>
        </p:txBody>
      </p:sp>
    </p:spTree>
    <p:extLst>
      <p:ext uri="{BB962C8B-B14F-4D97-AF65-F5344CB8AC3E}">
        <p14:creationId xmlns:p14="http://schemas.microsoft.com/office/powerpoint/2010/main" val="720254977"/>
      </p:ext>
    </p:extLst>
  </p:cSld>
  <p:clrMapOvr>
    <a:masterClrMapping/>
  </p:clrMapOvr>
</p:notes>
</file>

<file path=ppt/notesSlides/notesSlide1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1064</a:t>
            </a:fld>
            <a:endParaRPr lang="en-US" dirty="0"/>
          </a:p>
        </p:txBody>
      </p:sp>
    </p:spTree>
    <p:extLst>
      <p:ext uri="{BB962C8B-B14F-4D97-AF65-F5344CB8AC3E}">
        <p14:creationId xmlns:p14="http://schemas.microsoft.com/office/powerpoint/2010/main" val="2508498984"/>
      </p:ext>
    </p:extLst>
  </p:cSld>
  <p:clrMapOvr>
    <a:masterClrMapping/>
  </p:clrMapOvr>
</p:notes>
</file>

<file path=ppt/notesSlides/notesSlide1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1065</a:t>
            </a:fld>
            <a:endParaRPr lang="en-US" dirty="0"/>
          </a:p>
        </p:txBody>
      </p:sp>
    </p:spTree>
    <p:extLst>
      <p:ext uri="{BB962C8B-B14F-4D97-AF65-F5344CB8AC3E}">
        <p14:creationId xmlns:p14="http://schemas.microsoft.com/office/powerpoint/2010/main" val="2712547167"/>
      </p:ext>
    </p:extLst>
  </p:cSld>
  <p:clrMapOvr>
    <a:masterClrMapping/>
  </p:clrMapOvr>
</p:notes>
</file>

<file path=ppt/notesSlides/notesSlide1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1066</a:t>
            </a:fld>
            <a:endParaRPr lang="en-US" dirty="0"/>
          </a:p>
        </p:txBody>
      </p:sp>
    </p:spTree>
    <p:extLst>
      <p:ext uri="{BB962C8B-B14F-4D97-AF65-F5344CB8AC3E}">
        <p14:creationId xmlns:p14="http://schemas.microsoft.com/office/powerpoint/2010/main" val="1874324670"/>
      </p:ext>
    </p:extLst>
  </p:cSld>
  <p:clrMapOvr>
    <a:masterClrMapping/>
  </p:clrMapOvr>
</p:notes>
</file>

<file path=ppt/notesSlides/notesSlide1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1067</a:t>
            </a:fld>
            <a:endParaRPr lang="en-US" dirty="0"/>
          </a:p>
        </p:txBody>
      </p:sp>
    </p:spTree>
    <p:extLst>
      <p:ext uri="{BB962C8B-B14F-4D97-AF65-F5344CB8AC3E}">
        <p14:creationId xmlns:p14="http://schemas.microsoft.com/office/powerpoint/2010/main" val="1957349701"/>
      </p:ext>
    </p:extLst>
  </p:cSld>
  <p:clrMapOvr>
    <a:masterClrMapping/>
  </p:clrMapOvr>
</p:notes>
</file>

<file path=ppt/notesSlides/notesSlide1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1068</a:t>
            </a:fld>
            <a:endParaRPr lang="en-US" dirty="0"/>
          </a:p>
        </p:txBody>
      </p:sp>
    </p:spTree>
    <p:extLst>
      <p:ext uri="{BB962C8B-B14F-4D97-AF65-F5344CB8AC3E}">
        <p14:creationId xmlns:p14="http://schemas.microsoft.com/office/powerpoint/2010/main" val="2238105825"/>
      </p:ext>
    </p:extLst>
  </p:cSld>
  <p:clrMapOvr>
    <a:masterClrMapping/>
  </p:clrMapOvr>
</p:notes>
</file>

<file path=ppt/notesSlides/notesSlide1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1069</a:t>
            </a:fld>
            <a:endParaRPr lang="en-US" dirty="0"/>
          </a:p>
        </p:txBody>
      </p:sp>
    </p:spTree>
    <p:extLst>
      <p:ext uri="{BB962C8B-B14F-4D97-AF65-F5344CB8AC3E}">
        <p14:creationId xmlns:p14="http://schemas.microsoft.com/office/powerpoint/2010/main" val="3923841988"/>
      </p:ext>
    </p:extLst>
  </p:cSld>
  <p:clrMapOvr>
    <a:masterClrMapping/>
  </p:clrMapOvr>
</p:notes>
</file>

<file path=ppt/notesSlides/notesSlide1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1070</a:t>
            </a:fld>
            <a:endParaRPr lang="en-US" dirty="0"/>
          </a:p>
        </p:txBody>
      </p:sp>
    </p:spTree>
    <p:extLst>
      <p:ext uri="{BB962C8B-B14F-4D97-AF65-F5344CB8AC3E}">
        <p14:creationId xmlns:p14="http://schemas.microsoft.com/office/powerpoint/2010/main" val="3367706118"/>
      </p:ext>
    </p:extLst>
  </p:cSld>
  <p:clrMapOvr>
    <a:masterClrMapping/>
  </p:clrMapOvr>
</p:notes>
</file>

<file path=ppt/notesSlides/notesSlide1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1071</a:t>
            </a:fld>
            <a:endParaRPr lang="en-US" dirty="0"/>
          </a:p>
        </p:txBody>
      </p:sp>
    </p:spTree>
    <p:extLst>
      <p:ext uri="{BB962C8B-B14F-4D97-AF65-F5344CB8AC3E}">
        <p14:creationId xmlns:p14="http://schemas.microsoft.com/office/powerpoint/2010/main" val="920902339"/>
      </p:ext>
    </p:extLst>
  </p:cSld>
  <p:clrMapOvr>
    <a:masterClrMapping/>
  </p:clrMapOvr>
</p:notes>
</file>

<file path=ppt/notesSlides/notesSlide1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1072</a:t>
            </a:fld>
            <a:endParaRPr lang="en-US" dirty="0"/>
          </a:p>
        </p:txBody>
      </p:sp>
    </p:spTree>
    <p:extLst>
      <p:ext uri="{BB962C8B-B14F-4D97-AF65-F5344CB8AC3E}">
        <p14:creationId xmlns:p14="http://schemas.microsoft.com/office/powerpoint/2010/main" val="1534599933"/>
      </p:ext>
    </p:extLst>
  </p:cSld>
  <p:clrMapOvr>
    <a:masterClrMapping/>
  </p:clrMapOvr>
</p:notes>
</file>

<file path=ppt/notesSlides/notesSlide1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1073</a:t>
            </a:fld>
            <a:endParaRPr lang="en-US" dirty="0"/>
          </a:p>
        </p:txBody>
      </p:sp>
    </p:spTree>
    <p:extLst>
      <p:ext uri="{BB962C8B-B14F-4D97-AF65-F5344CB8AC3E}">
        <p14:creationId xmlns:p14="http://schemas.microsoft.com/office/powerpoint/2010/main" val="702302755"/>
      </p:ext>
    </p:extLst>
  </p:cSld>
  <p:clrMapOvr>
    <a:masterClrMapping/>
  </p:clrMapOvr>
</p:notes>
</file>

<file path=ppt/notesSlides/notesSlide1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1074</a:t>
            </a:fld>
            <a:endParaRPr lang="en-US" dirty="0"/>
          </a:p>
        </p:txBody>
      </p:sp>
    </p:spTree>
    <p:extLst>
      <p:ext uri="{BB962C8B-B14F-4D97-AF65-F5344CB8AC3E}">
        <p14:creationId xmlns:p14="http://schemas.microsoft.com/office/powerpoint/2010/main" val="1124136507"/>
      </p:ext>
    </p:extLst>
  </p:cSld>
  <p:clrMapOvr>
    <a:masterClrMapping/>
  </p:clrMapOvr>
</p:notes>
</file>

<file path=ppt/notesSlides/notesSlide1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1075</a:t>
            </a:fld>
            <a:endParaRPr lang="en-US" dirty="0"/>
          </a:p>
        </p:txBody>
      </p:sp>
    </p:spTree>
    <p:extLst>
      <p:ext uri="{BB962C8B-B14F-4D97-AF65-F5344CB8AC3E}">
        <p14:creationId xmlns:p14="http://schemas.microsoft.com/office/powerpoint/2010/main" val="3759731644"/>
      </p:ext>
    </p:extLst>
  </p:cSld>
  <p:clrMapOvr>
    <a:masterClrMapping/>
  </p:clrMapOvr>
</p:notes>
</file>

<file path=ppt/notesSlides/notesSlide1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1076</a:t>
            </a:fld>
            <a:endParaRPr lang="en-US" dirty="0"/>
          </a:p>
        </p:txBody>
      </p:sp>
    </p:spTree>
    <p:extLst>
      <p:ext uri="{BB962C8B-B14F-4D97-AF65-F5344CB8AC3E}">
        <p14:creationId xmlns:p14="http://schemas.microsoft.com/office/powerpoint/2010/main" val="2572577844"/>
      </p:ext>
    </p:extLst>
  </p:cSld>
  <p:clrMapOvr>
    <a:masterClrMapping/>
  </p:clrMapOvr>
</p:notes>
</file>

<file path=ppt/notesSlides/notesSlide1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1077</a:t>
            </a:fld>
            <a:endParaRPr lang="en-US" dirty="0"/>
          </a:p>
        </p:txBody>
      </p:sp>
    </p:spTree>
    <p:extLst>
      <p:ext uri="{BB962C8B-B14F-4D97-AF65-F5344CB8AC3E}">
        <p14:creationId xmlns:p14="http://schemas.microsoft.com/office/powerpoint/2010/main" val="228658370"/>
      </p:ext>
    </p:extLst>
  </p:cSld>
  <p:clrMapOvr>
    <a:masterClrMapping/>
  </p:clrMapOvr>
</p:notes>
</file>

<file path=ppt/notesSlides/notesSlide1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1078</a:t>
            </a:fld>
            <a:endParaRPr lang="en-US" dirty="0"/>
          </a:p>
        </p:txBody>
      </p:sp>
    </p:spTree>
    <p:extLst>
      <p:ext uri="{BB962C8B-B14F-4D97-AF65-F5344CB8AC3E}">
        <p14:creationId xmlns:p14="http://schemas.microsoft.com/office/powerpoint/2010/main" val="1107786156"/>
      </p:ext>
    </p:extLst>
  </p:cSld>
  <p:clrMapOvr>
    <a:masterClrMapping/>
  </p:clrMapOvr>
</p:notes>
</file>

<file path=ppt/notesSlides/notesSlide1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1079</a:t>
            </a:fld>
            <a:endParaRPr lang="en-US" dirty="0"/>
          </a:p>
        </p:txBody>
      </p:sp>
    </p:spTree>
    <p:extLst>
      <p:ext uri="{BB962C8B-B14F-4D97-AF65-F5344CB8AC3E}">
        <p14:creationId xmlns:p14="http://schemas.microsoft.com/office/powerpoint/2010/main" val="1639888721"/>
      </p:ext>
    </p:extLst>
  </p:cSld>
  <p:clrMapOvr>
    <a:masterClrMapping/>
  </p:clrMapOvr>
</p:notes>
</file>

<file path=ppt/notesSlides/notesSlide1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1080</a:t>
            </a:fld>
            <a:endParaRPr lang="en-US" dirty="0"/>
          </a:p>
        </p:txBody>
      </p:sp>
    </p:spTree>
    <p:extLst>
      <p:ext uri="{BB962C8B-B14F-4D97-AF65-F5344CB8AC3E}">
        <p14:creationId xmlns:p14="http://schemas.microsoft.com/office/powerpoint/2010/main" val="3398956632"/>
      </p:ext>
    </p:extLst>
  </p:cSld>
  <p:clrMapOvr>
    <a:masterClrMapping/>
  </p:clrMapOvr>
</p:notes>
</file>

<file path=ppt/notesSlides/notesSlide1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1081</a:t>
            </a:fld>
            <a:endParaRPr lang="en-US" dirty="0"/>
          </a:p>
        </p:txBody>
      </p:sp>
    </p:spTree>
    <p:extLst>
      <p:ext uri="{BB962C8B-B14F-4D97-AF65-F5344CB8AC3E}">
        <p14:creationId xmlns:p14="http://schemas.microsoft.com/office/powerpoint/2010/main" val="3361721701"/>
      </p:ext>
    </p:extLst>
  </p:cSld>
  <p:clrMapOvr>
    <a:masterClrMapping/>
  </p:clrMapOvr>
</p:notes>
</file>

<file path=ppt/notesSlides/notesSlide1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1082</a:t>
            </a:fld>
            <a:endParaRPr lang="en-US" dirty="0"/>
          </a:p>
        </p:txBody>
      </p:sp>
    </p:spTree>
    <p:extLst>
      <p:ext uri="{BB962C8B-B14F-4D97-AF65-F5344CB8AC3E}">
        <p14:creationId xmlns:p14="http://schemas.microsoft.com/office/powerpoint/2010/main" val="2386686043"/>
      </p:ext>
    </p:extLst>
  </p:cSld>
  <p:clrMapOvr>
    <a:masterClrMapping/>
  </p:clrMapOvr>
</p:notes>
</file>

<file path=ppt/notesSlides/notesSlide1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1083</a:t>
            </a:fld>
            <a:endParaRPr lang="en-US" dirty="0"/>
          </a:p>
        </p:txBody>
      </p:sp>
    </p:spTree>
    <p:extLst>
      <p:ext uri="{BB962C8B-B14F-4D97-AF65-F5344CB8AC3E}">
        <p14:creationId xmlns:p14="http://schemas.microsoft.com/office/powerpoint/2010/main" val="3193926419"/>
      </p:ext>
    </p:extLst>
  </p:cSld>
  <p:clrMapOvr>
    <a:masterClrMapping/>
  </p:clrMapOvr>
</p:notes>
</file>

<file path=ppt/notesSlides/notesSlide1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1084</a:t>
            </a:fld>
            <a:endParaRPr lang="en-US" dirty="0"/>
          </a:p>
        </p:txBody>
      </p:sp>
    </p:spTree>
    <p:extLst>
      <p:ext uri="{BB962C8B-B14F-4D97-AF65-F5344CB8AC3E}">
        <p14:creationId xmlns:p14="http://schemas.microsoft.com/office/powerpoint/2010/main" val="428272750"/>
      </p:ext>
    </p:extLst>
  </p:cSld>
  <p:clrMapOvr>
    <a:masterClrMapping/>
  </p:clrMapOvr>
</p:notes>
</file>

<file path=ppt/notesSlides/notesSlide1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1085</a:t>
            </a:fld>
            <a:endParaRPr lang="en-US" dirty="0"/>
          </a:p>
        </p:txBody>
      </p:sp>
    </p:spTree>
    <p:extLst>
      <p:ext uri="{BB962C8B-B14F-4D97-AF65-F5344CB8AC3E}">
        <p14:creationId xmlns:p14="http://schemas.microsoft.com/office/powerpoint/2010/main" val="3783370235"/>
      </p:ext>
    </p:extLst>
  </p:cSld>
  <p:clrMapOvr>
    <a:masterClrMapping/>
  </p:clrMapOvr>
</p:notes>
</file>

<file path=ppt/notesSlides/notesSlide1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1086</a:t>
            </a:fld>
            <a:endParaRPr lang="en-US" dirty="0"/>
          </a:p>
        </p:txBody>
      </p:sp>
    </p:spTree>
    <p:extLst>
      <p:ext uri="{BB962C8B-B14F-4D97-AF65-F5344CB8AC3E}">
        <p14:creationId xmlns:p14="http://schemas.microsoft.com/office/powerpoint/2010/main" val="3839837573"/>
      </p:ext>
    </p:extLst>
  </p:cSld>
  <p:clrMapOvr>
    <a:masterClrMapping/>
  </p:clrMapOvr>
</p:notes>
</file>

<file path=ppt/notesSlides/notesSlide1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1087</a:t>
            </a:fld>
            <a:endParaRPr lang="en-US" dirty="0"/>
          </a:p>
        </p:txBody>
      </p:sp>
    </p:spTree>
    <p:extLst>
      <p:ext uri="{BB962C8B-B14F-4D97-AF65-F5344CB8AC3E}">
        <p14:creationId xmlns:p14="http://schemas.microsoft.com/office/powerpoint/2010/main" val="588741570"/>
      </p:ext>
    </p:extLst>
  </p:cSld>
  <p:clrMapOvr>
    <a:masterClrMapping/>
  </p:clrMapOvr>
</p:notes>
</file>

<file path=ppt/notesSlides/notesSlide1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1088</a:t>
            </a:fld>
            <a:endParaRPr lang="en-US" dirty="0"/>
          </a:p>
        </p:txBody>
      </p:sp>
    </p:spTree>
    <p:extLst>
      <p:ext uri="{BB962C8B-B14F-4D97-AF65-F5344CB8AC3E}">
        <p14:creationId xmlns:p14="http://schemas.microsoft.com/office/powerpoint/2010/main" val="3908364498"/>
      </p:ext>
    </p:extLst>
  </p:cSld>
  <p:clrMapOvr>
    <a:masterClrMapping/>
  </p:clrMapOvr>
</p:notes>
</file>

<file path=ppt/notesSlides/notesSlide1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1089</a:t>
            </a:fld>
            <a:endParaRPr lang="en-US" dirty="0"/>
          </a:p>
        </p:txBody>
      </p:sp>
    </p:spTree>
    <p:extLst>
      <p:ext uri="{BB962C8B-B14F-4D97-AF65-F5344CB8AC3E}">
        <p14:creationId xmlns:p14="http://schemas.microsoft.com/office/powerpoint/2010/main" val="489174724"/>
      </p:ext>
    </p:extLst>
  </p:cSld>
  <p:clrMapOvr>
    <a:masterClrMapping/>
  </p:clrMapOvr>
</p:notes>
</file>

<file path=ppt/notesSlides/notesSlide1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1090</a:t>
            </a:fld>
            <a:endParaRPr lang="en-US" dirty="0"/>
          </a:p>
        </p:txBody>
      </p:sp>
    </p:spTree>
    <p:extLst>
      <p:ext uri="{BB962C8B-B14F-4D97-AF65-F5344CB8AC3E}">
        <p14:creationId xmlns:p14="http://schemas.microsoft.com/office/powerpoint/2010/main" val="759217672"/>
      </p:ext>
    </p:extLst>
  </p:cSld>
  <p:clrMapOvr>
    <a:masterClrMapping/>
  </p:clrMapOvr>
</p:notes>
</file>

<file path=ppt/notesSlides/notesSlide1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1091</a:t>
            </a:fld>
            <a:endParaRPr lang="en-US" dirty="0"/>
          </a:p>
        </p:txBody>
      </p:sp>
    </p:spTree>
    <p:extLst>
      <p:ext uri="{BB962C8B-B14F-4D97-AF65-F5344CB8AC3E}">
        <p14:creationId xmlns:p14="http://schemas.microsoft.com/office/powerpoint/2010/main" val="2904767045"/>
      </p:ext>
    </p:extLst>
  </p:cSld>
  <p:clrMapOvr>
    <a:masterClrMapping/>
  </p:clrMapOvr>
</p:notes>
</file>

<file path=ppt/notesSlides/notesSlide1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1092</a:t>
            </a:fld>
            <a:endParaRPr lang="en-US" dirty="0"/>
          </a:p>
        </p:txBody>
      </p:sp>
    </p:spTree>
    <p:extLst>
      <p:ext uri="{BB962C8B-B14F-4D97-AF65-F5344CB8AC3E}">
        <p14:creationId xmlns:p14="http://schemas.microsoft.com/office/powerpoint/2010/main" val="2024133940"/>
      </p:ext>
    </p:extLst>
  </p:cSld>
  <p:clrMapOvr>
    <a:masterClrMapping/>
  </p:clrMapOvr>
</p:notes>
</file>

<file path=ppt/notesSlides/notesSlide1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1093</a:t>
            </a:fld>
            <a:endParaRPr lang="en-US" dirty="0"/>
          </a:p>
        </p:txBody>
      </p:sp>
    </p:spTree>
    <p:extLst>
      <p:ext uri="{BB962C8B-B14F-4D97-AF65-F5344CB8AC3E}">
        <p14:creationId xmlns:p14="http://schemas.microsoft.com/office/powerpoint/2010/main" val="3658756322"/>
      </p:ext>
    </p:extLst>
  </p:cSld>
  <p:clrMapOvr>
    <a:masterClrMapping/>
  </p:clrMapOvr>
</p:notes>
</file>

<file path=ppt/notesSlides/notesSlide1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1094</a:t>
            </a:fld>
            <a:endParaRPr lang="en-US" dirty="0"/>
          </a:p>
        </p:txBody>
      </p:sp>
    </p:spTree>
    <p:extLst>
      <p:ext uri="{BB962C8B-B14F-4D97-AF65-F5344CB8AC3E}">
        <p14:creationId xmlns:p14="http://schemas.microsoft.com/office/powerpoint/2010/main" val="1371459018"/>
      </p:ext>
    </p:extLst>
  </p:cSld>
  <p:clrMapOvr>
    <a:masterClrMapping/>
  </p:clrMapOvr>
</p:notes>
</file>

<file path=ppt/notesSlides/notesSlide1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1095</a:t>
            </a:fld>
            <a:endParaRPr lang="en-US" dirty="0"/>
          </a:p>
        </p:txBody>
      </p:sp>
    </p:spTree>
    <p:extLst>
      <p:ext uri="{BB962C8B-B14F-4D97-AF65-F5344CB8AC3E}">
        <p14:creationId xmlns:p14="http://schemas.microsoft.com/office/powerpoint/2010/main" val="1983532847"/>
      </p:ext>
    </p:extLst>
  </p:cSld>
  <p:clrMapOvr>
    <a:masterClrMapping/>
  </p:clrMapOvr>
</p:notes>
</file>

<file path=ppt/notesSlides/notesSlide1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1096</a:t>
            </a:fld>
            <a:endParaRPr lang="en-US" dirty="0"/>
          </a:p>
        </p:txBody>
      </p:sp>
    </p:spTree>
    <p:extLst>
      <p:ext uri="{BB962C8B-B14F-4D97-AF65-F5344CB8AC3E}">
        <p14:creationId xmlns:p14="http://schemas.microsoft.com/office/powerpoint/2010/main" val="3114412259"/>
      </p:ext>
    </p:extLst>
  </p:cSld>
  <p:clrMapOvr>
    <a:masterClrMapping/>
  </p:clrMapOvr>
</p:notes>
</file>

<file path=ppt/notesSlides/notesSlide1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1097</a:t>
            </a:fld>
            <a:endParaRPr lang="en-US" dirty="0"/>
          </a:p>
        </p:txBody>
      </p:sp>
    </p:spTree>
    <p:extLst>
      <p:ext uri="{BB962C8B-B14F-4D97-AF65-F5344CB8AC3E}">
        <p14:creationId xmlns:p14="http://schemas.microsoft.com/office/powerpoint/2010/main" val="4026914505"/>
      </p:ext>
    </p:extLst>
  </p:cSld>
  <p:clrMapOvr>
    <a:masterClrMapping/>
  </p:clrMapOvr>
</p:notes>
</file>

<file path=ppt/notesSlides/notesSlide1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1098</a:t>
            </a:fld>
            <a:endParaRPr lang="en-US" dirty="0"/>
          </a:p>
        </p:txBody>
      </p:sp>
    </p:spTree>
    <p:extLst>
      <p:ext uri="{BB962C8B-B14F-4D97-AF65-F5344CB8AC3E}">
        <p14:creationId xmlns:p14="http://schemas.microsoft.com/office/powerpoint/2010/main" val="462680091"/>
      </p:ext>
    </p:extLst>
  </p:cSld>
  <p:clrMapOvr>
    <a:masterClrMapping/>
  </p:clrMapOvr>
</p:notes>
</file>

<file path=ppt/notesSlides/notesSlide1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1099</a:t>
            </a:fld>
            <a:endParaRPr lang="en-US" dirty="0"/>
          </a:p>
        </p:txBody>
      </p:sp>
    </p:spTree>
    <p:extLst>
      <p:ext uri="{BB962C8B-B14F-4D97-AF65-F5344CB8AC3E}">
        <p14:creationId xmlns:p14="http://schemas.microsoft.com/office/powerpoint/2010/main" val="3932126713"/>
      </p:ext>
    </p:extLst>
  </p:cSld>
  <p:clrMapOvr>
    <a:masterClrMapping/>
  </p:clrMapOvr>
</p:notes>
</file>

<file path=ppt/notesSlides/notesSlide1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1100</a:t>
            </a:fld>
            <a:endParaRPr lang="en-US" dirty="0"/>
          </a:p>
        </p:txBody>
      </p:sp>
    </p:spTree>
    <p:extLst>
      <p:ext uri="{BB962C8B-B14F-4D97-AF65-F5344CB8AC3E}">
        <p14:creationId xmlns:p14="http://schemas.microsoft.com/office/powerpoint/2010/main" val="4052282639"/>
      </p:ext>
    </p:extLst>
  </p:cSld>
  <p:clrMapOvr>
    <a:masterClrMapping/>
  </p:clrMapOvr>
</p:notes>
</file>

<file path=ppt/notesSlides/notesSlide1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1101</a:t>
            </a:fld>
            <a:endParaRPr lang="en-US" dirty="0"/>
          </a:p>
        </p:txBody>
      </p:sp>
    </p:spTree>
    <p:extLst>
      <p:ext uri="{BB962C8B-B14F-4D97-AF65-F5344CB8AC3E}">
        <p14:creationId xmlns:p14="http://schemas.microsoft.com/office/powerpoint/2010/main" val="90573254"/>
      </p:ext>
    </p:extLst>
  </p:cSld>
  <p:clrMapOvr>
    <a:masterClrMapping/>
  </p:clrMapOvr>
</p:notes>
</file>

<file path=ppt/notesSlides/notesSlide1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1102</a:t>
            </a:fld>
            <a:endParaRPr lang="en-US" dirty="0"/>
          </a:p>
        </p:txBody>
      </p:sp>
    </p:spTree>
    <p:extLst>
      <p:ext uri="{BB962C8B-B14F-4D97-AF65-F5344CB8AC3E}">
        <p14:creationId xmlns:p14="http://schemas.microsoft.com/office/powerpoint/2010/main" val="3183222064"/>
      </p:ext>
    </p:extLst>
  </p:cSld>
  <p:clrMapOvr>
    <a:masterClrMapping/>
  </p:clrMapOvr>
</p:notes>
</file>

<file path=ppt/notesSlides/notesSlide1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1103</a:t>
            </a:fld>
            <a:endParaRPr lang="en-US" dirty="0"/>
          </a:p>
        </p:txBody>
      </p:sp>
    </p:spTree>
    <p:extLst>
      <p:ext uri="{BB962C8B-B14F-4D97-AF65-F5344CB8AC3E}">
        <p14:creationId xmlns:p14="http://schemas.microsoft.com/office/powerpoint/2010/main" val="2487846886"/>
      </p:ext>
    </p:extLst>
  </p:cSld>
  <p:clrMapOvr>
    <a:masterClrMapping/>
  </p:clrMapOvr>
</p:notes>
</file>

<file path=ppt/notesSlides/notesSlide1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1104</a:t>
            </a:fld>
            <a:endParaRPr lang="en-US" dirty="0"/>
          </a:p>
        </p:txBody>
      </p:sp>
    </p:spTree>
    <p:extLst>
      <p:ext uri="{BB962C8B-B14F-4D97-AF65-F5344CB8AC3E}">
        <p14:creationId xmlns:p14="http://schemas.microsoft.com/office/powerpoint/2010/main" val="1244313526"/>
      </p:ext>
    </p:extLst>
  </p:cSld>
  <p:clrMapOvr>
    <a:masterClrMapping/>
  </p:clrMapOvr>
</p:notes>
</file>

<file path=ppt/notesSlides/notesSlide1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1105</a:t>
            </a:fld>
            <a:endParaRPr lang="en-US" dirty="0"/>
          </a:p>
        </p:txBody>
      </p:sp>
    </p:spTree>
    <p:extLst>
      <p:ext uri="{BB962C8B-B14F-4D97-AF65-F5344CB8AC3E}">
        <p14:creationId xmlns:p14="http://schemas.microsoft.com/office/powerpoint/2010/main" val="3275308009"/>
      </p:ext>
    </p:extLst>
  </p:cSld>
  <p:clrMapOvr>
    <a:masterClrMapping/>
  </p:clrMapOvr>
</p:notes>
</file>

<file path=ppt/notesSlides/notesSlide1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1106</a:t>
            </a:fld>
            <a:endParaRPr lang="en-US" dirty="0"/>
          </a:p>
        </p:txBody>
      </p:sp>
    </p:spTree>
    <p:extLst>
      <p:ext uri="{BB962C8B-B14F-4D97-AF65-F5344CB8AC3E}">
        <p14:creationId xmlns:p14="http://schemas.microsoft.com/office/powerpoint/2010/main" val="161619294"/>
      </p:ext>
    </p:extLst>
  </p:cSld>
  <p:clrMapOvr>
    <a:masterClrMapping/>
  </p:clrMapOvr>
</p:notes>
</file>

<file path=ppt/notesSlides/notesSlide1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1107</a:t>
            </a:fld>
            <a:endParaRPr lang="en-US" dirty="0"/>
          </a:p>
        </p:txBody>
      </p:sp>
    </p:spTree>
    <p:extLst>
      <p:ext uri="{BB962C8B-B14F-4D97-AF65-F5344CB8AC3E}">
        <p14:creationId xmlns:p14="http://schemas.microsoft.com/office/powerpoint/2010/main" val="2022268936"/>
      </p:ext>
    </p:extLst>
  </p:cSld>
  <p:clrMapOvr>
    <a:masterClrMapping/>
  </p:clrMapOvr>
</p:notes>
</file>

<file path=ppt/notesSlides/notesSlide1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1108</a:t>
            </a:fld>
            <a:endParaRPr lang="en-US" dirty="0"/>
          </a:p>
        </p:txBody>
      </p:sp>
    </p:spTree>
    <p:extLst>
      <p:ext uri="{BB962C8B-B14F-4D97-AF65-F5344CB8AC3E}">
        <p14:creationId xmlns:p14="http://schemas.microsoft.com/office/powerpoint/2010/main" val="3947787219"/>
      </p:ext>
    </p:extLst>
  </p:cSld>
  <p:clrMapOvr>
    <a:masterClrMapping/>
  </p:clrMapOvr>
</p:notes>
</file>

<file path=ppt/notesSlides/notesSlide1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1109</a:t>
            </a:fld>
            <a:endParaRPr lang="en-US" dirty="0"/>
          </a:p>
        </p:txBody>
      </p:sp>
    </p:spTree>
    <p:extLst>
      <p:ext uri="{BB962C8B-B14F-4D97-AF65-F5344CB8AC3E}">
        <p14:creationId xmlns:p14="http://schemas.microsoft.com/office/powerpoint/2010/main" val="2818773796"/>
      </p:ext>
    </p:extLst>
  </p:cSld>
  <p:clrMapOvr>
    <a:masterClrMapping/>
  </p:clrMapOvr>
</p:notes>
</file>

<file path=ppt/notesSlides/notesSlide1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1110</a:t>
            </a:fld>
            <a:endParaRPr lang="en-US" dirty="0"/>
          </a:p>
        </p:txBody>
      </p:sp>
    </p:spTree>
    <p:extLst>
      <p:ext uri="{BB962C8B-B14F-4D97-AF65-F5344CB8AC3E}">
        <p14:creationId xmlns:p14="http://schemas.microsoft.com/office/powerpoint/2010/main" val="3742342308"/>
      </p:ext>
    </p:extLst>
  </p:cSld>
  <p:clrMapOvr>
    <a:masterClrMapping/>
  </p:clrMapOvr>
</p:notes>
</file>

<file path=ppt/notesSlides/notesSlide1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1111</a:t>
            </a:fld>
            <a:endParaRPr lang="en-US" dirty="0"/>
          </a:p>
        </p:txBody>
      </p:sp>
    </p:spTree>
    <p:extLst>
      <p:ext uri="{BB962C8B-B14F-4D97-AF65-F5344CB8AC3E}">
        <p14:creationId xmlns:p14="http://schemas.microsoft.com/office/powerpoint/2010/main" val="3473699725"/>
      </p:ext>
    </p:extLst>
  </p:cSld>
  <p:clrMapOvr>
    <a:masterClrMapping/>
  </p:clrMapOvr>
</p:notes>
</file>

<file path=ppt/notesSlides/notesSlide1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1112</a:t>
            </a:fld>
            <a:endParaRPr lang="en-US" dirty="0"/>
          </a:p>
        </p:txBody>
      </p:sp>
    </p:spTree>
    <p:extLst>
      <p:ext uri="{BB962C8B-B14F-4D97-AF65-F5344CB8AC3E}">
        <p14:creationId xmlns:p14="http://schemas.microsoft.com/office/powerpoint/2010/main" val="3913127049"/>
      </p:ext>
    </p:extLst>
  </p:cSld>
  <p:clrMapOvr>
    <a:masterClrMapping/>
  </p:clrMapOvr>
</p:notes>
</file>

<file path=ppt/notesSlides/notesSlide1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1113</a:t>
            </a:fld>
            <a:endParaRPr lang="en-US" dirty="0"/>
          </a:p>
        </p:txBody>
      </p:sp>
    </p:spTree>
    <p:extLst>
      <p:ext uri="{BB962C8B-B14F-4D97-AF65-F5344CB8AC3E}">
        <p14:creationId xmlns:p14="http://schemas.microsoft.com/office/powerpoint/2010/main" val="629454763"/>
      </p:ext>
    </p:extLst>
  </p:cSld>
  <p:clrMapOvr>
    <a:masterClrMapping/>
  </p:clrMapOvr>
</p:notes>
</file>

<file path=ppt/notesSlides/notesSlide1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1114</a:t>
            </a:fld>
            <a:endParaRPr lang="en-US" dirty="0"/>
          </a:p>
        </p:txBody>
      </p:sp>
    </p:spTree>
    <p:extLst>
      <p:ext uri="{BB962C8B-B14F-4D97-AF65-F5344CB8AC3E}">
        <p14:creationId xmlns:p14="http://schemas.microsoft.com/office/powerpoint/2010/main" val="2610428182"/>
      </p:ext>
    </p:extLst>
  </p:cSld>
  <p:clrMapOvr>
    <a:masterClrMapping/>
  </p:clrMapOvr>
</p:notes>
</file>

<file path=ppt/notesSlides/notesSlide1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1115</a:t>
            </a:fld>
            <a:endParaRPr lang="en-US" dirty="0"/>
          </a:p>
        </p:txBody>
      </p:sp>
    </p:spTree>
    <p:extLst>
      <p:ext uri="{BB962C8B-B14F-4D97-AF65-F5344CB8AC3E}">
        <p14:creationId xmlns:p14="http://schemas.microsoft.com/office/powerpoint/2010/main" val="171318913"/>
      </p:ext>
    </p:extLst>
  </p:cSld>
  <p:clrMapOvr>
    <a:masterClrMapping/>
  </p:clrMapOvr>
</p:notes>
</file>

<file path=ppt/notesSlides/notesSlide1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1116</a:t>
            </a:fld>
            <a:endParaRPr lang="en-US" dirty="0"/>
          </a:p>
        </p:txBody>
      </p:sp>
    </p:spTree>
    <p:extLst>
      <p:ext uri="{BB962C8B-B14F-4D97-AF65-F5344CB8AC3E}">
        <p14:creationId xmlns:p14="http://schemas.microsoft.com/office/powerpoint/2010/main" val="3141121018"/>
      </p:ext>
    </p:extLst>
  </p:cSld>
  <p:clrMapOvr>
    <a:masterClrMapping/>
  </p:clrMapOvr>
</p:notes>
</file>

<file path=ppt/notesSlides/notesSlide1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1117</a:t>
            </a:fld>
            <a:endParaRPr lang="en-US" dirty="0"/>
          </a:p>
        </p:txBody>
      </p:sp>
    </p:spTree>
    <p:extLst>
      <p:ext uri="{BB962C8B-B14F-4D97-AF65-F5344CB8AC3E}">
        <p14:creationId xmlns:p14="http://schemas.microsoft.com/office/powerpoint/2010/main" val="2173700358"/>
      </p:ext>
    </p:extLst>
  </p:cSld>
  <p:clrMapOvr>
    <a:masterClrMapping/>
  </p:clrMapOvr>
</p:notes>
</file>

<file path=ppt/notesSlides/notesSlide1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1118</a:t>
            </a:fld>
            <a:endParaRPr lang="en-US" dirty="0"/>
          </a:p>
        </p:txBody>
      </p:sp>
    </p:spTree>
    <p:extLst>
      <p:ext uri="{BB962C8B-B14F-4D97-AF65-F5344CB8AC3E}">
        <p14:creationId xmlns:p14="http://schemas.microsoft.com/office/powerpoint/2010/main" val="22039663"/>
      </p:ext>
    </p:extLst>
  </p:cSld>
  <p:clrMapOvr>
    <a:masterClrMapping/>
  </p:clrMapOvr>
</p:notes>
</file>

<file path=ppt/notesSlides/notesSlide1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1119</a:t>
            </a:fld>
            <a:endParaRPr lang="en-US" dirty="0"/>
          </a:p>
        </p:txBody>
      </p:sp>
    </p:spTree>
    <p:extLst>
      <p:ext uri="{BB962C8B-B14F-4D97-AF65-F5344CB8AC3E}">
        <p14:creationId xmlns:p14="http://schemas.microsoft.com/office/powerpoint/2010/main" val="2760413685"/>
      </p:ext>
    </p:extLst>
  </p:cSld>
  <p:clrMapOvr>
    <a:masterClrMapping/>
  </p:clrMapOvr>
</p:notes>
</file>

<file path=ppt/notesSlides/notesSlide1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1120</a:t>
            </a:fld>
            <a:endParaRPr lang="en-US" dirty="0"/>
          </a:p>
        </p:txBody>
      </p:sp>
    </p:spTree>
    <p:extLst>
      <p:ext uri="{BB962C8B-B14F-4D97-AF65-F5344CB8AC3E}">
        <p14:creationId xmlns:p14="http://schemas.microsoft.com/office/powerpoint/2010/main" val="2332876671"/>
      </p:ext>
    </p:extLst>
  </p:cSld>
  <p:clrMapOvr>
    <a:masterClrMapping/>
  </p:clrMapOvr>
</p:notes>
</file>

<file path=ppt/notesSlides/notesSlide1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1121</a:t>
            </a:fld>
            <a:endParaRPr lang="en-US" dirty="0"/>
          </a:p>
        </p:txBody>
      </p:sp>
    </p:spTree>
    <p:extLst>
      <p:ext uri="{BB962C8B-B14F-4D97-AF65-F5344CB8AC3E}">
        <p14:creationId xmlns:p14="http://schemas.microsoft.com/office/powerpoint/2010/main" val="2753010361"/>
      </p:ext>
    </p:extLst>
  </p:cSld>
  <p:clrMapOvr>
    <a:masterClrMapping/>
  </p:clrMapOvr>
</p:notes>
</file>

<file path=ppt/notesSlides/notesSlide1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1122</a:t>
            </a:fld>
            <a:endParaRPr lang="en-US" dirty="0"/>
          </a:p>
        </p:txBody>
      </p:sp>
    </p:spTree>
    <p:extLst>
      <p:ext uri="{BB962C8B-B14F-4D97-AF65-F5344CB8AC3E}">
        <p14:creationId xmlns:p14="http://schemas.microsoft.com/office/powerpoint/2010/main" val="4091560138"/>
      </p:ext>
    </p:extLst>
  </p:cSld>
  <p:clrMapOvr>
    <a:masterClrMapping/>
  </p:clrMapOvr>
</p:notes>
</file>

<file path=ppt/notesSlides/notesSlide1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1123</a:t>
            </a:fld>
            <a:endParaRPr lang="en-US" dirty="0"/>
          </a:p>
        </p:txBody>
      </p:sp>
    </p:spTree>
    <p:extLst>
      <p:ext uri="{BB962C8B-B14F-4D97-AF65-F5344CB8AC3E}">
        <p14:creationId xmlns:p14="http://schemas.microsoft.com/office/powerpoint/2010/main" val="3606285148"/>
      </p:ext>
    </p:extLst>
  </p:cSld>
  <p:clrMapOvr>
    <a:masterClrMapping/>
  </p:clrMapOvr>
</p:notes>
</file>

<file path=ppt/notesSlides/notesSlide1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1124</a:t>
            </a:fld>
            <a:endParaRPr lang="en-US" dirty="0"/>
          </a:p>
        </p:txBody>
      </p:sp>
    </p:spTree>
    <p:extLst>
      <p:ext uri="{BB962C8B-B14F-4D97-AF65-F5344CB8AC3E}">
        <p14:creationId xmlns:p14="http://schemas.microsoft.com/office/powerpoint/2010/main" val="517941294"/>
      </p:ext>
    </p:extLst>
  </p:cSld>
  <p:clrMapOvr>
    <a:masterClrMapping/>
  </p:clrMapOvr>
</p:notes>
</file>

<file path=ppt/notesSlides/notesSlide1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1125</a:t>
            </a:fld>
            <a:endParaRPr lang="en-US" dirty="0"/>
          </a:p>
        </p:txBody>
      </p:sp>
    </p:spTree>
    <p:extLst>
      <p:ext uri="{BB962C8B-B14F-4D97-AF65-F5344CB8AC3E}">
        <p14:creationId xmlns:p14="http://schemas.microsoft.com/office/powerpoint/2010/main" val="890949101"/>
      </p:ext>
    </p:extLst>
  </p:cSld>
  <p:clrMapOvr>
    <a:masterClrMapping/>
  </p:clrMapOvr>
</p:notes>
</file>

<file path=ppt/notesSlides/notesSlide1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1126</a:t>
            </a:fld>
            <a:endParaRPr lang="en-US" dirty="0"/>
          </a:p>
        </p:txBody>
      </p:sp>
    </p:spTree>
    <p:extLst>
      <p:ext uri="{BB962C8B-B14F-4D97-AF65-F5344CB8AC3E}">
        <p14:creationId xmlns:p14="http://schemas.microsoft.com/office/powerpoint/2010/main" val="2781860750"/>
      </p:ext>
    </p:extLst>
  </p:cSld>
  <p:clrMapOvr>
    <a:masterClrMapping/>
  </p:clrMapOvr>
</p:notes>
</file>

<file path=ppt/notesSlides/notesSlide1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1127</a:t>
            </a:fld>
            <a:endParaRPr lang="en-US" dirty="0"/>
          </a:p>
        </p:txBody>
      </p:sp>
    </p:spTree>
    <p:extLst>
      <p:ext uri="{BB962C8B-B14F-4D97-AF65-F5344CB8AC3E}">
        <p14:creationId xmlns:p14="http://schemas.microsoft.com/office/powerpoint/2010/main" val="3419546558"/>
      </p:ext>
    </p:extLst>
  </p:cSld>
  <p:clrMapOvr>
    <a:masterClrMapping/>
  </p:clrMapOvr>
</p:notes>
</file>

<file path=ppt/notesSlides/notesSlide1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1128</a:t>
            </a:fld>
            <a:endParaRPr lang="en-US" dirty="0"/>
          </a:p>
        </p:txBody>
      </p:sp>
    </p:spTree>
    <p:extLst>
      <p:ext uri="{BB962C8B-B14F-4D97-AF65-F5344CB8AC3E}">
        <p14:creationId xmlns:p14="http://schemas.microsoft.com/office/powerpoint/2010/main" val="2714466742"/>
      </p:ext>
    </p:extLst>
  </p:cSld>
  <p:clrMapOvr>
    <a:masterClrMapping/>
  </p:clrMapOvr>
</p:notes>
</file>

<file path=ppt/notesSlides/notesSlide1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1129</a:t>
            </a:fld>
            <a:endParaRPr lang="en-US" dirty="0"/>
          </a:p>
        </p:txBody>
      </p:sp>
    </p:spTree>
    <p:extLst>
      <p:ext uri="{BB962C8B-B14F-4D97-AF65-F5344CB8AC3E}">
        <p14:creationId xmlns:p14="http://schemas.microsoft.com/office/powerpoint/2010/main" val="900590794"/>
      </p:ext>
    </p:extLst>
  </p:cSld>
  <p:clrMapOvr>
    <a:masterClrMapping/>
  </p:clrMapOvr>
</p:notes>
</file>

<file path=ppt/notesSlides/notesSlide1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1130</a:t>
            </a:fld>
            <a:endParaRPr lang="en-US" dirty="0"/>
          </a:p>
        </p:txBody>
      </p:sp>
    </p:spTree>
    <p:extLst>
      <p:ext uri="{BB962C8B-B14F-4D97-AF65-F5344CB8AC3E}">
        <p14:creationId xmlns:p14="http://schemas.microsoft.com/office/powerpoint/2010/main" val="3669268639"/>
      </p:ext>
    </p:extLst>
  </p:cSld>
  <p:clrMapOvr>
    <a:masterClrMapping/>
  </p:clrMapOvr>
</p:notes>
</file>

<file path=ppt/notesSlides/notesSlide1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1131</a:t>
            </a:fld>
            <a:endParaRPr lang="en-US" dirty="0"/>
          </a:p>
        </p:txBody>
      </p:sp>
    </p:spTree>
    <p:extLst>
      <p:ext uri="{BB962C8B-B14F-4D97-AF65-F5344CB8AC3E}">
        <p14:creationId xmlns:p14="http://schemas.microsoft.com/office/powerpoint/2010/main" val="812962196"/>
      </p:ext>
    </p:extLst>
  </p:cSld>
  <p:clrMapOvr>
    <a:masterClrMapping/>
  </p:clrMapOvr>
</p:notes>
</file>

<file path=ppt/notesSlides/notesSlide1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1132</a:t>
            </a:fld>
            <a:endParaRPr lang="en-US" dirty="0"/>
          </a:p>
        </p:txBody>
      </p:sp>
    </p:spTree>
    <p:extLst>
      <p:ext uri="{BB962C8B-B14F-4D97-AF65-F5344CB8AC3E}">
        <p14:creationId xmlns:p14="http://schemas.microsoft.com/office/powerpoint/2010/main" val="1964541046"/>
      </p:ext>
    </p:extLst>
  </p:cSld>
  <p:clrMapOvr>
    <a:masterClrMapping/>
  </p:clrMapOvr>
</p:notes>
</file>

<file path=ppt/notesSlides/notesSlide1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1133</a:t>
            </a:fld>
            <a:endParaRPr lang="en-US" dirty="0"/>
          </a:p>
        </p:txBody>
      </p:sp>
    </p:spTree>
    <p:extLst>
      <p:ext uri="{BB962C8B-B14F-4D97-AF65-F5344CB8AC3E}">
        <p14:creationId xmlns:p14="http://schemas.microsoft.com/office/powerpoint/2010/main" val="4052247856"/>
      </p:ext>
    </p:extLst>
  </p:cSld>
  <p:clrMapOvr>
    <a:masterClrMapping/>
  </p:clrMapOvr>
</p:notes>
</file>

<file path=ppt/notesSlides/notesSlide1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1134</a:t>
            </a:fld>
            <a:endParaRPr lang="en-US" dirty="0"/>
          </a:p>
        </p:txBody>
      </p:sp>
    </p:spTree>
    <p:extLst>
      <p:ext uri="{BB962C8B-B14F-4D97-AF65-F5344CB8AC3E}">
        <p14:creationId xmlns:p14="http://schemas.microsoft.com/office/powerpoint/2010/main" val="176566054"/>
      </p:ext>
    </p:extLst>
  </p:cSld>
  <p:clrMapOvr>
    <a:masterClrMapping/>
  </p:clrMapOvr>
</p:notes>
</file>

<file path=ppt/notesSlides/notesSlide1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1135</a:t>
            </a:fld>
            <a:endParaRPr lang="en-US" dirty="0"/>
          </a:p>
        </p:txBody>
      </p:sp>
    </p:spTree>
    <p:extLst>
      <p:ext uri="{BB962C8B-B14F-4D97-AF65-F5344CB8AC3E}">
        <p14:creationId xmlns:p14="http://schemas.microsoft.com/office/powerpoint/2010/main" val="1424694409"/>
      </p:ext>
    </p:extLst>
  </p:cSld>
  <p:clrMapOvr>
    <a:masterClrMapping/>
  </p:clrMapOvr>
</p:notes>
</file>

<file path=ppt/notesSlides/notesSlide1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1136</a:t>
            </a:fld>
            <a:endParaRPr lang="en-US" dirty="0"/>
          </a:p>
        </p:txBody>
      </p:sp>
    </p:spTree>
    <p:extLst>
      <p:ext uri="{BB962C8B-B14F-4D97-AF65-F5344CB8AC3E}">
        <p14:creationId xmlns:p14="http://schemas.microsoft.com/office/powerpoint/2010/main" val="817180958"/>
      </p:ext>
    </p:extLst>
  </p:cSld>
  <p:clrMapOvr>
    <a:masterClrMapping/>
  </p:clrMapOvr>
</p:notes>
</file>

<file path=ppt/notesSlides/notesSlide1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1137</a:t>
            </a:fld>
            <a:endParaRPr lang="en-US" dirty="0"/>
          </a:p>
        </p:txBody>
      </p:sp>
    </p:spTree>
    <p:extLst>
      <p:ext uri="{BB962C8B-B14F-4D97-AF65-F5344CB8AC3E}">
        <p14:creationId xmlns:p14="http://schemas.microsoft.com/office/powerpoint/2010/main" val="1246205110"/>
      </p:ext>
    </p:extLst>
  </p:cSld>
  <p:clrMapOvr>
    <a:masterClrMapping/>
  </p:clrMapOvr>
</p:notes>
</file>

<file path=ppt/notesSlides/notesSlide1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1138</a:t>
            </a:fld>
            <a:endParaRPr lang="en-US" dirty="0"/>
          </a:p>
        </p:txBody>
      </p:sp>
    </p:spTree>
    <p:extLst>
      <p:ext uri="{BB962C8B-B14F-4D97-AF65-F5344CB8AC3E}">
        <p14:creationId xmlns:p14="http://schemas.microsoft.com/office/powerpoint/2010/main" val="495811187"/>
      </p:ext>
    </p:extLst>
  </p:cSld>
  <p:clrMapOvr>
    <a:masterClrMapping/>
  </p:clrMapOvr>
</p:notes>
</file>

<file path=ppt/notesSlides/notesSlide1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1139</a:t>
            </a:fld>
            <a:endParaRPr lang="en-US" dirty="0"/>
          </a:p>
        </p:txBody>
      </p:sp>
    </p:spTree>
    <p:extLst>
      <p:ext uri="{BB962C8B-B14F-4D97-AF65-F5344CB8AC3E}">
        <p14:creationId xmlns:p14="http://schemas.microsoft.com/office/powerpoint/2010/main" val="196983648"/>
      </p:ext>
    </p:extLst>
  </p:cSld>
  <p:clrMapOvr>
    <a:masterClrMapping/>
  </p:clrMapOvr>
</p:notes>
</file>

<file path=ppt/notesSlides/notesSlide1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1140</a:t>
            </a:fld>
            <a:endParaRPr lang="en-US" dirty="0"/>
          </a:p>
        </p:txBody>
      </p:sp>
    </p:spTree>
    <p:extLst>
      <p:ext uri="{BB962C8B-B14F-4D97-AF65-F5344CB8AC3E}">
        <p14:creationId xmlns:p14="http://schemas.microsoft.com/office/powerpoint/2010/main" val="2825405471"/>
      </p:ext>
    </p:extLst>
  </p:cSld>
  <p:clrMapOvr>
    <a:masterClrMapping/>
  </p:clrMapOvr>
</p:notes>
</file>

<file path=ppt/notesSlides/notesSlide1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1141</a:t>
            </a:fld>
            <a:endParaRPr lang="en-US" dirty="0"/>
          </a:p>
        </p:txBody>
      </p:sp>
    </p:spTree>
    <p:extLst>
      <p:ext uri="{BB962C8B-B14F-4D97-AF65-F5344CB8AC3E}">
        <p14:creationId xmlns:p14="http://schemas.microsoft.com/office/powerpoint/2010/main" val="19895626"/>
      </p:ext>
    </p:extLst>
  </p:cSld>
  <p:clrMapOvr>
    <a:masterClrMapping/>
  </p:clrMapOvr>
</p:notes>
</file>

<file path=ppt/notesSlides/notesSlide1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1142</a:t>
            </a:fld>
            <a:endParaRPr lang="en-US" dirty="0"/>
          </a:p>
        </p:txBody>
      </p:sp>
    </p:spTree>
    <p:extLst>
      <p:ext uri="{BB962C8B-B14F-4D97-AF65-F5344CB8AC3E}">
        <p14:creationId xmlns:p14="http://schemas.microsoft.com/office/powerpoint/2010/main" val="4126672641"/>
      </p:ext>
    </p:extLst>
  </p:cSld>
  <p:clrMapOvr>
    <a:masterClrMapping/>
  </p:clrMapOvr>
</p:notes>
</file>

<file path=ppt/notesSlides/notesSlide1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1143</a:t>
            </a:fld>
            <a:endParaRPr lang="en-US" dirty="0"/>
          </a:p>
        </p:txBody>
      </p:sp>
    </p:spTree>
    <p:extLst>
      <p:ext uri="{BB962C8B-B14F-4D97-AF65-F5344CB8AC3E}">
        <p14:creationId xmlns:p14="http://schemas.microsoft.com/office/powerpoint/2010/main" val="3504982599"/>
      </p:ext>
    </p:extLst>
  </p:cSld>
  <p:clrMapOvr>
    <a:masterClrMapping/>
  </p:clrMapOvr>
</p:notes>
</file>

<file path=ppt/notesSlides/notesSlide1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1144</a:t>
            </a:fld>
            <a:endParaRPr lang="en-US" dirty="0"/>
          </a:p>
        </p:txBody>
      </p:sp>
    </p:spTree>
    <p:extLst>
      <p:ext uri="{BB962C8B-B14F-4D97-AF65-F5344CB8AC3E}">
        <p14:creationId xmlns:p14="http://schemas.microsoft.com/office/powerpoint/2010/main" val="192083364"/>
      </p:ext>
    </p:extLst>
  </p:cSld>
  <p:clrMapOvr>
    <a:masterClrMapping/>
  </p:clrMapOvr>
</p:notes>
</file>

<file path=ppt/notesSlides/notesSlide1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1145</a:t>
            </a:fld>
            <a:endParaRPr lang="en-US" dirty="0"/>
          </a:p>
        </p:txBody>
      </p:sp>
    </p:spTree>
    <p:extLst>
      <p:ext uri="{BB962C8B-B14F-4D97-AF65-F5344CB8AC3E}">
        <p14:creationId xmlns:p14="http://schemas.microsoft.com/office/powerpoint/2010/main" val="3228236533"/>
      </p:ext>
    </p:extLst>
  </p:cSld>
  <p:clrMapOvr>
    <a:masterClrMapping/>
  </p:clrMapOvr>
</p:notes>
</file>

<file path=ppt/notesSlides/notesSlide1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1146</a:t>
            </a:fld>
            <a:endParaRPr lang="en-US" dirty="0"/>
          </a:p>
        </p:txBody>
      </p:sp>
    </p:spTree>
    <p:extLst>
      <p:ext uri="{BB962C8B-B14F-4D97-AF65-F5344CB8AC3E}">
        <p14:creationId xmlns:p14="http://schemas.microsoft.com/office/powerpoint/2010/main" val="1078195468"/>
      </p:ext>
    </p:extLst>
  </p:cSld>
  <p:clrMapOvr>
    <a:masterClrMapping/>
  </p:clrMapOvr>
</p:notes>
</file>

<file path=ppt/notesSlides/notesSlide1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1147</a:t>
            </a:fld>
            <a:endParaRPr lang="en-US" dirty="0"/>
          </a:p>
        </p:txBody>
      </p:sp>
    </p:spTree>
    <p:extLst>
      <p:ext uri="{BB962C8B-B14F-4D97-AF65-F5344CB8AC3E}">
        <p14:creationId xmlns:p14="http://schemas.microsoft.com/office/powerpoint/2010/main" val="3162101537"/>
      </p:ext>
    </p:extLst>
  </p:cSld>
  <p:clrMapOvr>
    <a:masterClrMapping/>
  </p:clrMapOvr>
</p:notes>
</file>

<file path=ppt/notesSlides/notesSlide1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1148</a:t>
            </a:fld>
            <a:endParaRPr lang="en-US" dirty="0"/>
          </a:p>
        </p:txBody>
      </p:sp>
    </p:spTree>
    <p:extLst>
      <p:ext uri="{BB962C8B-B14F-4D97-AF65-F5344CB8AC3E}">
        <p14:creationId xmlns:p14="http://schemas.microsoft.com/office/powerpoint/2010/main" val="2513837196"/>
      </p:ext>
    </p:extLst>
  </p:cSld>
  <p:clrMapOvr>
    <a:masterClrMapping/>
  </p:clrMapOvr>
</p:notes>
</file>

<file path=ppt/notesSlides/notesSlide1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1149</a:t>
            </a:fld>
            <a:endParaRPr lang="en-US" dirty="0"/>
          </a:p>
        </p:txBody>
      </p:sp>
    </p:spTree>
    <p:extLst>
      <p:ext uri="{BB962C8B-B14F-4D97-AF65-F5344CB8AC3E}">
        <p14:creationId xmlns:p14="http://schemas.microsoft.com/office/powerpoint/2010/main" val="2626315145"/>
      </p:ext>
    </p:extLst>
  </p:cSld>
  <p:clrMapOvr>
    <a:masterClrMapping/>
  </p:clrMapOvr>
</p:notes>
</file>

<file path=ppt/notesSlides/notesSlide1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1150</a:t>
            </a:fld>
            <a:endParaRPr lang="en-US" dirty="0"/>
          </a:p>
        </p:txBody>
      </p:sp>
    </p:spTree>
    <p:extLst>
      <p:ext uri="{BB962C8B-B14F-4D97-AF65-F5344CB8AC3E}">
        <p14:creationId xmlns:p14="http://schemas.microsoft.com/office/powerpoint/2010/main" val="1598256763"/>
      </p:ext>
    </p:extLst>
  </p:cSld>
  <p:clrMapOvr>
    <a:masterClrMapping/>
  </p:clrMapOvr>
</p:notes>
</file>

<file path=ppt/notesSlides/notesSlide1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1151</a:t>
            </a:fld>
            <a:endParaRPr lang="en-US" dirty="0"/>
          </a:p>
        </p:txBody>
      </p:sp>
    </p:spTree>
    <p:extLst>
      <p:ext uri="{BB962C8B-B14F-4D97-AF65-F5344CB8AC3E}">
        <p14:creationId xmlns:p14="http://schemas.microsoft.com/office/powerpoint/2010/main" val="3916768511"/>
      </p:ext>
    </p:extLst>
  </p:cSld>
  <p:clrMapOvr>
    <a:masterClrMapping/>
  </p:clrMapOvr>
</p:notes>
</file>

<file path=ppt/notesSlides/notesSlide1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1152</a:t>
            </a:fld>
            <a:endParaRPr lang="en-US" dirty="0"/>
          </a:p>
        </p:txBody>
      </p:sp>
    </p:spTree>
    <p:extLst>
      <p:ext uri="{BB962C8B-B14F-4D97-AF65-F5344CB8AC3E}">
        <p14:creationId xmlns:p14="http://schemas.microsoft.com/office/powerpoint/2010/main" val="706887692"/>
      </p:ext>
    </p:extLst>
  </p:cSld>
  <p:clrMapOvr>
    <a:masterClrMapping/>
  </p:clrMapOvr>
</p:notes>
</file>

<file path=ppt/notesSlides/notesSlide1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1153</a:t>
            </a:fld>
            <a:endParaRPr lang="en-US" dirty="0"/>
          </a:p>
        </p:txBody>
      </p:sp>
    </p:spTree>
    <p:extLst>
      <p:ext uri="{BB962C8B-B14F-4D97-AF65-F5344CB8AC3E}">
        <p14:creationId xmlns:p14="http://schemas.microsoft.com/office/powerpoint/2010/main" val="3652799320"/>
      </p:ext>
    </p:extLst>
  </p:cSld>
  <p:clrMapOvr>
    <a:masterClrMapping/>
  </p:clrMapOvr>
</p:notes>
</file>

<file path=ppt/notesSlides/notesSlide1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1154</a:t>
            </a:fld>
            <a:endParaRPr lang="en-US" dirty="0"/>
          </a:p>
        </p:txBody>
      </p:sp>
    </p:spTree>
    <p:extLst>
      <p:ext uri="{BB962C8B-B14F-4D97-AF65-F5344CB8AC3E}">
        <p14:creationId xmlns:p14="http://schemas.microsoft.com/office/powerpoint/2010/main" val="2894772013"/>
      </p:ext>
    </p:extLst>
  </p:cSld>
  <p:clrMapOvr>
    <a:masterClrMapping/>
  </p:clrMapOvr>
</p:notes>
</file>

<file path=ppt/notesSlides/notesSlide1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1155</a:t>
            </a:fld>
            <a:endParaRPr lang="en-US" dirty="0"/>
          </a:p>
        </p:txBody>
      </p:sp>
    </p:spTree>
    <p:extLst>
      <p:ext uri="{BB962C8B-B14F-4D97-AF65-F5344CB8AC3E}">
        <p14:creationId xmlns:p14="http://schemas.microsoft.com/office/powerpoint/2010/main" val="2884044035"/>
      </p:ext>
    </p:extLst>
  </p:cSld>
  <p:clrMapOvr>
    <a:masterClrMapping/>
  </p:clrMapOvr>
</p:notes>
</file>

<file path=ppt/notesSlides/notesSlide1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1156</a:t>
            </a:fld>
            <a:endParaRPr lang="en-US" dirty="0"/>
          </a:p>
        </p:txBody>
      </p:sp>
    </p:spTree>
    <p:extLst>
      <p:ext uri="{BB962C8B-B14F-4D97-AF65-F5344CB8AC3E}">
        <p14:creationId xmlns:p14="http://schemas.microsoft.com/office/powerpoint/2010/main" val="2042750423"/>
      </p:ext>
    </p:extLst>
  </p:cSld>
  <p:clrMapOvr>
    <a:masterClrMapping/>
  </p:clrMapOvr>
</p:notes>
</file>

<file path=ppt/notesSlides/notesSlide1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1157</a:t>
            </a:fld>
            <a:endParaRPr lang="en-US" dirty="0"/>
          </a:p>
        </p:txBody>
      </p:sp>
    </p:spTree>
    <p:extLst>
      <p:ext uri="{BB962C8B-B14F-4D97-AF65-F5344CB8AC3E}">
        <p14:creationId xmlns:p14="http://schemas.microsoft.com/office/powerpoint/2010/main" val="2161096644"/>
      </p:ext>
    </p:extLst>
  </p:cSld>
  <p:clrMapOvr>
    <a:masterClrMapping/>
  </p:clrMapOvr>
</p:notes>
</file>

<file path=ppt/notesSlides/notesSlide1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1158</a:t>
            </a:fld>
            <a:endParaRPr lang="en-US" dirty="0"/>
          </a:p>
        </p:txBody>
      </p:sp>
    </p:spTree>
    <p:extLst>
      <p:ext uri="{BB962C8B-B14F-4D97-AF65-F5344CB8AC3E}">
        <p14:creationId xmlns:p14="http://schemas.microsoft.com/office/powerpoint/2010/main" val="2454406083"/>
      </p:ext>
    </p:extLst>
  </p:cSld>
  <p:clrMapOvr>
    <a:masterClrMapping/>
  </p:clrMapOvr>
</p:notes>
</file>

<file path=ppt/notesSlides/notesSlide1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1159</a:t>
            </a:fld>
            <a:endParaRPr lang="en-US" dirty="0"/>
          </a:p>
        </p:txBody>
      </p:sp>
    </p:spTree>
    <p:extLst>
      <p:ext uri="{BB962C8B-B14F-4D97-AF65-F5344CB8AC3E}">
        <p14:creationId xmlns:p14="http://schemas.microsoft.com/office/powerpoint/2010/main" val="2598055478"/>
      </p:ext>
    </p:extLst>
  </p:cSld>
  <p:clrMapOvr>
    <a:masterClrMapping/>
  </p:clrMapOvr>
</p:notes>
</file>

<file path=ppt/notesSlides/notesSlide1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1160</a:t>
            </a:fld>
            <a:endParaRPr lang="en-US" dirty="0"/>
          </a:p>
        </p:txBody>
      </p:sp>
    </p:spTree>
    <p:extLst>
      <p:ext uri="{BB962C8B-B14F-4D97-AF65-F5344CB8AC3E}">
        <p14:creationId xmlns:p14="http://schemas.microsoft.com/office/powerpoint/2010/main" val="3107433480"/>
      </p:ext>
    </p:extLst>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1161</a:t>
            </a:fld>
            <a:endParaRPr lang="en-US" dirty="0"/>
          </a:p>
        </p:txBody>
      </p:sp>
    </p:spTree>
    <p:extLst>
      <p:ext uri="{BB962C8B-B14F-4D97-AF65-F5344CB8AC3E}">
        <p14:creationId xmlns:p14="http://schemas.microsoft.com/office/powerpoint/2010/main" val="899223563"/>
      </p:ext>
    </p:extLst>
  </p:cSld>
  <p:clrMapOvr>
    <a:masterClrMapping/>
  </p:clrMapOvr>
</p:notes>
</file>

<file path=ppt/notesSlides/notesSlide1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1162</a:t>
            </a:fld>
            <a:endParaRPr lang="en-US" dirty="0"/>
          </a:p>
        </p:txBody>
      </p:sp>
    </p:spTree>
    <p:extLst>
      <p:ext uri="{BB962C8B-B14F-4D97-AF65-F5344CB8AC3E}">
        <p14:creationId xmlns:p14="http://schemas.microsoft.com/office/powerpoint/2010/main" val="1060070164"/>
      </p:ext>
    </p:extLst>
  </p:cSld>
  <p:clrMapOvr>
    <a:masterClrMapping/>
  </p:clrMapOvr>
</p:notes>
</file>

<file path=ppt/notesSlides/notesSlide1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1163</a:t>
            </a:fld>
            <a:endParaRPr lang="en-US" dirty="0"/>
          </a:p>
        </p:txBody>
      </p:sp>
    </p:spTree>
    <p:extLst>
      <p:ext uri="{BB962C8B-B14F-4D97-AF65-F5344CB8AC3E}">
        <p14:creationId xmlns:p14="http://schemas.microsoft.com/office/powerpoint/2010/main" val="2562235836"/>
      </p:ext>
    </p:extLst>
  </p:cSld>
  <p:clrMapOvr>
    <a:masterClrMapping/>
  </p:clrMapOvr>
</p:notes>
</file>

<file path=ppt/notesSlides/notesSlide1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1164</a:t>
            </a:fld>
            <a:endParaRPr lang="en-US" dirty="0"/>
          </a:p>
        </p:txBody>
      </p:sp>
    </p:spTree>
    <p:extLst>
      <p:ext uri="{BB962C8B-B14F-4D97-AF65-F5344CB8AC3E}">
        <p14:creationId xmlns:p14="http://schemas.microsoft.com/office/powerpoint/2010/main" val="632592456"/>
      </p:ext>
    </p:extLst>
  </p:cSld>
  <p:clrMapOvr>
    <a:masterClrMapping/>
  </p:clrMapOvr>
</p:notes>
</file>

<file path=ppt/notesSlides/notesSlide1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1165</a:t>
            </a:fld>
            <a:endParaRPr lang="en-US" dirty="0"/>
          </a:p>
        </p:txBody>
      </p:sp>
    </p:spTree>
    <p:extLst>
      <p:ext uri="{BB962C8B-B14F-4D97-AF65-F5344CB8AC3E}">
        <p14:creationId xmlns:p14="http://schemas.microsoft.com/office/powerpoint/2010/main" val="822028349"/>
      </p:ext>
    </p:extLst>
  </p:cSld>
  <p:clrMapOvr>
    <a:masterClrMapping/>
  </p:clrMapOvr>
</p:notes>
</file>

<file path=ppt/notesSlides/notesSlide1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1166</a:t>
            </a:fld>
            <a:endParaRPr lang="en-US" dirty="0"/>
          </a:p>
        </p:txBody>
      </p:sp>
    </p:spTree>
    <p:extLst>
      <p:ext uri="{BB962C8B-B14F-4D97-AF65-F5344CB8AC3E}">
        <p14:creationId xmlns:p14="http://schemas.microsoft.com/office/powerpoint/2010/main" val="1578113463"/>
      </p:ext>
    </p:extLst>
  </p:cSld>
  <p:clrMapOvr>
    <a:masterClrMapping/>
  </p:clrMapOvr>
</p:notes>
</file>

<file path=ppt/notesSlides/notesSlide1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1167</a:t>
            </a:fld>
            <a:endParaRPr lang="en-US" dirty="0"/>
          </a:p>
        </p:txBody>
      </p:sp>
    </p:spTree>
    <p:extLst>
      <p:ext uri="{BB962C8B-B14F-4D97-AF65-F5344CB8AC3E}">
        <p14:creationId xmlns:p14="http://schemas.microsoft.com/office/powerpoint/2010/main" val="858893385"/>
      </p:ext>
    </p:extLst>
  </p:cSld>
  <p:clrMapOvr>
    <a:masterClrMapping/>
  </p:clrMapOvr>
</p:notes>
</file>

<file path=ppt/notesSlides/notesSlide1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1168</a:t>
            </a:fld>
            <a:endParaRPr lang="en-US" dirty="0"/>
          </a:p>
        </p:txBody>
      </p:sp>
    </p:spTree>
    <p:extLst>
      <p:ext uri="{BB962C8B-B14F-4D97-AF65-F5344CB8AC3E}">
        <p14:creationId xmlns:p14="http://schemas.microsoft.com/office/powerpoint/2010/main" val="3547506407"/>
      </p:ext>
    </p:extLst>
  </p:cSld>
  <p:clrMapOvr>
    <a:masterClrMapping/>
  </p:clrMapOvr>
</p:notes>
</file>

<file path=ppt/notesSlides/notesSlide1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1169</a:t>
            </a:fld>
            <a:endParaRPr lang="en-US" dirty="0"/>
          </a:p>
        </p:txBody>
      </p:sp>
    </p:spTree>
    <p:extLst>
      <p:ext uri="{BB962C8B-B14F-4D97-AF65-F5344CB8AC3E}">
        <p14:creationId xmlns:p14="http://schemas.microsoft.com/office/powerpoint/2010/main" val="770639530"/>
      </p:ext>
    </p:extLst>
  </p:cSld>
  <p:clrMapOvr>
    <a:masterClrMapping/>
  </p:clrMapOvr>
</p:notes>
</file>

<file path=ppt/notesSlides/notesSlide1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1170</a:t>
            </a:fld>
            <a:endParaRPr lang="en-US" dirty="0"/>
          </a:p>
        </p:txBody>
      </p:sp>
    </p:spTree>
    <p:extLst>
      <p:ext uri="{BB962C8B-B14F-4D97-AF65-F5344CB8AC3E}">
        <p14:creationId xmlns:p14="http://schemas.microsoft.com/office/powerpoint/2010/main" val="23508619"/>
      </p:ext>
    </p:extLst>
  </p:cSld>
  <p:clrMapOvr>
    <a:masterClrMapping/>
  </p:clrMapOvr>
</p:notes>
</file>

<file path=ppt/notesSlides/notesSlide1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1171</a:t>
            </a:fld>
            <a:endParaRPr lang="en-US" dirty="0"/>
          </a:p>
        </p:txBody>
      </p:sp>
    </p:spTree>
    <p:extLst>
      <p:ext uri="{BB962C8B-B14F-4D97-AF65-F5344CB8AC3E}">
        <p14:creationId xmlns:p14="http://schemas.microsoft.com/office/powerpoint/2010/main" val="2900944981"/>
      </p:ext>
    </p:extLst>
  </p:cSld>
  <p:clrMapOvr>
    <a:masterClrMapping/>
  </p:clrMapOvr>
</p:notes>
</file>

<file path=ppt/notesSlides/notesSlide1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1172</a:t>
            </a:fld>
            <a:endParaRPr lang="en-US" dirty="0"/>
          </a:p>
        </p:txBody>
      </p:sp>
    </p:spTree>
    <p:extLst>
      <p:ext uri="{BB962C8B-B14F-4D97-AF65-F5344CB8AC3E}">
        <p14:creationId xmlns:p14="http://schemas.microsoft.com/office/powerpoint/2010/main" val="1661599505"/>
      </p:ext>
    </p:extLst>
  </p:cSld>
  <p:clrMapOvr>
    <a:masterClrMapping/>
  </p:clrMapOvr>
</p:notes>
</file>

<file path=ppt/notesSlides/notesSlide1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1173</a:t>
            </a:fld>
            <a:endParaRPr lang="en-US" dirty="0"/>
          </a:p>
        </p:txBody>
      </p:sp>
    </p:spTree>
    <p:extLst>
      <p:ext uri="{BB962C8B-B14F-4D97-AF65-F5344CB8AC3E}">
        <p14:creationId xmlns:p14="http://schemas.microsoft.com/office/powerpoint/2010/main" val="3046420868"/>
      </p:ext>
    </p:extLst>
  </p:cSld>
  <p:clrMapOvr>
    <a:masterClrMapping/>
  </p:clrMapOvr>
</p:notes>
</file>

<file path=ppt/notesSlides/notesSlide1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1174</a:t>
            </a:fld>
            <a:endParaRPr lang="en-US" dirty="0"/>
          </a:p>
        </p:txBody>
      </p:sp>
    </p:spTree>
    <p:extLst>
      <p:ext uri="{BB962C8B-B14F-4D97-AF65-F5344CB8AC3E}">
        <p14:creationId xmlns:p14="http://schemas.microsoft.com/office/powerpoint/2010/main" val="1911812399"/>
      </p:ext>
    </p:extLst>
  </p:cSld>
  <p:clrMapOvr>
    <a:masterClrMapping/>
  </p:clrMapOvr>
</p:notes>
</file>

<file path=ppt/notesSlides/notesSlide1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1175</a:t>
            </a:fld>
            <a:endParaRPr lang="en-US" dirty="0"/>
          </a:p>
        </p:txBody>
      </p:sp>
    </p:spTree>
    <p:extLst>
      <p:ext uri="{BB962C8B-B14F-4D97-AF65-F5344CB8AC3E}">
        <p14:creationId xmlns:p14="http://schemas.microsoft.com/office/powerpoint/2010/main" val="2550387571"/>
      </p:ext>
    </p:extLst>
  </p:cSld>
  <p:clrMapOvr>
    <a:masterClrMapping/>
  </p:clrMapOvr>
</p:notes>
</file>

<file path=ppt/notesSlides/notesSlide1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1176</a:t>
            </a:fld>
            <a:endParaRPr lang="en-US" dirty="0"/>
          </a:p>
        </p:txBody>
      </p:sp>
    </p:spTree>
    <p:extLst>
      <p:ext uri="{BB962C8B-B14F-4D97-AF65-F5344CB8AC3E}">
        <p14:creationId xmlns:p14="http://schemas.microsoft.com/office/powerpoint/2010/main" val="266339298"/>
      </p:ext>
    </p:extLst>
  </p:cSld>
  <p:clrMapOvr>
    <a:masterClrMapping/>
  </p:clrMapOvr>
</p:notes>
</file>

<file path=ppt/notesSlides/notesSlide1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1177</a:t>
            </a:fld>
            <a:endParaRPr lang="en-US" dirty="0"/>
          </a:p>
        </p:txBody>
      </p:sp>
    </p:spTree>
    <p:extLst>
      <p:ext uri="{BB962C8B-B14F-4D97-AF65-F5344CB8AC3E}">
        <p14:creationId xmlns:p14="http://schemas.microsoft.com/office/powerpoint/2010/main" val="3116182793"/>
      </p:ext>
    </p:extLst>
  </p:cSld>
  <p:clrMapOvr>
    <a:masterClrMapping/>
  </p:clrMapOvr>
</p:notes>
</file>

<file path=ppt/notesSlides/notesSlide1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1178</a:t>
            </a:fld>
            <a:endParaRPr lang="en-US" dirty="0"/>
          </a:p>
        </p:txBody>
      </p:sp>
    </p:spTree>
    <p:extLst>
      <p:ext uri="{BB962C8B-B14F-4D97-AF65-F5344CB8AC3E}">
        <p14:creationId xmlns:p14="http://schemas.microsoft.com/office/powerpoint/2010/main" val="545296532"/>
      </p:ext>
    </p:extLst>
  </p:cSld>
  <p:clrMapOvr>
    <a:masterClrMapping/>
  </p:clrMapOvr>
</p:notes>
</file>

<file path=ppt/notesSlides/notesSlide1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1179</a:t>
            </a:fld>
            <a:endParaRPr lang="en-US" dirty="0"/>
          </a:p>
        </p:txBody>
      </p:sp>
    </p:spTree>
    <p:extLst>
      <p:ext uri="{BB962C8B-B14F-4D97-AF65-F5344CB8AC3E}">
        <p14:creationId xmlns:p14="http://schemas.microsoft.com/office/powerpoint/2010/main" val="263570819"/>
      </p:ext>
    </p:extLst>
  </p:cSld>
  <p:clrMapOvr>
    <a:masterClrMapping/>
  </p:clrMapOvr>
</p:notes>
</file>

<file path=ppt/notesSlides/notesSlide1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1180</a:t>
            </a:fld>
            <a:endParaRPr lang="en-US" dirty="0"/>
          </a:p>
        </p:txBody>
      </p:sp>
    </p:spTree>
    <p:extLst>
      <p:ext uri="{BB962C8B-B14F-4D97-AF65-F5344CB8AC3E}">
        <p14:creationId xmlns:p14="http://schemas.microsoft.com/office/powerpoint/2010/main" val="2558388893"/>
      </p:ext>
    </p:extLst>
  </p:cSld>
  <p:clrMapOvr>
    <a:masterClrMapping/>
  </p:clrMapOvr>
</p:notes>
</file>

<file path=ppt/notesSlides/notesSlide1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1181</a:t>
            </a:fld>
            <a:endParaRPr lang="en-US" dirty="0"/>
          </a:p>
        </p:txBody>
      </p:sp>
    </p:spTree>
    <p:extLst>
      <p:ext uri="{BB962C8B-B14F-4D97-AF65-F5344CB8AC3E}">
        <p14:creationId xmlns:p14="http://schemas.microsoft.com/office/powerpoint/2010/main" val="1422061048"/>
      </p:ext>
    </p:extLst>
  </p:cSld>
  <p:clrMapOvr>
    <a:masterClrMapping/>
  </p:clrMapOvr>
</p:notes>
</file>

<file path=ppt/notesSlides/notesSlide1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1182</a:t>
            </a:fld>
            <a:endParaRPr lang="en-US" dirty="0"/>
          </a:p>
        </p:txBody>
      </p:sp>
    </p:spTree>
    <p:extLst>
      <p:ext uri="{BB962C8B-B14F-4D97-AF65-F5344CB8AC3E}">
        <p14:creationId xmlns:p14="http://schemas.microsoft.com/office/powerpoint/2010/main" val="505123830"/>
      </p:ext>
    </p:extLst>
  </p:cSld>
  <p:clrMapOvr>
    <a:masterClrMapping/>
  </p:clrMapOvr>
</p:notes>
</file>

<file path=ppt/notesSlides/notesSlide1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1183</a:t>
            </a:fld>
            <a:endParaRPr lang="en-US" dirty="0"/>
          </a:p>
        </p:txBody>
      </p:sp>
    </p:spTree>
    <p:extLst>
      <p:ext uri="{BB962C8B-B14F-4D97-AF65-F5344CB8AC3E}">
        <p14:creationId xmlns:p14="http://schemas.microsoft.com/office/powerpoint/2010/main" val="3340139790"/>
      </p:ext>
    </p:extLst>
  </p:cSld>
  <p:clrMapOvr>
    <a:masterClrMapping/>
  </p:clrMapOvr>
</p:notes>
</file>

<file path=ppt/notesSlides/notesSlide1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1184</a:t>
            </a:fld>
            <a:endParaRPr lang="en-US" dirty="0"/>
          </a:p>
        </p:txBody>
      </p:sp>
    </p:spTree>
    <p:extLst>
      <p:ext uri="{BB962C8B-B14F-4D97-AF65-F5344CB8AC3E}">
        <p14:creationId xmlns:p14="http://schemas.microsoft.com/office/powerpoint/2010/main" val="913971947"/>
      </p:ext>
    </p:extLst>
  </p:cSld>
  <p:clrMapOvr>
    <a:masterClrMapping/>
  </p:clrMapOvr>
</p:notes>
</file>

<file path=ppt/notesSlides/notesSlide1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1185</a:t>
            </a:fld>
            <a:endParaRPr lang="en-US" dirty="0"/>
          </a:p>
        </p:txBody>
      </p:sp>
    </p:spTree>
    <p:extLst>
      <p:ext uri="{BB962C8B-B14F-4D97-AF65-F5344CB8AC3E}">
        <p14:creationId xmlns:p14="http://schemas.microsoft.com/office/powerpoint/2010/main" val="326386004"/>
      </p:ext>
    </p:extLst>
  </p:cSld>
  <p:clrMapOvr>
    <a:masterClrMapping/>
  </p:clrMapOvr>
</p:notes>
</file>

<file path=ppt/notesSlides/notesSlide1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1186</a:t>
            </a:fld>
            <a:endParaRPr lang="en-US" dirty="0"/>
          </a:p>
        </p:txBody>
      </p:sp>
    </p:spTree>
    <p:extLst>
      <p:ext uri="{BB962C8B-B14F-4D97-AF65-F5344CB8AC3E}">
        <p14:creationId xmlns:p14="http://schemas.microsoft.com/office/powerpoint/2010/main" val="2238950590"/>
      </p:ext>
    </p:extLst>
  </p:cSld>
  <p:clrMapOvr>
    <a:masterClrMapping/>
  </p:clrMapOvr>
</p:notes>
</file>

<file path=ppt/notesSlides/notesSlide1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1187</a:t>
            </a:fld>
            <a:endParaRPr lang="en-US" dirty="0"/>
          </a:p>
        </p:txBody>
      </p:sp>
    </p:spTree>
    <p:extLst>
      <p:ext uri="{BB962C8B-B14F-4D97-AF65-F5344CB8AC3E}">
        <p14:creationId xmlns:p14="http://schemas.microsoft.com/office/powerpoint/2010/main" val="4175990092"/>
      </p:ext>
    </p:extLst>
  </p:cSld>
  <p:clrMapOvr>
    <a:masterClrMapping/>
  </p:clrMapOvr>
</p:notes>
</file>

<file path=ppt/notesSlides/notesSlide1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1188</a:t>
            </a:fld>
            <a:endParaRPr lang="en-US" dirty="0"/>
          </a:p>
        </p:txBody>
      </p:sp>
    </p:spTree>
    <p:extLst>
      <p:ext uri="{BB962C8B-B14F-4D97-AF65-F5344CB8AC3E}">
        <p14:creationId xmlns:p14="http://schemas.microsoft.com/office/powerpoint/2010/main" val="932055234"/>
      </p:ext>
    </p:extLst>
  </p:cSld>
  <p:clrMapOvr>
    <a:masterClrMapping/>
  </p:clrMapOvr>
</p:notes>
</file>

<file path=ppt/notesSlides/notesSlide1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1189</a:t>
            </a:fld>
            <a:endParaRPr lang="en-US" dirty="0"/>
          </a:p>
        </p:txBody>
      </p:sp>
    </p:spTree>
    <p:extLst>
      <p:ext uri="{BB962C8B-B14F-4D97-AF65-F5344CB8AC3E}">
        <p14:creationId xmlns:p14="http://schemas.microsoft.com/office/powerpoint/2010/main" val="1236398669"/>
      </p:ext>
    </p:extLst>
  </p:cSld>
  <p:clrMapOvr>
    <a:masterClrMapping/>
  </p:clrMapOvr>
</p:notes>
</file>

<file path=ppt/notesSlides/notesSlide1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1190</a:t>
            </a:fld>
            <a:endParaRPr lang="en-US" dirty="0"/>
          </a:p>
        </p:txBody>
      </p:sp>
    </p:spTree>
    <p:extLst>
      <p:ext uri="{BB962C8B-B14F-4D97-AF65-F5344CB8AC3E}">
        <p14:creationId xmlns:p14="http://schemas.microsoft.com/office/powerpoint/2010/main" val="3810119814"/>
      </p:ext>
    </p:extLst>
  </p:cSld>
  <p:clrMapOvr>
    <a:masterClrMapping/>
  </p:clrMapOvr>
</p:notes>
</file>

<file path=ppt/notesSlides/notesSlide1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1191</a:t>
            </a:fld>
            <a:endParaRPr lang="en-US" dirty="0"/>
          </a:p>
        </p:txBody>
      </p:sp>
    </p:spTree>
    <p:extLst>
      <p:ext uri="{BB962C8B-B14F-4D97-AF65-F5344CB8AC3E}">
        <p14:creationId xmlns:p14="http://schemas.microsoft.com/office/powerpoint/2010/main" val="1991799747"/>
      </p:ext>
    </p:extLst>
  </p:cSld>
  <p:clrMapOvr>
    <a:masterClrMapping/>
  </p:clrMapOvr>
</p:notes>
</file>

<file path=ppt/notesSlides/notesSlide1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1192</a:t>
            </a:fld>
            <a:endParaRPr lang="en-US" dirty="0"/>
          </a:p>
        </p:txBody>
      </p:sp>
    </p:spTree>
    <p:extLst>
      <p:ext uri="{BB962C8B-B14F-4D97-AF65-F5344CB8AC3E}">
        <p14:creationId xmlns:p14="http://schemas.microsoft.com/office/powerpoint/2010/main" val="4114044128"/>
      </p:ext>
    </p:extLst>
  </p:cSld>
  <p:clrMapOvr>
    <a:masterClrMapping/>
  </p:clrMapOvr>
</p:notes>
</file>

<file path=ppt/notesSlides/notesSlide1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1193</a:t>
            </a:fld>
            <a:endParaRPr lang="en-US" dirty="0"/>
          </a:p>
        </p:txBody>
      </p:sp>
    </p:spTree>
    <p:extLst>
      <p:ext uri="{BB962C8B-B14F-4D97-AF65-F5344CB8AC3E}">
        <p14:creationId xmlns:p14="http://schemas.microsoft.com/office/powerpoint/2010/main" val="2253249468"/>
      </p:ext>
    </p:extLst>
  </p:cSld>
  <p:clrMapOvr>
    <a:masterClrMapping/>
  </p:clrMapOvr>
</p:notes>
</file>

<file path=ppt/notesSlides/notesSlide1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1194</a:t>
            </a:fld>
            <a:endParaRPr lang="en-US" dirty="0"/>
          </a:p>
        </p:txBody>
      </p:sp>
    </p:spTree>
    <p:extLst>
      <p:ext uri="{BB962C8B-B14F-4D97-AF65-F5344CB8AC3E}">
        <p14:creationId xmlns:p14="http://schemas.microsoft.com/office/powerpoint/2010/main" val="1677338722"/>
      </p:ext>
    </p:extLst>
  </p:cSld>
  <p:clrMapOvr>
    <a:masterClrMapping/>
  </p:clrMapOvr>
</p:notes>
</file>

<file path=ppt/notesSlides/notesSlide1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1195</a:t>
            </a:fld>
            <a:endParaRPr lang="en-US" dirty="0"/>
          </a:p>
        </p:txBody>
      </p:sp>
    </p:spTree>
    <p:extLst>
      <p:ext uri="{BB962C8B-B14F-4D97-AF65-F5344CB8AC3E}">
        <p14:creationId xmlns:p14="http://schemas.microsoft.com/office/powerpoint/2010/main" val="1531260262"/>
      </p:ext>
    </p:extLst>
  </p:cSld>
  <p:clrMapOvr>
    <a:masterClrMapping/>
  </p:clrMapOvr>
</p:notes>
</file>

<file path=ppt/notesSlides/notesSlide1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1196</a:t>
            </a:fld>
            <a:endParaRPr lang="en-US" dirty="0"/>
          </a:p>
        </p:txBody>
      </p:sp>
    </p:spTree>
    <p:extLst>
      <p:ext uri="{BB962C8B-B14F-4D97-AF65-F5344CB8AC3E}">
        <p14:creationId xmlns:p14="http://schemas.microsoft.com/office/powerpoint/2010/main" val="2544278867"/>
      </p:ext>
    </p:extLst>
  </p:cSld>
  <p:clrMapOvr>
    <a:masterClrMapping/>
  </p:clrMapOvr>
</p:notes>
</file>

<file path=ppt/notesSlides/notesSlide1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1197</a:t>
            </a:fld>
            <a:endParaRPr lang="en-US" dirty="0"/>
          </a:p>
        </p:txBody>
      </p:sp>
    </p:spTree>
    <p:extLst>
      <p:ext uri="{BB962C8B-B14F-4D97-AF65-F5344CB8AC3E}">
        <p14:creationId xmlns:p14="http://schemas.microsoft.com/office/powerpoint/2010/main" val="652143286"/>
      </p:ext>
    </p:extLst>
  </p:cSld>
  <p:clrMapOvr>
    <a:masterClrMapping/>
  </p:clrMapOvr>
</p:notes>
</file>

<file path=ppt/notesSlides/notesSlide1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1198</a:t>
            </a:fld>
            <a:endParaRPr lang="en-US" dirty="0"/>
          </a:p>
        </p:txBody>
      </p:sp>
    </p:spTree>
    <p:extLst>
      <p:ext uri="{BB962C8B-B14F-4D97-AF65-F5344CB8AC3E}">
        <p14:creationId xmlns:p14="http://schemas.microsoft.com/office/powerpoint/2010/main" val="2458221763"/>
      </p:ext>
    </p:extLst>
  </p:cSld>
  <p:clrMapOvr>
    <a:masterClrMapping/>
  </p:clrMapOvr>
</p:notes>
</file>

<file path=ppt/notesSlides/notesSlide1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1199</a:t>
            </a:fld>
            <a:endParaRPr lang="en-US" dirty="0"/>
          </a:p>
        </p:txBody>
      </p:sp>
    </p:spTree>
    <p:extLst>
      <p:ext uri="{BB962C8B-B14F-4D97-AF65-F5344CB8AC3E}">
        <p14:creationId xmlns:p14="http://schemas.microsoft.com/office/powerpoint/2010/main" val="378793671"/>
      </p:ext>
    </p:extLst>
  </p:cSld>
  <p:clrMapOvr>
    <a:masterClrMapping/>
  </p:clrMapOvr>
</p:notes>
</file>

<file path=ppt/notesSlides/notesSlide1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1200</a:t>
            </a:fld>
            <a:endParaRPr lang="en-US" dirty="0"/>
          </a:p>
        </p:txBody>
      </p:sp>
    </p:spTree>
    <p:extLst>
      <p:ext uri="{BB962C8B-B14F-4D97-AF65-F5344CB8AC3E}">
        <p14:creationId xmlns:p14="http://schemas.microsoft.com/office/powerpoint/2010/main" val="3102950748"/>
      </p:ext>
    </p:extLst>
  </p:cSld>
  <p:clrMapOvr>
    <a:masterClrMapping/>
  </p:clrMapOvr>
</p:notes>
</file>

<file path=ppt/notesSlides/notesSlide1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1201</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1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1202</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1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1203</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1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1204</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1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1205</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1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1206</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1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1207</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1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1208</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1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1209</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1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1210</a:t>
            </a:fld>
            <a:endParaRPr lang="en-US" dirty="0"/>
          </a:p>
        </p:txBody>
      </p:sp>
    </p:spTree>
    <p:extLst>
      <p:ext uri="{BB962C8B-B14F-4D97-AF65-F5344CB8AC3E}">
        <p14:creationId xmlns:p14="http://schemas.microsoft.com/office/powerpoint/2010/main" val="4196038400"/>
      </p:ext>
    </p:extLst>
  </p:cSld>
  <p:clrMapOvr>
    <a:masterClrMapping/>
  </p:clrMapOvr>
</p:notes>
</file>

<file path=ppt/notesSlides/notesSlide1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1211</a:t>
            </a:fld>
            <a:endParaRPr lang="en-US" dirty="0"/>
          </a:p>
        </p:txBody>
      </p:sp>
    </p:spTree>
    <p:extLst>
      <p:ext uri="{BB962C8B-B14F-4D97-AF65-F5344CB8AC3E}">
        <p14:creationId xmlns:p14="http://schemas.microsoft.com/office/powerpoint/2010/main" val="1283726859"/>
      </p:ext>
    </p:extLst>
  </p:cSld>
  <p:clrMapOvr>
    <a:masterClrMapping/>
  </p:clrMapOvr>
</p:notes>
</file>

<file path=ppt/notesSlides/notesSlide1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1212</a:t>
            </a:fld>
            <a:endParaRPr lang="en-US" dirty="0"/>
          </a:p>
        </p:txBody>
      </p:sp>
    </p:spTree>
    <p:extLst>
      <p:ext uri="{BB962C8B-B14F-4D97-AF65-F5344CB8AC3E}">
        <p14:creationId xmlns:p14="http://schemas.microsoft.com/office/powerpoint/2010/main" val="1282844992"/>
      </p:ext>
    </p:extLst>
  </p:cSld>
  <p:clrMapOvr>
    <a:masterClrMapping/>
  </p:clrMapOvr>
</p:notes>
</file>

<file path=ppt/notesSlides/notesSlide1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1213</a:t>
            </a:fld>
            <a:endParaRPr lang="en-US" dirty="0"/>
          </a:p>
        </p:txBody>
      </p:sp>
    </p:spTree>
    <p:extLst>
      <p:ext uri="{BB962C8B-B14F-4D97-AF65-F5344CB8AC3E}">
        <p14:creationId xmlns:p14="http://schemas.microsoft.com/office/powerpoint/2010/main" val="3577073696"/>
      </p:ext>
    </p:extLst>
  </p:cSld>
  <p:clrMapOvr>
    <a:masterClrMapping/>
  </p:clrMapOvr>
</p:notes>
</file>

<file path=ppt/notesSlides/notesSlide1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1214</a:t>
            </a:fld>
            <a:endParaRPr lang="en-US" dirty="0"/>
          </a:p>
        </p:txBody>
      </p:sp>
    </p:spTree>
    <p:extLst>
      <p:ext uri="{BB962C8B-B14F-4D97-AF65-F5344CB8AC3E}">
        <p14:creationId xmlns:p14="http://schemas.microsoft.com/office/powerpoint/2010/main" val="854172149"/>
      </p:ext>
    </p:extLst>
  </p:cSld>
  <p:clrMapOvr>
    <a:masterClrMapping/>
  </p:clrMapOvr>
</p:notes>
</file>

<file path=ppt/notesSlides/notesSlide1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1215</a:t>
            </a:fld>
            <a:endParaRPr lang="en-US" dirty="0"/>
          </a:p>
        </p:txBody>
      </p:sp>
    </p:spTree>
    <p:extLst>
      <p:ext uri="{BB962C8B-B14F-4D97-AF65-F5344CB8AC3E}">
        <p14:creationId xmlns:p14="http://schemas.microsoft.com/office/powerpoint/2010/main" val="3338256316"/>
      </p:ext>
    </p:extLst>
  </p:cSld>
  <p:clrMapOvr>
    <a:masterClrMapping/>
  </p:clrMapOvr>
</p:notes>
</file>

<file path=ppt/notesSlides/notesSlide1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1216</a:t>
            </a:fld>
            <a:endParaRPr lang="en-US" dirty="0"/>
          </a:p>
        </p:txBody>
      </p:sp>
    </p:spTree>
    <p:extLst>
      <p:ext uri="{BB962C8B-B14F-4D97-AF65-F5344CB8AC3E}">
        <p14:creationId xmlns:p14="http://schemas.microsoft.com/office/powerpoint/2010/main" val="992708972"/>
      </p:ext>
    </p:extLst>
  </p:cSld>
  <p:clrMapOvr>
    <a:masterClrMapping/>
  </p:clrMapOvr>
</p:notes>
</file>

<file path=ppt/notesSlides/notesSlide1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1217</a:t>
            </a:fld>
            <a:endParaRPr lang="en-US" dirty="0"/>
          </a:p>
        </p:txBody>
      </p:sp>
    </p:spTree>
    <p:extLst>
      <p:ext uri="{BB962C8B-B14F-4D97-AF65-F5344CB8AC3E}">
        <p14:creationId xmlns:p14="http://schemas.microsoft.com/office/powerpoint/2010/main" val="456118459"/>
      </p:ext>
    </p:extLst>
  </p:cSld>
  <p:clrMapOvr>
    <a:masterClrMapping/>
  </p:clrMapOvr>
</p:notes>
</file>

<file path=ppt/notesSlides/notesSlide1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1218</a:t>
            </a:fld>
            <a:endParaRPr lang="en-US" dirty="0"/>
          </a:p>
        </p:txBody>
      </p:sp>
    </p:spTree>
    <p:extLst>
      <p:ext uri="{BB962C8B-B14F-4D97-AF65-F5344CB8AC3E}">
        <p14:creationId xmlns:p14="http://schemas.microsoft.com/office/powerpoint/2010/main" val="115846238"/>
      </p:ext>
    </p:extLst>
  </p:cSld>
  <p:clrMapOvr>
    <a:masterClrMapping/>
  </p:clrMapOvr>
</p:notes>
</file>

<file path=ppt/notesSlides/notesSlide1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1219</a:t>
            </a:fld>
            <a:endParaRPr lang="en-US" dirty="0"/>
          </a:p>
        </p:txBody>
      </p:sp>
    </p:spTree>
    <p:extLst>
      <p:ext uri="{BB962C8B-B14F-4D97-AF65-F5344CB8AC3E}">
        <p14:creationId xmlns:p14="http://schemas.microsoft.com/office/powerpoint/2010/main" val="2461580619"/>
      </p:ext>
    </p:extLst>
  </p:cSld>
  <p:clrMapOvr>
    <a:masterClrMapping/>
  </p:clrMapOvr>
</p:notes>
</file>

<file path=ppt/notesSlides/notesSlide1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1220</a:t>
            </a:fld>
            <a:endParaRPr lang="en-US" dirty="0"/>
          </a:p>
        </p:txBody>
      </p:sp>
    </p:spTree>
    <p:extLst>
      <p:ext uri="{BB962C8B-B14F-4D97-AF65-F5344CB8AC3E}">
        <p14:creationId xmlns:p14="http://schemas.microsoft.com/office/powerpoint/2010/main" val="1561094211"/>
      </p:ext>
    </p:extLst>
  </p:cSld>
  <p:clrMapOvr>
    <a:masterClrMapping/>
  </p:clrMapOvr>
</p:notes>
</file>

<file path=ppt/notesSlides/notesSlide1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1221</a:t>
            </a:fld>
            <a:endParaRPr lang="en-US" dirty="0"/>
          </a:p>
        </p:txBody>
      </p:sp>
    </p:spTree>
    <p:extLst>
      <p:ext uri="{BB962C8B-B14F-4D97-AF65-F5344CB8AC3E}">
        <p14:creationId xmlns:p14="http://schemas.microsoft.com/office/powerpoint/2010/main" val="4100778077"/>
      </p:ext>
    </p:extLst>
  </p:cSld>
  <p:clrMapOvr>
    <a:masterClrMapping/>
  </p:clrMapOvr>
</p:notes>
</file>

<file path=ppt/notesSlides/notesSlide1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1222</a:t>
            </a:fld>
            <a:endParaRPr lang="en-US" dirty="0"/>
          </a:p>
        </p:txBody>
      </p:sp>
    </p:spTree>
    <p:extLst>
      <p:ext uri="{BB962C8B-B14F-4D97-AF65-F5344CB8AC3E}">
        <p14:creationId xmlns:p14="http://schemas.microsoft.com/office/powerpoint/2010/main" val="10530468"/>
      </p:ext>
    </p:extLst>
  </p:cSld>
  <p:clrMapOvr>
    <a:masterClrMapping/>
  </p:clrMapOvr>
</p:notes>
</file>

<file path=ppt/notesSlides/notesSlide1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1223</a:t>
            </a:fld>
            <a:endParaRPr lang="en-US" dirty="0"/>
          </a:p>
        </p:txBody>
      </p:sp>
    </p:spTree>
    <p:extLst>
      <p:ext uri="{BB962C8B-B14F-4D97-AF65-F5344CB8AC3E}">
        <p14:creationId xmlns:p14="http://schemas.microsoft.com/office/powerpoint/2010/main" val="963087561"/>
      </p:ext>
    </p:extLst>
  </p:cSld>
  <p:clrMapOvr>
    <a:masterClrMapping/>
  </p:clrMapOvr>
</p:notes>
</file>

<file path=ppt/notesSlides/notesSlide1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1224</a:t>
            </a:fld>
            <a:endParaRPr lang="en-US" dirty="0"/>
          </a:p>
        </p:txBody>
      </p:sp>
    </p:spTree>
    <p:extLst>
      <p:ext uri="{BB962C8B-B14F-4D97-AF65-F5344CB8AC3E}">
        <p14:creationId xmlns:p14="http://schemas.microsoft.com/office/powerpoint/2010/main" val="2455573975"/>
      </p:ext>
    </p:extLst>
  </p:cSld>
  <p:clrMapOvr>
    <a:masterClrMapping/>
  </p:clrMapOvr>
</p:notes>
</file>

<file path=ppt/notesSlides/notesSlide1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1225</a:t>
            </a:fld>
            <a:endParaRPr lang="en-US" dirty="0"/>
          </a:p>
        </p:txBody>
      </p:sp>
    </p:spTree>
    <p:extLst>
      <p:ext uri="{BB962C8B-B14F-4D97-AF65-F5344CB8AC3E}">
        <p14:creationId xmlns:p14="http://schemas.microsoft.com/office/powerpoint/2010/main" val="2568772308"/>
      </p:ext>
    </p:extLst>
  </p:cSld>
  <p:clrMapOvr>
    <a:masterClrMapping/>
  </p:clrMapOvr>
</p:notes>
</file>

<file path=ppt/notesSlides/notesSlide1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1226</a:t>
            </a:fld>
            <a:endParaRPr lang="en-US" dirty="0"/>
          </a:p>
        </p:txBody>
      </p:sp>
    </p:spTree>
    <p:extLst>
      <p:ext uri="{BB962C8B-B14F-4D97-AF65-F5344CB8AC3E}">
        <p14:creationId xmlns:p14="http://schemas.microsoft.com/office/powerpoint/2010/main" val="3673641895"/>
      </p:ext>
    </p:extLst>
  </p:cSld>
  <p:clrMapOvr>
    <a:masterClrMapping/>
  </p:clrMapOvr>
</p:notes>
</file>

<file path=ppt/notesSlides/notesSlide1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1227</a:t>
            </a:fld>
            <a:endParaRPr lang="en-US" dirty="0"/>
          </a:p>
        </p:txBody>
      </p:sp>
    </p:spTree>
    <p:extLst>
      <p:ext uri="{BB962C8B-B14F-4D97-AF65-F5344CB8AC3E}">
        <p14:creationId xmlns:p14="http://schemas.microsoft.com/office/powerpoint/2010/main" val="1893807502"/>
      </p:ext>
    </p:extLst>
  </p:cSld>
  <p:clrMapOvr>
    <a:masterClrMapping/>
  </p:clrMapOvr>
</p:notes>
</file>

<file path=ppt/notesSlides/notesSlide1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1228</a:t>
            </a:fld>
            <a:endParaRPr lang="en-US" dirty="0"/>
          </a:p>
        </p:txBody>
      </p:sp>
    </p:spTree>
    <p:extLst>
      <p:ext uri="{BB962C8B-B14F-4D97-AF65-F5344CB8AC3E}">
        <p14:creationId xmlns:p14="http://schemas.microsoft.com/office/powerpoint/2010/main" val="110078966"/>
      </p:ext>
    </p:extLst>
  </p:cSld>
  <p:clrMapOvr>
    <a:masterClrMapping/>
  </p:clrMapOvr>
</p:notes>
</file>

<file path=ppt/notesSlides/notesSlide1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1229</a:t>
            </a:fld>
            <a:endParaRPr lang="en-US" dirty="0"/>
          </a:p>
        </p:txBody>
      </p:sp>
    </p:spTree>
    <p:extLst>
      <p:ext uri="{BB962C8B-B14F-4D97-AF65-F5344CB8AC3E}">
        <p14:creationId xmlns:p14="http://schemas.microsoft.com/office/powerpoint/2010/main" val="4208599710"/>
      </p:ext>
    </p:extLst>
  </p:cSld>
  <p:clrMapOvr>
    <a:masterClrMapping/>
  </p:clrMapOvr>
</p:notes>
</file>

<file path=ppt/notesSlides/notesSlide1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1230</a:t>
            </a:fld>
            <a:endParaRPr lang="en-US" dirty="0"/>
          </a:p>
        </p:txBody>
      </p:sp>
    </p:spTree>
    <p:extLst>
      <p:ext uri="{BB962C8B-B14F-4D97-AF65-F5344CB8AC3E}">
        <p14:creationId xmlns:p14="http://schemas.microsoft.com/office/powerpoint/2010/main" val="3585936885"/>
      </p:ext>
    </p:extLst>
  </p:cSld>
  <p:clrMapOvr>
    <a:masterClrMapping/>
  </p:clrMapOvr>
</p:notes>
</file>

<file path=ppt/notesSlides/notesSlide1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1231</a:t>
            </a:fld>
            <a:endParaRPr lang="en-US" dirty="0"/>
          </a:p>
        </p:txBody>
      </p:sp>
    </p:spTree>
    <p:extLst>
      <p:ext uri="{BB962C8B-B14F-4D97-AF65-F5344CB8AC3E}">
        <p14:creationId xmlns:p14="http://schemas.microsoft.com/office/powerpoint/2010/main" val="1515794241"/>
      </p:ext>
    </p:extLst>
  </p:cSld>
  <p:clrMapOvr>
    <a:masterClrMapping/>
  </p:clrMapOvr>
</p:notes>
</file>

<file path=ppt/notesSlides/notesSlide1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1232</a:t>
            </a:fld>
            <a:endParaRPr lang="en-US" dirty="0"/>
          </a:p>
        </p:txBody>
      </p:sp>
    </p:spTree>
    <p:extLst>
      <p:ext uri="{BB962C8B-B14F-4D97-AF65-F5344CB8AC3E}">
        <p14:creationId xmlns:p14="http://schemas.microsoft.com/office/powerpoint/2010/main" val="3073621310"/>
      </p:ext>
    </p:extLst>
  </p:cSld>
  <p:clrMapOvr>
    <a:masterClrMapping/>
  </p:clrMapOvr>
</p:notes>
</file>

<file path=ppt/notesSlides/notesSlide1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1233</a:t>
            </a:fld>
            <a:endParaRPr lang="en-US" dirty="0"/>
          </a:p>
        </p:txBody>
      </p:sp>
    </p:spTree>
    <p:extLst>
      <p:ext uri="{BB962C8B-B14F-4D97-AF65-F5344CB8AC3E}">
        <p14:creationId xmlns:p14="http://schemas.microsoft.com/office/powerpoint/2010/main" val="3863507166"/>
      </p:ext>
    </p:extLst>
  </p:cSld>
  <p:clrMapOvr>
    <a:masterClrMapping/>
  </p:clrMapOvr>
</p:notes>
</file>

<file path=ppt/notesSlides/notesSlide1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1234</a:t>
            </a:fld>
            <a:endParaRPr lang="en-US" dirty="0"/>
          </a:p>
        </p:txBody>
      </p:sp>
    </p:spTree>
    <p:extLst>
      <p:ext uri="{BB962C8B-B14F-4D97-AF65-F5344CB8AC3E}">
        <p14:creationId xmlns:p14="http://schemas.microsoft.com/office/powerpoint/2010/main" val="1467280684"/>
      </p:ext>
    </p:extLst>
  </p:cSld>
  <p:clrMapOvr>
    <a:masterClrMapping/>
  </p:clrMapOvr>
</p:notes>
</file>

<file path=ppt/notesSlides/notesSlide1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1235</a:t>
            </a:fld>
            <a:endParaRPr lang="en-US" dirty="0"/>
          </a:p>
        </p:txBody>
      </p:sp>
    </p:spTree>
    <p:extLst>
      <p:ext uri="{BB962C8B-B14F-4D97-AF65-F5344CB8AC3E}">
        <p14:creationId xmlns:p14="http://schemas.microsoft.com/office/powerpoint/2010/main" val="1148908661"/>
      </p:ext>
    </p:extLst>
  </p:cSld>
  <p:clrMapOvr>
    <a:masterClrMapping/>
  </p:clrMapOvr>
</p:notes>
</file>

<file path=ppt/notesSlides/notesSlide1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1236</a:t>
            </a:fld>
            <a:endParaRPr lang="en-US" dirty="0"/>
          </a:p>
        </p:txBody>
      </p:sp>
    </p:spTree>
    <p:extLst>
      <p:ext uri="{BB962C8B-B14F-4D97-AF65-F5344CB8AC3E}">
        <p14:creationId xmlns:p14="http://schemas.microsoft.com/office/powerpoint/2010/main" val="3058647594"/>
      </p:ext>
    </p:extLst>
  </p:cSld>
  <p:clrMapOvr>
    <a:masterClrMapping/>
  </p:clrMapOvr>
</p:notes>
</file>

<file path=ppt/notesSlides/notesSlide1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1237</a:t>
            </a:fld>
            <a:endParaRPr lang="en-US" dirty="0"/>
          </a:p>
        </p:txBody>
      </p:sp>
    </p:spTree>
    <p:extLst>
      <p:ext uri="{BB962C8B-B14F-4D97-AF65-F5344CB8AC3E}">
        <p14:creationId xmlns:p14="http://schemas.microsoft.com/office/powerpoint/2010/main" val="2847083516"/>
      </p:ext>
    </p:extLst>
  </p:cSld>
  <p:clrMapOvr>
    <a:masterClrMapping/>
  </p:clrMapOvr>
</p:notes>
</file>

<file path=ppt/notesSlides/notesSlide1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1238</a:t>
            </a:fld>
            <a:endParaRPr lang="en-US" dirty="0"/>
          </a:p>
        </p:txBody>
      </p:sp>
    </p:spTree>
    <p:extLst>
      <p:ext uri="{BB962C8B-B14F-4D97-AF65-F5344CB8AC3E}">
        <p14:creationId xmlns:p14="http://schemas.microsoft.com/office/powerpoint/2010/main" val="2223204012"/>
      </p:ext>
    </p:extLst>
  </p:cSld>
  <p:clrMapOvr>
    <a:masterClrMapping/>
  </p:clrMapOvr>
</p:notes>
</file>

<file path=ppt/notesSlides/notesSlide1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1239</a:t>
            </a:fld>
            <a:endParaRPr lang="en-US" dirty="0"/>
          </a:p>
        </p:txBody>
      </p:sp>
    </p:spTree>
    <p:extLst>
      <p:ext uri="{BB962C8B-B14F-4D97-AF65-F5344CB8AC3E}">
        <p14:creationId xmlns:p14="http://schemas.microsoft.com/office/powerpoint/2010/main" val="3912963803"/>
      </p:ext>
    </p:extLst>
  </p:cSld>
  <p:clrMapOvr>
    <a:masterClrMapping/>
  </p:clrMapOvr>
</p:notes>
</file>

<file path=ppt/notesSlides/notesSlide1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1240</a:t>
            </a:fld>
            <a:endParaRPr lang="en-US" dirty="0"/>
          </a:p>
        </p:txBody>
      </p:sp>
    </p:spTree>
    <p:extLst>
      <p:ext uri="{BB962C8B-B14F-4D97-AF65-F5344CB8AC3E}">
        <p14:creationId xmlns:p14="http://schemas.microsoft.com/office/powerpoint/2010/main" val="1082921348"/>
      </p:ext>
    </p:extLst>
  </p:cSld>
  <p:clrMapOvr>
    <a:masterClrMapping/>
  </p:clrMapOvr>
</p:notes>
</file>

<file path=ppt/notesSlides/notesSlide1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1241</a:t>
            </a:fld>
            <a:endParaRPr lang="en-US" dirty="0"/>
          </a:p>
        </p:txBody>
      </p:sp>
    </p:spTree>
    <p:extLst>
      <p:ext uri="{BB962C8B-B14F-4D97-AF65-F5344CB8AC3E}">
        <p14:creationId xmlns:p14="http://schemas.microsoft.com/office/powerpoint/2010/main" val="3966537853"/>
      </p:ext>
    </p:extLst>
  </p:cSld>
  <p:clrMapOvr>
    <a:masterClrMapping/>
  </p:clrMapOvr>
</p:notes>
</file>

<file path=ppt/notesSlides/notesSlide1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1242</a:t>
            </a:fld>
            <a:endParaRPr lang="en-US" dirty="0"/>
          </a:p>
        </p:txBody>
      </p:sp>
    </p:spTree>
    <p:extLst>
      <p:ext uri="{BB962C8B-B14F-4D97-AF65-F5344CB8AC3E}">
        <p14:creationId xmlns:p14="http://schemas.microsoft.com/office/powerpoint/2010/main" val="2970728394"/>
      </p:ext>
    </p:extLst>
  </p:cSld>
  <p:clrMapOvr>
    <a:masterClrMapping/>
  </p:clrMapOvr>
</p:notes>
</file>

<file path=ppt/notesSlides/notesSlide1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1243</a:t>
            </a:fld>
            <a:endParaRPr lang="en-US" dirty="0"/>
          </a:p>
        </p:txBody>
      </p:sp>
    </p:spTree>
    <p:extLst>
      <p:ext uri="{BB962C8B-B14F-4D97-AF65-F5344CB8AC3E}">
        <p14:creationId xmlns:p14="http://schemas.microsoft.com/office/powerpoint/2010/main" val="425320687"/>
      </p:ext>
    </p:extLst>
  </p:cSld>
  <p:clrMapOvr>
    <a:masterClrMapping/>
  </p:clrMapOvr>
</p:notes>
</file>

<file path=ppt/notesSlides/notesSlide1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1244</a:t>
            </a:fld>
            <a:endParaRPr lang="en-US" dirty="0"/>
          </a:p>
        </p:txBody>
      </p:sp>
    </p:spTree>
    <p:extLst>
      <p:ext uri="{BB962C8B-B14F-4D97-AF65-F5344CB8AC3E}">
        <p14:creationId xmlns:p14="http://schemas.microsoft.com/office/powerpoint/2010/main" val="1036104058"/>
      </p:ext>
    </p:extLst>
  </p:cSld>
  <p:clrMapOvr>
    <a:masterClrMapping/>
  </p:clrMapOvr>
</p:notes>
</file>

<file path=ppt/notesSlides/notesSlide1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1245</a:t>
            </a:fld>
            <a:endParaRPr lang="en-US" dirty="0"/>
          </a:p>
        </p:txBody>
      </p:sp>
    </p:spTree>
    <p:extLst>
      <p:ext uri="{BB962C8B-B14F-4D97-AF65-F5344CB8AC3E}">
        <p14:creationId xmlns:p14="http://schemas.microsoft.com/office/powerpoint/2010/main" val="460990605"/>
      </p:ext>
    </p:extLst>
  </p:cSld>
  <p:clrMapOvr>
    <a:masterClrMapping/>
  </p:clrMapOvr>
</p:notes>
</file>

<file path=ppt/notesSlides/notesSlide1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1246</a:t>
            </a:fld>
            <a:endParaRPr lang="en-US" dirty="0"/>
          </a:p>
        </p:txBody>
      </p:sp>
    </p:spTree>
    <p:extLst>
      <p:ext uri="{BB962C8B-B14F-4D97-AF65-F5344CB8AC3E}">
        <p14:creationId xmlns:p14="http://schemas.microsoft.com/office/powerpoint/2010/main" val="2886565735"/>
      </p:ext>
    </p:extLst>
  </p:cSld>
  <p:clrMapOvr>
    <a:masterClrMapping/>
  </p:clrMapOvr>
</p:notes>
</file>

<file path=ppt/notesSlides/notesSlide1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1247</a:t>
            </a:fld>
            <a:endParaRPr lang="en-US" dirty="0"/>
          </a:p>
        </p:txBody>
      </p:sp>
    </p:spTree>
    <p:extLst>
      <p:ext uri="{BB962C8B-B14F-4D97-AF65-F5344CB8AC3E}">
        <p14:creationId xmlns:p14="http://schemas.microsoft.com/office/powerpoint/2010/main" val="3788111194"/>
      </p:ext>
    </p:extLst>
  </p:cSld>
  <p:clrMapOvr>
    <a:masterClrMapping/>
  </p:clrMapOvr>
</p:notes>
</file>

<file path=ppt/notesSlides/notesSlide1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1248</a:t>
            </a:fld>
            <a:endParaRPr lang="en-US" dirty="0"/>
          </a:p>
        </p:txBody>
      </p:sp>
    </p:spTree>
    <p:extLst>
      <p:ext uri="{BB962C8B-B14F-4D97-AF65-F5344CB8AC3E}">
        <p14:creationId xmlns:p14="http://schemas.microsoft.com/office/powerpoint/2010/main" val="1176973252"/>
      </p:ext>
    </p:extLst>
  </p:cSld>
  <p:clrMapOvr>
    <a:masterClrMapping/>
  </p:clrMapOvr>
</p:notes>
</file>

<file path=ppt/notesSlides/notesSlide1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1249</a:t>
            </a:fld>
            <a:endParaRPr lang="en-US" dirty="0"/>
          </a:p>
        </p:txBody>
      </p:sp>
    </p:spTree>
    <p:extLst>
      <p:ext uri="{BB962C8B-B14F-4D97-AF65-F5344CB8AC3E}">
        <p14:creationId xmlns:p14="http://schemas.microsoft.com/office/powerpoint/2010/main" val="789768203"/>
      </p:ext>
    </p:extLst>
  </p:cSld>
  <p:clrMapOvr>
    <a:masterClrMapping/>
  </p:clrMapOvr>
</p:notes>
</file>

<file path=ppt/notesSlides/notesSlide1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1250</a:t>
            </a:fld>
            <a:endParaRPr lang="en-US" dirty="0"/>
          </a:p>
        </p:txBody>
      </p:sp>
    </p:spTree>
    <p:extLst>
      <p:ext uri="{BB962C8B-B14F-4D97-AF65-F5344CB8AC3E}">
        <p14:creationId xmlns:p14="http://schemas.microsoft.com/office/powerpoint/2010/main" val="3711996512"/>
      </p:ext>
    </p:extLst>
  </p:cSld>
  <p:clrMapOvr>
    <a:masterClrMapping/>
  </p:clrMapOvr>
</p:notes>
</file>

<file path=ppt/notesSlides/notesSlide1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1251</a:t>
            </a:fld>
            <a:endParaRPr lang="en-US" dirty="0"/>
          </a:p>
        </p:txBody>
      </p:sp>
    </p:spTree>
    <p:extLst>
      <p:ext uri="{BB962C8B-B14F-4D97-AF65-F5344CB8AC3E}">
        <p14:creationId xmlns:p14="http://schemas.microsoft.com/office/powerpoint/2010/main" val="2945369736"/>
      </p:ext>
    </p:extLst>
  </p:cSld>
  <p:clrMapOvr>
    <a:masterClrMapping/>
  </p:clrMapOvr>
</p:notes>
</file>

<file path=ppt/notesSlides/notesSlide1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1252</a:t>
            </a:fld>
            <a:endParaRPr lang="en-US" dirty="0"/>
          </a:p>
        </p:txBody>
      </p:sp>
    </p:spTree>
    <p:extLst>
      <p:ext uri="{BB962C8B-B14F-4D97-AF65-F5344CB8AC3E}">
        <p14:creationId xmlns:p14="http://schemas.microsoft.com/office/powerpoint/2010/main" val="4019654429"/>
      </p:ext>
    </p:extLst>
  </p:cSld>
  <p:clrMapOvr>
    <a:masterClrMapping/>
  </p:clrMapOvr>
</p:notes>
</file>

<file path=ppt/notesSlides/notesSlide1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1253</a:t>
            </a:fld>
            <a:endParaRPr lang="en-US" dirty="0"/>
          </a:p>
        </p:txBody>
      </p:sp>
    </p:spTree>
    <p:extLst>
      <p:ext uri="{BB962C8B-B14F-4D97-AF65-F5344CB8AC3E}">
        <p14:creationId xmlns:p14="http://schemas.microsoft.com/office/powerpoint/2010/main" val="2005247198"/>
      </p:ext>
    </p:extLst>
  </p:cSld>
  <p:clrMapOvr>
    <a:masterClrMapping/>
  </p:clrMapOvr>
</p:notes>
</file>

<file path=ppt/notesSlides/notesSlide1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1254</a:t>
            </a:fld>
            <a:endParaRPr lang="en-US" dirty="0"/>
          </a:p>
        </p:txBody>
      </p:sp>
    </p:spTree>
    <p:extLst>
      <p:ext uri="{BB962C8B-B14F-4D97-AF65-F5344CB8AC3E}">
        <p14:creationId xmlns:p14="http://schemas.microsoft.com/office/powerpoint/2010/main" val="3354312714"/>
      </p:ext>
    </p:extLst>
  </p:cSld>
  <p:clrMapOvr>
    <a:masterClrMapping/>
  </p:clrMapOvr>
</p:notes>
</file>

<file path=ppt/notesSlides/notesSlide1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1255</a:t>
            </a:fld>
            <a:endParaRPr lang="en-US" dirty="0"/>
          </a:p>
        </p:txBody>
      </p:sp>
    </p:spTree>
    <p:extLst>
      <p:ext uri="{BB962C8B-B14F-4D97-AF65-F5344CB8AC3E}">
        <p14:creationId xmlns:p14="http://schemas.microsoft.com/office/powerpoint/2010/main" val="3150410"/>
      </p:ext>
    </p:extLst>
  </p:cSld>
  <p:clrMapOvr>
    <a:masterClrMapping/>
  </p:clrMapOvr>
</p:notes>
</file>

<file path=ppt/notesSlides/notesSlide1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1256</a:t>
            </a:fld>
            <a:endParaRPr lang="en-US" dirty="0"/>
          </a:p>
        </p:txBody>
      </p:sp>
    </p:spTree>
    <p:extLst>
      <p:ext uri="{BB962C8B-B14F-4D97-AF65-F5344CB8AC3E}">
        <p14:creationId xmlns:p14="http://schemas.microsoft.com/office/powerpoint/2010/main" val="20596873"/>
      </p:ext>
    </p:extLst>
  </p:cSld>
  <p:clrMapOvr>
    <a:masterClrMapping/>
  </p:clrMapOvr>
</p:notes>
</file>

<file path=ppt/notesSlides/notesSlide1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1257</a:t>
            </a:fld>
            <a:endParaRPr lang="en-US" dirty="0"/>
          </a:p>
        </p:txBody>
      </p:sp>
    </p:spTree>
    <p:extLst>
      <p:ext uri="{BB962C8B-B14F-4D97-AF65-F5344CB8AC3E}">
        <p14:creationId xmlns:p14="http://schemas.microsoft.com/office/powerpoint/2010/main" val="544996118"/>
      </p:ext>
    </p:extLst>
  </p:cSld>
  <p:clrMapOvr>
    <a:masterClrMapping/>
  </p:clrMapOvr>
</p:notes>
</file>

<file path=ppt/notesSlides/notesSlide1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1258</a:t>
            </a:fld>
            <a:endParaRPr lang="en-US" dirty="0"/>
          </a:p>
        </p:txBody>
      </p:sp>
    </p:spTree>
    <p:extLst>
      <p:ext uri="{BB962C8B-B14F-4D97-AF65-F5344CB8AC3E}">
        <p14:creationId xmlns:p14="http://schemas.microsoft.com/office/powerpoint/2010/main" val="3992666077"/>
      </p:ext>
    </p:extLst>
  </p:cSld>
  <p:clrMapOvr>
    <a:masterClrMapping/>
  </p:clrMapOvr>
</p:notes>
</file>

<file path=ppt/notesSlides/notesSlide1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1259</a:t>
            </a:fld>
            <a:endParaRPr lang="en-US" dirty="0"/>
          </a:p>
        </p:txBody>
      </p:sp>
    </p:spTree>
    <p:extLst>
      <p:ext uri="{BB962C8B-B14F-4D97-AF65-F5344CB8AC3E}">
        <p14:creationId xmlns:p14="http://schemas.microsoft.com/office/powerpoint/2010/main" val="140991327"/>
      </p:ext>
    </p:extLst>
  </p:cSld>
  <p:clrMapOvr>
    <a:masterClrMapping/>
  </p:clrMapOvr>
</p:notes>
</file>

<file path=ppt/notesSlides/notesSlide1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1260</a:t>
            </a:fld>
            <a:endParaRPr lang="en-US" dirty="0"/>
          </a:p>
        </p:txBody>
      </p:sp>
    </p:spTree>
    <p:extLst>
      <p:ext uri="{BB962C8B-B14F-4D97-AF65-F5344CB8AC3E}">
        <p14:creationId xmlns:p14="http://schemas.microsoft.com/office/powerpoint/2010/main" val="3302816934"/>
      </p:ext>
    </p:extLst>
  </p:cSld>
  <p:clrMapOvr>
    <a:masterClrMapping/>
  </p:clrMapOvr>
</p:notes>
</file>

<file path=ppt/notesSlides/notesSlide1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1261</a:t>
            </a:fld>
            <a:endParaRPr lang="en-US" dirty="0"/>
          </a:p>
        </p:txBody>
      </p:sp>
    </p:spTree>
    <p:extLst>
      <p:ext uri="{BB962C8B-B14F-4D97-AF65-F5344CB8AC3E}">
        <p14:creationId xmlns:p14="http://schemas.microsoft.com/office/powerpoint/2010/main" val="1057235051"/>
      </p:ext>
    </p:extLst>
  </p:cSld>
  <p:clrMapOvr>
    <a:masterClrMapping/>
  </p:clrMapOvr>
</p:notes>
</file>

<file path=ppt/notesSlides/notesSlide1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1262</a:t>
            </a:fld>
            <a:endParaRPr lang="en-US" dirty="0"/>
          </a:p>
        </p:txBody>
      </p:sp>
    </p:spTree>
    <p:extLst>
      <p:ext uri="{BB962C8B-B14F-4D97-AF65-F5344CB8AC3E}">
        <p14:creationId xmlns:p14="http://schemas.microsoft.com/office/powerpoint/2010/main" val="1123580021"/>
      </p:ext>
    </p:extLst>
  </p:cSld>
  <p:clrMapOvr>
    <a:masterClrMapping/>
  </p:clrMapOvr>
</p:notes>
</file>

<file path=ppt/notesSlides/notesSlide1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1263</a:t>
            </a:fld>
            <a:endParaRPr lang="en-US" dirty="0"/>
          </a:p>
        </p:txBody>
      </p:sp>
    </p:spTree>
    <p:extLst>
      <p:ext uri="{BB962C8B-B14F-4D97-AF65-F5344CB8AC3E}">
        <p14:creationId xmlns:p14="http://schemas.microsoft.com/office/powerpoint/2010/main" val="2473068282"/>
      </p:ext>
    </p:extLst>
  </p:cSld>
  <p:clrMapOvr>
    <a:masterClrMapping/>
  </p:clrMapOvr>
</p:notes>
</file>

<file path=ppt/notesSlides/notesSlide1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1264</a:t>
            </a:fld>
            <a:endParaRPr lang="en-US" dirty="0"/>
          </a:p>
        </p:txBody>
      </p:sp>
    </p:spTree>
    <p:extLst>
      <p:ext uri="{BB962C8B-B14F-4D97-AF65-F5344CB8AC3E}">
        <p14:creationId xmlns:p14="http://schemas.microsoft.com/office/powerpoint/2010/main" val="532131932"/>
      </p:ext>
    </p:extLst>
  </p:cSld>
  <p:clrMapOvr>
    <a:masterClrMapping/>
  </p:clrMapOvr>
</p:notes>
</file>

<file path=ppt/notesSlides/notesSlide1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1265</a:t>
            </a:fld>
            <a:endParaRPr lang="en-US" dirty="0"/>
          </a:p>
        </p:txBody>
      </p:sp>
    </p:spTree>
    <p:extLst>
      <p:ext uri="{BB962C8B-B14F-4D97-AF65-F5344CB8AC3E}">
        <p14:creationId xmlns:p14="http://schemas.microsoft.com/office/powerpoint/2010/main" val="227312809"/>
      </p:ext>
    </p:extLst>
  </p:cSld>
  <p:clrMapOvr>
    <a:masterClrMapping/>
  </p:clrMapOvr>
</p:notes>
</file>

<file path=ppt/notesSlides/notesSlide1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1266</a:t>
            </a:fld>
            <a:endParaRPr lang="en-US" dirty="0"/>
          </a:p>
        </p:txBody>
      </p:sp>
    </p:spTree>
    <p:extLst>
      <p:ext uri="{BB962C8B-B14F-4D97-AF65-F5344CB8AC3E}">
        <p14:creationId xmlns:p14="http://schemas.microsoft.com/office/powerpoint/2010/main" val="3846528479"/>
      </p:ext>
    </p:extLst>
  </p:cSld>
  <p:clrMapOvr>
    <a:masterClrMapping/>
  </p:clrMapOvr>
</p:notes>
</file>

<file path=ppt/notesSlides/notesSlide1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1267</a:t>
            </a:fld>
            <a:endParaRPr lang="en-US" dirty="0"/>
          </a:p>
        </p:txBody>
      </p:sp>
    </p:spTree>
    <p:extLst>
      <p:ext uri="{BB962C8B-B14F-4D97-AF65-F5344CB8AC3E}">
        <p14:creationId xmlns:p14="http://schemas.microsoft.com/office/powerpoint/2010/main" val="1290355158"/>
      </p:ext>
    </p:extLst>
  </p:cSld>
  <p:clrMapOvr>
    <a:masterClrMapping/>
  </p:clrMapOvr>
</p:notes>
</file>

<file path=ppt/notesSlides/notesSlide1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1268</a:t>
            </a:fld>
            <a:endParaRPr lang="en-US" dirty="0"/>
          </a:p>
        </p:txBody>
      </p:sp>
    </p:spTree>
    <p:extLst>
      <p:ext uri="{BB962C8B-B14F-4D97-AF65-F5344CB8AC3E}">
        <p14:creationId xmlns:p14="http://schemas.microsoft.com/office/powerpoint/2010/main" val="1660444639"/>
      </p:ext>
    </p:extLst>
  </p:cSld>
  <p:clrMapOvr>
    <a:masterClrMapping/>
  </p:clrMapOvr>
</p:notes>
</file>

<file path=ppt/notesSlides/notesSlide1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1269</a:t>
            </a:fld>
            <a:endParaRPr lang="en-US" dirty="0"/>
          </a:p>
        </p:txBody>
      </p:sp>
    </p:spTree>
    <p:extLst>
      <p:ext uri="{BB962C8B-B14F-4D97-AF65-F5344CB8AC3E}">
        <p14:creationId xmlns:p14="http://schemas.microsoft.com/office/powerpoint/2010/main" val="2568007831"/>
      </p:ext>
    </p:extLst>
  </p:cSld>
  <p:clrMapOvr>
    <a:masterClrMapping/>
  </p:clrMapOvr>
</p:notes>
</file>

<file path=ppt/notesSlides/notesSlide1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1270</a:t>
            </a:fld>
            <a:endParaRPr lang="en-US" dirty="0"/>
          </a:p>
        </p:txBody>
      </p:sp>
    </p:spTree>
    <p:extLst>
      <p:ext uri="{BB962C8B-B14F-4D97-AF65-F5344CB8AC3E}">
        <p14:creationId xmlns:p14="http://schemas.microsoft.com/office/powerpoint/2010/main" val="2581443938"/>
      </p:ext>
    </p:extLst>
  </p:cSld>
  <p:clrMapOvr>
    <a:masterClrMapping/>
  </p:clrMapOvr>
</p:notes>
</file>

<file path=ppt/notesSlides/notesSlide1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1271</a:t>
            </a:fld>
            <a:endParaRPr lang="en-US" dirty="0"/>
          </a:p>
        </p:txBody>
      </p:sp>
    </p:spTree>
    <p:extLst>
      <p:ext uri="{BB962C8B-B14F-4D97-AF65-F5344CB8AC3E}">
        <p14:creationId xmlns:p14="http://schemas.microsoft.com/office/powerpoint/2010/main" val="3645571588"/>
      </p:ext>
    </p:extLst>
  </p:cSld>
  <p:clrMapOvr>
    <a:masterClrMapping/>
  </p:clrMapOvr>
</p:notes>
</file>

<file path=ppt/notesSlides/notesSlide1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1272</a:t>
            </a:fld>
            <a:endParaRPr lang="en-US" dirty="0"/>
          </a:p>
        </p:txBody>
      </p:sp>
    </p:spTree>
    <p:extLst>
      <p:ext uri="{BB962C8B-B14F-4D97-AF65-F5344CB8AC3E}">
        <p14:creationId xmlns:p14="http://schemas.microsoft.com/office/powerpoint/2010/main" val="256704377"/>
      </p:ext>
    </p:extLst>
  </p:cSld>
  <p:clrMapOvr>
    <a:masterClrMapping/>
  </p:clrMapOvr>
</p:notes>
</file>

<file path=ppt/notesSlides/notesSlide1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1273</a:t>
            </a:fld>
            <a:endParaRPr lang="en-US" dirty="0"/>
          </a:p>
        </p:txBody>
      </p:sp>
    </p:spTree>
    <p:extLst>
      <p:ext uri="{BB962C8B-B14F-4D97-AF65-F5344CB8AC3E}">
        <p14:creationId xmlns:p14="http://schemas.microsoft.com/office/powerpoint/2010/main" val="1420427401"/>
      </p:ext>
    </p:extLst>
  </p:cSld>
  <p:clrMapOvr>
    <a:masterClrMapping/>
  </p:clrMapOvr>
</p:notes>
</file>

<file path=ppt/notesSlides/notesSlide1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1274</a:t>
            </a:fld>
            <a:endParaRPr lang="en-US" dirty="0"/>
          </a:p>
        </p:txBody>
      </p:sp>
    </p:spTree>
    <p:extLst>
      <p:ext uri="{BB962C8B-B14F-4D97-AF65-F5344CB8AC3E}">
        <p14:creationId xmlns:p14="http://schemas.microsoft.com/office/powerpoint/2010/main" val="1601890187"/>
      </p:ext>
    </p:extLst>
  </p:cSld>
  <p:clrMapOvr>
    <a:masterClrMapping/>
  </p:clrMapOvr>
</p:notes>
</file>

<file path=ppt/notesSlides/notesSlide1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1275</a:t>
            </a:fld>
            <a:endParaRPr lang="en-US" dirty="0"/>
          </a:p>
        </p:txBody>
      </p:sp>
    </p:spTree>
    <p:extLst>
      <p:ext uri="{BB962C8B-B14F-4D97-AF65-F5344CB8AC3E}">
        <p14:creationId xmlns:p14="http://schemas.microsoft.com/office/powerpoint/2010/main" val="1720436816"/>
      </p:ext>
    </p:extLst>
  </p:cSld>
  <p:clrMapOvr>
    <a:masterClrMapping/>
  </p:clrMapOvr>
</p:notes>
</file>

<file path=ppt/notesSlides/notesSlide1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1276</a:t>
            </a:fld>
            <a:endParaRPr lang="en-US" dirty="0"/>
          </a:p>
        </p:txBody>
      </p:sp>
    </p:spTree>
    <p:extLst>
      <p:ext uri="{BB962C8B-B14F-4D97-AF65-F5344CB8AC3E}">
        <p14:creationId xmlns:p14="http://schemas.microsoft.com/office/powerpoint/2010/main" val="1225545718"/>
      </p:ext>
    </p:extLst>
  </p:cSld>
  <p:clrMapOvr>
    <a:masterClrMapping/>
  </p:clrMapOvr>
</p:notes>
</file>

<file path=ppt/notesSlides/notesSlide1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1277</a:t>
            </a:fld>
            <a:endParaRPr lang="en-US" dirty="0"/>
          </a:p>
        </p:txBody>
      </p:sp>
    </p:spTree>
    <p:extLst>
      <p:ext uri="{BB962C8B-B14F-4D97-AF65-F5344CB8AC3E}">
        <p14:creationId xmlns:p14="http://schemas.microsoft.com/office/powerpoint/2010/main" val="1634858444"/>
      </p:ext>
    </p:extLst>
  </p:cSld>
  <p:clrMapOvr>
    <a:masterClrMapping/>
  </p:clrMapOvr>
</p:notes>
</file>

<file path=ppt/notesSlides/notesSlide1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1278</a:t>
            </a:fld>
            <a:endParaRPr lang="en-US" dirty="0"/>
          </a:p>
        </p:txBody>
      </p:sp>
    </p:spTree>
    <p:extLst>
      <p:ext uri="{BB962C8B-B14F-4D97-AF65-F5344CB8AC3E}">
        <p14:creationId xmlns:p14="http://schemas.microsoft.com/office/powerpoint/2010/main" val="3137657796"/>
      </p:ext>
    </p:extLst>
  </p:cSld>
  <p:clrMapOvr>
    <a:masterClrMapping/>
  </p:clrMapOvr>
</p:notes>
</file>

<file path=ppt/notesSlides/notesSlide1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1279</a:t>
            </a:fld>
            <a:endParaRPr lang="en-US" dirty="0"/>
          </a:p>
        </p:txBody>
      </p:sp>
    </p:spTree>
    <p:extLst>
      <p:ext uri="{BB962C8B-B14F-4D97-AF65-F5344CB8AC3E}">
        <p14:creationId xmlns:p14="http://schemas.microsoft.com/office/powerpoint/2010/main" val="2818936622"/>
      </p:ext>
    </p:extLst>
  </p:cSld>
  <p:clrMapOvr>
    <a:masterClrMapping/>
  </p:clrMapOvr>
</p:notes>
</file>

<file path=ppt/notesSlides/notesSlide1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1280</a:t>
            </a:fld>
            <a:endParaRPr lang="en-US" dirty="0"/>
          </a:p>
        </p:txBody>
      </p:sp>
    </p:spTree>
    <p:extLst>
      <p:ext uri="{BB962C8B-B14F-4D97-AF65-F5344CB8AC3E}">
        <p14:creationId xmlns:p14="http://schemas.microsoft.com/office/powerpoint/2010/main" val="1409359790"/>
      </p:ext>
    </p:extLst>
  </p:cSld>
  <p:clrMapOvr>
    <a:masterClrMapping/>
  </p:clrMapOvr>
</p:notes>
</file>

<file path=ppt/notesSlides/notesSlide1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1281</a:t>
            </a:fld>
            <a:endParaRPr lang="en-US" dirty="0"/>
          </a:p>
        </p:txBody>
      </p:sp>
    </p:spTree>
    <p:extLst>
      <p:ext uri="{BB962C8B-B14F-4D97-AF65-F5344CB8AC3E}">
        <p14:creationId xmlns:p14="http://schemas.microsoft.com/office/powerpoint/2010/main" val="121120978"/>
      </p:ext>
    </p:extLst>
  </p:cSld>
  <p:clrMapOvr>
    <a:masterClrMapping/>
  </p:clrMapOvr>
</p:notes>
</file>

<file path=ppt/notesSlides/notesSlide1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1282</a:t>
            </a:fld>
            <a:endParaRPr lang="en-US" dirty="0"/>
          </a:p>
        </p:txBody>
      </p:sp>
    </p:spTree>
    <p:extLst>
      <p:ext uri="{BB962C8B-B14F-4D97-AF65-F5344CB8AC3E}">
        <p14:creationId xmlns:p14="http://schemas.microsoft.com/office/powerpoint/2010/main" val="300572446"/>
      </p:ext>
    </p:extLst>
  </p:cSld>
  <p:clrMapOvr>
    <a:masterClrMapping/>
  </p:clrMapOvr>
</p:notes>
</file>

<file path=ppt/notesSlides/notesSlide1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1283</a:t>
            </a:fld>
            <a:endParaRPr lang="en-US" dirty="0"/>
          </a:p>
        </p:txBody>
      </p:sp>
    </p:spTree>
    <p:extLst>
      <p:ext uri="{BB962C8B-B14F-4D97-AF65-F5344CB8AC3E}">
        <p14:creationId xmlns:p14="http://schemas.microsoft.com/office/powerpoint/2010/main" val="3835036290"/>
      </p:ext>
    </p:extLst>
  </p:cSld>
  <p:clrMapOvr>
    <a:masterClrMapping/>
  </p:clrMapOvr>
</p:notes>
</file>

<file path=ppt/notesSlides/notesSlide1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1284</a:t>
            </a:fld>
            <a:endParaRPr lang="en-US" dirty="0"/>
          </a:p>
        </p:txBody>
      </p:sp>
    </p:spTree>
    <p:extLst>
      <p:ext uri="{BB962C8B-B14F-4D97-AF65-F5344CB8AC3E}">
        <p14:creationId xmlns:p14="http://schemas.microsoft.com/office/powerpoint/2010/main" val="3400186875"/>
      </p:ext>
    </p:extLst>
  </p:cSld>
  <p:clrMapOvr>
    <a:masterClrMapping/>
  </p:clrMapOvr>
</p:notes>
</file>

<file path=ppt/notesSlides/notesSlide1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1285</a:t>
            </a:fld>
            <a:endParaRPr lang="en-US" dirty="0"/>
          </a:p>
        </p:txBody>
      </p:sp>
    </p:spTree>
    <p:extLst>
      <p:ext uri="{BB962C8B-B14F-4D97-AF65-F5344CB8AC3E}">
        <p14:creationId xmlns:p14="http://schemas.microsoft.com/office/powerpoint/2010/main" val="1189666842"/>
      </p:ext>
    </p:extLst>
  </p:cSld>
  <p:clrMapOvr>
    <a:masterClrMapping/>
  </p:clrMapOvr>
</p:notes>
</file>

<file path=ppt/notesSlides/notesSlide1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1286</a:t>
            </a:fld>
            <a:endParaRPr lang="en-US" dirty="0"/>
          </a:p>
        </p:txBody>
      </p:sp>
    </p:spTree>
    <p:extLst>
      <p:ext uri="{BB962C8B-B14F-4D97-AF65-F5344CB8AC3E}">
        <p14:creationId xmlns:p14="http://schemas.microsoft.com/office/powerpoint/2010/main" val="3754412893"/>
      </p:ext>
    </p:extLst>
  </p:cSld>
  <p:clrMapOvr>
    <a:masterClrMapping/>
  </p:clrMapOvr>
</p:notes>
</file>

<file path=ppt/notesSlides/notesSlide1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1287</a:t>
            </a:fld>
            <a:endParaRPr lang="en-US" dirty="0"/>
          </a:p>
        </p:txBody>
      </p:sp>
    </p:spTree>
    <p:extLst>
      <p:ext uri="{BB962C8B-B14F-4D97-AF65-F5344CB8AC3E}">
        <p14:creationId xmlns:p14="http://schemas.microsoft.com/office/powerpoint/2010/main" val="2028741346"/>
      </p:ext>
    </p:extLst>
  </p:cSld>
  <p:clrMapOvr>
    <a:masterClrMapping/>
  </p:clrMapOvr>
</p:notes>
</file>

<file path=ppt/notesSlides/notesSlide1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1288</a:t>
            </a:fld>
            <a:endParaRPr lang="en-US" dirty="0"/>
          </a:p>
        </p:txBody>
      </p:sp>
    </p:spTree>
    <p:extLst>
      <p:ext uri="{BB962C8B-B14F-4D97-AF65-F5344CB8AC3E}">
        <p14:creationId xmlns:p14="http://schemas.microsoft.com/office/powerpoint/2010/main" val="2481501913"/>
      </p:ext>
    </p:extLst>
  </p:cSld>
  <p:clrMapOvr>
    <a:masterClrMapping/>
  </p:clrMapOvr>
</p:notes>
</file>

<file path=ppt/notesSlides/notesSlide1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1289</a:t>
            </a:fld>
            <a:endParaRPr lang="en-US" dirty="0"/>
          </a:p>
        </p:txBody>
      </p:sp>
    </p:spTree>
    <p:extLst>
      <p:ext uri="{BB962C8B-B14F-4D97-AF65-F5344CB8AC3E}">
        <p14:creationId xmlns:p14="http://schemas.microsoft.com/office/powerpoint/2010/main" val="898083423"/>
      </p:ext>
    </p:extLst>
  </p:cSld>
  <p:clrMapOvr>
    <a:masterClrMapping/>
  </p:clrMapOvr>
</p:notes>
</file>

<file path=ppt/notesSlides/notesSlide1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1290</a:t>
            </a:fld>
            <a:endParaRPr lang="en-US" dirty="0"/>
          </a:p>
        </p:txBody>
      </p:sp>
    </p:spTree>
    <p:extLst>
      <p:ext uri="{BB962C8B-B14F-4D97-AF65-F5344CB8AC3E}">
        <p14:creationId xmlns:p14="http://schemas.microsoft.com/office/powerpoint/2010/main" val="2760294470"/>
      </p:ext>
    </p:extLst>
  </p:cSld>
  <p:clrMapOvr>
    <a:masterClrMapping/>
  </p:clrMapOvr>
</p:notes>
</file>

<file path=ppt/notesSlides/notesSlide1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1291</a:t>
            </a:fld>
            <a:endParaRPr lang="en-US" dirty="0"/>
          </a:p>
        </p:txBody>
      </p:sp>
    </p:spTree>
    <p:extLst>
      <p:ext uri="{BB962C8B-B14F-4D97-AF65-F5344CB8AC3E}">
        <p14:creationId xmlns:p14="http://schemas.microsoft.com/office/powerpoint/2010/main" val="1029634808"/>
      </p:ext>
    </p:extLst>
  </p:cSld>
  <p:clrMapOvr>
    <a:masterClrMapping/>
  </p:clrMapOvr>
</p:notes>
</file>

<file path=ppt/notesSlides/notesSlide1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1292</a:t>
            </a:fld>
            <a:endParaRPr lang="en-US" dirty="0"/>
          </a:p>
        </p:txBody>
      </p:sp>
    </p:spTree>
    <p:extLst>
      <p:ext uri="{BB962C8B-B14F-4D97-AF65-F5344CB8AC3E}">
        <p14:creationId xmlns:p14="http://schemas.microsoft.com/office/powerpoint/2010/main" val="3483863964"/>
      </p:ext>
    </p:extLst>
  </p:cSld>
  <p:clrMapOvr>
    <a:masterClrMapping/>
  </p:clrMapOvr>
</p:notes>
</file>

<file path=ppt/notesSlides/notesSlide1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1293</a:t>
            </a:fld>
            <a:endParaRPr lang="en-US" dirty="0"/>
          </a:p>
        </p:txBody>
      </p:sp>
    </p:spTree>
    <p:extLst>
      <p:ext uri="{BB962C8B-B14F-4D97-AF65-F5344CB8AC3E}">
        <p14:creationId xmlns:p14="http://schemas.microsoft.com/office/powerpoint/2010/main" val="1061937841"/>
      </p:ext>
    </p:extLst>
  </p:cSld>
  <p:clrMapOvr>
    <a:masterClrMapping/>
  </p:clrMapOvr>
</p:notes>
</file>

<file path=ppt/notesSlides/notesSlide1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1294</a:t>
            </a:fld>
            <a:endParaRPr lang="en-US" dirty="0"/>
          </a:p>
        </p:txBody>
      </p:sp>
    </p:spTree>
    <p:extLst>
      <p:ext uri="{BB962C8B-B14F-4D97-AF65-F5344CB8AC3E}">
        <p14:creationId xmlns:p14="http://schemas.microsoft.com/office/powerpoint/2010/main" val="3246710034"/>
      </p:ext>
    </p:extLst>
  </p:cSld>
  <p:clrMapOvr>
    <a:masterClrMapping/>
  </p:clrMapOvr>
</p:notes>
</file>

<file path=ppt/notesSlides/notesSlide1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1295</a:t>
            </a:fld>
            <a:endParaRPr lang="en-US" dirty="0"/>
          </a:p>
        </p:txBody>
      </p:sp>
    </p:spTree>
    <p:extLst>
      <p:ext uri="{BB962C8B-B14F-4D97-AF65-F5344CB8AC3E}">
        <p14:creationId xmlns:p14="http://schemas.microsoft.com/office/powerpoint/2010/main" val="1050882772"/>
      </p:ext>
    </p:extLst>
  </p:cSld>
  <p:clrMapOvr>
    <a:masterClrMapping/>
  </p:clrMapOvr>
</p:notes>
</file>

<file path=ppt/notesSlides/notesSlide1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1296</a:t>
            </a:fld>
            <a:endParaRPr lang="en-US" dirty="0"/>
          </a:p>
        </p:txBody>
      </p:sp>
    </p:spTree>
    <p:extLst>
      <p:ext uri="{BB962C8B-B14F-4D97-AF65-F5344CB8AC3E}">
        <p14:creationId xmlns:p14="http://schemas.microsoft.com/office/powerpoint/2010/main" val="152839862"/>
      </p:ext>
    </p:extLst>
  </p:cSld>
  <p:clrMapOvr>
    <a:masterClrMapping/>
  </p:clrMapOvr>
</p:notes>
</file>

<file path=ppt/notesSlides/notesSlide1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1297</a:t>
            </a:fld>
            <a:endParaRPr lang="en-US" dirty="0"/>
          </a:p>
        </p:txBody>
      </p:sp>
    </p:spTree>
    <p:extLst>
      <p:ext uri="{BB962C8B-B14F-4D97-AF65-F5344CB8AC3E}">
        <p14:creationId xmlns:p14="http://schemas.microsoft.com/office/powerpoint/2010/main" val="2499480625"/>
      </p:ext>
    </p:extLst>
  </p:cSld>
  <p:clrMapOvr>
    <a:masterClrMapping/>
  </p:clrMapOvr>
</p:notes>
</file>

<file path=ppt/notesSlides/notesSlide1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1298</a:t>
            </a:fld>
            <a:endParaRPr lang="en-US" dirty="0"/>
          </a:p>
        </p:txBody>
      </p:sp>
    </p:spTree>
    <p:extLst>
      <p:ext uri="{BB962C8B-B14F-4D97-AF65-F5344CB8AC3E}">
        <p14:creationId xmlns:p14="http://schemas.microsoft.com/office/powerpoint/2010/main" val="496564970"/>
      </p:ext>
    </p:extLst>
  </p:cSld>
  <p:clrMapOvr>
    <a:masterClrMapping/>
  </p:clrMapOvr>
</p:notes>
</file>

<file path=ppt/notesSlides/notesSlide1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1299</a:t>
            </a:fld>
            <a:endParaRPr lang="en-US" dirty="0"/>
          </a:p>
        </p:txBody>
      </p:sp>
    </p:spTree>
    <p:extLst>
      <p:ext uri="{BB962C8B-B14F-4D97-AF65-F5344CB8AC3E}">
        <p14:creationId xmlns:p14="http://schemas.microsoft.com/office/powerpoint/2010/main" val="2150096901"/>
      </p:ext>
    </p:extLst>
  </p:cSld>
  <p:clrMapOvr>
    <a:masterClrMapping/>
  </p:clrMapOvr>
</p:notes>
</file>

<file path=ppt/notesSlides/notesSlide1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1300</a:t>
            </a:fld>
            <a:endParaRPr lang="en-US" dirty="0"/>
          </a:p>
        </p:txBody>
      </p:sp>
    </p:spTree>
    <p:extLst>
      <p:ext uri="{BB962C8B-B14F-4D97-AF65-F5344CB8AC3E}">
        <p14:creationId xmlns:p14="http://schemas.microsoft.com/office/powerpoint/2010/main" val="2308902751"/>
      </p:ext>
    </p:extLst>
  </p:cSld>
  <p:clrMapOvr>
    <a:masterClrMapping/>
  </p:clrMapOvr>
</p:notes>
</file>

<file path=ppt/notesSlides/notesSlide1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1301</a:t>
            </a:fld>
            <a:endParaRPr lang="en-US" dirty="0"/>
          </a:p>
        </p:txBody>
      </p:sp>
    </p:spTree>
    <p:extLst>
      <p:ext uri="{BB962C8B-B14F-4D97-AF65-F5344CB8AC3E}">
        <p14:creationId xmlns:p14="http://schemas.microsoft.com/office/powerpoint/2010/main" val="4139422172"/>
      </p:ext>
    </p:extLst>
  </p:cSld>
  <p:clrMapOvr>
    <a:masterClrMapping/>
  </p:clrMapOvr>
</p:notes>
</file>

<file path=ppt/notesSlides/notesSlide1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1302</a:t>
            </a:fld>
            <a:endParaRPr lang="en-US" dirty="0"/>
          </a:p>
        </p:txBody>
      </p:sp>
    </p:spTree>
    <p:extLst>
      <p:ext uri="{BB962C8B-B14F-4D97-AF65-F5344CB8AC3E}">
        <p14:creationId xmlns:p14="http://schemas.microsoft.com/office/powerpoint/2010/main" val="348534778"/>
      </p:ext>
    </p:extLst>
  </p:cSld>
  <p:clrMapOvr>
    <a:masterClrMapping/>
  </p:clrMapOvr>
</p:notes>
</file>

<file path=ppt/notesSlides/notesSlide1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1303</a:t>
            </a:fld>
            <a:endParaRPr lang="en-US" dirty="0"/>
          </a:p>
        </p:txBody>
      </p:sp>
    </p:spTree>
    <p:extLst>
      <p:ext uri="{BB962C8B-B14F-4D97-AF65-F5344CB8AC3E}">
        <p14:creationId xmlns:p14="http://schemas.microsoft.com/office/powerpoint/2010/main" val="3340073200"/>
      </p:ext>
    </p:extLst>
  </p:cSld>
  <p:clrMapOvr>
    <a:masterClrMapping/>
  </p:clrMapOvr>
</p:notes>
</file>

<file path=ppt/notesSlides/notesSlide1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1304</a:t>
            </a:fld>
            <a:endParaRPr lang="en-US" dirty="0"/>
          </a:p>
        </p:txBody>
      </p:sp>
    </p:spTree>
    <p:extLst>
      <p:ext uri="{BB962C8B-B14F-4D97-AF65-F5344CB8AC3E}">
        <p14:creationId xmlns:p14="http://schemas.microsoft.com/office/powerpoint/2010/main" val="232396627"/>
      </p:ext>
    </p:extLst>
  </p:cSld>
  <p:clrMapOvr>
    <a:masterClrMapping/>
  </p:clrMapOvr>
</p:notes>
</file>

<file path=ppt/notesSlides/notesSlide1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1305</a:t>
            </a:fld>
            <a:endParaRPr lang="en-US" dirty="0"/>
          </a:p>
        </p:txBody>
      </p:sp>
    </p:spTree>
    <p:extLst>
      <p:ext uri="{BB962C8B-B14F-4D97-AF65-F5344CB8AC3E}">
        <p14:creationId xmlns:p14="http://schemas.microsoft.com/office/powerpoint/2010/main" val="933103879"/>
      </p:ext>
    </p:extLst>
  </p:cSld>
  <p:clrMapOvr>
    <a:masterClrMapping/>
  </p:clrMapOvr>
</p:notes>
</file>

<file path=ppt/notesSlides/notesSlide1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1306</a:t>
            </a:fld>
            <a:endParaRPr lang="en-US" dirty="0"/>
          </a:p>
        </p:txBody>
      </p:sp>
    </p:spTree>
    <p:extLst>
      <p:ext uri="{BB962C8B-B14F-4D97-AF65-F5344CB8AC3E}">
        <p14:creationId xmlns:p14="http://schemas.microsoft.com/office/powerpoint/2010/main" val="1174455274"/>
      </p:ext>
    </p:extLst>
  </p:cSld>
  <p:clrMapOvr>
    <a:masterClrMapping/>
  </p:clrMapOvr>
</p:notes>
</file>

<file path=ppt/notesSlides/notesSlide1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1307</a:t>
            </a:fld>
            <a:endParaRPr lang="en-US" dirty="0"/>
          </a:p>
        </p:txBody>
      </p:sp>
    </p:spTree>
    <p:extLst>
      <p:ext uri="{BB962C8B-B14F-4D97-AF65-F5344CB8AC3E}">
        <p14:creationId xmlns:p14="http://schemas.microsoft.com/office/powerpoint/2010/main" val="2557082160"/>
      </p:ext>
    </p:extLst>
  </p:cSld>
  <p:clrMapOvr>
    <a:masterClrMapping/>
  </p:clrMapOvr>
</p:notes>
</file>

<file path=ppt/notesSlides/notesSlide1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1308</a:t>
            </a:fld>
            <a:endParaRPr lang="en-US" dirty="0"/>
          </a:p>
        </p:txBody>
      </p:sp>
    </p:spTree>
    <p:extLst>
      <p:ext uri="{BB962C8B-B14F-4D97-AF65-F5344CB8AC3E}">
        <p14:creationId xmlns:p14="http://schemas.microsoft.com/office/powerpoint/2010/main" val="4143030896"/>
      </p:ext>
    </p:extLst>
  </p:cSld>
  <p:clrMapOvr>
    <a:masterClrMapping/>
  </p:clrMapOvr>
</p:notes>
</file>

<file path=ppt/notesSlides/notesSlide1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1309</a:t>
            </a:fld>
            <a:endParaRPr lang="en-US" dirty="0"/>
          </a:p>
        </p:txBody>
      </p:sp>
    </p:spTree>
    <p:extLst>
      <p:ext uri="{BB962C8B-B14F-4D97-AF65-F5344CB8AC3E}">
        <p14:creationId xmlns:p14="http://schemas.microsoft.com/office/powerpoint/2010/main" val="1535023228"/>
      </p:ext>
    </p:extLst>
  </p:cSld>
  <p:clrMapOvr>
    <a:masterClrMapping/>
  </p:clrMapOvr>
</p:notes>
</file>

<file path=ppt/notesSlides/notesSlide1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1310</a:t>
            </a:fld>
            <a:endParaRPr lang="en-US" dirty="0"/>
          </a:p>
        </p:txBody>
      </p:sp>
    </p:spTree>
    <p:extLst>
      <p:ext uri="{BB962C8B-B14F-4D97-AF65-F5344CB8AC3E}">
        <p14:creationId xmlns:p14="http://schemas.microsoft.com/office/powerpoint/2010/main" val="1434407203"/>
      </p:ext>
    </p:extLst>
  </p:cSld>
  <p:clrMapOvr>
    <a:masterClrMapping/>
  </p:clrMapOvr>
</p:notes>
</file>

<file path=ppt/notesSlides/notesSlide1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1311</a:t>
            </a:fld>
            <a:endParaRPr lang="en-US" dirty="0"/>
          </a:p>
        </p:txBody>
      </p:sp>
    </p:spTree>
    <p:extLst>
      <p:ext uri="{BB962C8B-B14F-4D97-AF65-F5344CB8AC3E}">
        <p14:creationId xmlns:p14="http://schemas.microsoft.com/office/powerpoint/2010/main" val="3776461814"/>
      </p:ext>
    </p:extLst>
  </p:cSld>
  <p:clrMapOvr>
    <a:masterClrMapping/>
  </p:clrMapOvr>
</p:notes>
</file>

<file path=ppt/notesSlides/notesSlide1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1312</a:t>
            </a:fld>
            <a:endParaRPr lang="en-US" dirty="0"/>
          </a:p>
        </p:txBody>
      </p:sp>
    </p:spTree>
    <p:extLst>
      <p:ext uri="{BB962C8B-B14F-4D97-AF65-F5344CB8AC3E}">
        <p14:creationId xmlns:p14="http://schemas.microsoft.com/office/powerpoint/2010/main" val="4021873998"/>
      </p:ext>
    </p:extLst>
  </p:cSld>
  <p:clrMapOvr>
    <a:masterClrMapping/>
  </p:clrMapOvr>
</p:notes>
</file>

<file path=ppt/notesSlides/notesSlide1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1313</a:t>
            </a:fld>
            <a:endParaRPr lang="en-US" dirty="0"/>
          </a:p>
        </p:txBody>
      </p:sp>
    </p:spTree>
    <p:extLst>
      <p:ext uri="{BB962C8B-B14F-4D97-AF65-F5344CB8AC3E}">
        <p14:creationId xmlns:p14="http://schemas.microsoft.com/office/powerpoint/2010/main" val="1137516451"/>
      </p:ext>
    </p:extLst>
  </p:cSld>
  <p:clrMapOvr>
    <a:masterClrMapping/>
  </p:clrMapOvr>
</p:notes>
</file>

<file path=ppt/notesSlides/notesSlide1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1314</a:t>
            </a:fld>
            <a:endParaRPr lang="en-US" dirty="0"/>
          </a:p>
        </p:txBody>
      </p:sp>
    </p:spTree>
    <p:extLst>
      <p:ext uri="{BB962C8B-B14F-4D97-AF65-F5344CB8AC3E}">
        <p14:creationId xmlns:p14="http://schemas.microsoft.com/office/powerpoint/2010/main" val="165073291"/>
      </p:ext>
    </p:extLst>
  </p:cSld>
  <p:clrMapOvr>
    <a:masterClrMapping/>
  </p:clrMapOvr>
</p:notes>
</file>

<file path=ppt/notesSlides/notesSlide1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1315</a:t>
            </a:fld>
            <a:endParaRPr lang="en-US" dirty="0"/>
          </a:p>
        </p:txBody>
      </p:sp>
    </p:spTree>
    <p:extLst>
      <p:ext uri="{BB962C8B-B14F-4D97-AF65-F5344CB8AC3E}">
        <p14:creationId xmlns:p14="http://schemas.microsoft.com/office/powerpoint/2010/main" val="1768584646"/>
      </p:ext>
    </p:extLst>
  </p:cSld>
  <p:clrMapOvr>
    <a:masterClrMapping/>
  </p:clrMapOvr>
</p:notes>
</file>

<file path=ppt/notesSlides/notesSlide1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1316</a:t>
            </a:fld>
            <a:endParaRPr lang="en-US" dirty="0"/>
          </a:p>
        </p:txBody>
      </p:sp>
    </p:spTree>
    <p:extLst>
      <p:ext uri="{BB962C8B-B14F-4D97-AF65-F5344CB8AC3E}">
        <p14:creationId xmlns:p14="http://schemas.microsoft.com/office/powerpoint/2010/main" val="4135478300"/>
      </p:ext>
    </p:extLst>
  </p:cSld>
  <p:clrMapOvr>
    <a:masterClrMapping/>
  </p:clrMapOvr>
</p:notes>
</file>

<file path=ppt/notesSlides/notesSlide1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1317</a:t>
            </a:fld>
            <a:endParaRPr lang="en-US" dirty="0"/>
          </a:p>
        </p:txBody>
      </p:sp>
    </p:spTree>
    <p:extLst>
      <p:ext uri="{BB962C8B-B14F-4D97-AF65-F5344CB8AC3E}">
        <p14:creationId xmlns:p14="http://schemas.microsoft.com/office/powerpoint/2010/main" val="2885075802"/>
      </p:ext>
    </p:extLst>
  </p:cSld>
  <p:clrMapOvr>
    <a:masterClrMapping/>
  </p:clrMapOvr>
</p:notes>
</file>

<file path=ppt/notesSlides/notesSlide1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1318</a:t>
            </a:fld>
            <a:endParaRPr lang="en-US" dirty="0"/>
          </a:p>
        </p:txBody>
      </p:sp>
    </p:spTree>
    <p:extLst>
      <p:ext uri="{BB962C8B-B14F-4D97-AF65-F5344CB8AC3E}">
        <p14:creationId xmlns:p14="http://schemas.microsoft.com/office/powerpoint/2010/main" val="611533249"/>
      </p:ext>
    </p:extLst>
  </p:cSld>
  <p:clrMapOvr>
    <a:masterClrMapping/>
  </p:clrMapOvr>
</p:notes>
</file>

<file path=ppt/notesSlides/notesSlide1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1319</a:t>
            </a:fld>
            <a:endParaRPr lang="en-US" dirty="0"/>
          </a:p>
        </p:txBody>
      </p:sp>
    </p:spTree>
    <p:extLst>
      <p:ext uri="{BB962C8B-B14F-4D97-AF65-F5344CB8AC3E}">
        <p14:creationId xmlns:p14="http://schemas.microsoft.com/office/powerpoint/2010/main" val="1071131044"/>
      </p:ext>
    </p:extLst>
  </p:cSld>
  <p:clrMapOvr>
    <a:masterClrMapping/>
  </p:clrMapOvr>
</p:notes>
</file>

<file path=ppt/notesSlides/notesSlide1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1320</a:t>
            </a:fld>
            <a:endParaRPr lang="en-US" dirty="0"/>
          </a:p>
        </p:txBody>
      </p:sp>
    </p:spTree>
    <p:extLst>
      <p:ext uri="{BB962C8B-B14F-4D97-AF65-F5344CB8AC3E}">
        <p14:creationId xmlns:p14="http://schemas.microsoft.com/office/powerpoint/2010/main" val="3452413213"/>
      </p:ext>
    </p:extLst>
  </p:cSld>
  <p:clrMapOvr>
    <a:masterClrMapping/>
  </p:clrMapOvr>
</p:notes>
</file>

<file path=ppt/notesSlides/notesSlide1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1321</a:t>
            </a:fld>
            <a:endParaRPr lang="en-US" dirty="0"/>
          </a:p>
        </p:txBody>
      </p:sp>
    </p:spTree>
    <p:extLst>
      <p:ext uri="{BB962C8B-B14F-4D97-AF65-F5344CB8AC3E}">
        <p14:creationId xmlns:p14="http://schemas.microsoft.com/office/powerpoint/2010/main" val="137786634"/>
      </p:ext>
    </p:extLst>
  </p:cSld>
  <p:clrMapOvr>
    <a:masterClrMapping/>
  </p:clrMapOvr>
</p:notes>
</file>

<file path=ppt/notesSlides/notesSlide1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1322</a:t>
            </a:fld>
            <a:endParaRPr lang="en-US" dirty="0"/>
          </a:p>
        </p:txBody>
      </p:sp>
    </p:spTree>
    <p:extLst>
      <p:ext uri="{BB962C8B-B14F-4D97-AF65-F5344CB8AC3E}">
        <p14:creationId xmlns:p14="http://schemas.microsoft.com/office/powerpoint/2010/main" val="1852977915"/>
      </p:ext>
    </p:extLst>
  </p:cSld>
  <p:clrMapOvr>
    <a:masterClrMapping/>
  </p:clrMapOvr>
</p:notes>
</file>

<file path=ppt/notesSlides/notesSlide1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1323</a:t>
            </a:fld>
            <a:endParaRPr lang="en-US" dirty="0"/>
          </a:p>
        </p:txBody>
      </p:sp>
    </p:spTree>
    <p:extLst>
      <p:ext uri="{BB962C8B-B14F-4D97-AF65-F5344CB8AC3E}">
        <p14:creationId xmlns:p14="http://schemas.microsoft.com/office/powerpoint/2010/main" val="3725845049"/>
      </p:ext>
    </p:extLst>
  </p:cSld>
  <p:clrMapOvr>
    <a:masterClrMapping/>
  </p:clrMapOvr>
</p:notes>
</file>

<file path=ppt/notesSlides/notesSlide1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1324</a:t>
            </a:fld>
            <a:endParaRPr lang="en-US" dirty="0"/>
          </a:p>
        </p:txBody>
      </p:sp>
    </p:spTree>
    <p:extLst>
      <p:ext uri="{BB962C8B-B14F-4D97-AF65-F5344CB8AC3E}">
        <p14:creationId xmlns:p14="http://schemas.microsoft.com/office/powerpoint/2010/main" val="2395547567"/>
      </p:ext>
    </p:extLst>
  </p:cSld>
  <p:clrMapOvr>
    <a:masterClrMapping/>
  </p:clrMapOvr>
</p:notes>
</file>

<file path=ppt/notesSlides/notesSlide1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1325</a:t>
            </a:fld>
            <a:endParaRPr lang="en-US" dirty="0"/>
          </a:p>
        </p:txBody>
      </p:sp>
    </p:spTree>
    <p:extLst>
      <p:ext uri="{BB962C8B-B14F-4D97-AF65-F5344CB8AC3E}">
        <p14:creationId xmlns:p14="http://schemas.microsoft.com/office/powerpoint/2010/main" val="3978246649"/>
      </p:ext>
    </p:extLst>
  </p:cSld>
  <p:clrMapOvr>
    <a:masterClrMapping/>
  </p:clrMapOvr>
</p:notes>
</file>

<file path=ppt/notesSlides/notesSlide1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1326</a:t>
            </a:fld>
            <a:endParaRPr lang="en-US" dirty="0"/>
          </a:p>
        </p:txBody>
      </p:sp>
    </p:spTree>
    <p:extLst>
      <p:ext uri="{BB962C8B-B14F-4D97-AF65-F5344CB8AC3E}">
        <p14:creationId xmlns:p14="http://schemas.microsoft.com/office/powerpoint/2010/main" val="3018074722"/>
      </p:ext>
    </p:extLst>
  </p:cSld>
  <p:clrMapOvr>
    <a:masterClrMapping/>
  </p:clrMapOvr>
</p:notes>
</file>

<file path=ppt/notesSlides/notesSlide1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1327</a:t>
            </a:fld>
            <a:endParaRPr lang="en-US" dirty="0"/>
          </a:p>
        </p:txBody>
      </p:sp>
    </p:spTree>
    <p:extLst>
      <p:ext uri="{BB962C8B-B14F-4D97-AF65-F5344CB8AC3E}">
        <p14:creationId xmlns:p14="http://schemas.microsoft.com/office/powerpoint/2010/main" val="2873793790"/>
      </p:ext>
    </p:extLst>
  </p:cSld>
  <p:clrMapOvr>
    <a:masterClrMapping/>
  </p:clrMapOvr>
</p:notes>
</file>

<file path=ppt/notesSlides/notesSlide1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1328</a:t>
            </a:fld>
            <a:endParaRPr lang="en-US" dirty="0"/>
          </a:p>
        </p:txBody>
      </p:sp>
    </p:spTree>
    <p:extLst>
      <p:ext uri="{BB962C8B-B14F-4D97-AF65-F5344CB8AC3E}">
        <p14:creationId xmlns:p14="http://schemas.microsoft.com/office/powerpoint/2010/main" val="4105189874"/>
      </p:ext>
    </p:extLst>
  </p:cSld>
  <p:clrMapOvr>
    <a:masterClrMapping/>
  </p:clrMapOvr>
</p:notes>
</file>

<file path=ppt/notesSlides/notesSlide1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1329</a:t>
            </a:fld>
            <a:endParaRPr lang="en-US" dirty="0"/>
          </a:p>
        </p:txBody>
      </p:sp>
    </p:spTree>
    <p:extLst>
      <p:ext uri="{BB962C8B-B14F-4D97-AF65-F5344CB8AC3E}">
        <p14:creationId xmlns:p14="http://schemas.microsoft.com/office/powerpoint/2010/main" val="2867611197"/>
      </p:ext>
    </p:extLst>
  </p:cSld>
  <p:clrMapOvr>
    <a:masterClrMapping/>
  </p:clrMapOvr>
</p:notes>
</file>

<file path=ppt/notesSlides/notesSlide1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1330</a:t>
            </a:fld>
            <a:endParaRPr lang="en-US" dirty="0"/>
          </a:p>
        </p:txBody>
      </p:sp>
    </p:spTree>
    <p:extLst>
      <p:ext uri="{BB962C8B-B14F-4D97-AF65-F5344CB8AC3E}">
        <p14:creationId xmlns:p14="http://schemas.microsoft.com/office/powerpoint/2010/main" val="3125549442"/>
      </p:ext>
    </p:extLst>
  </p:cSld>
  <p:clrMapOvr>
    <a:masterClrMapping/>
  </p:clrMapOvr>
</p:notes>
</file>

<file path=ppt/notesSlides/notesSlide1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1331</a:t>
            </a:fld>
            <a:endParaRPr lang="en-US" dirty="0"/>
          </a:p>
        </p:txBody>
      </p:sp>
    </p:spTree>
    <p:extLst>
      <p:ext uri="{BB962C8B-B14F-4D97-AF65-F5344CB8AC3E}">
        <p14:creationId xmlns:p14="http://schemas.microsoft.com/office/powerpoint/2010/main" val="433407754"/>
      </p:ext>
    </p:extLst>
  </p:cSld>
  <p:clrMapOvr>
    <a:masterClrMapping/>
  </p:clrMapOvr>
</p:notes>
</file>

<file path=ppt/notesSlides/notesSlide1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1332</a:t>
            </a:fld>
            <a:endParaRPr lang="en-US" dirty="0"/>
          </a:p>
        </p:txBody>
      </p:sp>
    </p:spTree>
    <p:extLst>
      <p:ext uri="{BB962C8B-B14F-4D97-AF65-F5344CB8AC3E}">
        <p14:creationId xmlns:p14="http://schemas.microsoft.com/office/powerpoint/2010/main" val="2400610978"/>
      </p:ext>
    </p:extLst>
  </p:cSld>
  <p:clrMapOvr>
    <a:masterClrMapping/>
  </p:clrMapOvr>
</p:notes>
</file>

<file path=ppt/notesSlides/notesSlide1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1333</a:t>
            </a:fld>
            <a:endParaRPr lang="en-US" dirty="0"/>
          </a:p>
        </p:txBody>
      </p:sp>
    </p:spTree>
    <p:extLst>
      <p:ext uri="{BB962C8B-B14F-4D97-AF65-F5344CB8AC3E}">
        <p14:creationId xmlns:p14="http://schemas.microsoft.com/office/powerpoint/2010/main" val="3303033831"/>
      </p:ext>
    </p:extLst>
  </p:cSld>
  <p:clrMapOvr>
    <a:masterClrMapping/>
  </p:clrMapOvr>
</p:notes>
</file>

<file path=ppt/notesSlides/notesSlide1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1334</a:t>
            </a:fld>
            <a:endParaRPr lang="en-US" dirty="0"/>
          </a:p>
        </p:txBody>
      </p:sp>
    </p:spTree>
    <p:extLst>
      <p:ext uri="{BB962C8B-B14F-4D97-AF65-F5344CB8AC3E}">
        <p14:creationId xmlns:p14="http://schemas.microsoft.com/office/powerpoint/2010/main" val="2758778845"/>
      </p:ext>
    </p:extLst>
  </p:cSld>
  <p:clrMapOvr>
    <a:masterClrMapping/>
  </p:clrMapOvr>
</p:notes>
</file>

<file path=ppt/notesSlides/notesSlide1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1335</a:t>
            </a:fld>
            <a:endParaRPr lang="en-US" dirty="0"/>
          </a:p>
        </p:txBody>
      </p:sp>
    </p:spTree>
    <p:extLst>
      <p:ext uri="{BB962C8B-B14F-4D97-AF65-F5344CB8AC3E}">
        <p14:creationId xmlns:p14="http://schemas.microsoft.com/office/powerpoint/2010/main" val="1198670774"/>
      </p:ext>
    </p:extLst>
  </p:cSld>
  <p:clrMapOvr>
    <a:masterClrMapping/>
  </p:clrMapOvr>
</p:notes>
</file>

<file path=ppt/notesSlides/notesSlide1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1336</a:t>
            </a:fld>
            <a:endParaRPr lang="en-US" dirty="0"/>
          </a:p>
        </p:txBody>
      </p:sp>
    </p:spTree>
    <p:extLst>
      <p:ext uri="{BB962C8B-B14F-4D97-AF65-F5344CB8AC3E}">
        <p14:creationId xmlns:p14="http://schemas.microsoft.com/office/powerpoint/2010/main" val="3644012099"/>
      </p:ext>
    </p:extLst>
  </p:cSld>
  <p:clrMapOvr>
    <a:masterClrMapping/>
  </p:clrMapOvr>
</p:notes>
</file>

<file path=ppt/notesSlides/notesSlide1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1337</a:t>
            </a:fld>
            <a:endParaRPr lang="en-US" dirty="0"/>
          </a:p>
        </p:txBody>
      </p:sp>
    </p:spTree>
    <p:extLst>
      <p:ext uri="{BB962C8B-B14F-4D97-AF65-F5344CB8AC3E}">
        <p14:creationId xmlns:p14="http://schemas.microsoft.com/office/powerpoint/2010/main" val="3412573237"/>
      </p:ext>
    </p:extLst>
  </p:cSld>
  <p:clrMapOvr>
    <a:masterClrMapping/>
  </p:clrMapOvr>
</p:notes>
</file>

<file path=ppt/notesSlides/notesSlide1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1338</a:t>
            </a:fld>
            <a:endParaRPr lang="en-US" dirty="0"/>
          </a:p>
        </p:txBody>
      </p:sp>
    </p:spTree>
    <p:extLst>
      <p:ext uri="{BB962C8B-B14F-4D97-AF65-F5344CB8AC3E}">
        <p14:creationId xmlns:p14="http://schemas.microsoft.com/office/powerpoint/2010/main" val="3818987708"/>
      </p:ext>
    </p:extLst>
  </p:cSld>
  <p:clrMapOvr>
    <a:masterClrMapping/>
  </p:clrMapOvr>
</p:notes>
</file>

<file path=ppt/notesSlides/notesSlide1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1339</a:t>
            </a:fld>
            <a:endParaRPr lang="en-US" dirty="0"/>
          </a:p>
        </p:txBody>
      </p:sp>
    </p:spTree>
    <p:extLst>
      <p:ext uri="{BB962C8B-B14F-4D97-AF65-F5344CB8AC3E}">
        <p14:creationId xmlns:p14="http://schemas.microsoft.com/office/powerpoint/2010/main" val="1241792757"/>
      </p:ext>
    </p:extLst>
  </p:cSld>
  <p:clrMapOvr>
    <a:masterClrMapping/>
  </p:clrMapOvr>
</p:notes>
</file>

<file path=ppt/notesSlides/notesSlide1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1340</a:t>
            </a:fld>
            <a:endParaRPr lang="en-US" dirty="0"/>
          </a:p>
        </p:txBody>
      </p:sp>
    </p:spTree>
    <p:extLst>
      <p:ext uri="{BB962C8B-B14F-4D97-AF65-F5344CB8AC3E}">
        <p14:creationId xmlns:p14="http://schemas.microsoft.com/office/powerpoint/2010/main" val="4165606938"/>
      </p:ext>
    </p:extLst>
  </p:cSld>
  <p:clrMapOvr>
    <a:masterClrMapping/>
  </p:clrMapOvr>
</p:notes>
</file>

<file path=ppt/notesSlides/notesSlide1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1341</a:t>
            </a:fld>
            <a:endParaRPr lang="en-US" dirty="0"/>
          </a:p>
        </p:txBody>
      </p:sp>
    </p:spTree>
    <p:extLst>
      <p:ext uri="{BB962C8B-B14F-4D97-AF65-F5344CB8AC3E}">
        <p14:creationId xmlns:p14="http://schemas.microsoft.com/office/powerpoint/2010/main" val="1455656765"/>
      </p:ext>
    </p:extLst>
  </p:cSld>
  <p:clrMapOvr>
    <a:masterClrMapping/>
  </p:clrMapOvr>
</p:notes>
</file>

<file path=ppt/notesSlides/notesSlide1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1342</a:t>
            </a:fld>
            <a:endParaRPr lang="en-US" dirty="0"/>
          </a:p>
        </p:txBody>
      </p:sp>
    </p:spTree>
    <p:extLst>
      <p:ext uri="{BB962C8B-B14F-4D97-AF65-F5344CB8AC3E}">
        <p14:creationId xmlns:p14="http://schemas.microsoft.com/office/powerpoint/2010/main" val="3932741112"/>
      </p:ext>
    </p:extLst>
  </p:cSld>
  <p:clrMapOvr>
    <a:masterClrMapping/>
  </p:clrMapOvr>
</p:notes>
</file>

<file path=ppt/notesSlides/notesSlide1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1343</a:t>
            </a:fld>
            <a:endParaRPr lang="en-US" dirty="0"/>
          </a:p>
        </p:txBody>
      </p:sp>
    </p:spTree>
    <p:extLst>
      <p:ext uri="{BB962C8B-B14F-4D97-AF65-F5344CB8AC3E}">
        <p14:creationId xmlns:p14="http://schemas.microsoft.com/office/powerpoint/2010/main" val="450232029"/>
      </p:ext>
    </p:extLst>
  </p:cSld>
  <p:clrMapOvr>
    <a:masterClrMapping/>
  </p:clrMapOvr>
</p:notes>
</file>

<file path=ppt/notesSlides/notesSlide1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1344</a:t>
            </a:fld>
            <a:endParaRPr lang="en-US" dirty="0"/>
          </a:p>
        </p:txBody>
      </p:sp>
    </p:spTree>
    <p:extLst>
      <p:ext uri="{BB962C8B-B14F-4D97-AF65-F5344CB8AC3E}">
        <p14:creationId xmlns:p14="http://schemas.microsoft.com/office/powerpoint/2010/main" val="1846708128"/>
      </p:ext>
    </p:extLst>
  </p:cSld>
  <p:clrMapOvr>
    <a:masterClrMapping/>
  </p:clrMapOvr>
</p:notes>
</file>

<file path=ppt/notesSlides/notesSlide1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1345</a:t>
            </a:fld>
            <a:endParaRPr lang="en-US" dirty="0"/>
          </a:p>
        </p:txBody>
      </p:sp>
    </p:spTree>
    <p:extLst>
      <p:ext uri="{BB962C8B-B14F-4D97-AF65-F5344CB8AC3E}">
        <p14:creationId xmlns:p14="http://schemas.microsoft.com/office/powerpoint/2010/main" val="1229460791"/>
      </p:ext>
    </p:extLst>
  </p:cSld>
  <p:clrMapOvr>
    <a:masterClrMapping/>
  </p:clrMapOvr>
</p:notes>
</file>

<file path=ppt/notesSlides/notesSlide1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1346</a:t>
            </a:fld>
            <a:endParaRPr lang="en-US" dirty="0"/>
          </a:p>
        </p:txBody>
      </p:sp>
    </p:spTree>
    <p:extLst>
      <p:ext uri="{BB962C8B-B14F-4D97-AF65-F5344CB8AC3E}">
        <p14:creationId xmlns:p14="http://schemas.microsoft.com/office/powerpoint/2010/main" val="2541307960"/>
      </p:ext>
    </p:extLst>
  </p:cSld>
  <p:clrMapOvr>
    <a:masterClrMapping/>
  </p:clrMapOvr>
</p:notes>
</file>

<file path=ppt/notesSlides/notesSlide1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1347</a:t>
            </a:fld>
            <a:endParaRPr lang="en-US" dirty="0"/>
          </a:p>
        </p:txBody>
      </p:sp>
    </p:spTree>
    <p:extLst>
      <p:ext uri="{BB962C8B-B14F-4D97-AF65-F5344CB8AC3E}">
        <p14:creationId xmlns:p14="http://schemas.microsoft.com/office/powerpoint/2010/main" val="582929441"/>
      </p:ext>
    </p:extLst>
  </p:cSld>
  <p:clrMapOvr>
    <a:masterClrMapping/>
  </p:clrMapOvr>
</p:notes>
</file>

<file path=ppt/notesSlides/notesSlide1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1348</a:t>
            </a:fld>
            <a:endParaRPr lang="en-US" dirty="0"/>
          </a:p>
        </p:txBody>
      </p:sp>
    </p:spTree>
    <p:extLst>
      <p:ext uri="{BB962C8B-B14F-4D97-AF65-F5344CB8AC3E}">
        <p14:creationId xmlns:p14="http://schemas.microsoft.com/office/powerpoint/2010/main" val="1675209696"/>
      </p:ext>
    </p:extLst>
  </p:cSld>
  <p:clrMapOvr>
    <a:masterClrMapping/>
  </p:clrMapOvr>
</p:notes>
</file>

<file path=ppt/notesSlides/notesSlide1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1349</a:t>
            </a:fld>
            <a:endParaRPr lang="en-US" dirty="0"/>
          </a:p>
        </p:txBody>
      </p:sp>
    </p:spTree>
    <p:extLst>
      <p:ext uri="{BB962C8B-B14F-4D97-AF65-F5344CB8AC3E}">
        <p14:creationId xmlns:p14="http://schemas.microsoft.com/office/powerpoint/2010/main" val="2607174390"/>
      </p:ext>
    </p:extLst>
  </p:cSld>
  <p:clrMapOvr>
    <a:masterClrMapping/>
  </p:clrMapOvr>
</p:notes>
</file>

<file path=ppt/notesSlides/notesSlide1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1350</a:t>
            </a:fld>
            <a:endParaRPr lang="en-US" dirty="0"/>
          </a:p>
        </p:txBody>
      </p:sp>
    </p:spTree>
    <p:extLst>
      <p:ext uri="{BB962C8B-B14F-4D97-AF65-F5344CB8AC3E}">
        <p14:creationId xmlns:p14="http://schemas.microsoft.com/office/powerpoint/2010/main" val="938403512"/>
      </p:ext>
    </p:extLst>
  </p:cSld>
  <p:clrMapOvr>
    <a:masterClrMapping/>
  </p:clrMapOvr>
</p:notes>
</file>

<file path=ppt/notesSlides/notesSlide1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1351</a:t>
            </a:fld>
            <a:endParaRPr lang="en-US" dirty="0"/>
          </a:p>
        </p:txBody>
      </p:sp>
    </p:spTree>
    <p:extLst>
      <p:ext uri="{BB962C8B-B14F-4D97-AF65-F5344CB8AC3E}">
        <p14:creationId xmlns:p14="http://schemas.microsoft.com/office/powerpoint/2010/main" val="3974607524"/>
      </p:ext>
    </p:extLst>
  </p:cSld>
  <p:clrMapOvr>
    <a:masterClrMapping/>
  </p:clrMapOvr>
</p:notes>
</file>

<file path=ppt/notesSlides/notesSlide1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1352</a:t>
            </a:fld>
            <a:endParaRPr lang="en-US" dirty="0"/>
          </a:p>
        </p:txBody>
      </p:sp>
    </p:spTree>
    <p:extLst>
      <p:ext uri="{BB962C8B-B14F-4D97-AF65-F5344CB8AC3E}">
        <p14:creationId xmlns:p14="http://schemas.microsoft.com/office/powerpoint/2010/main" val="1655500731"/>
      </p:ext>
    </p:extLst>
  </p:cSld>
  <p:clrMapOvr>
    <a:masterClrMapping/>
  </p:clrMapOvr>
</p:notes>
</file>

<file path=ppt/notesSlides/notesSlide1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1353</a:t>
            </a:fld>
            <a:endParaRPr lang="en-US" dirty="0"/>
          </a:p>
        </p:txBody>
      </p:sp>
    </p:spTree>
    <p:extLst>
      <p:ext uri="{BB962C8B-B14F-4D97-AF65-F5344CB8AC3E}">
        <p14:creationId xmlns:p14="http://schemas.microsoft.com/office/powerpoint/2010/main" val="2665106747"/>
      </p:ext>
    </p:extLst>
  </p:cSld>
  <p:clrMapOvr>
    <a:masterClrMapping/>
  </p:clrMapOvr>
</p:notes>
</file>

<file path=ppt/notesSlides/notesSlide1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1354</a:t>
            </a:fld>
            <a:endParaRPr lang="en-US" dirty="0"/>
          </a:p>
        </p:txBody>
      </p:sp>
    </p:spTree>
    <p:extLst>
      <p:ext uri="{BB962C8B-B14F-4D97-AF65-F5344CB8AC3E}">
        <p14:creationId xmlns:p14="http://schemas.microsoft.com/office/powerpoint/2010/main" val="1983003660"/>
      </p:ext>
    </p:extLst>
  </p:cSld>
  <p:clrMapOvr>
    <a:masterClrMapping/>
  </p:clrMapOvr>
</p:notes>
</file>

<file path=ppt/notesSlides/notesSlide1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1355</a:t>
            </a:fld>
            <a:endParaRPr lang="en-US" dirty="0"/>
          </a:p>
        </p:txBody>
      </p:sp>
    </p:spTree>
    <p:extLst>
      <p:ext uri="{BB962C8B-B14F-4D97-AF65-F5344CB8AC3E}">
        <p14:creationId xmlns:p14="http://schemas.microsoft.com/office/powerpoint/2010/main" val="3775095391"/>
      </p:ext>
    </p:extLst>
  </p:cSld>
  <p:clrMapOvr>
    <a:masterClrMapping/>
  </p:clrMapOvr>
</p:notes>
</file>

<file path=ppt/notesSlides/notesSlide1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1356</a:t>
            </a:fld>
            <a:endParaRPr lang="en-US" dirty="0"/>
          </a:p>
        </p:txBody>
      </p:sp>
    </p:spTree>
    <p:extLst>
      <p:ext uri="{BB962C8B-B14F-4D97-AF65-F5344CB8AC3E}">
        <p14:creationId xmlns:p14="http://schemas.microsoft.com/office/powerpoint/2010/main" val="2325158863"/>
      </p:ext>
    </p:extLst>
  </p:cSld>
  <p:clrMapOvr>
    <a:masterClrMapping/>
  </p:clrMapOvr>
</p:notes>
</file>

<file path=ppt/notesSlides/notesSlide1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1357</a:t>
            </a:fld>
            <a:endParaRPr lang="en-US" dirty="0"/>
          </a:p>
        </p:txBody>
      </p:sp>
    </p:spTree>
    <p:extLst>
      <p:ext uri="{BB962C8B-B14F-4D97-AF65-F5344CB8AC3E}">
        <p14:creationId xmlns:p14="http://schemas.microsoft.com/office/powerpoint/2010/main" val="4176635415"/>
      </p:ext>
    </p:extLst>
  </p:cSld>
  <p:clrMapOvr>
    <a:masterClrMapping/>
  </p:clrMapOvr>
</p:notes>
</file>

<file path=ppt/notesSlides/notesSlide1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1358</a:t>
            </a:fld>
            <a:endParaRPr lang="en-US" dirty="0"/>
          </a:p>
        </p:txBody>
      </p:sp>
    </p:spTree>
    <p:extLst>
      <p:ext uri="{BB962C8B-B14F-4D97-AF65-F5344CB8AC3E}">
        <p14:creationId xmlns:p14="http://schemas.microsoft.com/office/powerpoint/2010/main" val="2613306734"/>
      </p:ext>
    </p:extLst>
  </p:cSld>
  <p:clrMapOvr>
    <a:masterClrMapping/>
  </p:clrMapOvr>
</p:notes>
</file>

<file path=ppt/notesSlides/notesSlide1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1359</a:t>
            </a:fld>
            <a:endParaRPr lang="en-US" dirty="0"/>
          </a:p>
        </p:txBody>
      </p:sp>
    </p:spTree>
    <p:extLst>
      <p:ext uri="{BB962C8B-B14F-4D97-AF65-F5344CB8AC3E}">
        <p14:creationId xmlns:p14="http://schemas.microsoft.com/office/powerpoint/2010/main" val="658187408"/>
      </p:ext>
    </p:extLst>
  </p:cSld>
  <p:clrMapOvr>
    <a:masterClrMapping/>
  </p:clrMapOvr>
</p:notes>
</file>

<file path=ppt/notesSlides/notesSlide1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1360</a:t>
            </a:fld>
            <a:endParaRPr lang="en-US" dirty="0"/>
          </a:p>
        </p:txBody>
      </p:sp>
    </p:spTree>
    <p:extLst>
      <p:ext uri="{BB962C8B-B14F-4D97-AF65-F5344CB8AC3E}">
        <p14:creationId xmlns:p14="http://schemas.microsoft.com/office/powerpoint/2010/main" val="2069498945"/>
      </p:ext>
    </p:extLst>
  </p:cSld>
  <p:clrMapOvr>
    <a:masterClrMapping/>
  </p:clrMapOvr>
</p:notes>
</file>

<file path=ppt/notesSlides/notesSlide1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1361</a:t>
            </a:fld>
            <a:endParaRPr lang="en-US" dirty="0"/>
          </a:p>
        </p:txBody>
      </p:sp>
    </p:spTree>
    <p:extLst>
      <p:ext uri="{BB962C8B-B14F-4D97-AF65-F5344CB8AC3E}">
        <p14:creationId xmlns:p14="http://schemas.microsoft.com/office/powerpoint/2010/main" val="1160512214"/>
      </p:ext>
    </p:extLst>
  </p:cSld>
  <p:clrMapOvr>
    <a:masterClrMapping/>
  </p:clrMapOvr>
</p:notes>
</file>

<file path=ppt/notesSlides/notesSlide1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1362</a:t>
            </a:fld>
            <a:endParaRPr lang="en-US" dirty="0"/>
          </a:p>
        </p:txBody>
      </p:sp>
    </p:spTree>
    <p:extLst>
      <p:ext uri="{BB962C8B-B14F-4D97-AF65-F5344CB8AC3E}">
        <p14:creationId xmlns:p14="http://schemas.microsoft.com/office/powerpoint/2010/main" val="3156626045"/>
      </p:ext>
    </p:extLst>
  </p:cSld>
  <p:clrMapOvr>
    <a:masterClrMapping/>
  </p:clrMapOvr>
</p:notes>
</file>

<file path=ppt/notesSlides/notesSlide1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1363</a:t>
            </a:fld>
            <a:endParaRPr lang="en-US" dirty="0"/>
          </a:p>
        </p:txBody>
      </p:sp>
    </p:spTree>
    <p:extLst>
      <p:ext uri="{BB962C8B-B14F-4D97-AF65-F5344CB8AC3E}">
        <p14:creationId xmlns:p14="http://schemas.microsoft.com/office/powerpoint/2010/main" val="2946277263"/>
      </p:ext>
    </p:extLst>
  </p:cSld>
  <p:clrMapOvr>
    <a:masterClrMapping/>
  </p:clrMapOvr>
</p:notes>
</file>

<file path=ppt/notesSlides/notesSlide1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1364</a:t>
            </a:fld>
            <a:endParaRPr lang="en-US" dirty="0"/>
          </a:p>
        </p:txBody>
      </p:sp>
    </p:spTree>
    <p:extLst>
      <p:ext uri="{BB962C8B-B14F-4D97-AF65-F5344CB8AC3E}">
        <p14:creationId xmlns:p14="http://schemas.microsoft.com/office/powerpoint/2010/main" val="3041255285"/>
      </p:ext>
    </p:extLst>
  </p:cSld>
  <p:clrMapOvr>
    <a:masterClrMapping/>
  </p:clrMapOvr>
</p:notes>
</file>

<file path=ppt/notesSlides/notesSlide1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1365</a:t>
            </a:fld>
            <a:endParaRPr lang="en-US" dirty="0"/>
          </a:p>
        </p:txBody>
      </p:sp>
    </p:spTree>
    <p:extLst>
      <p:ext uri="{BB962C8B-B14F-4D97-AF65-F5344CB8AC3E}">
        <p14:creationId xmlns:p14="http://schemas.microsoft.com/office/powerpoint/2010/main" val="999219432"/>
      </p:ext>
    </p:extLst>
  </p:cSld>
  <p:clrMapOvr>
    <a:masterClrMapping/>
  </p:clrMapOvr>
</p:notes>
</file>

<file path=ppt/notesSlides/notesSlide1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1366</a:t>
            </a:fld>
            <a:endParaRPr lang="en-US" dirty="0"/>
          </a:p>
        </p:txBody>
      </p:sp>
    </p:spTree>
    <p:extLst>
      <p:ext uri="{BB962C8B-B14F-4D97-AF65-F5344CB8AC3E}">
        <p14:creationId xmlns:p14="http://schemas.microsoft.com/office/powerpoint/2010/main" val="233449391"/>
      </p:ext>
    </p:extLst>
  </p:cSld>
  <p:clrMapOvr>
    <a:masterClrMapping/>
  </p:clrMapOvr>
</p:notes>
</file>

<file path=ppt/notesSlides/notesSlide1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1367</a:t>
            </a:fld>
            <a:endParaRPr lang="en-US" dirty="0"/>
          </a:p>
        </p:txBody>
      </p:sp>
    </p:spTree>
    <p:extLst>
      <p:ext uri="{BB962C8B-B14F-4D97-AF65-F5344CB8AC3E}">
        <p14:creationId xmlns:p14="http://schemas.microsoft.com/office/powerpoint/2010/main" val="3999880002"/>
      </p:ext>
    </p:extLst>
  </p:cSld>
  <p:clrMapOvr>
    <a:masterClrMapping/>
  </p:clrMapOvr>
</p:notes>
</file>

<file path=ppt/notesSlides/notesSlide1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1368</a:t>
            </a:fld>
            <a:endParaRPr lang="en-US" dirty="0"/>
          </a:p>
        </p:txBody>
      </p:sp>
    </p:spTree>
    <p:extLst>
      <p:ext uri="{BB962C8B-B14F-4D97-AF65-F5344CB8AC3E}">
        <p14:creationId xmlns:p14="http://schemas.microsoft.com/office/powerpoint/2010/main" val="992523996"/>
      </p:ext>
    </p:extLst>
  </p:cSld>
  <p:clrMapOvr>
    <a:masterClrMapping/>
  </p:clrMapOvr>
</p:notes>
</file>

<file path=ppt/notesSlides/notesSlide1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1369</a:t>
            </a:fld>
            <a:endParaRPr lang="en-US" dirty="0"/>
          </a:p>
        </p:txBody>
      </p:sp>
    </p:spTree>
    <p:extLst>
      <p:ext uri="{BB962C8B-B14F-4D97-AF65-F5344CB8AC3E}">
        <p14:creationId xmlns:p14="http://schemas.microsoft.com/office/powerpoint/2010/main" val="2098094479"/>
      </p:ext>
    </p:extLst>
  </p:cSld>
  <p:clrMapOvr>
    <a:masterClrMapping/>
  </p:clrMapOvr>
</p:notes>
</file>

<file path=ppt/notesSlides/notesSlide1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1370</a:t>
            </a:fld>
            <a:endParaRPr lang="en-US" dirty="0"/>
          </a:p>
        </p:txBody>
      </p:sp>
    </p:spTree>
    <p:extLst>
      <p:ext uri="{BB962C8B-B14F-4D97-AF65-F5344CB8AC3E}">
        <p14:creationId xmlns:p14="http://schemas.microsoft.com/office/powerpoint/2010/main" val="843010811"/>
      </p:ext>
    </p:extLst>
  </p:cSld>
  <p:clrMapOvr>
    <a:masterClrMapping/>
  </p:clrMapOvr>
</p:notes>
</file>

<file path=ppt/notesSlides/notesSlide1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1371</a:t>
            </a:fld>
            <a:endParaRPr lang="en-US" dirty="0"/>
          </a:p>
        </p:txBody>
      </p:sp>
    </p:spTree>
    <p:extLst>
      <p:ext uri="{BB962C8B-B14F-4D97-AF65-F5344CB8AC3E}">
        <p14:creationId xmlns:p14="http://schemas.microsoft.com/office/powerpoint/2010/main" val="673037245"/>
      </p:ext>
    </p:extLst>
  </p:cSld>
  <p:clrMapOvr>
    <a:masterClrMapping/>
  </p:clrMapOvr>
</p:notes>
</file>

<file path=ppt/notesSlides/notesSlide1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1372</a:t>
            </a:fld>
            <a:endParaRPr lang="en-US" dirty="0"/>
          </a:p>
        </p:txBody>
      </p:sp>
    </p:spTree>
    <p:extLst>
      <p:ext uri="{BB962C8B-B14F-4D97-AF65-F5344CB8AC3E}">
        <p14:creationId xmlns:p14="http://schemas.microsoft.com/office/powerpoint/2010/main" val="2502527792"/>
      </p:ext>
    </p:extLst>
  </p:cSld>
  <p:clrMapOvr>
    <a:masterClrMapping/>
  </p:clrMapOvr>
</p:notes>
</file>

<file path=ppt/notesSlides/notesSlide1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1373</a:t>
            </a:fld>
            <a:endParaRPr lang="en-US" dirty="0"/>
          </a:p>
        </p:txBody>
      </p:sp>
    </p:spTree>
    <p:extLst>
      <p:ext uri="{BB962C8B-B14F-4D97-AF65-F5344CB8AC3E}">
        <p14:creationId xmlns:p14="http://schemas.microsoft.com/office/powerpoint/2010/main" val="887955495"/>
      </p:ext>
    </p:extLst>
  </p:cSld>
  <p:clrMapOvr>
    <a:masterClrMapping/>
  </p:clrMapOvr>
</p:notes>
</file>

<file path=ppt/notesSlides/notesSlide1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1374</a:t>
            </a:fld>
            <a:endParaRPr lang="en-US" dirty="0"/>
          </a:p>
        </p:txBody>
      </p:sp>
    </p:spTree>
    <p:extLst>
      <p:ext uri="{BB962C8B-B14F-4D97-AF65-F5344CB8AC3E}">
        <p14:creationId xmlns:p14="http://schemas.microsoft.com/office/powerpoint/2010/main" val="320957478"/>
      </p:ext>
    </p:extLst>
  </p:cSld>
  <p:clrMapOvr>
    <a:masterClrMapping/>
  </p:clrMapOvr>
</p:notes>
</file>

<file path=ppt/notesSlides/notesSlide1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1375</a:t>
            </a:fld>
            <a:endParaRPr lang="en-US" dirty="0"/>
          </a:p>
        </p:txBody>
      </p:sp>
    </p:spTree>
    <p:extLst>
      <p:ext uri="{BB962C8B-B14F-4D97-AF65-F5344CB8AC3E}">
        <p14:creationId xmlns:p14="http://schemas.microsoft.com/office/powerpoint/2010/main" val="863019617"/>
      </p:ext>
    </p:extLst>
  </p:cSld>
  <p:clrMapOvr>
    <a:masterClrMapping/>
  </p:clrMapOvr>
</p:notes>
</file>

<file path=ppt/notesSlides/notesSlide1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1376</a:t>
            </a:fld>
            <a:endParaRPr lang="en-US" dirty="0"/>
          </a:p>
        </p:txBody>
      </p:sp>
    </p:spTree>
    <p:extLst>
      <p:ext uri="{BB962C8B-B14F-4D97-AF65-F5344CB8AC3E}">
        <p14:creationId xmlns:p14="http://schemas.microsoft.com/office/powerpoint/2010/main" val="4110682213"/>
      </p:ext>
    </p:extLst>
  </p:cSld>
  <p:clrMapOvr>
    <a:masterClrMapping/>
  </p:clrMapOvr>
</p:notes>
</file>

<file path=ppt/notesSlides/notesSlide1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1377</a:t>
            </a:fld>
            <a:endParaRPr lang="en-US" dirty="0"/>
          </a:p>
        </p:txBody>
      </p:sp>
    </p:spTree>
    <p:extLst>
      <p:ext uri="{BB962C8B-B14F-4D97-AF65-F5344CB8AC3E}">
        <p14:creationId xmlns:p14="http://schemas.microsoft.com/office/powerpoint/2010/main" val="221598835"/>
      </p:ext>
    </p:extLst>
  </p:cSld>
  <p:clrMapOvr>
    <a:masterClrMapping/>
  </p:clrMapOvr>
</p:notes>
</file>

<file path=ppt/notesSlides/notesSlide1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1378</a:t>
            </a:fld>
            <a:endParaRPr lang="en-US" dirty="0"/>
          </a:p>
        </p:txBody>
      </p:sp>
    </p:spTree>
    <p:extLst>
      <p:ext uri="{BB962C8B-B14F-4D97-AF65-F5344CB8AC3E}">
        <p14:creationId xmlns:p14="http://schemas.microsoft.com/office/powerpoint/2010/main" val="422088432"/>
      </p:ext>
    </p:extLst>
  </p:cSld>
  <p:clrMapOvr>
    <a:masterClrMapping/>
  </p:clrMapOvr>
</p:notes>
</file>

<file path=ppt/notesSlides/notesSlide1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1379</a:t>
            </a:fld>
            <a:endParaRPr lang="en-US" dirty="0"/>
          </a:p>
        </p:txBody>
      </p:sp>
    </p:spTree>
    <p:extLst>
      <p:ext uri="{BB962C8B-B14F-4D97-AF65-F5344CB8AC3E}">
        <p14:creationId xmlns:p14="http://schemas.microsoft.com/office/powerpoint/2010/main" val="571100325"/>
      </p:ext>
    </p:extLst>
  </p:cSld>
  <p:clrMapOvr>
    <a:masterClrMapping/>
  </p:clrMapOvr>
</p:notes>
</file>

<file path=ppt/notesSlides/notesSlide1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1380</a:t>
            </a:fld>
            <a:endParaRPr lang="en-US" dirty="0"/>
          </a:p>
        </p:txBody>
      </p:sp>
    </p:spTree>
    <p:extLst>
      <p:ext uri="{BB962C8B-B14F-4D97-AF65-F5344CB8AC3E}">
        <p14:creationId xmlns:p14="http://schemas.microsoft.com/office/powerpoint/2010/main" val="989072159"/>
      </p:ext>
    </p:extLst>
  </p:cSld>
  <p:clrMapOvr>
    <a:masterClrMapping/>
  </p:clrMapOvr>
</p:notes>
</file>

<file path=ppt/notesSlides/notesSlide1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1381</a:t>
            </a:fld>
            <a:endParaRPr lang="en-US" dirty="0"/>
          </a:p>
        </p:txBody>
      </p:sp>
    </p:spTree>
    <p:extLst>
      <p:ext uri="{BB962C8B-B14F-4D97-AF65-F5344CB8AC3E}">
        <p14:creationId xmlns:p14="http://schemas.microsoft.com/office/powerpoint/2010/main" val="2520834422"/>
      </p:ext>
    </p:extLst>
  </p:cSld>
  <p:clrMapOvr>
    <a:masterClrMapping/>
  </p:clrMapOvr>
</p:notes>
</file>

<file path=ppt/notesSlides/notesSlide1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1382</a:t>
            </a:fld>
            <a:endParaRPr lang="en-US" dirty="0"/>
          </a:p>
        </p:txBody>
      </p:sp>
    </p:spTree>
    <p:extLst>
      <p:ext uri="{BB962C8B-B14F-4D97-AF65-F5344CB8AC3E}">
        <p14:creationId xmlns:p14="http://schemas.microsoft.com/office/powerpoint/2010/main" val="1351740020"/>
      </p:ext>
    </p:extLst>
  </p:cSld>
  <p:clrMapOvr>
    <a:masterClrMapping/>
  </p:clrMapOvr>
</p:notes>
</file>

<file path=ppt/notesSlides/notesSlide1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1383</a:t>
            </a:fld>
            <a:endParaRPr lang="en-US" dirty="0"/>
          </a:p>
        </p:txBody>
      </p:sp>
    </p:spTree>
    <p:extLst>
      <p:ext uri="{BB962C8B-B14F-4D97-AF65-F5344CB8AC3E}">
        <p14:creationId xmlns:p14="http://schemas.microsoft.com/office/powerpoint/2010/main" val="879521351"/>
      </p:ext>
    </p:extLst>
  </p:cSld>
  <p:clrMapOvr>
    <a:masterClrMapping/>
  </p:clrMapOvr>
</p:notes>
</file>

<file path=ppt/notesSlides/notesSlide1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1384</a:t>
            </a:fld>
            <a:endParaRPr lang="en-US" dirty="0"/>
          </a:p>
        </p:txBody>
      </p:sp>
    </p:spTree>
    <p:extLst>
      <p:ext uri="{BB962C8B-B14F-4D97-AF65-F5344CB8AC3E}">
        <p14:creationId xmlns:p14="http://schemas.microsoft.com/office/powerpoint/2010/main" val="151827417"/>
      </p:ext>
    </p:extLst>
  </p:cSld>
  <p:clrMapOvr>
    <a:masterClrMapping/>
  </p:clrMapOvr>
</p:notes>
</file>

<file path=ppt/notesSlides/notesSlide1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1385</a:t>
            </a:fld>
            <a:endParaRPr lang="en-US" dirty="0"/>
          </a:p>
        </p:txBody>
      </p:sp>
    </p:spTree>
    <p:extLst>
      <p:ext uri="{BB962C8B-B14F-4D97-AF65-F5344CB8AC3E}">
        <p14:creationId xmlns:p14="http://schemas.microsoft.com/office/powerpoint/2010/main" val="1362839272"/>
      </p:ext>
    </p:extLst>
  </p:cSld>
  <p:clrMapOvr>
    <a:masterClrMapping/>
  </p:clrMapOvr>
</p:notes>
</file>

<file path=ppt/notesSlides/notesSlide1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1386</a:t>
            </a:fld>
            <a:endParaRPr lang="en-US" dirty="0"/>
          </a:p>
        </p:txBody>
      </p:sp>
    </p:spTree>
    <p:extLst>
      <p:ext uri="{BB962C8B-B14F-4D97-AF65-F5344CB8AC3E}">
        <p14:creationId xmlns:p14="http://schemas.microsoft.com/office/powerpoint/2010/main" val="1942855505"/>
      </p:ext>
    </p:extLst>
  </p:cSld>
  <p:clrMapOvr>
    <a:masterClrMapping/>
  </p:clrMapOvr>
</p:notes>
</file>

<file path=ppt/notesSlides/notesSlide1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1387</a:t>
            </a:fld>
            <a:endParaRPr lang="en-US" dirty="0"/>
          </a:p>
        </p:txBody>
      </p:sp>
    </p:spTree>
    <p:extLst>
      <p:ext uri="{BB962C8B-B14F-4D97-AF65-F5344CB8AC3E}">
        <p14:creationId xmlns:p14="http://schemas.microsoft.com/office/powerpoint/2010/main" val="1504595235"/>
      </p:ext>
    </p:extLst>
  </p:cSld>
  <p:clrMapOvr>
    <a:masterClrMapping/>
  </p:clrMapOvr>
</p:notes>
</file>

<file path=ppt/notesSlides/notesSlide1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1388</a:t>
            </a:fld>
            <a:endParaRPr lang="en-US" dirty="0"/>
          </a:p>
        </p:txBody>
      </p:sp>
    </p:spTree>
    <p:extLst>
      <p:ext uri="{BB962C8B-B14F-4D97-AF65-F5344CB8AC3E}">
        <p14:creationId xmlns:p14="http://schemas.microsoft.com/office/powerpoint/2010/main" val="340296909"/>
      </p:ext>
    </p:extLst>
  </p:cSld>
  <p:clrMapOvr>
    <a:masterClrMapping/>
  </p:clrMapOvr>
</p:notes>
</file>

<file path=ppt/notesSlides/notesSlide1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1389</a:t>
            </a:fld>
            <a:endParaRPr lang="en-US" dirty="0"/>
          </a:p>
        </p:txBody>
      </p:sp>
    </p:spTree>
    <p:extLst>
      <p:ext uri="{BB962C8B-B14F-4D97-AF65-F5344CB8AC3E}">
        <p14:creationId xmlns:p14="http://schemas.microsoft.com/office/powerpoint/2010/main" val="3770001969"/>
      </p:ext>
    </p:extLst>
  </p:cSld>
  <p:clrMapOvr>
    <a:masterClrMapping/>
  </p:clrMapOvr>
</p:notes>
</file>

<file path=ppt/notesSlides/notesSlide1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1390</a:t>
            </a:fld>
            <a:endParaRPr lang="en-US" dirty="0"/>
          </a:p>
        </p:txBody>
      </p:sp>
    </p:spTree>
    <p:extLst>
      <p:ext uri="{BB962C8B-B14F-4D97-AF65-F5344CB8AC3E}">
        <p14:creationId xmlns:p14="http://schemas.microsoft.com/office/powerpoint/2010/main" val="2352474940"/>
      </p:ext>
    </p:extLst>
  </p:cSld>
  <p:clrMapOvr>
    <a:masterClrMapping/>
  </p:clrMapOvr>
</p:notes>
</file>

<file path=ppt/notesSlides/notesSlide1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1391</a:t>
            </a:fld>
            <a:endParaRPr lang="en-US" dirty="0"/>
          </a:p>
        </p:txBody>
      </p:sp>
    </p:spTree>
    <p:extLst>
      <p:ext uri="{BB962C8B-B14F-4D97-AF65-F5344CB8AC3E}">
        <p14:creationId xmlns:p14="http://schemas.microsoft.com/office/powerpoint/2010/main" val="2442850230"/>
      </p:ext>
    </p:extLst>
  </p:cSld>
  <p:clrMapOvr>
    <a:masterClrMapping/>
  </p:clrMapOvr>
</p:notes>
</file>

<file path=ppt/notesSlides/notesSlide1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1392</a:t>
            </a:fld>
            <a:endParaRPr lang="en-US" dirty="0"/>
          </a:p>
        </p:txBody>
      </p:sp>
    </p:spTree>
    <p:extLst>
      <p:ext uri="{BB962C8B-B14F-4D97-AF65-F5344CB8AC3E}">
        <p14:creationId xmlns:p14="http://schemas.microsoft.com/office/powerpoint/2010/main" val="773768925"/>
      </p:ext>
    </p:extLst>
  </p:cSld>
  <p:clrMapOvr>
    <a:masterClrMapping/>
  </p:clrMapOvr>
</p:notes>
</file>

<file path=ppt/notesSlides/notesSlide1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1393</a:t>
            </a:fld>
            <a:endParaRPr lang="en-US" dirty="0"/>
          </a:p>
        </p:txBody>
      </p:sp>
    </p:spTree>
    <p:extLst>
      <p:ext uri="{BB962C8B-B14F-4D97-AF65-F5344CB8AC3E}">
        <p14:creationId xmlns:p14="http://schemas.microsoft.com/office/powerpoint/2010/main" val="3537346223"/>
      </p:ext>
    </p:extLst>
  </p:cSld>
  <p:clrMapOvr>
    <a:masterClrMapping/>
  </p:clrMapOvr>
</p:notes>
</file>

<file path=ppt/notesSlides/notesSlide1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1394</a:t>
            </a:fld>
            <a:endParaRPr lang="en-US" dirty="0"/>
          </a:p>
        </p:txBody>
      </p:sp>
    </p:spTree>
    <p:extLst>
      <p:ext uri="{BB962C8B-B14F-4D97-AF65-F5344CB8AC3E}">
        <p14:creationId xmlns:p14="http://schemas.microsoft.com/office/powerpoint/2010/main" val="3536049344"/>
      </p:ext>
    </p:extLst>
  </p:cSld>
  <p:clrMapOvr>
    <a:masterClrMapping/>
  </p:clrMapOvr>
</p:notes>
</file>

<file path=ppt/notesSlides/notesSlide1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1395</a:t>
            </a:fld>
            <a:endParaRPr lang="en-US" dirty="0"/>
          </a:p>
        </p:txBody>
      </p:sp>
    </p:spTree>
    <p:extLst>
      <p:ext uri="{BB962C8B-B14F-4D97-AF65-F5344CB8AC3E}">
        <p14:creationId xmlns:p14="http://schemas.microsoft.com/office/powerpoint/2010/main" val="1273419829"/>
      </p:ext>
    </p:extLst>
  </p:cSld>
  <p:clrMapOvr>
    <a:masterClrMapping/>
  </p:clrMapOvr>
</p:notes>
</file>

<file path=ppt/notesSlides/notesSlide1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1396</a:t>
            </a:fld>
            <a:endParaRPr lang="en-US" dirty="0"/>
          </a:p>
        </p:txBody>
      </p:sp>
    </p:spTree>
    <p:extLst>
      <p:ext uri="{BB962C8B-B14F-4D97-AF65-F5344CB8AC3E}">
        <p14:creationId xmlns:p14="http://schemas.microsoft.com/office/powerpoint/2010/main" val="1827924897"/>
      </p:ext>
    </p:extLst>
  </p:cSld>
  <p:clrMapOvr>
    <a:masterClrMapping/>
  </p:clrMapOvr>
</p:notes>
</file>

<file path=ppt/notesSlides/notesSlide1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1397</a:t>
            </a:fld>
            <a:endParaRPr lang="en-US" dirty="0"/>
          </a:p>
        </p:txBody>
      </p:sp>
    </p:spTree>
    <p:extLst>
      <p:ext uri="{BB962C8B-B14F-4D97-AF65-F5344CB8AC3E}">
        <p14:creationId xmlns:p14="http://schemas.microsoft.com/office/powerpoint/2010/main" val="2300602228"/>
      </p:ext>
    </p:extLst>
  </p:cSld>
  <p:clrMapOvr>
    <a:masterClrMapping/>
  </p:clrMapOvr>
</p:notes>
</file>

<file path=ppt/notesSlides/notesSlide1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1398</a:t>
            </a:fld>
            <a:endParaRPr lang="en-US" dirty="0"/>
          </a:p>
        </p:txBody>
      </p:sp>
    </p:spTree>
    <p:extLst>
      <p:ext uri="{BB962C8B-B14F-4D97-AF65-F5344CB8AC3E}">
        <p14:creationId xmlns:p14="http://schemas.microsoft.com/office/powerpoint/2010/main" val="3279441059"/>
      </p:ext>
    </p:extLst>
  </p:cSld>
  <p:clrMapOvr>
    <a:masterClrMapping/>
  </p:clrMapOvr>
</p:notes>
</file>

<file path=ppt/notesSlides/notesSlide1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1399</a:t>
            </a:fld>
            <a:endParaRPr lang="en-US" dirty="0"/>
          </a:p>
        </p:txBody>
      </p:sp>
    </p:spTree>
    <p:extLst>
      <p:ext uri="{BB962C8B-B14F-4D97-AF65-F5344CB8AC3E}">
        <p14:creationId xmlns:p14="http://schemas.microsoft.com/office/powerpoint/2010/main" val="3725432794"/>
      </p:ext>
    </p:extLst>
  </p:cSld>
  <p:clrMapOvr>
    <a:masterClrMapping/>
  </p:clrMapOvr>
</p:notes>
</file>

<file path=ppt/notesSlides/notesSlide1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1400</a:t>
            </a:fld>
            <a:endParaRPr lang="en-US" dirty="0"/>
          </a:p>
        </p:txBody>
      </p:sp>
    </p:spTree>
    <p:extLst>
      <p:ext uri="{BB962C8B-B14F-4D97-AF65-F5344CB8AC3E}">
        <p14:creationId xmlns:p14="http://schemas.microsoft.com/office/powerpoint/2010/main" val="2822929159"/>
      </p:ext>
    </p:extLst>
  </p:cSld>
  <p:clrMapOvr>
    <a:masterClrMapping/>
  </p:clrMapOvr>
</p:notes>
</file>

<file path=ppt/notesSlides/notesSlide1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1401</a:t>
            </a:fld>
            <a:endParaRPr lang="en-US" dirty="0"/>
          </a:p>
        </p:txBody>
      </p:sp>
    </p:spTree>
    <p:extLst>
      <p:ext uri="{BB962C8B-B14F-4D97-AF65-F5344CB8AC3E}">
        <p14:creationId xmlns:p14="http://schemas.microsoft.com/office/powerpoint/2010/main" val="3923029690"/>
      </p:ext>
    </p:extLst>
  </p:cSld>
  <p:clrMapOvr>
    <a:masterClrMapping/>
  </p:clrMapOvr>
</p:notes>
</file>

<file path=ppt/notesSlides/notesSlide1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1402</a:t>
            </a:fld>
            <a:endParaRPr lang="en-US" dirty="0"/>
          </a:p>
        </p:txBody>
      </p:sp>
    </p:spTree>
    <p:extLst>
      <p:ext uri="{BB962C8B-B14F-4D97-AF65-F5344CB8AC3E}">
        <p14:creationId xmlns:p14="http://schemas.microsoft.com/office/powerpoint/2010/main" val="2670447636"/>
      </p:ext>
    </p:extLst>
  </p:cSld>
  <p:clrMapOvr>
    <a:masterClrMapping/>
  </p:clrMapOvr>
</p:notes>
</file>

<file path=ppt/notesSlides/notesSlide1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1403</a:t>
            </a:fld>
            <a:endParaRPr lang="en-US" dirty="0"/>
          </a:p>
        </p:txBody>
      </p:sp>
    </p:spTree>
    <p:extLst>
      <p:ext uri="{BB962C8B-B14F-4D97-AF65-F5344CB8AC3E}">
        <p14:creationId xmlns:p14="http://schemas.microsoft.com/office/powerpoint/2010/main" val="4178494974"/>
      </p:ext>
    </p:extLst>
  </p:cSld>
  <p:clrMapOvr>
    <a:masterClrMapping/>
  </p:clrMapOvr>
</p:notes>
</file>

<file path=ppt/notesSlides/notesSlide1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1404</a:t>
            </a:fld>
            <a:endParaRPr lang="en-US" dirty="0"/>
          </a:p>
        </p:txBody>
      </p:sp>
    </p:spTree>
    <p:extLst>
      <p:ext uri="{BB962C8B-B14F-4D97-AF65-F5344CB8AC3E}">
        <p14:creationId xmlns:p14="http://schemas.microsoft.com/office/powerpoint/2010/main" val="1226304765"/>
      </p:ext>
    </p:extLst>
  </p:cSld>
  <p:clrMapOvr>
    <a:masterClrMapping/>
  </p:clrMapOvr>
</p:notes>
</file>

<file path=ppt/notesSlides/notesSlide1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1405</a:t>
            </a:fld>
            <a:endParaRPr lang="en-US" dirty="0"/>
          </a:p>
        </p:txBody>
      </p:sp>
    </p:spTree>
    <p:extLst>
      <p:ext uri="{BB962C8B-B14F-4D97-AF65-F5344CB8AC3E}">
        <p14:creationId xmlns:p14="http://schemas.microsoft.com/office/powerpoint/2010/main" val="3162305202"/>
      </p:ext>
    </p:extLst>
  </p:cSld>
  <p:clrMapOvr>
    <a:masterClrMapping/>
  </p:clrMapOvr>
</p:notes>
</file>

<file path=ppt/notesSlides/notesSlide1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1406</a:t>
            </a:fld>
            <a:endParaRPr lang="en-US" dirty="0"/>
          </a:p>
        </p:txBody>
      </p:sp>
    </p:spTree>
    <p:extLst>
      <p:ext uri="{BB962C8B-B14F-4D97-AF65-F5344CB8AC3E}">
        <p14:creationId xmlns:p14="http://schemas.microsoft.com/office/powerpoint/2010/main" val="2117392831"/>
      </p:ext>
    </p:extLst>
  </p:cSld>
  <p:clrMapOvr>
    <a:masterClrMapping/>
  </p:clrMapOvr>
</p:notes>
</file>

<file path=ppt/notesSlides/notesSlide1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1407</a:t>
            </a:fld>
            <a:endParaRPr lang="en-US" dirty="0"/>
          </a:p>
        </p:txBody>
      </p:sp>
    </p:spTree>
    <p:extLst>
      <p:ext uri="{BB962C8B-B14F-4D97-AF65-F5344CB8AC3E}">
        <p14:creationId xmlns:p14="http://schemas.microsoft.com/office/powerpoint/2010/main" val="1669600016"/>
      </p:ext>
    </p:extLst>
  </p:cSld>
  <p:clrMapOvr>
    <a:masterClrMapping/>
  </p:clrMapOvr>
</p:notes>
</file>

<file path=ppt/notesSlides/notesSlide1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1408</a:t>
            </a:fld>
            <a:endParaRPr lang="en-US" dirty="0"/>
          </a:p>
        </p:txBody>
      </p:sp>
    </p:spTree>
    <p:extLst>
      <p:ext uri="{BB962C8B-B14F-4D97-AF65-F5344CB8AC3E}">
        <p14:creationId xmlns:p14="http://schemas.microsoft.com/office/powerpoint/2010/main" val="1673803235"/>
      </p:ext>
    </p:extLst>
  </p:cSld>
  <p:clrMapOvr>
    <a:masterClrMapping/>
  </p:clrMapOvr>
</p:notes>
</file>

<file path=ppt/notesSlides/notesSlide1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1409</a:t>
            </a:fld>
            <a:endParaRPr lang="en-US" dirty="0"/>
          </a:p>
        </p:txBody>
      </p:sp>
    </p:spTree>
    <p:extLst>
      <p:ext uri="{BB962C8B-B14F-4D97-AF65-F5344CB8AC3E}">
        <p14:creationId xmlns:p14="http://schemas.microsoft.com/office/powerpoint/2010/main" val="2002729993"/>
      </p:ext>
    </p:extLst>
  </p:cSld>
  <p:clrMapOvr>
    <a:masterClrMapping/>
  </p:clrMapOvr>
</p:notes>
</file>

<file path=ppt/notesSlides/notesSlide1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1410</a:t>
            </a:fld>
            <a:endParaRPr lang="en-US" dirty="0"/>
          </a:p>
        </p:txBody>
      </p:sp>
    </p:spTree>
    <p:extLst>
      <p:ext uri="{BB962C8B-B14F-4D97-AF65-F5344CB8AC3E}">
        <p14:creationId xmlns:p14="http://schemas.microsoft.com/office/powerpoint/2010/main" val="3902801901"/>
      </p:ext>
    </p:extLst>
  </p:cSld>
  <p:clrMapOvr>
    <a:masterClrMapping/>
  </p:clrMapOvr>
</p:notes>
</file>

<file path=ppt/notesSlides/notesSlide1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1411</a:t>
            </a:fld>
            <a:endParaRPr lang="en-US" dirty="0"/>
          </a:p>
        </p:txBody>
      </p:sp>
    </p:spTree>
    <p:extLst>
      <p:ext uri="{BB962C8B-B14F-4D97-AF65-F5344CB8AC3E}">
        <p14:creationId xmlns:p14="http://schemas.microsoft.com/office/powerpoint/2010/main" val="3494574579"/>
      </p:ext>
    </p:extLst>
  </p:cSld>
  <p:clrMapOvr>
    <a:masterClrMapping/>
  </p:clrMapOvr>
</p:notes>
</file>

<file path=ppt/notesSlides/notesSlide1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1412</a:t>
            </a:fld>
            <a:endParaRPr lang="en-US" dirty="0"/>
          </a:p>
        </p:txBody>
      </p:sp>
    </p:spTree>
    <p:extLst>
      <p:ext uri="{BB962C8B-B14F-4D97-AF65-F5344CB8AC3E}">
        <p14:creationId xmlns:p14="http://schemas.microsoft.com/office/powerpoint/2010/main" val="3480894452"/>
      </p:ext>
    </p:extLst>
  </p:cSld>
  <p:clrMapOvr>
    <a:masterClrMapping/>
  </p:clrMapOvr>
</p:notes>
</file>

<file path=ppt/notesSlides/notesSlide1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1413</a:t>
            </a:fld>
            <a:endParaRPr lang="en-US" dirty="0"/>
          </a:p>
        </p:txBody>
      </p:sp>
    </p:spTree>
    <p:extLst>
      <p:ext uri="{BB962C8B-B14F-4D97-AF65-F5344CB8AC3E}">
        <p14:creationId xmlns:p14="http://schemas.microsoft.com/office/powerpoint/2010/main" val="1978281636"/>
      </p:ext>
    </p:extLst>
  </p:cSld>
  <p:clrMapOvr>
    <a:masterClrMapping/>
  </p:clrMapOvr>
</p:notes>
</file>

<file path=ppt/notesSlides/notesSlide1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1414</a:t>
            </a:fld>
            <a:endParaRPr lang="en-US" dirty="0"/>
          </a:p>
        </p:txBody>
      </p:sp>
    </p:spTree>
    <p:extLst>
      <p:ext uri="{BB962C8B-B14F-4D97-AF65-F5344CB8AC3E}">
        <p14:creationId xmlns:p14="http://schemas.microsoft.com/office/powerpoint/2010/main" val="3530870945"/>
      </p:ext>
    </p:extLst>
  </p:cSld>
  <p:clrMapOvr>
    <a:masterClrMapping/>
  </p:clrMapOvr>
</p:notes>
</file>

<file path=ppt/notesSlides/notesSlide1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1415</a:t>
            </a:fld>
            <a:endParaRPr lang="en-US" dirty="0"/>
          </a:p>
        </p:txBody>
      </p:sp>
    </p:spTree>
    <p:extLst>
      <p:ext uri="{BB962C8B-B14F-4D97-AF65-F5344CB8AC3E}">
        <p14:creationId xmlns:p14="http://schemas.microsoft.com/office/powerpoint/2010/main" val="4167581130"/>
      </p:ext>
    </p:extLst>
  </p:cSld>
  <p:clrMapOvr>
    <a:masterClrMapping/>
  </p:clrMapOvr>
</p:notes>
</file>

<file path=ppt/notesSlides/notesSlide1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1416</a:t>
            </a:fld>
            <a:endParaRPr lang="en-US" dirty="0"/>
          </a:p>
        </p:txBody>
      </p:sp>
    </p:spTree>
    <p:extLst>
      <p:ext uri="{BB962C8B-B14F-4D97-AF65-F5344CB8AC3E}">
        <p14:creationId xmlns:p14="http://schemas.microsoft.com/office/powerpoint/2010/main" val="1749719138"/>
      </p:ext>
    </p:extLst>
  </p:cSld>
  <p:clrMapOvr>
    <a:masterClrMapping/>
  </p:clrMapOvr>
</p:notes>
</file>

<file path=ppt/notesSlides/notesSlide1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1417</a:t>
            </a:fld>
            <a:endParaRPr lang="en-US" dirty="0"/>
          </a:p>
        </p:txBody>
      </p:sp>
    </p:spTree>
    <p:extLst>
      <p:ext uri="{BB962C8B-B14F-4D97-AF65-F5344CB8AC3E}">
        <p14:creationId xmlns:p14="http://schemas.microsoft.com/office/powerpoint/2010/main" val="817303573"/>
      </p:ext>
    </p:extLst>
  </p:cSld>
  <p:clrMapOvr>
    <a:masterClrMapping/>
  </p:clrMapOvr>
</p:notes>
</file>

<file path=ppt/notesSlides/notesSlide1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1418</a:t>
            </a:fld>
            <a:endParaRPr lang="en-US" dirty="0"/>
          </a:p>
        </p:txBody>
      </p:sp>
    </p:spTree>
    <p:extLst>
      <p:ext uri="{BB962C8B-B14F-4D97-AF65-F5344CB8AC3E}">
        <p14:creationId xmlns:p14="http://schemas.microsoft.com/office/powerpoint/2010/main" val="1541525660"/>
      </p:ext>
    </p:extLst>
  </p:cSld>
  <p:clrMapOvr>
    <a:masterClrMapping/>
  </p:clrMapOvr>
</p:notes>
</file>

<file path=ppt/notesSlides/notesSlide1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1419</a:t>
            </a:fld>
            <a:endParaRPr lang="en-US" dirty="0"/>
          </a:p>
        </p:txBody>
      </p:sp>
    </p:spTree>
    <p:extLst>
      <p:ext uri="{BB962C8B-B14F-4D97-AF65-F5344CB8AC3E}">
        <p14:creationId xmlns:p14="http://schemas.microsoft.com/office/powerpoint/2010/main" val="723111395"/>
      </p:ext>
    </p:extLst>
  </p:cSld>
  <p:clrMapOvr>
    <a:masterClrMapping/>
  </p:clrMapOvr>
</p:notes>
</file>

<file path=ppt/notesSlides/notesSlide1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1420</a:t>
            </a:fld>
            <a:endParaRPr lang="en-US" dirty="0"/>
          </a:p>
        </p:txBody>
      </p:sp>
    </p:spTree>
    <p:extLst>
      <p:ext uri="{BB962C8B-B14F-4D97-AF65-F5344CB8AC3E}">
        <p14:creationId xmlns:p14="http://schemas.microsoft.com/office/powerpoint/2010/main" val="4264910253"/>
      </p:ext>
    </p:extLst>
  </p:cSld>
  <p:clrMapOvr>
    <a:masterClrMapping/>
  </p:clrMapOvr>
</p:notes>
</file>

<file path=ppt/notesSlides/notesSlide1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1421</a:t>
            </a:fld>
            <a:endParaRPr lang="en-US" dirty="0"/>
          </a:p>
        </p:txBody>
      </p:sp>
    </p:spTree>
    <p:extLst>
      <p:ext uri="{BB962C8B-B14F-4D97-AF65-F5344CB8AC3E}">
        <p14:creationId xmlns:p14="http://schemas.microsoft.com/office/powerpoint/2010/main" val="964836174"/>
      </p:ext>
    </p:extLst>
  </p:cSld>
  <p:clrMapOvr>
    <a:masterClrMapping/>
  </p:clrMapOvr>
</p:notes>
</file>

<file path=ppt/notesSlides/notesSlide1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1422</a:t>
            </a:fld>
            <a:endParaRPr lang="en-US" dirty="0"/>
          </a:p>
        </p:txBody>
      </p:sp>
    </p:spTree>
    <p:extLst>
      <p:ext uri="{BB962C8B-B14F-4D97-AF65-F5344CB8AC3E}">
        <p14:creationId xmlns:p14="http://schemas.microsoft.com/office/powerpoint/2010/main" val="1887195376"/>
      </p:ext>
    </p:extLst>
  </p:cSld>
  <p:clrMapOvr>
    <a:masterClrMapping/>
  </p:clrMapOvr>
</p:notes>
</file>

<file path=ppt/notesSlides/notesSlide1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1423</a:t>
            </a:fld>
            <a:endParaRPr lang="en-US" dirty="0"/>
          </a:p>
        </p:txBody>
      </p:sp>
    </p:spTree>
    <p:extLst>
      <p:ext uri="{BB962C8B-B14F-4D97-AF65-F5344CB8AC3E}">
        <p14:creationId xmlns:p14="http://schemas.microsoft.com/office/powerpoint/2010/main" val="289583207"/>
      </p:ext>
    </p:extLst>
  </p:cSld>
  <p:clrMapOvr>
    <a:masterClrMapping/>
  </p:clrMapOvr>
</p:notes>
</file>

<file path=ppt/notesSlides/notesSlide1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1424</a:t>
            </a:fld>
            <a:endParaRPr lang="en-US" dirty="0"/>
          </a:p>
        </p:txBody>
      </p:sp>
    </p:spTree>
    <p:extLst>
      <p:ext uri="{BB962C8B-B14F-4D97-AF65-F5344CB8AC3E}">
        <p14:creationId xmlns:p14="http://schemas.microsoft.com/office/powerpoint/2010/main" val="9319874"/>
      </p:ext>
    </p:extLst>
  </p:cSld>
  <p:clrMapOvr>
    <a:masterClrMapping/>
  </p:clrMapOvr>
</p:notes>
</file>

<file path=ppt/notesSlides/notesSlide1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1425</a:t>
            </a:fld>
            <a:endParaRPr lang="en-US" dirty="0"/>
          </a:p>
        </p:txBody>
      </p:sp>
    </p:spTree>
    <p:extLst>
      <p:ext uri="{BB962C8B-B14F-4D97-AF65-F5344CB8AC3E}">
        <p14:creationId xmlns:p14="http://schemas.microsoft.com/office/powerpoint/2010/main" val="1179321282"/>
      </p:ext>
    </p:extLst>
  </p:cSld>
  <p:clrMapOvr>
    <a:masterClrMapping/>
  </p:clrMapOvr>
</p:notes>
</file>

<file path=ppt/notesSlides/notesSlide1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1426</a:t>
            </a:fld>
            <a:endParaRPr lang="en-US" dirty="0"/>
          </a:p>
        </p:txBody>
      </p:sp>
    </p:spTree>
    <p:extLst>
      <p:ext uri="{BB962C8B-B14F-4D97-AF65-F5344CB8AC3E}">
        <p14:creationId xmlns:p14="http://schemas.microsoft.com/office/powerpoint/2010/main" val="195465504"/>
      </p:ext>
    </p:extLst>
  </p:cSld>
  <p:clrMapOvr>
    <a:masterClrMapping/>
  </p:clrMapOvr>
</p:notes>
</file>

<file path=ppt/notesSlides/notesSlide1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1427</a:t>
            </a:fld>
            <a:endParaRPr lang="en-US" dirty="0"/>
          </a:p>
        </p:txBody>
      </p:sp>
    </p:spTree>
    <p:extLst>
      <p:ext uri="{BB962C8B-B14F-4D97-AF65-F5344CB8AC3E}">
        <p14:creationId xmlns:p14="http://schemas.microsoft.com/office/powerpoint/2010/main" val="3681184978"/>
      </p:ext>
    </p:extLst>
  </p:cSld>
  <p:clrMapOvr>
    <a:masterClrMapping/>
  </p:clrMapOvr>
</p:notes>
</file>

<file path=ppt/notesSlides/notesSlide1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1428</a:t>
            </a:fld>
            <a:endParaRPr lang="en-US" dirty="0"/>
          </a:p>
        </p:txBody>
      </p:sp>
    </p:spTree>
    <p:extLst>
      <p:ext uri="{BB962C8B-B14F-4D97-AF65-F5344CB8AC3E}">
        <p14:creationId xmlns:p14="http://schemas.microsoft.com/office/powerpoint/2010/main" val="1094416081"/>
      </p:ext>
    </p:extLst>
  </p:cSld>
  <p:clrMapOvr>
    <a:masterClrMapping/>
  </p:clrMapOvr>
</p:notes>
</file>

<file path=ppt/notesSlides/notesSlide1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1429</a:t>
            </a:fld>
            <a:endParaRPr lang="en-US" dirty="0"/>
          </a:p>
        </p:txBody>
      </p:sp>
    </p:spTree>
    <p:extLst>
      <p:ext uri="{BB962C8B-B14F-4D97-AF65-F5344CB8AC3E}">
        <p14:creationId xmlns:p14="http://schemas.microsoft.com/office/powerpoint/2010/main" val="1944798134"/>
      </p:ext>
    </p:extLst>
  </p:cSld>
  <p:clrMapOvr>
    <a:masterClrMapping/>
  </p:clrMapOvr>
</p:notes>
</file>

<file path=ppt/notesSlides/notesSlide1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1430</a:t>
            </a:fld>
            <a:endParaRPr lang="en-US" dirty="0"/>
          </a:p>
        </p:txBody>
      </p:sp>
    </p:spTree>
    <p:extLst>
      <p:ext uri="{BB962C8B-B14F-4D97-AF65-F5344CB8AC3E}">
        <p14:creationId xmlns:p14="http://schemas.microsoft.com/office/powerpoint/2010/main" val="2430935085"/>
      </p:ext>
    </p:extLst>
  </p:cSld>
  <p:clrMapOvr>
    <a:masterClrMapping/>
  </p:clrMapOvr>
</p:notes>
</file>

<file path=ppt/notesSlides/notesSlide1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1431</a:t>
            </a:fld>
            <a:endParaRPr lang="en-US" dirty="0"/>
          </a:p>
        </p:txBody>
      </p:sp>
    </p:spTree>
    <p:extLst>
      <p:ext uri="{BB962C8B-B14F-4D97-AF65-F5344CB8AC3E}">
        <p14:creationId xmlns:p14="http://schemas.microsoft.com/office/powerpoint/2010/main" val="971073221"/>
      </p:ext>
    </p:extLst>
  </p:cSld>
  <p:clrMapOvr>
    <a:masterClrMapping/>
  </p:clrMapOvr>
</p:notes>
</file>

<file path=ppt/notesSlides/notesSlide1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1432</a:t>
            </a:fld>
            <a:endParaRPr lang="en-US" dirty="0"/>
          </a:p>
        </p:txBody>
      </p:sp>
    </p:spTree>
    <p:extLst>
      <p:ext uri="{BB962C8B-B14F-4D97-AF65-F5344CB8AC3E}">
        <p14:creationId xmlns:p14="http://schemas.microsoft.com/office/powerpoint/2010/main" val="2052519523"/>
      </p:ext>
    </p:extLst>
  </p:cSld>
  <p:clrMapOvr>
    <a:masterClrMapping/>
  </p:clrMapOvr>
</p:notes>
</file>

<file path=ppt/notesSlides/notesSlide1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1433</a:t>
            </a:fld>
            <a:endParaRPr lang="en-US" dirty="0"/>
          </a:p>
        </p:txBody>
      </p:sp>
    </p:spTree>
    <p:extLst>
      <p:ext uri="{BB962C8B-B14F-4D97-AF65-F5344CB8AC3E}">
        <p14:creationId xmlns:p14="http://schemas.microsoft.com/office/powerpoint/2010/main" val="1808850006"/>
      </p:ext>
    </p:extLst>
  </p:cSld>
  <p:clrMapOvr>
    <a:masterClrMapping/>
  </p:clrMapOvr>
</p:notes>
</file>

<file path=ppt/notesSlides/notesSlide1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1434</a:t>
            </a:fld>
            <a:endParaRPr lang="en-US" dirty="0"/>
          </a:p>
        </p:txBody>
      </p:sp>
    </p:spTree>
    <p:extLst>
      <p:ext uri="{BB962C8B-B14F-4D97-AF65-F5344CB8AC3E}">
        <p14:creationId xmlns:p14="http://schemas.microsoft.com/office/powerpoint/2010/main" val="2593087692"/>
      </p:ext>
    </p:extLst>
  </p:cSld>
  <p:clrMapOvr>
    <a:masterClrMapping/>
  </p:clrMapOvr>
</p:notes>
</file>

<file path=ppt/notesSlides/notesSlide1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1435</a:t>
            </a:fld>
            <a:endParaRPr lang="en-US" dirty="0"/>
          </a:p>
        </p:txBody>
      </p:sp>
    </p:spTree>
    <p:extLst>
      <p:ext uri="{BB962C8B-B14F-4D97-AF65-F5344CB8AC3E}">
        <p14:creationId xmlns:p14="http://schemas.microsoft.com/office/powerpoint/2010/main" val="3505541476"/>
      </p:ext>
    </p:extLst>
  </p:cSld>
  <p:clrMapOvr>
    <a:masterClrMapping/>
  </p:clrMapOvr>
</p:notes>
</file>

<file path=ppt/notesSlides/notesSlide1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1436</a:t>
            </a:fld>
            <a:endParaRPr lang="en-US" dirty="0"/>
          </a:p>
        </p:txBody>
      </p:sp>
    </p:spTree>
    <p:extLst>
      <p:ext uri="{BB962C8B-B14F-4D97-AF65-F5344CB8AC3E}">
        <p14:creationId xmlns:p14="http://schemas.microsoft.com/office/powerpoint/2010/main" val="2286003465"/>
      </p:ext>
    </p:extLst>
  </p:cSld>
  <p:clrMapOvr>
    <a:masterClrMapping/>
  </p:clrMapOvr>
</p:notes>
</file>

<file path=ppt/notesSlides/notesSlide1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1437</a:t>
            </a:fld>
            <a:endParaRPr lang="en-US" dirty="0"/>
          </a:p>
        </p:txBody>
      </p:sp>
    </p:spTree>
    <p:extLst>
      <p:ext uri="{BB962C8B-B14F-4D97-AF65-F5344CB8AC3E}">
        <p14:creationId xmlns:p14="http://schemas.microsoft.com/office/powerpoint/2010/main" val="2627386606"/>
      </p:ext>
    </p:extLst>
  </p:cSld>
  <p:clrMapOvr>
    <a:masterClrMapping/>
  </p:clrMapOvr>
</p:notes>
</file>

<file path=ppt/notesSlides/notesSlide1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1438</a:t>
            </a:fld>
            <a:endParaRPr lang="en-US" dirty="0"/>
          </a:p>
        </p:txBody>
      </p:sp>
    </p:spTree>
    <p:extLst>
      <p:ext uri="{BB962C8B-B14F-4D97-AF65-F5344CB8AC3E}">
        <p14:creationId xmlns:p14="http://schemas.microsoft.com/office/powerpoint/2010/main" val="2914232623"/>
      </p:ext>
    </p:extLst>
  </p:cSld>
  <p:clrMapOvr>
    <a:masterClrMapping/>
  </p:clrMapOvr>
</p:notes>
</file>

<file path=ppt/notesSlides/notesSlide1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1439</a:t>
            </a:fld>
            <a:endParaRPr lang="en-US" dirty="0"/>
          </a:p>
        </p:txBody>
      </p:sp>
    </p:spTree>
    <p:extLst>
      <p:ext uri="{BB962C8B-B14F-4D97-AF65-F5344CB8AC3E}">
        <p14:creationId xmlns:p14="http://schemas.microsoft.com/office/powerpoint/2010/main" val="573807191"/>
      </p:ext>
    </p:extLst>
  </p:cSld>
  <p:clrMapOvr>
    <a:masterClrMapping/>
  </p:clrMapOvr>
</p:notes>
</file>

<file path=ppt/notesSlides/notesSlide1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1440</a:t>
            </a:fld>
            <a:endParaRPr lang="en-US" dirty="0"/>
          </a:p>
        </p:txBody>
      </p:sp>
    </p:spTree>
    <p:extLst>
      <p:ext uri="{BB962C8B-B14F-4D97-AF65-F5344CB8AC3E}">
        <p14:creationId xmlns:p14="http://schemas.microsoft.com/office/powerpoint/2010/main" val="1571327211"/>
      </p:ext>
    </p:extLst>
  </p:cSld>
  <p:clrMapOvr>
    <a:masterClrMapping/>
  </p:clrMapOvr>
</p:notes>
</file>

<file path=ppt/notesSlides/notesSlide1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1441</a:t>
            </a:fld>
            <a:endParaRPr lang="en-US" dirty="0"/>
          </a:p>
        </p:txBody>
      </p:sp>
    </p:spTree>
    <p:extLst>
      <p:ext uri="{BB962C8B-B14F-4D97-AF65-F5344CB8AC3E}">
        <p14:creationId xmlns:p14="http://schemas.microsoft.com/office/powerpoint/2010/main" val="3722771882"/>
      </p:ext>
    </p:extLst>
  </p:cSld>
  <p:clrMapOvr>
    <a:masterClrMapping/>
  </p:clrMapOvr>
</p:notes>
</file>

<file path=ppt/notesSlides/notesSlide1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1442</a:t>
            </a:fld>
            <a:endParaRPr lang="en-US" dirty="0"/>
          </a:p>
        </p:txBody>
      </p:sp>
    </p:spTree>
    <p:extLst>
      <p:ext uri="{BB962C8B-B14F-4D97-AF65-F5344CB8AC3E}">
        <p14:creationId xmlns:p14="http://schemas.microsoft.com/office/powerpoint/2010/main" val="1907421455"/>
      </p:ext>
    </p:extLst>
  </p:cSld>
  <p:clrMapOvr>
    <a:masterClrMapping/>
  </p:clrMapOvr>
</p:notes>
</file>

<file path=ppt/notesSlides/notesSlide1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1443</a:t>
            </a:fld>
            <a:endParaRPr lang="en-US" dirty="0"/>
          </a:p>
        </p:txBody>
      </p:sp>
    </p:spTree>
    <p:extLst>
      <p:ext uri="{BB962C8B-B14F-4D97-AF65-F5344CB8AC3E}">
        <p14:creationId xmlns:p14="http://schemas.microsoft.com/office/powerpoint/2010/main" val="19546752"/>
      </p:ext>
    </p:extLst>
  </p:cSld>
  <p:clrMapOvr>
    <a:masterClrMapping/>
  </p:clrMapOvr>
</p:notes>
</file>

<file path=ppt/notesSlides/notesSlide1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1444</a:t>
            </a:fld>
            <a:endParaRPr lang="en-US" dirty="0"/>
          </a:p>
        </p:txBody>
      </p:sp>
    </p:spTree>
    <p:extLst>
      <p:ext uri="{BB962C8B-B14F-4D97-AF65-F5344CB8AC3E}">
        <p14:creationId xmlns:p14="http://schemas.microsoft.com/office/powerpoint/2010/main" val="646101761"/>
      </p:ext>
    </p:extLst>
  </p:cSld>
  <p:clrMapOvr>
    <a:masterClrMapping/>
  </p:clrMapOvr>
</p:notes>
</file>

<file path=ppt/notesSlides/notesSlide1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1445</a:t>
            </a:fld>
            <a:endParaRPr lang="en-US" dirty="0"/>
          </a:p>
        </p:txBody>
      </p:sp>
    </p:spTree>
    <p:extLst>
      <p:ext uri="{BB962C8B-B14F-4D97-AF65-F5344CB8AC3E}">
        <p14:creationId xmlns:p14="http://schemas.microsoft.com/office/powerpoint/2010/main" val="1601585374"/>
      </p:ext>
    </p:extLst>
  </p:cSld>
  <p:clrMapOvr>
    <a:masterClrMapping/>
  </p:clrMapOvr>
</p:notes>
</file>

<file path=ppt/notesSlides/notesSlide1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1446</a:t>
            </a:fld>
            <a:endParaRPr lang="en-US" dirty="0"/>
          </a:p>
        </p:txBody>
      </p:sp>
    </p:spTree>
    <p:extLst>
      <p:ext uri="{BB962C8B-B14F-4D97-AF65-F5344CB8AC3E}">
        <p14:creationId xmlns:p14="http://schemas.microsoft.com/office/powerpoint/2010/main" val="1217086546"/>
      </p:ext>
    </p:extLst>
  </p:cSld>
  <p:clrMapOvr>
    <a:masterClrMapping/>
  </p:clrMapOvr>
</p:notes>
</file>

<file path=ppt/notesSlides/notesSlide1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1447</a:t>
            </a:fld>
            <a:endParaRPr lang="en-US" dirty="0"/>
          </a:p>
        </p:txBody>
      </p:sp>
    </p:spTree>
    <p:extLst>
      <p:ext uri="{BB962C8B-B14F-4D97-AF65-F5344CB8AC3E}">
        <p14:creationId xmlns:p14="http://schemas.microsoft.com/office/powerpoint/2010/main" val="1208623731"/>
      </p:ext>
    </p:extLst>
  </p:cSld>
  <p:clrMapOvr>
    <a:masterClrMapping/>
  </p:clrMapOvr>
</p:notes>
</file>

<file path=ppt/notesSlides/notesSlide1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1448</a:t>
            </a:fld>
            <a:endParaRPr lang="en-US" dirty="0"/>
          </a:p>
        </p:txBody>
      </p:sp>
    </p:spTree>
    <p:extLst>
      <p:ext uri="{BB962C8B-B14F-4D97-AF65-F5344CB8AC3E}">
        <p14:creationId xmlns:p14="http://schemas.microsoft.com/office/powerpoint/2010/main" val="2133452876"/>
      </p:ext>
    </p:extLst>
  </p:cSld>
  <p:clrMapOvr>
    <a:masterClrMapping/>
  </p:clrMapOvr>
</p:notes>
</file>

<file path=ppt/notesSlides/notesSlide1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1449</a:t>
            </a:fld>
            <a:endParaRPr lang="en-US" dirty="0"/>
          </a:p>
        </p:txBody>
      </p:sp>
    </p:spTree>
    <p:extLst>
      <p:ext uri="{BB962C8B-B14F-4D97-AF65-F5344CB8AC3E}">
        <p14:creationId xmlns:p14="http://schemas.microsoft.com/office/powerpoint/2010/main" val="2025043065"/>
      </p:ext>
    </p:extLst>
  </p:cSld>
  <p:clrMapOvr>
    <a:masterClrMapping/>
  </p:clrMapOvr>
</p:notes>
</file>

<file path=ppt/notesSlides/notesSlide1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1450</a:t>
            </a:fld>
            <a:endParaRPr lang="en-US" dirty="0"/>
          </a:p>
        </p:txBody>
      </p:sp>
    </p:spTree>
    <p:extLst>
      <p:ext uri="{BB962C8B-B14F-4D97-AF65-F5344CB8AC3E}">
        <p14:creationId xmlns:p14="http://schemas.microsoft.com/office/powerpoint/2010/main" val="4053256209"/>
      </p:ext>
    </p:extLst>
  </p:cSld>
  <p:clrMapOvr>
    <a:masterClrMapping/>
  </p:clrMapOvr>
</p:notes>
</file>

<file path=ppt/notesSlides/notesSlide1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1451</a:t>
            </a:fld>
            <a:endParaRPr lang="en-US" dirty="0"/>
          </a:p>
        </p:txBody>
      </p:sp>
    </p:spTree>
    <p:extLst>
      <p:ext uri="{BB962C8B-B14F-4D97-AF65-F5344CB8AC3E}">
        <p14:creationId xmlns:p14="http://schemas.microsoft.com/office/powerpoint/2010/main" val="2634507823"/>
      </p:ext>
    </p:extLst>
  </p:cSld>
  <p:clrMapOvr>
    <a:masterClrMapping/>
  </p:clrMapOvr>
</p:notes>
</file>

<file path=ppt/notesSlides/notesSlide1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1452</a:t>
            </a:fld>
            <a:endParaRPr lang="en-US" dirty="0"/>
          </a:p>
        </p:txBody>
      </p:sp>
    </p:spTree>
    <p:extLst>
      <p:ext uri="{BB962C8B-B14F-4D97-AF65-F5344CB8AC3E}">
        <p14:creationId xmlns:p14="http://schemas.microsoft.com/office/powerpoint/2010/main" val="2524780346"/>
      </p:ext>
    </p:extLst>
  </p:cSld>
  <p:clrMapOvr>
    <a:masterClrMapping/>
  </p:clrMapOvr>
</p:notes>
</file>

<file path=ppt/notesSlides/notesSlide1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1453</a:t>
            </a:fld>
            <a:endParaRPr lang="en-US" dirty="0"/>
          </a:p>
        </p:txBody>
      </p:sp>
    </p:spTree>
    <p:extLst>
      <p:ext uri="{BB962C8B-B14F-4D97-AF65-F5344CB8AC3E}">
        <p14:creationId xmlns:p14="http://schemas.microsoft.com/office/powerpoint/2010/main" val="3856284237"/>
      </p:ext>
    </p:extLst>
  </p:cSld>
  <p:clrMapOvr>
    <a:masterClrMapping/>
  </p:clrMapOvr>
</p:notes>
</file>

<file path=ppt/notesSlides/notesSlide1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1454</a:t>
            </a:fld>
            <a:endParaRPr lang="en-US" dirty="0"/>
          </a:p>
        </p:txBody>
      </p:sp>
    </p:spTree>
    <p:extLst>
      <p:ext uri="{BB962C8B-B14F-4D97-AF65-F5344CB8AC3E}">
        <p14:creationId xmlns:p14="http://schemas.microsoft.com/office/powerpoint/2010/main" val="3756627807"/>
      </p:ext>
    </p:extLst>
  </p:cSld>
  <p:clrMapOvr>
    <a:masterClrMapping/>
  </p:clrMapOvr>
</p:notes>
</file>

<file path=ppt/notesSlides/notesSlide1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1455</a:t>
            </a:fld>
            <a:endParaRPr lang="en-US" dirty="0"/>
          </a:p>
        </p:txBody>
      </p:sp>
    </p:spTree>
    <p:extLst>
      <p:ext uri="{BB962C8B-B14F-4D97-AF65-F5344CB8AC3E}">
        <p14:creationId xmlns:p14="http://schemas.microsoft.com/office/powerpoint/2010/main" val="1952316333"/>
      </p:ext>
    </p:extLst>
  </p:cSld>
  <p:clrMapOvr>
    <a:masterClrMapping/>
  </p:clrMapOvr>
</p:notes>
</file>

<file path=ppt/notesSlides/notesSlide1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1456</a:t>
            </a:fld>
            <a:endParaRPr lang="en-US" dirty="0"/>
          </a:p>
        </p:txBody>
      </p:sp>
    </p:spTree>
    <p:extLst>
      <p:ext uri="{BB962C8B-B14F-4D97-AF65-F5344CB8AC3E}">
        <p14:creationId xmlns:p14="http://schemas.microsoft.com/office/powerpoint/2010/main" val="4209483666"/>
      </p:ext>
    </p:extLst>
  </p:cSld>
  <p:clrMapOvr>
    <a:masterClrMapping/>
  </p:clrMapOvr>
</p:notes>
</file>

<file path=ppt/notesSlides/notesSlide1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1457</a:t>
            </a:fld>
            <a:endParaRPr lang="en-US" dirty="0"/>
          </a:p>
        </p:txBody>
      </p:sp>
    </p:spTree>
    <p:extLst>
      <p:ext uri="{BB962C8B-B14F-4D97-AF65-F5344CB8AC3E}">
        <p14:creationId xmlns:p14="http://schemas.microsoft.com/office/powerpoint/2010/main" val="1036637921"/>
      </p:ext>
    </p:extLst>
  </p:cSld>
  <p:clrMapOvr>
    <a:masterClrMapping/>
  </p:clrMapOvr>
</p:notes>
</file>

<file path=ppt/notesSlides/notesSlide1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1458</a:t>
            </a:fld>
            <a:endParaRPr lang="en-US" dirty="0"/>
          </a:p>
        </p:txBody>
      </p:sp>
    </p:spTree>
    <p:extLst>
      <p:ext uri="{BB962C8B-B14F-4D97-AF65-F5344CB8AC3E}">
        <p14:creationId xmlns:p14="http://schemas.microsoft.com/office/powerpoint/2010/main" val="425752121"/>
      </p:ext>
    </p:extLst>
  </p:cSld>
  <p:clrMapOvr>
    <a:masterClrMapping/>
  </p:clrMapOvr>
</p:notes>
</file>

<file path=ppt/notesSlides/notesSlide1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1459</a:t>
            </a:fld>
            <a:endParaRPr lang="en-US" dirty="0"/>
          </a:p>
        </p:txBody>
      </p:sp>
    </p:spTree>
    <p:extLst>
      <p:ext uri="{BB962C8B-B14F-4D97-AF65-F5344CB8AC3E}">
        <p14:creationId xmlns:p14="http://schemas.microsoft.com/office/powerpoint/2010/main" val="2603564838"/>
      </p:ext>
    </p:extLst>
  </p:cSld>
  <p:clrMapOvr>
    <a:masterClrMapping/>
  </p:clrMapOvr>
</p:notes>
</file>

<file path=ppt/notesSlides/notesSlide1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1460</a:t>
            </a:fld>
            <a:endParaRPr lang="en-US" dirty="0"/>
          </a:p>
        </p:txBody>
      </p:sp>
    </p:spTree>
    <p:extLst>
      <p:ext uri="{BB962C8B-B14F-4D97-AF65-F5344CB8AC3E}">
        <p14:creationId xmlns:p14="http://schemas.microsoft.com/office/powerpoint/2010/main" val="760104463"/>
      </p:ext>
    </p:extLst>
  </p:cSld>
  <p:clrMapOvr>
    <a:masterClrMapping/>
  </p:clrMapOvr>
</p:notes>
</file>

<file path=ppt/notesSlides/notesSlide1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1461</a:t>
            </a:fld>
            <a:endParaRPr lang="en-US" dirty="0"/>
          </a:p>
        </p:txBody>
      </p:sp>
    </p:spTree>
    <p:extLst>
      <p:ext uri="{BB962C8B-B14F-4D97-AF65-F5344CB8AC3E}">
        <p14:creationId xmlns:p14="http://schemas.microsoft.com/office/powerpoint/2010/main" val="343314069"/>
      </p:ext>
    </p:extLst>
  </p:cSld>
  <p:clrMapOvr>
    <a:masterClrMapping/>
  </p:clrMapOvr>
</p:notes>
</file>

<file path=ppt/notesSlides/notesSlide1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1462</a:t>
            </a:fld>
            <a:endParaRPr lang="en-US" dirty="0"/>
          </a:p>
        </p:txBody>
      </p:sp>
    </p:spTree>
    <p:extLst>
      <p:ext uri="{BB962C8B-B14F-4D97-AF65-F5344CB8AC3E}">
        <p14:creationId xmlns:p14="http://schemas.microsoft.com/office/powerpoint/2010/main" val="710691806"/>
      </p:ext>
    </p:extLst>
  </p:cSld>
  <p:clrMapOvr>
    <a:masterClrMapping/>
  </p:clrMapOvr>
</p:notes>
</file>

<file path=ppt/notesSlides/notesSlide1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1463</a:t>
            </a:fld>
            <a:endParaRPr lang="en-US" dirty="0"/>
          </a:p>
        </p:txBody>
      </p:sp>
    </p:spTree>
    <p:extLst>
      <p:ext uri="{BB962C8B-B14F-4D97-AF65-F5344CB8AC3E}">
        <p14:creationId xmlns:p14="http://schemas.microsoft.com/office/powerpoint/2010/main" val="2702505129"/>
      </p:ext>
    </p:extLst>
  </p:cSld>
  <p:clrMapOvr>
    <a:masterClrMapping/>
  </p:clrMapOvr>
</p:notes>
</file>

<file path=ppt/notesSlides/notesSlide1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1464</a:t>
            </a:fld>
            <a:endParaRPr lang="en-US" dirty="0"/>
          </a:p>
        </p:txBody>
      </p:sp>
    </p:spTree>
    <p:extLst>
      <p:ext uri="{BB962C8B-B14F-4D97-AF65-F5344CB8AC3E}">
        <p14:creationId xmlns:p14="http://schemas.microsoft.com/office/powerpoint/2010/main" val="75071175"/>
      </p:ext>
    </p:extLst>
  </p:cSld>
  <p:clrMapOvr>
    <a:masterClrMapping/>
  </p:clrMapOvr>
</p:notes>
</file>

<file path=ppt/notesSlides/notesSlide1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1465</a:t>
            </a:fld>
            <a:endParaRPr lang="en-US" dirty="0"/>
          </a:p>
        </p:txBody>
      </p:sp>
    </p:spTree>
    <p:extLst>
      <p:ext uri="{BB962C8B-B14F-4D97-AF65-F5344CB8AC3E}">
        <p14:creationId xmlns:p14="http://schemas.microsoft.com/office/powerpoint/2010/main" val="2332541566"/>
      </p:ext>
    </p:extLst>
  </p:cSld>
  <p:clrMapOvr>
    <a:masterClrMapping/>
  </p:clrMapOvr>
</p:notes>
</file>

<file path=ppt/notesSlides/notesSlide1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1466</a:t>
            </a:fld>
            <a:endParaRPr lang="en-US" dirty="0"/>
          </a:p>
        </p:txBody>
      </p:sp>
    </p:spTree>
    <p:extLst>
      <p:ext uri="{BB962C8B-B14F-4D97-AF65-F5344CB8AC3E}">
        <p14:creationId xmlns:p14="http://schemas.microsoft.com/office/powerpoint/2010/main" val="3967028092"/>
      </p:ext>
    </p:extLst>
  </p:cSld>
  <p:clrMapOvr>
    <a:masterClrMapping/>
  </p:clrMapOvr>
</p:notes>
</file>

<file path=ppt/notesSlides/notesSlide1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1467</a:t>
            </a:fld>
            <a:endParaRPr lang="en-US" dirty="0"/>
          </a:p>
        </p:txBody>
      </p:sp>
    </p:spTree>
    <p:extLst>
      <p:ext uri="{BB962C8B-B14F-4D97-AF65-F5344CB8AC3E}">
        <p14:creationId xmlns:p14="http://schemas.microsoft.com/office/powerpoint/2010/main" val="4207723178"/>
      </p:ext>
    </p:extLst>
  </p:cSld>
  <p:clrMapOvr>
    <a:masterClrMapping/>
  </p:clrMapOvr>
</p:notes>
</file>

<file path=ppt/notesSlides/notesSlide1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1468</a:t>
            </a:fld>
            <a:endParaRPr lang="en-US" dirty="0"/>
          </a:p>
        </p:txBody>
      </p:sp>
    </p:spTree>
    <p:extLst>
      <p:ext uri="{BB962C8B-B14F-4D97-AF65-F5344CB8AC3E}">
        <p14:creationId xmlns:p14="http://schemas.microsoft.com/office/powerpoint/2010/main" val="2643350360"/>
      </p:ext>
    </p:extLst>
  </p:cSld>
  <p:clrMapOvr>
    <a:masterClrMapping/>
  </p:clrMapOvr>
</p:notes>
</file>

<file path=ppt/notesSlides/notesSlide1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1469</a:t>
            </a:fld>
            <a:endParaRPr lang="en-US" dirty="0"/>
          </a:p>
        </p:txBody>
      </p:sp>
    </p:spTree>
    <p:extLst>
      <p:ext uri="{BB962C8B-B14F-4D97-AF65-F5344CB8AC3E}">
        <p14:creationId xmlns:p14="http://schemas.microsoft.com/office/powerpoint/2010/main" val="3899168711"/>
      </p:ext>
    </p:extLst>
  </p:cSld>
  <p:clrMapOvr>
    <a:masterClrMapping/>
  </p:clrMapOvr>
</p:notes>
</file>

<file path=ppt/notesSlides/notesSlide1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1470</a:t>
            </a:fld>
            <a:endParaRPr lang="en-US" dirty="0"/>
          </a:p>
        </p:txBody>
      </p:sp>
    </p:spTree>
    <p:extLst>
      <p:ext uri="{BB962C8B-B14F-4D97-AF65-F5344CB8AC3E}">
        <p14:creationId xmlns:p14="http://schemas.microsoft.com/office/powerpoint/2010/main" val="2329194014"/>
      </p:ext>
    </p:extLst>
  </p:cSld>
  <p:clrMapOvr>
    <a:masterClrMapping/>
  </p:clrMapOvr>
</p:notes>
</file>

<file path=ppt/notesSlides/notesSlide1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1471</a:t>
            </a:fld>
            <a:endParaRPr lang="en-US" dirty="0"/>
          </a:p>
        </p:txBody>
      </p:sp>
    </p:spTree>
    <p:extLst>
      <p:ext uri="{BB962C8B-B14F-4D97-AF65-F5344CB8AC3E}">
        <p14:creationId xmlns:p14="http://schemas.microsoft.com/office/powerpoint/2010/main" val="3373650279"/>
      </p:ext>
    </p:extLst>
  </p:cSld>
  <p:clrMapOvr>
    <a:masterClrMapping/>
  </p:clrMapOvr>
</p:notes>
</file>

<file path=ppt/notesSlides/notesSlide1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1472</a:t>
            </a:fld>
            <a:endParaRPr lang="en-US" dirty="0"/>
          </a:p>
        </p:txBody>
      </p:sp>
    </p:spTree>
    <p:extLst>
      <p:ext uri="{BB962C8B-B14F-4D97-AF65-F5344CB8AC3E}">
        <p14:creationId xmlns:p14="http://schemas.microsoft.com/office/powerpoint/2010/main" val="827345433"/>
      </p:ext>
    </p:extLst>
  </p:cSld>
  <p:clrMapOvr>
    <a:masterClrMapping/>
  </p:clrMapOvr>
</p:notes>
</file>

<file path=ppt/notesSlides/notesSlide1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1473</a:t>
            </a:fld>
            <a:endParaRPr lang="en-US" dirty="0"/>
          </a:p>
        </p:txBody>
      </p:sp>
    </p:spTree>
    <p:extLst>
      <p:ext uri="{BB962C8B-B14F-4D97-AF65-F5344CB8AC3E}">
        <p14:creationId xmlns:p14="http://schemas.microsoft.com/office/powerpoint/2010/main" val="449780323"/>
      </p:ext>
    </p:extLst>
  </p:cSld>
  <p:clrMapOvr>
    <a:masterClrMapping/>
  </p:clrMapOvr>
</p:notes>
</file>

<file path=ppt/notesSlides/notesSlide1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1474</a:t>
            </a:fld>
            <a:endParaRPr lang="en-US" dirty="0"/>
          </a:p>
        </p:txBody>
      </p:sp>
    </p:spTree>
    <p:extLst>
      <p:ext uri="{BB962C8B-B14F-4D97-AF65-F5344CB8AC3E}">
        <p14:creationId xmlns:p14="http://schemas.microsoft.com/office/powerpoint/2010/main" val="111209359"/>
      </p:ext>
    </p:extLst>
  </p:cSld>
  <p:clrMapOvr>
    <a:masterClrMapping/>
  </p:clrMapOvr>
</p:notes>
</file>

<file path=ppt/notesSlides/notesSlide1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1475</a:t>
            </a:fld>
            <a:endParaRPr lang="en-US" dirty="0"/>
          </a:p>
        </p:txBody>
      </p:sp>
    </p:spTree>
    <p:extLst>
      <p:ext uri="{BB962C8B-B14F-4D97-AF65-F5344CB8AC3E}">
        <p14:creationId xmlns:p14="http://schemas.microsoft.com/office/powerpoint/2010/main" val="3145075826"/>
      </p:ext>
    </p:extLst>
  </p:cSld>
  <p:clrMapOvr>
    <a:masterClrMapping/>
  </p:clrMapOvr>
</p:notes>
</file>

<file path=ppt/notesSlides/notesSlide1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1476</a:t>
            </a:fld>
            <a:endParaRPr lang="en-US" dirty="0"/>
          </a:p>
        </p:txBody>
      </p:sp>
    </p:spTree>
    <p:extLst>
      <p:ext uri="{BB962C8B-B14F-4D97-AF65-F5344CB8AC3E}">
        <p14:creationId xmlns:p14="http://schemas.microsoft.com/office/powerpoint/2010/main" val="3085094492"/>
      </p:ext>
    </p:extLst>
  </p:cSld>
  <p:clrMapOvr>
    <a:masterClrMapping/>
  </p:clrMapOvr>
</p:notes>
</file>

<file path=ppt/notesSlides/notesSlide1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1477</a:t>
            </a:fld>
            <a:endParaRPr lang="en-US" dirty="0"/>
          </a:p>
        </p:txBody>
      </p:sp>
    </p:spTree>
    <p:extLst>
      <p:ext uri="{BB962C8B-B14F-4D97-AF65-F5344CB8AC3E}">
        <p14:creationId xmlns:p14="http://schemas.microsoft.com/office/powerpoint/2010/main" val="3733672474"/>
      </p:ext>
    </p:extLst>
  </p:cSld>
  <p:clrMapOvr>
    <a:masterClrMapping/>
  </p:clrMapOvr>
</p:notes>
</file>

<file path=ppt/notesSlides/notesSlide1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1478</a:t>
            </a:fld>
            <a:endParaRPr lang="en-US" dirty="0"/>
          </a:p>
        </p:txBody>
      </p:sp>
    </p:spTree>
    <p:extLst>
      <p:ext uri="{BB962C8B-B14F-4D97-AF65-F5344CB8AC3E}">
        <p14:creationId xmlns:p14="http://schemas.microsoft.com/office/powerpoint/2010/main" val="745640049"/>
      </p:ext>
    </p:extLst>
  </p:cSld>
  <p:clrMapOvr>
    <a:masterClrMapping/>
  </p:clrMapOvr>
</p:notes>
</file>

<file path=ppt/notesSlides/notesSlide1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1479</a:t>
            </a:fld>
            <a:endParaRPr lang="en-US" dirty="0"/>
          </a:p>
        </p:txBody>
      </p:sp>
    </p:spTree>
    <p:extLst>
      <p:ext uri="{BB962C8B-B14F-4D97-AF65-F5344CB8AC3E}">
        <p14:creationId xmlns:p14="http://schemas.microsoft.com/office/powerpoint/2010/main" val="3883755673"/>
      </p:ext>
    </p:extLst>
  </p:cSld>
  <p:clrMapOvr>
    <a:masterClrMapping/>
  </p:clrMapOvr>
</p:notes>
</file>

<file path=ppt/notesSlides/notesSlide1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1480</a:t>
            </a:fld>
            <a:endParaRPr lang="en-US" dirty="0"/>
          </a:p>
        </p:txBody>
      </p:sp>
    </p:spTree>
    <p:extLst>
      <p:ext uri="{BB962C8B-B14F-4D97-AF65-F5344CB8AC3E}">
        <p14:creationId xmlns:p14="http://schemas.microsoft.com/office/powerpoint/2010/main" val="1968957637"/>
      </p:ext>
    </p:extLst>
  </p:cSld>
  <p:clrMapOvr>
    <a:masterClrMapping/>
  </p:clrMapOvr>
</p:notes>
</file>

<file path=ppt/notesSlides/notesSlide1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1481</a:t>
            </a:fld>
            <a:endParaRPr lang="en-US" dirty="0"/>
          </a:p>
        </p:txBody>
      </p:sp>
    </p:spTree>
    <p:extLst>
      <p:ext uri="{BB962C8B-B14F-4D97-AF65-F5344CB8AC3E}">
        <p14:creationId xmlns:p14="http://schemas.microsoft.com/office/powerpoint/2010/main" val="3227032642"/>
      </p:ext>
    </p:extLst>
  </p:cSld>
  <p:clrMapOvr>
    <a:masterClrMapping/>
  </p:clrMapOvr>
</p:notes>
</file>

<file path=ppt/notesSlides/notesSlide1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1482</a:t>
            </a:fld>
            <a:endParaRPr lang="en-US" dirty="0"/>
          </a:p>
        </p:txBody>
      </p:sp>
    </p:spTree>
    <p:extLst>
      <p:ext uri="{BB962C8B-B14F-4D97-AF65-F5344CB8AC3E}">
        <p14:creationId xmlns:p14="http://schemas.microsoft.com/office/powerpoint/2010/main" val="3873168851"/>
      </p:ext>
    </p:extLst>
  </p:cSld>
  <p:clrMapOvr>
    <a:masterClrMapping/>
  </p:clrMapOvr>
</p:notes>
</file>

<file path=ppt/notesSlides/notesSlide1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1483</a:t>
            </a:fld>
            <a:endParaRPr lang="en-US" dirty="0"/>
          </a:p>
        </p:txBody>
      </p:sp>
    </p:spTree>
    <p:extLst>
      <p:ext uri="{BB962C8B-B14F-4D97-AF65-F5344CB8AC3E}">
        <p14:creationId xmlns:p14="http://schemas.microsoft.com/office/powerpoint/2010/main" val="1291077223"/>
      </p:ext>
    </p:extLst>
  </p:cSld>
  <p:clrMapOvr>
    <a:masterClrMapping/>
  </p:clrMapOvr>
</p:notes>
</file>

<file path=ppt/notesSlides/notesSlide1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1484</a:t>
            </a:fld>
            <a:endParaRPr lang="en-US" dirty="0"/>
          </a:p>
        </p:txBody>
      </p:sp>
    </p:spTree>
    <p:extLst>
      <p:ext uri="{BB962C8B-B14F-4D97-AF65-F5344CB8AC3E}">
        <p14:creationId xmlns:p14="http://schemas.microsoft.com/office/powerpoint/2010/main" val="3607606410"/>
      </p:ext>
    </p:extLst>
  </p:cSld>
  <p:clrMapOvr>
    <a:masterClrMapping/>
  </p:clrMapOvr>
</p:notes>
</file>

<file path=ppt/notesSlides/notesSlide1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1485</a:t>
            </a:fld>
            <a:endParaRPr lang="en-US" dirty="0"/>
          </a:p>
        </p:txBody>
      </p:sp>
    </p:spTree>
    <p:extLst>
      <p:ext uri="{BB962C8B-B14F-4D97-AF65-F5344CB8AC3E}">
        <p14:creationId xmlns:p14="http://schemas.microsoft.com/office/powerpoint/2010/main" val="3787499600"/>
      </p:ext>
    </p:extLst>
  </p:cSld>
  <p:clrMapOvr>
    <a:masterClrMapping/>
  </p:clrMapOvr>
</p:notes>
</file>

<file path=ppt/notesSlides/notesSlide1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1486</a:t>
            </a:fld>
            <a:endParaRPr lang="en-US" dirty="0"/>
          </a:p>
        </p:txBody>
      </p:sp>
    </p:spTree>
    <p:extLst>
      <p:ext uri="{BB962C8B-B14F-4D97-AF65-F5344CB8AC3E}">
        <p14:creationId xmlns:p14="http://schemas.microsoft.com/office/powerpoint/2010/main" val="1416976277"/>
      </p:ext>
    </p:extLst>
  </p:cSld>
  <p:clrMapOvr>
    <a:masterClrMapping/>
  </p:clrMapOvr>
</p:notes>
</file>

<file path=ppt/notesSlides/notesSlide1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1487</a:t>
            </a:fld>
            <a:endParaRPr lang="en-US" dirty="0"/>
          </a:p>
        </p:txBody>
      </p:sp>
    </p:spTree>
    <p:extLst>
      <p:ext uri="{BB962C8B-B14F-4D97-AF65-F5344CB8AC3E}">
        <p14:creationId xmlns:p14="http://schemas.microsoft.com/office/powerpoint/2010/main" val="4066059385"/>
      </p:ext>
    </p:extLst>
  </p:cSld>
  <p:clrMapOvr>
    <a:masterClrMapping/>
  </p:clrMapOvr>
</p:notes>
</file>

<file path=ppt/notesSlides/notesSlide1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1488</a:t>
            </a:fld>
            <a:endParaRPr lang="en-US" dirty="0"/>
          </a:p>
        </p:txBody>
      </p:sp>
    </p:spTree>
    <p:extLst>
      <p:ext uri="{BB962C8B-B14F-4D97-AF65-F5344CB8AC3E}">
        <p14:creationId xmlns:p14="http://schemas.microsoft.com/office/powerpoint/2010/main" val="3569587613"/>
      </p:ext>
    </p:extLst>
  </p:cSld>
  <p:clrMapOvr>
    <a:masterClrMapping/>
  </p:clrMapOvr>
</p:notes>
</file>

<file path=ppt/notesSlides/notesSlide1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1489</a:t>
            </a:fld>
            <a:endParaRPr lang="en-US" dirty="0"/>
          </a:p>
        </p:txBody>
      </p:sp>
    </p:spTree>
    <p:extLst>
      <p:ext uri="{BB962C8B-B14F-4D97-AF65-F5344CB8AC3E}">
        <p14:creationId xmlns:p14="http://schemas.microsoft.com/office/powerpoint/2010/main" val="1482964452"/>
      </p:ext>
    </p:extLst>
  </p:cSld>
  <p:clrMapOvr>
    <a:masterClrMapping/>
  </p:clrMapOvr>
</p:notes>
</file>

<file path=ppt/notesSlides/notesSlide1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1490</a:t>
            </a:fld>
            <a:endParaRPr lang="en-US" dirty="0"/>
          </a:p>
        </p:txBody>
      </p:sp>
    </p:spTree>
    <p:extLst>
      <p:ext uri="{BB962C8B-B14F-4D97-AF65-F5344CB8AC3E}">
        <p14:creationId xmlns:p14="http://schemas.microsoft.com/office/powerpoint/2010/main" val="1058325783"/>
      </p:ext>
    </p:extLst>
  </p:cSld>
  <p:clrMapOvr>
    <a:masterClrMapping/>
  </p:clrMapOvr>
</p:notes>
</file>

<file path=ppt/notesSlides/notesSlide1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1491</a:t>
            </a:fld>
            <a:endParaRPr lang="en-US" dirty="0"/>
          </a:p>
        </p:txBody>
      </p:sp>
    </p:spTree>
    <p:extLst>
      <p:ext uri="{BB962C8B-B14F-4D97-AF65-F5344CB8AC3E}">
        <p14:creationId xmlns:p14="http://schemas.microsoft.com/office/powerpoint/2010/main" val="4264052810"/>
      </p:ext>
    </p:extLst>
  </p:cSld>
  <p:clrMapOvr>
    <a:masterClrMapping/>
  </p:clrMapOvr>
</p:notes>
</file>

<file path=ppt/notesSlides/notesSlide1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1492</a:t>
            </a:fld>
            <a:endParaRPr lang="en-US" dirty="0"/>
          </a:p>
        </p:txBody>
      </p:sp>
    </p:spTree>
    <p:extLst>
      <p:ext uri="{BB962C8B-B14F-4D97-AF65-F5344CB8AC3E}">
        <p14:creationId xmlns:p14="http://schemas.microsoft.com/office/powerpoint/2010/main" val="2487872250"/>
      </p:ext>
    </p:extLst>
  </p:cSld>
  <p:clrMapOvr>
    <a:masterClrMapping/>
  </p:clrMapOvr>
</p:notes>
</file>

<file path=ppt/notesSlides/notesSlide1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1493</a:t>
            </a:fld>
            <a:endParaRPr lang="en-US" dirty="0"/>
          </a:p>
        </p:txBody>
      </p:sp>
    </p:spTree>
    <p:extLst>
      <p:ext uri="{BB962C8B-B14F-4D97-AF65-F5344CB8AC3E}">
        <p14:creationId xmlns:p14="http://schemas.microsoft.com/office/powerpoint/2010/main" val="770100408"/>
      </p:ext>
    </p:extLst>
  </p:cSld>
  <p:clrMapOvr>
    <a:masterClrMapping/>
  </p:clrMapOvr>
</p:notes>
</file>

<file path=ppt/notesSlides/notesSlide1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1494</a:t>
            </a:fld>
            <a:endParaRPr lang="en-US" dirty="0"/>
          </a:p>
        </p:txBody>
      </p:sp>
    </p:spTree>
    <p:extLst>
      <p:ext uri="{BB962C8B-B14F-4D97-AF65-F5344CB8AC3E}">
        <p14:creationId xmlns:p14="http://schemas.microsoft.com/office/powerpoint/2010/main" val="2505618552"/>
      </p:ext>
    </p:extLst>
  </p:cSld>
  <p:clrMapOvr>
    <a:masterClrMapping/>
  </p:clrMapOvr>
</p:notes>
</file>

<file path=ppt/notesSlides/notesSlide1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1495</a:t>
            </a:fld>
            <a:endParaRPr lang="en-US" dirty="0"/>
          </a:p>
        </p:txBody>
      </p:sp>
    </p:spTree>
    <p:extLst>
      <p:ext uri="{BB962C8B-B14F-4D97-AF65-F5344CB8AC3E}">
        <p14:creationId xmlns:p14="http://schemas.microsoft.com/office/powerpoint/2010/main" val="3309551816"/>
      </p:ext>
    </p:extLst>
  </p:cSld>
  <p:clrMapOvr>
    <a:masterClrMapping/>
  </p:clrMapOvr>
</p:notes>
</file>

<file path=ppt/notesSlides/notesSlide1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1496</a:t>
            </a:fld>
            <a:endParaRPr lang="en-US" dirty="0"/>
          </a:p>
        </p:txBody>
      </p:sp>
    </p:spTree>
    <p:extLst>
      <p:ext uri="{BB962C8B-B14F-4D97-AF65-F5344CB8AC3E}">
        <p14:creationId xmlns:p14="http://schemas.microsoft.com/office/powerpoint/2010/main" val="20296057"/>
      </p:ext>
    </p:extLst>
  </p:cSld>
  <p:clrMapOvr>
    <a:masterClrMapping/>
  </p:clrMapOvr>
</p:notes>
</file>

<file path=ppt/notesSlides/notesSlide1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1497</a:t>
            </a:fld>
            <a:endParaRPr lang="en-US" dirty="0"/>
          </a:p>
        </p:txBody>
      </p:sp>
    </p:spTree>
    <p:extLst>
      <p:ext uri="{BB962C8B-B14F-4D97-AF65-F5344CB8AC3E}">
        <p14:creationId xmlns:p14="http://schemas.microsoft.com/office/powerpoint/2010/main" val="4249619202"/>
      </p:ext>
    </p:extLst>
  </p:cSld>
  <p:clrMapOvr>
    <a:masterClrMapping/>
  </p:clrMapOvr>
</p:notes>
</file>

<file path=ppt/notesSlides/notesSlide1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1498</a:t>
            </a:fld>
            <a:endParaRPr lang="en-US" dirty="0"/>
          </a:p>
        </p:txBody>
      </p:sp>
    </p:spTree>
    <p:extLst>
      <p:ext uri="{BB962C8B-B14F-4D97-AF65-F5344CB8AC3E}">
        <p14:creationId xmlns:p14="http://schemas.microsoft.com/office/powerpoint/2010/main" val="3594189591"/>
      </p:ext>
    </p:extLst>
  </p:cSld>
  <p:clrMapOvr>
    <a:masterClrMapping/>
  </p:clrMapOvr>
</p:notes>
</file>

<file path=ppt/notesSlides/notesSlide1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1499</a:t>
            </a:fld>
            <a:endParaRPr lang="en-US" dirty="0"/>
          </a:p>
        </p:txBody>
      </p:sp>
    </p:spTree>
    <p:extLst>
      <p:ext uri="{BB962C8B-B14F-4D97-AF65-F5344CB8AC3E}">
        <p14:creationId xmlns:p14="http://schemas.microsoft.com/office/powerpoint/2010/main" val="1895811956"/>
      </p:ext>
    </p:extLst>
  </p:cSld>
  <p:clrMapOvr>
    <a:masterClrMapping/>
  </p:clrMapOvr>
</p:notes>
</file>

<file path=ppt/notesSlides/notesSlide1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1500</a:t>
            </a:fld>
            <a:endParaRPr lang="en-US" dirty="0"/>
          </a:p>
        </p:txBody>
      </p:sp>
    </p:spTree>
    <p:extLst>
      <p:ext uri="{BB962C8B-B14F-4D97-AF65-F5344CB8AC3E}">
        <p14:creationId xmlns:p14="http://schemas.microsoft.com/office/powerpoint/2010/main" val="41132078"/>
      </p:ext>
    </p:extLst>
  </p:cSld>
  <p:clrMapOvr>
    <a:masterClrMapping/>
  </p:clrMapOvr>
</p:notes>
</file>

<file path=ppt/notesSlides/notesSlide1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1501</a:t>
            </a:fld>
            <a:endParaRPr lang="en-US" dirty="0"/>
          </a:p>
        </p:txBody>
      </p:sp>
    </p:spTree>
    <p:extLst>
      <p:ext uri="{BB962C8B-B14F-4D97-AF65-F5344CB8AC3E}">
        <p14:creationId xmlns:p14="http://schemas.microsoft.com/office/powerpoint/2010/main" val="2127309022"/>
      </p:ext>
    </p:extLst>
  </p:cSld>
  <p:clrMapOvr>
    <a:masterClrMapping/>
  </p:clrMapOvr>
</p:notes>
</file>

<file path=ppt/notesSlides/notesSlide1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1502</a:t>
            </a:fld>
            <a:endParaRPr lang="en-US" dirty="0"/>
          </a:p>
        </p:txBody>
      </p:sp>
    </p:spTree>
    <p:extLst>
      <p:ext uri="{BB962C8B-B14F-4D97-AF65-F5344CB8AC3E}">
        <p14:creationId xmlns:p14="http://schemas.microsoft.com/office/powerpoint/2010/main" val="2090071312"/>
      </p:ext>
    </p:extLst>
  </p:cSld>
  <p:clrMapOvr>
    <a:masterClrMapping/>
  </p:clrMapOvr>
</p:notes>
</file>

<file path=ppt/notesSlides/notesSlide1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1503</a:t>
            </a:fld>
            <a:endParaRPr lang="en-US" dirty="0"/>
          </a:p>
        </p:txBody>
      </p:sp>
    </p:spTree>
    <p:extLst>
      <p:ext uri="{BB962C8B-B14F-4D97-AF65-F5344CB8AC3E}">
        <p14:creationId xmlns:p14="http://schemas.microsoft.com/office/powerpoint/2010/main" val="3562767523"/>
      </p:ext>
    </p:extLst>
  </p:cSld>
  <p:clrMapOvr>
    <a:masterClrMapping/>
  </p:clrMapOvr>
</p:notes>
</file>

<file path=ppt/notesSlides/notesSlide1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1504</a:t>
            </a:fld>
            <a:endParaRPr lang="en-US" dirty="0"/>
          </a:p>
        </p:txBody>
      </p:sp>
    </p:spTree>
    <p:extLst>
      <p:ext uri="{BB962C8B-B14F-4D97-AF65-F5344CB8AC3E}">
        <p14:creationId xmlns:p14="http://schemas.microsoft.com/office/powerpoint/2010/main" val="1146709421"/>
      </p:ext>
    </p:extLst>
  </p:cSld>
  <p:clrMapOvr>
    <a:masterClrMapping/>
  </p:clrMapOvr>
</p:notes>
</file>

<file path=ppt/notesSlides/notesSlide1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1505</a:t>
            </a:fld>
            <a:endParaRPr lang="en-US" dirty="0"/>
          </a:p>
        </p:txBody>
      </p:sp>
    </p:spTree>
    <p:extLst>
      <p:ext uri="{BB962C8B-B14F-4D97-AF65-F5344CB8AC3E}">
        <p14:creationId xmlns:p14="http://schemas.microsoft.com/office/powerpoint/2010/main" val="2606520670"/>
      </p:ext>
    </p:extLst>
  </p:cSld>
  <p:clrMapOvr>
    <a:masterClrMapping/>
  </p:clrMapOvr>
</p:notes>
</file>

<file path=ppt/notesSlides/notesSlide1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1506</a:t>
            </a:fld>
            <a:endParaRPr lang="en-US" dirty="0"/>
          </a:p>
        </p:txBody>
      </p:sp>
    </p:spTree>
    <p:extLst>
      <p:ext uri="{BB962C8B-B14F-4D97-AF65-F5344CB8AC3E}">
        <p14:creationId xmlns:p14="http://schemas.microsoft.com/office/powerpoint/2010/main" val="3181106561"/>
      </p:ext>
    </p:extLst>
  </p:cSld>
  <p:clrMapOvr>
    <a:masterClrMapping/>
  </p:clrMapOvr>
</p:notes>
</file>

<file path=ppt/notesSlides/notesSlide1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1507</a:t>
            </a:fld>
            <a:endParaRPr lang="en-US" dirty="0"/>
          </a:p>
        </p:txBody>
      </p:sp>
    </p:spTree>
    <p:extLst>
      <p:ext uri="{BB962C8B-B14F-4D97-AF65-F5344CB8AC3E}">
        <p14:creationId xmlns:p14="http://schemas.microsoft.com/office/powerpoint/2010/main" val="394188605"/>
      </p:ext>
    </p:extLst>
  </p:cSld>
  <p:clrMapOvr>
    <a:masterClrMapping/>
  </p:clrMapOvr>
</p:notes>
</file>

<file path=ppt/notesSlides/notesSlide1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1508</a:t>
            </a:fld>
            <a:endParaRPr lang="en-US" dirty="0"/>
          </a:p>
        </p:txBody>
      </p:sp>
    </p:spTree>
    <p:extLst>
      <p:ext uri="{BB962C8B-B14F-4D97-AF65-F5344CB8AC3E}">
        <p14:creationId xmlns:p14="http://schemas.microsoft.com/office/powerpoint/2010/main" val="929152937"/>
      </p:ext>
    </p:extLst>
  </p:cSld>
  <p:clrMapOvr>
    <a:masterClrMapping/>
  </p:clrMapOvr>
</p:notes>
</file>

<file path=ppt/notesSlides/notesSlide1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1509</a:t>
            </a:fld>
            <a:endParaRPr lang="en-US" dirty="0"/>
          </a:p>
        </p:txBody>
      </p:sp>
    </p:spTree>
    <p:extLst>
      <p:ext uri="{BB962C8B-B14F-4D97-AF65-F5344CB8AC3E}">
        <p14:creationId xmlns:p14="http://schemas.microsoft.com/office/powerpoint/2010/main" val="1833848190"/>
      </p:ext>
    </p:extLst>
  </p:cSld>
  <p:clrMapOvr>
    <a:masterClrMapping/>
  </p:clrMapOvr>
</p:notes>
</file>

<file path=ppt/notesSlides/notesSlide1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1510</a:t>
            </a:fld>
            <a:endParaRPr lang="en-US" dirty="0"/>
          </a:p>
        </p:txBody>
      </p:sp>
    </p:spTree>
    <p:extLst>
      <p:ext uri="{BB962C8B-B14F-4D97-AF65-F5344CB8AC3E}">
        <p14:creationId xmlns:p14="http://schemas.microsoft.com/office/powerpoint/2010/main" val="2938298943"/>
      </p:ext>
    </p:extLst>
  </p:cSld>
  <p:clrMapOvr>
    <a:masterClrMapping/>
  </p:clrMapOvr>
</p:notes>
</file>

<file path=ppt/notesSlides/notesSlide1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1511</a:t>
            </a:fld>
            <a:endParaRPr lang="en-US" dirty="0"/>
          </a:p>
        </p:txBody>
      </p:sp>
    </p:spTree>
    <p:extLst>
      <p:ext uri="{BB962C8B-B14F-4D97-AF65-F5344CB8AC3E}">
        <p14:creationId xmlns:p14="http://schemas.microsoft.com/office/powerpoint/2010/main" val="3811438222"/>
      </p:ext>
    </p:extLst>
  </p:cSld>
  <p:clrMapOvr>
    <a:masterClrMapping/>
  </p:clrMapOvr>
</p:notes>
</file>

<file path=ppt/notesSlides/notesSlide1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1512</a:t>
            </a:fld>
            <a:endParaRPr lang="en-US" dirty="0"/>
          </a:p>
        </p:txBody>
      </p:sp>
    </p:spTree>
    <p:extLst>
      <p:ext uri="{BB962C8B-B14F-4D97-AF65-F5344CB8AC3E}">
        <p14:creationId xmlns:p14="http://schemas.microsoft.com/office/powerpoint/2010/main" val="1392327525"/>
      </p:ext>
    </p:extLst>
  </p:cSld>
  <p:clrMapOvr>
    <a:masterClrMapping/>
  </p:clrMapOvr>
</p:notes>
</file>

<file path=ppt/notesSlides/notesSlide1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1513</a:t>
            </a:fld>
            <a:endParaRPr lang="en-US" dirty="0"/>
          </a:p>
        </p:txBody>
      </p:sp>
    </p:spTree>
    <p:extLst>
      <p:ext uri="{BB962C8B-B14F-4D97-AF65-F5344CB8AC3E}">
        <p14:creationId xmlns:p14="http://schemas.microsoft.com/office/powerpoint/2010/main" val="1687463920"/>
      </p:ext>
    </p:extLst>
  </p:cSld>
  <p:clrMapOvr>
    <a:masterClrMapping/>
  </p:clrMapOvr>
</p:notes>
</file>

<file path=ppt/notesSlides/notesSlide1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1514</a:t>
            </a:fld>
            <a:endParaRPr lang="en-US" dirty="0"/>
          </a:p>
        </p:txBody>
      </p:sp>
    </p:spTree>
    <p:extLst>
      <p:ext uri="{BB962C8B-B14F-4D97-AF65-F5344CB8AC3E}">
        <p14:creationId xmlns:p14="http://schemas.microsoft.com/office/powerpoint/2010/main" val="4082286482"/>
      </p:ext>
    </p:extLst>
  </p:cSld>
  <p:clrMapOvr>
    <a:masterClrMapping/>
  </p:clrMapOvr>
</p:notes>
</file>

<file path=ppt/notesSlides/notesSlide1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1515</a:t>
            </a:fld>
            <a:endParaRPr lang="en-US" dirty="0"/>
          </a:p>
        </p:txBody>
      </p:sp>
    </p:spTree>
    <p:extLst>
      <p:ext uri="{BB962C8B-B14F-4D97-AF65-F5344CB8AC3E}">
        <p14:creationId xmlns:p14="http://schemas.microsoft.com/office/powerpoint/2010/main" val="4105369835"/>
      </p:ext>
    </p:extLst>
  </p:cSld>
  <p:clrMapOvr>
    <a:masterClrMapping/>
  </p:clrMapOvr>
</p:notes>
</file>

<file path=ppt/notesSlides/notesSlide1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1516</a:t>
            </a:fld>
            <a:endParaRPr lang="en-US" dirty="0"/>
          </a:p>
        </p:txBody>
      </p:sp>
    </p:spTree>
    <p:extLst>
      <p:ext uri="{BB962C8B-B14F-4D97-AF65-F5344CB8AC3E}">
        <p14:creationId xmlns:p14="http://schemas.microsoft.com/office/powerpoint/2010/main" val="543054591"/>
      </p:ext>
    </p:extLst>
  </p:cSld>
  <p:clrMapOvr>
    <a:masterClrMapping/>
  </p:clrMapOvr>
</p:notes>
</file>

<file path=ppt/notesSlides/notesSlide1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1517</a:t>
            </a:fld>
            <a:endParaRPr lang="en-US" dirty="0"/>
          </a:p>
        </p:txBody>
      </p:sp>
    </p:spTree>
    <p:extLst>
      <p:ext uri="{BB962C8B-B14F-4D97-AF65-F5344CB8AC3E}">
        <p14:creationId xmlns:p14="http://schemas.microsoft.com/office/powerpoint/2010/main" val="3410723592"/>
      </p:ext>
    </p:extLst>
  </p:cSld>
  <p:clrMapOvr>
    <a:masterClrMapping/>
  </p:clrMapOvr>
</p:notes>
</file>

<file path=ppt/notesSlides/notesSlide1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1518</a:t>
            </a:fld>
            <a:endParaRPr lang="en-US" dirty="0"/>
          </a:p>
        </p:txBody>
      </p:sp>
    </p:spTree>
    <p:extLst>
      <p:ext uri="{BB962C8B-B14F-4D97-AF65-F5344CB8AC3E}">
        <p14:creationId xmlns:p14="http://schemas.microsoft.com/office/powerpoint/2010/main" val="42766230"/>
      </p:ext>
    </p:extLst>
  </p:cSld>
  <p:clrMapOvr>
    <a:masterClrMapping/>
  </p:clrMapOvr>
</p:notes>
</file>

<file path=ppt/notesSlides/notesSlide1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1519</a:t>
            </a:fld>
            <a:endParaRPr lang="en-US" dirty="0"/>
          </a:p>
        </p:txBody>
      </p:sp>
    </p:spTree>
    <p:extLst>
      <p:ext uri="{BB962C8B-B14F-4D97-AF65-F5344CB8AC3E}">
        <p14:creationId xmlns:p14="http://schemas.microsoft.com/office/powerpoint/2010/main" val="2605643876"/>
      </p:ext>
    </p:extLst>
  </p:cSld>
  <p:clrMapOvr>
    <a:masterClrMapping/>
  </p:clrMapOvr>
</p:notes>
</file>

<file path=ppt/notesSlides/notesSlide1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1520</a:t>
            </a:fld>
            <a:endParaRPr lang="en-US" dirty="0"/>
          </a:p>
        </p:txBody>
      </p:sp>
    </p:spTree>
    <p:extLst>
      <p:ext uri="{BB962C8B-B14F-4D97-AF65-F5344CB8AC3E}">
        <p14:creationId xmlns:p14="http://schemas.microsoft.com/office/powerpoint/2010/main" val="1129957364"/>
      </p:ext>
    </p:extLst>
  </p:cSld>
  <p:clrMapOvr>
    <a:masterClrMapping/>
  </p:clrMapOvr>
</p:notes>
</file>

<file path=ppt/notesSlides/notesSlide1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1521</a:t>
            </a:fld>
            <a:endParaRPr lang="en-US" dirty="0"/>
          </a:p>
        </p:txBody>
      </p:sp>
    </p:spTree>
    <p:extLst>
      <p:ext uri="{BB962C8B-B14F-4D97-AF65-F5344CB8AC3E}">
        <p14:creationId xmlns:p14="http://schemas.microsoft.com/office/powerpoint/2010/main" val="3067873736"/>
      </p:ext>
    </p:extLst>
  </p:cSld>
  <p:clrMapOvr>
    <a:masterClrMapping/>
  </p:clrMapOvr>
</p:notes>
</file>

<file path=ppt/notesSlides/notesSlide1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1522</a:t>
            </a:fld>
            <a:endParaRPr lang="en-US" dirty="0"/>
          </a:p>
        </p:txBody>
      </p:sp>
    </p:spTree>
    <p:extLst>
      <p:ext uri="{BB962C8B-B14F-4D97-AF65-F5344CB8AC3E}">
        <p14:creationId xmlns:p14="http://schemas.microsoft.com/office/powerpoint/2010/main" val="1984323168"/>
      </p:ext>
    </p:extLst>
  </p:cSld>
  <p:clrMapOvr>
    <a:masterClrMapping/>
  </p:clrMapOvr>
</p:notes>
</file>

<file path=ppt/notesSlides/notesSlide1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1523</a:t>
            </a:fld>
            <a:endParaRPr lang="en-US" dirty="0"/>
          </a:p>
        </p:txBody>
      </p:sp>
    </p:spTree>
    <p:extLst>
      <p:ext uri="{BB962C8B-B14F-4D97-AF65-F5344CB8AC3E}">
        <p14:creationId xmlns:p14="http://schemas.microsoft.com/office/powerpoint/2010/main" val="336925706"/>
      </p:ext>
    </p:extLst>
  </p:cSld>
  <p:clrMapOvr>
    <a:masterClrMapping/>
  </p:clrMapOvr>
</p:notes>
</file>

<file path=ppt/notesSlides/notesSlide1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1524</a:t>
            </a:fld>
            <a:endParaRPr lang="en-US" dirty="0"/>
          </a:p>
        </p:txBody>
      </p:sp>
    </p:spTree>
    <p:extLst>
      <p:ext uri="{BB962C8B-B14F-4D97-AF65-F5344CB8AC3E}">
        <p14:creationId xmlns:p14="http://schemas.microsoft.com/office/powerpoint/2010/main" val="2106672265"/>
      </p:ext>
    </p:extLst>
  </p:cSld>
  <p:clrMapOvr>
    <a:masterClrMapping/>
  </p:clrMapOvr>
</p:notes>
</file>

<file path=ppt/notesSlides/notesSlide1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1525</a:t>
            </a:fld>
            <a:endParaRPr lang="en-US" dirty="0"/>
          </a:p>
        </p:txBody>
      </p:sp>
    </p:spTree>
    <p:extLst>
      <p:ext uri="{BB962C8B-B14F-4D97-AF65-F5344CB8AC3E}">
        <p14:creationId xmlns:p14="http://schemas.microsoft.com/office/powerpoint/2010/main" val="4028097325"/>
      </p:ext>
    </p:extLst>
  </p:cSld>
  <p:clrMapOvr>
    <a:masterClrMapping/>
  </p:clrMapOvr>
</p:notes>
</file>

<file path=ppt/notesSlides/notesSlide1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1526</a:t>
            </a:fld>
            <a:endParaRPr lang="en-US" dirty="0"/>
          </a:p>
        </p:txBody>
      </p:sp>
    </p:spTree>
    <p:extLst>
      <p:ext uri="{BB962C8B-B14F-4D97-AF65-F5344CB8AC3E}">
        <p14:creationId xmlns:p14="http://schemas.microsoft.com/office/powerpoint/2010/main" val="1740770817"/>
      </p:ext>
    </p:extLst>
  </p:cSld>
  <p:clrMapOvr>
    <a:masterClrMapping/>
  </p:clrMapOvr>
</p:notes>
</file>

<file path=ppt/notesSlides/notesSlide1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1527</a:t>
            </a:fld>
            <a:endParaRPr lang="en-US" dirty="0"/>
          </a:p>
        </p:txBody>
      </p:sp>
    </p:spTree>
    <p:extLst>
      <p:ext uri="{BB962C8B-B14F-4D97-AF65-F5344CB8AC3E}">
        <p14:creationId xmlns:p14="http://schemas.microsoft.com/office/powerpoint/2010/main" val="3810188942"/>
      </p:ext>
    </p:extLst>
  </p:cSld>
  <p:clrMapOvr>
    <a:masterClrMapping/>
  </p:clrMapOvr>
</p:notes>
</file>

<file path=ppt/notesSlides/notesSlide1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1528</a:t>
            </a:fld>
            <a:endParaRPr lang="en-US" dirty="0"/>
          </a:p>
        </p:txBody>
      </p:sp>
    </p:spTree>
    <p:extLst>
      <p:ext uri="{BB962C8B-B14F-4D97-AF65-F5344CB8AC3E}">
        <p14:creationId xmlns:p14="http://schemas.microsoft.com/office/powerpoint/2010/main" val="449242173"/>
      </p:ext>
    </p:extLst>
  </p:cSld>
  <p:clrMapOvr>
    <a:masterClrMapping/>
  </p:clrMapOvr>
</p:notes>
</file>

<file path=ppt/notesSlides/notesSlide1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1529</a:t>
            </a:fld>
            <a:endParaRPr lang="en-US" dirty="0"/>
          </a:p>
        </p:txBody>
      </p:sp>
    </p:spTree>
    <p:extLst>
      <p:ext uri="{BB962C8B-B14F-4D97-AF65-F5344CB8AC3E}">
        <p14:creationId xmlns:p14="http://schemas.microsoft.com/office/powerpoint/2010/main" val="1488880590"/>
      </p:ext>
    </p:extLst>
  </p:cSld>
  <p:clrMapOvr>
    <a:masterClrMapping/>
  </p:clrMapOvr>
</p:notes>
</file>

<file path=ppt/notesSlides/notesSlide1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1530</a:t>
            </a:fld>
            <a:endParaRPr lang="en-US" dirty="0"/>
          </a:p>
        </p:txBody>
      </p:sp>
    </p:spTree>
    <p:extLst>
      <p:ext uri="{BB962C8B-B14F-4D97-AF65-F5344CB8AC3E}">
        <p14:creationId xmlns:p14="http://schemas.microsoft.com/office/powerpoint/2010/main" val="2727700314"/>
      </p:ext>
    </p:extLst>
  </p:cSld>
  <p:clrMapOvr>
    <a:masterClrMapping/>
  </p:clrMapOvr>
</p:notes>
</file>

<file path=ppt/notesSlides/notesSlide1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1531</a:t>
            </a:fld>
            <a:endParaRPr lang="en-US" dirty="0"/>
          </a:p>
        </p:txBody>
      </p:sp>
    </p:spTree>
    <p:extLst>
      <p:ext uri="{BB962C8B-B14F-4D97-AF65-F5344CB8AC3E}">
        <p14:creationId xmlns:p14="http://schemas.microsoft.com/office/powerpoint/2010/main" val="2585222050"/>
      </p:ext>
    </p:extLst>
  </p:cSld>
  <p:clrMapOvr>
    <a:masterClrMapping/>
  </p:clrMapOvr>
</p:notes>
</file>

<file path=ppt/notesSlides/notesSlide1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1532</a:t>
            </a:fld>
            <a:endParaRPr lang="en-US" dirty="0"/>
          </a:p>
        </p:txBody>
      </p:sp>
    </p:spTree>
    <p:extLst>
      <p:ext uri="{BB962C8B-B14F-4D97-AF65-F5344CB8AC3E}">
        <p14:creationId xmlns:p14="http://schemas.microsoft.com/office/powerpoint/2010/main" val="2577655836"/>
      </p:ext>
    </p:extLst>
  </p:cSld>
  <p:clrMapOvr>
    <a:masterClrMapping/>
  </p:clrMapOvr>
</p:notes>
</file>

<file path=ppt/notesSlides/notesSlide1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1533</a:t>
            </a:fld>
            <a:endParaRPr lang="en-US" dirty="0"/>
          </a:p>
        </p:txBody>
      </p:sp>
    </p:spTree>
    <p:extLst>
      <p:ext uri="{BB962C8B-B14F-4D97-AF65-F5344CB8AC3E}">
        <p14:creationId xmlns:p14="http://schemas.microsoft.com/office/powerpoint/2010/main" val="3630989999"/>
      </p:ext>
    </p:extLst>
  </p:cSld>
  <p:clrMapOvr>
    <a:masterClrMapping/>
  </p:clrMapOvr>
</p:notes>
</file>

<file path=ppt/notesSlides/notesSlide1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1534</a:t>
            </a:fld>
            <a:endParaRPr lang="en-US" dirty="0"/>
          </a:p>
        </p:txBody>
      </p:sp>
    </p:spTree>
    <p:extLst>
      <p:ext uri="{BB962C8B-B14F-4D97-AF65-F5344CB8AC3E}">
        <p14:creationId xmlns:p14="http://schemas.microsoft.com/office/powerpoint/2010/main" val="1591737951"/>
      </p:ext>
    </p:extLst>
  </p:cSld>
  <p:clrMapOvr>
    <a:masterClrMapping/>
  </p:clrMapOvr>
</p:notes>
</file>

<file path=ppt/notesSlides/notesSlide1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1535</a:t>
            </a:fld>
            <a:endParaRPr lang="en-US" dirty="0"/>
          </a:p>
        </p:txBody>
      </p:sp>
    </p:spTree>
    <p:extLst>
      <p:ext uri="{BB962C8B-B14F-4D97-AF65-F5344CB8AC3E}">
        <p14:creationId xmlns:p14="http://schemas.microsoft.com/office/powerpoint/2010/main" val="1372251046"/>
      </p:ext>
    </p:extLst>
  </p:cSld>
  <p:clrMapOvr>
    <a:masterClrMapping/>
  </p:clrMapOvr>
</p:notes>
</file>

<file path=ppt/notesSlides/notesSlide1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1536</a:t>
            </a:fld>
            <a:endParaRPr lang="en-US" dirty="0"/>
          </a:p>
        </p:txBody>
      </p:sp>
    </p:spTree>
    <p:extLst>
      <p:ext uri="{BB962C8B-B14F-4D97-AF65-F5344CB8AC3E}">
        <p14:creationId xmlns:p14="http://schemas.microsoft.com/office/powerpoint/2010/main" val="866901814"/>
      </p:ext>
    </p:extLst>
  </p:cSld>
  <p:clrMapOvr>
    <a:masterClrMapping/>
  </p:clrMapOvr>
</p:notes>
</file>

<file path=ppt/notesSlides/notesSlide1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1537</a:t>
            </a:fld>
            <a:endParaRPr lang="en-US" dirty="0"/>
          </a:p>
        </p:txBody>
      </p:sp>
    </p:spTree>
    <p:extLst>
      <p:ext uri="{BB962C8B-B14F-4D97-AF65-F5344CB8AC3E}">
        <p14:creationId xmlns:p14="http://schemas.microsoft.com/office/powerpoint/2010/main" val="4205161001"/>
      </p:ext>
    </p:extLst>
  </p:cSld>
  <p:clrMapOvr>
    <a:masterClrMapping/>
  </p:clrMapOvr>
</p:notes>
</file>

<file path=ppt/notesSlides/notesSlide1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1538</a:t>
            </a:fld>
            <a:endParaRPr lang="en-US" dirty="0"/>
          </a:p>
        </p:txBody>
      </p:sp>
    </p:spTree>
    <p:extLst>
      <p:ext uri="{BB962C8B-B14F-4D97-AF65-F5344CB8AC3E}">
        <p14:creationId xmlns:p14="http://schemas.microsoft.com/office/powerpoint/2010/main" val="1601748458"/>
      </p:ext>
    </p:extLst>
  </p:cSld>
  <p:clrMapOvr>
    <a:masterClrMapping/>
  </p:clrMapOvr>
</p:notes>
</file>

<file path=ppt/notesSlides/notesSlide1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1539</a:t>
            </a:fld>
            <a:endParaRPr lang="en-US" dirty="0"/>
          </a:p>
        </p:txBody>
      </p:sp>
    </p:spTree>
    <p:extLst>
      <p:ext uri="{BB962C8B-B14F-4D97-AF65-F5344CB8AC3E}">
        <p14:creationId xmlns:p14="http://schemas.microsoft.com/office/powerpoint/2010/main" val="2944442444"/>
      </p:ext>
    </p:extLst>
  </p:cSld>
  <p:clrMapOvr>
    <a:masterClrMapping/>
  </p:clrMapOvr>
</p:notes>
</file>

<file path=ppt/notesSlides/notesSlide1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1540</a:t>
            </a:fld>
            <a:endParaRPr lang="en-US" dirty="0"/>
          </a:p>
        </p:txBody>
      </p:sp>
    </p:spTree>
    <p:extLst>
      <p:ext uri="{BB962C8B-B14F-4D97-AF65-F5344CB8AC3E}">
        <p14:creationId xmlns:p14="http://schemas.microsoft.com/office/powerpoint/2010/main" val="3394503578"/>
      </p:ext>
    </p:extLst>
  </p:cSld>
  <p:clrMapOvr>
    <a:masterClrMapping/>
  </p:clrMapOvr>
</p:notes>
</file>

<file path=ppt/notesSlides/notesSlide1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1541</a:t>
            </a:fld>
            <a:endParaRPr lang="en-US" dirty="0"/>
          </a:p>
        </p:txBody>
      </p:sp>
    </p:spTree>
    <p:extLst>
      <p:ext uri="{BB962C8B-B14F-4D97-AF65-F5344CB8AC3E}">
        <p14:creationId xmlns:p14="http://schemas.microsoft.com/office/powerpoint/2010/main" val="1281168202"/>
      </p:ext>
    </p:extLst>
  </p:cSld>
  <p:clrMapOvr>
    <a:masterClrMapping/>
  </p:clrMapOvr>
</p:notes>
</file>

<file path=ppt/notesSlides/notesSlide1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1542</a:t>
            </a:fld>
            <a:endParaRPr lang="en-US" dirty="0"/>
          </a:p>
        </p:txBody>
      </p:sp>
    </p:spTree>
    <p:extLst>
      <p:ext uri="{BB962C8B-B14F-4D97-AF65-F5344CB8AC3E}">
        <p14:creationId xmlns:p14="http://schemas.microsoft.com/office/powerpoint/2010/main" val="3852647234"/>
      </p:ext>
    </p:extLst>
  </p:cSld>
  <p:clrMapOvr>
    <a:masterClrMapping/>
  </p:clrMapOvr>
</p:notes>
</file>

<file path=ppt/notesSlides/notesSlide1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1543</a:t>
            </a:fld>
            <a:endParaRPr lang="en-US" dirty="0"/>
          </a:p>
        </p:txBody>
      </p:sp>
    </p:spTree>
    <p:extLst>
      <p:ext uri="{BB962C8B-B14F-4D97-AF65-F5344CB8AC3E}">
        <p14:creationId xmlns:p14="http://schemas.microsoft.com/office/powerpoint/2010/main" val="45346040"/>
      </p:ext>
    </p:extLst>
  </p:cSld>
  <p:clrMapOvr>
    <a:masterClrMapping/>
  </p:clrMapOvr>
</p:notes>
</file>

<file path=ppt/notesSlides/notesSlide1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1544</a:t>
            </a:fld>
            <a:endParaRPr lang="en-US" dirty="0"/>
          </a:p>
        </p:txBody>
      </p:sp>
    </p:spTree>
    <p:extLst>
      <p:ext uri="{BB962C8B-B14F-4D97-AF65-F5344CB8AC3E}">
        <p14:creationId xmlns:p14="http://schemas.microsoft.com/office/powerpoint/2010/main" val="1083381269"/>
      </p:ext>
    </p:extLst>
  </p:cSld>
  <p:clrMapOvr>
    <a:masterClrMapping/>
  </p:clrMapOvr>
</p:notes>
</file>

<file path=ppt/notesSlides/notesSlide1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1545</a:t>
            </a:fld>
            <a:endParaRPr lang="en-US" dirty="0"/>
          </a:p>
        </p:txBody>
      </p:sp>
    </p:spTree>
    <p:extLst>
      <p:ext uri="{BB962C8B-B14F-4D97-AF65-F5344CB8AC3E}">
        <p14:creationId xmlns:p14="http://schemas.microsoft.com/office/powerpoint/2010/main" val="91833464"/>
      </p:ext>
    </p:extLst>
  </p:cSld>
  <p:clrMapOvr>
    <a:masterClrMapping/>
  </p:clrMapOvr>
</p:notes>
</file>

<file path=ppt/notesSlides/notesSlide1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1546</a:t>
            </a:fld>
            <a:endParaRPr lang="en-US" dirty="0"/>
          </a:p>
        </p:txBody>
      </p:sp>
    </p:spTree>
    <p:extLst>
      <p:ext uri="{BB962C8B-B14F-4D97-AF65-F5344CB8AC3E}">
        <p14:creationId xmlns:p14="http://schemas.microsoft.com/office/powerpoint/2010/main" val="3648468399"/>
      </p:ext>
    </p:extLst>
  </p:cSld>
  <p:clrMapOvr>
    <a:masterClrMapping/>
  </p:clrMapOvr>
</p:notes>
</file>

<file path=ppt/notesSlides/notesSlide1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1547</a:t>
            </a:fld>
            <a:endParaRPr lang="en-US" dirty="0"/>
          </a:p>
        </p:txBody>
      </p:sp>
    </p:spTree>
    <p:extLst>
      <p:ext uri="{BB962C8B-B14F-4D97-AF65-F5344CB8AC3E}">
        <p14:creationId xmlns:p14="http://schemas.microsoft.com/office/powerpoint/2010/main" val="3349569538"/>
      </p:ext>
    </p:extLst>
  </p:cSld>
  <p:clrMapOvr>
    <a:masterClrMapping/>
  </p:clrMapOvr>
</p:notes>
</file>

<file path=ppt/notesSlides/notesSlide1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1548</a:t>
            </a:fld>
            <a:endParaRPr lang="en-US" dirty="0"/>
          </a:p>
        </p:txBody>
      </p:sp>
    </p:spTree>
    <p:extLst>
      <p:ext uri="{BB962C8B-B14F-4D97-AF65-F5344CB8AC3E}">
        <p14:creationId xmlns:p14="http://schemas.microsoft.com/office/powerpoint/2010/main" val="926072485"/>
      </p:ext>
    </p:extLst>
  </p:cSld>
  <p:clrMapOvr>
    <a:masterClrMapping/>
  </p:clrMapOvr>
</p:notes>
</file>

<file path=ppt/notesSlides/notesSlide1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1549</a:t>
            </a:fld>
            <a:endParaRPr lang="en-US" dirty="0"/>
          </a:p>
        </p:txBody>
      </p:sp>
    </p:spTree>
    <p:extLst>
      <p:ext uri="{BB962C8B-B14F-4D97-AF65-F5344CB8AC3E}">
        <p14:creationId xmlns:p14="http://schemas.microsoft.com/office/powerpoint/2010/main" val="4119148725"/>
      </p:ext>
    </p:extLst>
  </p:cSld>
  <p:clrMapOvr>
    <a:masterClrMapping/>
  </p:clrMapOvr>
</p:notes>
</file>

<file path=ppt/notesSlides/notesSlide1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1550</a:t>
            </a:fld>
            <a:endParaRPr lang="en-US" dirty="0"/>
          </a:p>
        </p:txBody>
      </p:sp>
    </p:spTree>
    <p:extLst>
      <p:ext uri="{BB962C8B-B14F-4D97-AF65-F5344CB8AC3E}">
        <p14:creationId xmlns:p14="http://schemas.microsoft.com/office/powerpoint/2010/main" val="681806851"/>
      </p:ext>
    </p:extLst>
  </p:cSld>
  <p:clrMapOvr>
    <a:masterClrMapping/>
  </p:clrMapOvr>
</p:notes>
</file>

<file path=ppt/notesSlides/notesSlide1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1551</a:t>
            </a:fld>
            <a:endParaRPr lang="en-US" dirty="0"/>
          </a:p>
        </p:txBody>
      </p:sp>
    </p:spTree>
    <p:extLst>
      <p:ext uri="{BB962C8B-B14F-4D97-AF65-F5344CB8AC3E}">
        <p14:creationId xmlns:p14="http://schemas.microsoft.com/office/powerpoint/2010/main" val="1441101403"/>
      </p:ext>
    </p:extLst>
  </p:cSld>
  <p:clrMapOvr>
    <a:masterClrMapping/>
  </p:clrMapOvr>
</p:notes>
</file>

<file path=ppt/notesSlides/notesSlide1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1552</a:t>
            </a:fld>
            <a:endParaRPr lang="en-US" dirty="0"/>
          </a:p>
        </p:txBody>
      </p:sp>
    </p:spTree>
    <p:extLst>
      <p:ext uri="{BB962C8B-B14F-4D97-AF65-F5344CB8AC3E}">
        <p14:creationId xmlns:p14="http://schemas.microsoft.com/office/powerpoint/2010/main" val="3458978598"/>
      </p:ext>
    </p:extLst>
  </p:cSld>
  <p:clrMapOvr>
    <a:masterClrMapping/>
  </p:clrMapOvr>
</p:notes>
</file>

<file path=ppt/notesSlides/notesSlide1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1553</a:t>
            </a:fld>
            <a:endParaRPr lang="en-US" dirty="0"/>
          </a:p>
        </p:txBody>
      </p:sp>
    </p:spTree>
    <p:extLst>
      <p:ext uri="{BB962C8B-B14F-4D97-AF65-F5344CB8AC3E}">
        <p14:creationId xmlns:p14="http://schemas.microsoft.com/office/powerpoint/2010/main" val="3415875208"/>
      </p:ext>
    </p:extLst>
  </p:cSld>
  <p:clrMapOvr>
    <a:masterClrMapping/>
  </p:clrMapOvr>
</p:notes>
</file>

<file path=ppt/notesSlides/notesSlide1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1554</a:t>
            </a:fld>
            <a:endParaRPr lang="en-US" dirty="0"/>
          </a:p>
        </p:txBody>
      </p:sp>
    </p:spTree>
    <p:extLst>
      <p:ext uri="{BB962C8B-B14F-4D97-AF65-F5344CB8AC3E}">
        <p14:creationId xmlns:p14="http://schemas.microsoft.com/office/powerpoint/2010/main" val="3297788047"/>
      </p:ext>
    </p:extLst>
  </p:cSld>
  <p:clrMapOvr>
    <a:masterClrMapping/>
  </p:clrMapOvr>
</p:notes>
</file>

<file path=ppt/notesSlides/notesSlide1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1555</a:t>
            </a:fld>
            <a:endParaRPr lang="en-US" dirty="0"/>
          </a:p>
        </p:txBody>
      </p:sp>
    </p:spTree>
    <p:extLst>
      <p:ext uri="{BB962C8B-B14F-4D97-AF65-F5344CB8AC3E}">
        <p14:creationId xmlns:p14="http://schemas.microsoft.com/office/powerpoint/2010/main" val="3364779268"/>
      </p:ext>
    </p:extLst>
  </p:cSld>
  <p:clrMapOvr>
    <a:masterClrMapping/>
  </p:clrMapOvr>
</p:notes>
</file>

<file path=ppt/notesSlides/notesSlide1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1556</a:t>
            </a:fld>
            <a:endParaRPr lang="en-US" dirty="0"/>
          </a:p>
        </p:txBody>
      </p:sp>
    </p:spTree>
    <p:extLst>
      <p:ext uri="{BB962C8B-B14F-4D97-AF65-F5344CB8AC3E}">
        <p14:creationId xmlns:p14="http://schemas.microsoft.com/office/powerpoint/2010/main" val="3368427988"/>
      </p:ext>
    </p:extLst>
  </p:cSld>
  <p:clrMapOvr>
    <a:masterClrMapping/>
  </p:clrMapOvr>
</p:notes>
</file>

<file path=ppt/notesSlides/notesSlide1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1557</a:t>
            </a:fld>
            <a:endParaRPr lang="en-US" dirty="0"/>
          </a:p>
        </p:txBody>
      </p:sp>
    </p:spTree>
    <p:extLst>
      <p:ext uri="{BB962C8B-B14F-4D97-AF65-F5344CB8AC3E}">
        <p14:creationId xmlns:p14="http://schemas.microsoft.com/office/powerpoint/2010/main" val="2031750470"/>
      </p:ext>
    </p:extLst>
  </p:cSld>
  <p:clrMapOvr>
    <a:masterClrMapping/>
  </p:clrMapOvr>
</p:notes>
</file>

<file path=ppt/notesSlides/notesSlide1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1558</a:t>
            </a:fld>
            <a:endParaRPr lang="en-US" dirty="0"/>
          </a:p>
        </p:txBody>
      </p:sp>
    </p:spTree>
    <p:extLst>
      <p:ext uri="{BB962C8B-B14F-4D97-AF65-F5344CB8AC3E}">
        <p14:creationId xmlns:p14="http://schemas.microsoft.com/office/powerpoint/2010/main" val="3246187191"/>
      </p:ext>
    </p:extLst>
  </p:cSld>
  <p:clrMapOvr>
    <a:masterClrMapping/>
  </p:clrMapOvr>
</p:notes>
</file>

<file path=ppt/notesSlides/notesSlide1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1559</a:t>
            </a:fld>
            <a:endParaRPr lang="en-US" dirty="0"/>
          </a:p>
        </p:txBody>
      </p:sp>
    </p:spTree>
    <p:extLst>
      <p:ext uri="{BB962C8B-B14F-4D97-AF65-F5344CB8AC3E}">
        <p14:creationId xmlns:p14="http://schemas.microsoft.com/office/powerpoint/2010/main" val="2548321353"/>
      </p:ext>
    </p:extLst>
  </p:cSld>
  <p:clrMapOvr>
    <a:masterClrMapping/>
  </p:clrMapOvr>
</p:notes>
</file>

<file path=ppt/notesSlides/notesSlide1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1560</a:t>
            </a:fld>
            <a:endParaRPr lang="en-US" dirty="0"/>
          </a:p>
        </p:txBody>
      </p:sp>
    </p:spTree>
    <p:extLst>
      <p:ext uri="{BB962C8B-B14F-4D97-AF65-F5344CB8AC3E}">
        <p14:creationId xmlns:p14="http://schemas.microsoft.com/office/powerpoint/2010/main" val="4002077095"/>
      </p:ext>
    </p:extLst>
  </p:cSld>
  <p:clrMapOvr>
    <a:masterClrMapping/>
  </p:clrMapOvr>
</p:notes>
</file>

<file path=ppt/notesSlides/notesSlide1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1561</a:t>
            </a:fld>
            <a:endParaRPr lang="en-US" dirty="0"/>
          </a:p>
        </p:txBody>
      </p:sp>
    </p:spTree>
    <p:extLst>
      <p:ext uri="{BB962C8B-B14F-4D97-AF65-F5344CB8AC3E}">
        <p14:creationId xmlns:p14="http://schemas.microsoft.com/office/powerpoint/2010/main" val="2576249111"/>
      </p:ext>
    </p:extLst>
  </p:cSld>
  <p:clrMapOvr>
    <a:masterClrMapping/>
  </p:clrMapOvr>
</p:notes>
</file>

<file path=ppt/notesSlides/notesSlide1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1562</a:t>
            </a:fld>
            <a:endParaRPr lang="en-US" dirty="0"/>
          </a:p>
        </p:txBody>
      </p:sp>
    </p:spTree>
    <p:extLst>
      <p:ext uri="{BB962C8B-B14F-4D97-AF65-F5344CB8AC3E}">
        <p14:creationId xmlns:p14="http://schemas.microsoft.com/office/powerpoint/2010/main" val="2747599493"/>
      </p:ext>
    </p:extLst>
  </p:cSld>
  <p:clrMapOvr>
    <a:masterClrMapping/>
  </p:clrMapOvr>
</p:notes>
</file>

<file path=ppt/notesSlides/notesSlide1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1563</a:t>
            </a:fld>
            <a:endParaRPr lang="en-US" dirty="0"/>
          </a:p>
        </p:txBody>
      </p:sp>
    </p:spTree>
    <p:extLst>
      <p:ext uri="{BB962C8B-B14F-4D97-AF65-F5344CB8AC3E}">
        <p14:creationId xmlns:p14="http://schemas.microsoft.com/office/powerpoint/2010/main" val="1522608536"/>
      </p:ext>
    </p:extLst>
  </p:cSld>
  <p:clrMapOvr>
    <a:masterClrMapping/>
  </p:clrMapOvr>
</p:notes>
</file>

<file path=ppt/notesSlides/notesSlide1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1564</a:t>
            </a:fld>
            <a:endParaRPr lang="en-US" dirty="0"/>
          </a:p>
        </p:txBody>
      </p:sp>
    </p:spTree>
    <p:extLst>
      <p:ext uri="{BB962C8B-B14F-4D97-AF65-F5344CB8AC3E}">
        <p14:creationId xmlns:p14="http://schemas.microsoft.com/office/powerpoint/2010/main" val="3993408570"/>
      </p:ext>
    </p:extLst>
  </p:cSld>
  <p:clrMapOvr>
    <a:masterClrMapping/>
  </p:clrMapOvr>
</p:notes>
</file>

<file path=ppt/notesSlides/notesSlide1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1565</a:t>
            </a:fld>
            <a:endParaRPr lang="en-US" dirty="0"/>
          </a:p>
        </p:txBody>
      </p:sp>
    </p:spTree>
    <p:extLst>
      <p:ext uri="{BB962C8B-B14F-4D97-AF65-F5344CB8AC3E}">
        <p14:creationId xmlns:p14="http://schemas.microsoft.com/office/powerpoint/2010/main" val="416550902"/>
      </p:ext>
    </p:extLst>
  </p:cSld>
  <p:clrMapOvr>
    <a:masterClrMapping/>
  </p:clrMapOvr>
</p:notes>
</file>

<file path=ppt/notesSlides/notesSlide1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1566</a:t>
            </a:fld>
            <a:endParaRPr lang="en-US" dirty="0"/>
          </a:p>
        </p:txBody>
      </p:sp>
    </p:spTree>
    <p:extLst>
      <p:ext uri="{BB962C8B-B14F-4D97-AF65-F5344CB8AC3E}">
        <p14:creationId xmlns:p14="http://schemas.microsoft.com/office/powerpoint/2010/main" val="1622593457"/>
      </p:ext>
    </p:extLst>
  </p:cSld>
  <p:clrMapOvr>
    <a:masterClrMapping/>
  </p:clrMapOvr>
</p:notes>
</file>

<file path=ppt/notesSlides/notesSlide1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1567</a:t>
            </a:fld>
            <a:endParaRPr lang="en-US" dirty="0"/>
          </a:p>
        </p:txBody>
      </p:sp>
    </p:spTree>
    <p:extLst>
      <p:ext uri="{BB962C8B-B14F-4D97-AF65-F5344CB8AC3E}">
        <p14:creationId xmlns:p14="http://schemas.microsoft.com/office/powerpoint/2010/main" val="941047463"/>
      </p:ext>
    </p:extLst>
  </p:cSld>
  <p:clrMapOvr>
    <a:masterClrMapping/>
  </p:clrMapOvr>
</p:notes>
</file>

<file path=ppt/notesSlides/notesSlide1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1568</a:t>
            </a:fld>
            <a:endParaRPr lang="en-US" dirty="0"/>
          </a:p>
        </p:txBody>
      </p:sp>
    </p:spTree>
    <p:extLst>
      <p:ext uri="{BB962C8B-B14F-4D97-AF65-F5344CB8AC3E}">
        <p14:creationId xmlns:p14="http://schemas.microsoft.com/office/powerpoint/2010/main" val="1354041652"/>
      </p:ext>
    </p:extLst>
  </p:cSld>
  <p:clrMapOvr>
    <a:masterClrMapping/>
  </p:clrMapOvr>
</p:notes>
</file>

<file path=ppt/notesSlides/notesSlide1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1569</a:t>
            </a:fld>
            <a:endParaRPr lang="en-US" dirty="0"/>
          </a:p>
        </p:txBody>
      </p:sp>
    </p:spTree>
    <p:extLst>
      <p:ext uri="{BB962C8B-B14F-4D97-AF65-F5344CB8AC3E}">
        <p14:creationId xmlns:p14="http://schemas.microsoft.com/office/powerpoint/2010/main" val="4248754265"/>
      </p:ext>
    </p:extLst>
  </p:cSld>
  <p:clrMapOvr>
    <a:masterClrMapping/>
  </p:clrMapOvr>
</p:notes>
</file>

<file path=ppt/notesSlides/notesSlide1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1570</a:t>
            </a:fld>
            <a:endParaRPr lang="en-US" dirty="0"/>
          </a:p>
        </p:txBody>
      </p:sp>
    </p:spTree>
    <p:extLst>
      <p:ext uri="{BB962C8B-B14F-4D97-AF65-F5344CB8AC3E}">
        <p14:creationId xmlns:p14="http://schemas.microsoft.com/office/powerpoint/2010/main" val="2883826829"/>
      </p:ext>
    </p:extLst>
  </p:cSld>
  <p:clrMapOvr>
    <a:masterClrMapping/>
  </p:clrMapOvr>
</p:notes>
</file>

<file path=ppt/notesSlides/notesSlide1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1571</a:t>
            </a:fld>
            <a:endParaRPr lang="en-US" dirty="0"/>
          </a:p>
        </p:txBody>
      </p:sp>
    </p:spTree>
    <p:extLst>
      <p:ext uri="{BB962C8B-B14F-4D97-AF65-F5344CB8AC3E}">
        <p14:creationId xmlns:p14="http://schemas.microsoft.com/office/powerpoint/2010/main" val="1012858534"/>
      </p:ext>
    </p:extLst>
  </p:cSld>
  <p:clrMapOvr>
    <a:masterClrMapping/>
  </p:clrMapOvr>
</p:notes>
</file>

<file path=ppt/notesSlides/notesSlide1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1572</a:t>
            </a:fld>
            <a:endParaRPr lang="en-US" dirty="0"/>
          </a:p>
        </p:txBody>
      </p:sp>
    </p:spTree>
    <p:extLst>
      <p:ext uri="{BB962C8B-B14F-4D97-AF65-F5344CB8AC3E}">
        <p14:creationId xmlns:p14="http://schemas.microsoft.com/office/powerpoint/2010/main" val="3530975923"/>
      </p:ext>
    </p:extLst>
  </p:cSld>
  <p:clrMapOvr>
    <a:masterClrMapping/>
  </p:clrMapOvr>
</p:notes>
</file>

<file path=ppt/notesSlides/notesSlide1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1573</a:t>
            </a:fld>
            <a:endParaRPr lang="en-US" dirty="0"/>
          </a:p>
        </p:txBody>
      </p:sp>
    </p:spTree>
    <p:extLst>
      <p:ext uri="{BB962C8B-B14F-4D97-AF65-F5344CB8AC3E}">
        <p14:creationId xmlns:p14="http://schemas.microsoft.com/office/powerpoint/2010/main" val="679773704"/>
      </p:ext>
    </p:extLst>
  </p:cSld>
  <p:clrMapOvr>
    <a:masterClrMapping/>
  </p:clrMapOvr>
</p:notes>
</file>

<file path=ppt/notesSlides/notesSlide1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1574</a:t>
            </a:fld>
            <a:endParaRPr lang="en-US" dirty="0"/>
          </a:p>
        </p:txBody>
      </p:sp>
    </p:spTree>
    <p:extLst>
      <p:ext uri="{BB962C8B-B14F-4D97-AF65-F5344CB8AC3E}">
        <p14:creationId xmlns:p14="http://schemas.microsoft.com/office/powerpoint/2010/main" val="3191185299"/>
      </p:ext>
    </p:extLst>
  </p:cSld>
  <p:clrMapOvr>
    <a:masterClrMapping/>
  </p:clrMapOvr>
</p:notes>
</file>

<file path=ppt/notesSlides/notesSlide1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1575</a:t>
            </a:fld>
            <a:endParaRPr lang="en-US" dirty="0"/>
          </a:p>
        </p:txBody>
      </p:sp>
    </p:spTree>
    <p:extLst>
      <p:ext uri="{BB962C8B-B14F-4D97-AF65-F5344CB8AC3E}">
        <p14:creationId xmlns:p14="http://schemas.microsoft.com/office/powerpoint/2010/main" val="3771467923"/>
      </p:ext>
    </p:extLst>
  </p:cSld>
  <p:clrMapOvr>
    <a:masterClrMapping/>
  </p:clrMapOvr>
</p:notes>
</file>

<file path=ppt/notesSlides/notesSlide1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1576</a:t>
            </a:fld>
            <a:endParaRPr lang="en-US" dirty="0"/>
          </a:p>
        </p:txBody>
      </p:sp>
    </p:spTree>
    <p:extLst>
      <p:ext uri="{BB962C8B-B14F-4D97-AF65-F5344CB8AC3E}">
        <p14:creationId xmlns:p14="http://schemas.microsoft.com/office/powerpoint/2010/main" val="3731990975"/>
      </p:ext>
    </p:extLst>
  </p:cSld>
  <p:clrMapOvr>
    <a:masterClrMapping/>
  </p:clrMapOvr>
</p:notes>
</file>

<file path=ppt/notesSlides/notesSlide1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1577</a:t>
            </a:fld>
            <a:endParaRPr lang="en-US" dirty="0"/>
          </a:p>
        </p:txBody>
      </p:sp>
    </p:spTree>
    <p:extLst>
      <p:ext uri="{BB962C8B-B14F-4D97-AF65-F5344CB8AC3E}">
        <p14:creationId xmlns:p14="http://schemas.microsoft.com/office/powerpoint/2010/main" val="3461659441"/>
      </p:ext>
    </p:extLst>
  </p:cSld>
  <p:clrMapOvr>
    <a:masterClrMapping/>
  </p:clrMapOvr>
</p:notes>
</file>

<file path=ppt/notesSlides/notesSlide1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1578</a:t>
            </a:fld>
            <a:endParaRPr lang="en-US" dirty="0"/>
          </a:p>
        </p:txBody>
      </p:sp>
    </p:spTree>
    <p:extLst>
      <p:ext uri="{BB962C8B-B14F-4D97-AF65-F5344CB8AC3E}">
        <p14:creationId xmlns:p14="http://schemas.microsoft.com/office/powerpoint/2010/main" val="1321680823"/>
      </p:ext>
    </p:extLst>
  </p:cSld>
  <p:clrMapOvr>
    <a:masterClrMapping/>
  </p:clrMapOvr>
</p:notes>
</file>

<file path=ppt/notesSlides/notesSlide1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1579</a:t>
            </a:fld>
            <a:endParaRPr lang="en-US" dirty="0"/>
          </a:p>
        </p:txBody>
      </p:sp>
    </p:spTree>
    <p:extLst>
      <p:ext uri="{BB962C8B-B14F-4D97-AF65-F5344CB8AC3E}">
        <p14:creationId xmlns:p14="http://schemas.microsoft.com/office/powerpoint/2010/main" val="420110971"/>
      </p:ext>
    </p:extLst>
  </p:cSld>
  <p:clrMapOvr>
    <a:masterClrMapping/>
  </p:clrMapOvr>
</p:notes>
</file>

<file path=ppt/notesSlides/notesSlide1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1580</a:t>
            </a:fld>
            <a:endParaRPr lang="en-US" dirty="0"/>
          </a:p>
        </p:txBody>
      </p:sp>
    </p:spTree>
    <p:extLst>
      <p:ext uri="{BB962C8B-B14F-4D97-AF65-F5344CB8AC3E}">
        <p14:creationId xmlns:p14="http://schemas.microsoft.com/office/powerpoint/2010/main" val="1479068927"/>
      </p:ext>
    </p:extLst>
  </p:cSld>
  <p:clrMapOvr>
    <a:masterClrMapping/>
  </p:clrMapOvr>
</p:notes>
</file>

<file path=ppt/notesSlides/notesSlide1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1581</a:t>
            </a:fld>
            <a:endParaRPr lang="en-US" dirty="0"/>
          </a:p>
        </p:txBody>
      </p:sp>
    </p:spTree>
    <p:extLst>
      <p:ext uri="{BB962C8B-B14F-4D97-AF65-F5344CB8AC3E}">
        <p14:creationId xmlns:p14="http://schemas.microsoft.com/office/powerpoint/2010/main" val="3879706295"/>
      </p:ext>
    </p:extLst>
  </p:cSld>
  <p:clrMapOvr>
    <a:masterClrMapping/>
  </p:clrMapOvr>
</p:notes>
</file>

<file path=ppt/notesSlides/notesSlide1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1582</a:t>
            </a:fld>
            <a:endParaRPr lang="en-US" dirty="0"/>
          </a:p>
        </p:txBody>
      </p:sp>
    </p:spTree>
    <p:extLst>
      <p:ext uri="{BB962C8B-B14F-4D97-AF65-F5344CB8AC3E}">
        <p14:creationId xmlns:p14="http://schemas.microsoft.com/office/powerpoint/2010/main" val="718427403"/>
      </p:ext>
    </p:extLst>
  </p:cSld>
  <p:clrMapOvr>
    <a:masterClrMapping/>
  </p:clrMapOvr>
</p:notes>
</file>

<file path=ppt/notesSlides/notesSlide1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1583</a:t>
            </a:fld>
            <a:endParaRPr lang="en-US" dirty="0"/>
          </a:p>
        </p:txBody>
      </p:sp>
    </p:spTree>
    <p:extLst>
      <p:ext uri="{BB962C8B-B14F-4D97-AF65-F5344CB8AC3E}">
        <p14:creationId xmlns:p14="http://schemas.microsoft.com/office/powerpoint/2010/main" val="1597649182"/>
      </p:ext>
    </p:extLst>
  </p:cSld>
  <p:clrMapOvr>
    <a:masterClrMapping/>
  </p:clrMapOvr>
</p:notes>
</file>

<file path=ppt/notesSlides/notesSlide1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1584</a:t>
            </a:fld>
            <a:endParaRPr lang="en-US" dirty="0"/>
          </a:p>
        </p:txBody>
      </p:sp>
    </p:spTree>
    <p:extLst>
      <p:ext uri="{BB962C8B-B14F-4D97-AF65-F5344CB8AC3E}">
        <p14:creationId xmlns:p14="http://schemas.microsoft.com/office/powerpoint/2010/main" val="3062791364"/>
      </p:ext>
    </p:extLst>
  </p:cSld>
  <p:clrMapOvr>
    <a:masterClrMapping/>
  </p:clrMapOvr>
</p:notes>
</file>

<file path=ppt/notesSlides/notesSlide1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1585</a:t>
            </a:fld>
            <a:endParaRPr lang="en-US" dirty="0"/>
          </a:p>
        </p:txBody>
      </p:sp>
    </p:spTree>
    <p:extLst>
      <p:ext uri="{BB962C8B-B14F-4D97-AF65-F5344CB8AC3E}">
        <p14:creationId xmlns:p14="http://schemas.microsoft.com/office/powerpoint/2010/main" val="2529962579"/>
      </p:ext>
    </p:extLst>
  </p:cSld>
  <p:clrMapOvr>
    <a:masterClrMapping/>
  </p:clrMapOvr>
</p:notes>
</file>

<file path=ppt/notesSlides/notesSlide1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1586</a:t>
            </a:fld>
            <a:endParaRPr lang="en-US" dirty="0"/>
          </a:p>
        </p:txBody>
      </p:sp>
    </p:spTree>
    <p:extLst>
      <p:ext uri="{BB962C8B-B14F-4D97-AF65-F5344CB8AC3E}">
        <p14:creationId xmlns:p14="http://schemas.microsoft.com/office/powerpoint/2010/main" val="3425971184"/>
      </p:ext>
    </p:extLst>
  </p:cSld>
  <p:clrMapOvr>
    <a:masterClrMapping/>
  </p:clrMapOvr>
</p:notes>
</file>

<file path=ppt/notesSlides/notesSlide1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1587</a:t>
            </a:fld>
            <a:endParaRPr lang="en-US" dirty="0"/>
          </a:p>
        </p:txBody>
      </p:sp>
    </p:spTree>
    <p:extLst>
      <p:ext uri="{BB962C8B-B14F-4D97-AF65-F5344CB8AC3E}">
        <p14:creationId xmlns:p14="http://schemas.microsoft.com/office/powerpoint/2010/main" val="388710624"/>
      </p:ext>
    </p:extLst>
  </p:cSld>
  <p:clrMapOvr>
    <a:masterClrMapping/>
  </p:clrMapOvr>
</p:notes>
</file>

<file path=ppt/notesSlides/notesSlide1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1588</a:t>
            </a:fld>
            <a:endParaRPr lang="en-US" dirty="0"/>
          </a:p>
        </p:txBody>
      </p:sp>
    </p:spTree>
    <p:extLst>
      <p:ext uri="{BB962C8B-B14F-4D97-AF65-F5344CB8AC3E}">
        <p14:creationId xmlns:p14="http://schemas.microsoft.com/office/powerpoint/2010/main" val="1163985400"/>
      </p:ext>
    </p:extLst>
  </p:cSld>
  <p:clrMapOvr>
    <a:masterClrMapping/>
  </p:clrMapOvr>
</p:notes>
</file>

<file path=ppt/notesSlides/notesSlide1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1589</a:t>
            </a:fld>
            <a:endParaRPr lang="en-US" dirty="0"/>
          </a:p>
        </p:txBody>
      </p:sp>
    </p:spTree>
    <p:extLst>
      <p:ext uri="{BB962C8B-B14F-4D97-AF65-F5344CB8AC3E}">
        <p14:creationId xmlns:p14="http://schemas.microsoft.com/office/powerpoint/2010/main" val="2374940020"/>
      </p:ext>
    </p:extLst>
  </p:cSld>
  <p:clrMapOvr>
    <a:masterClrMapping/>
  </p:clrMapOvr>
</p:notes>
</file>

<file path=ppt/notesSlides/notesSlide1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1590</a:t>
            </a:fld>
            <a:endParaRPr lang="en-US" dirty="0"/>
          </a:p>
        </p:txBody>
      </p:sp>
    </p:spTree>
    <p:extLst>
      <p:ext uri="{BB962C8B-B14F-4D97-AF65-F5344CB8AC3E}">
        <p14:creationId xmlns:p14="http://schemas.microsoft.com/office/powerpoint/2010/main" val="1718622707"/>
      </p:ext>
    </p:extLst>
  </p:cSld>
  <p:clrMapOvr>
    <a:masterClrMapping/>
  </p:clrMapOvr>
</p:notes>
</file>

<file path=ppt/notesSlides/notesSlide1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1591</a:t>
            </a:fld>
            <a:endParaRPr lang="en-US" dirty="0"/>
          </a:p>
        </p:txBody>
      </p:sp>
    </p:spTree>
    <p:extLst>
      <p:ext uri="{BB962C8B-B14F-4D97-AF65-F5344CB8AC3E}">
        <p14:creationId xmlns:p14="http://schemas.microsoft.com/office/powerpoint/2010/main" val="2989851027"/>
      </p:ext>
    </p:extLst>
  </p:cSld>
  <p:clrMapOvr>
    <a:masterClrMapping/>
  </p:clrMapOvr>
</p:notes>
</file>

<file path=ppt/notesSlides/notesSlide1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1592</a:t>
            </a:fld>
            <a:endParaRPr lang="en-US" dirty="0"/>
          </a:p>
        </p:txBody>
      </p:sp>
    </p:spTree>
    <p:extLst>
      <p:ext uri="{BB962C8B-B14F-4D97-AF65-F5344CB8AC3E}">
        <p14:creationId xmlns:p14="http://schemas.microsoft.com/office/powerpoint/2010/main" val="1532909672"/>
      </p:ext>
    </p:extLst>
  </p:cSld>
  <p:clrMapOvr>
    <a:masterClrMapping/>
  </p:clrMapOvr>
</p:notes>
</file>

<file path=ppt/notesSlides/notesSlide1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1593</a:t>
            </a:fld>
            <a:endParaRPr lang="en-US" dirty="0"/>
          </a:p>
        </p:txBody>
      </p:sp>
    </p:spTree>
    <p:extLst>
      <p:ext uri="{BB962C8B-B14F-4D97-AF65-F5344CB8AC3E}">
        <p14:creationId xmlns:p14="http://schemas.microsoft.com/office/powerpoint/2010/main" val="2957234565"/>
      </p:ext>
    </p:extLst>
  </p:cSld>
  <p:clrMapOvr>
    <a:masterClrMapping/>
  </p:clrMapOvr>
</p:notes>
</file>

<file path=ppt/notesSlides/notesSlide1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1594</a:t>
            </a:fld>
            <a:endParaRPr lang="en-US" dirty="0"/>
          </a:p>
        </p:txBody>
      </p:sp>
    </p:spTree>
    <p:extLst>
      <p:ext uri="{BB962C8B-B14F-4D97-AF65-F5344CB8AC3E}">
        <p14:creationId xmlns:p14="http://schemas.microsoft.com/office/powerpoint/2010/main" val="2268751876"/>
      </p:ext>
    </p:extLst>
  </p:cSld>
  <p:clrMapOvr>
    <a:masterClrMapping/>
  </p:clrMapOvr>
</p:notes>
</file>

<file path=ppt/notesSlides/notesSlide1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1595</a:t>
            </a:fld>
            <a:endParaRPr lang="en-US" dirty="0"/>
          </a:p>
        </p:txBody>
      </p:sp>
    </p:spTree>
    <p:extLst>
      <p:ext uri="{BB962C8B-B14F-4D97-AF65-F5344CB8AC3E}">
        <p14:creationId xmlns:p14="http://schemas.microsoft.com/office/powerpoint/2010/main" val="4006680918"/>
      </p:ext>
    </p:extLst>
  </p:cSld>
  <p:clrMapOvr>
    <a:masterClrMapping/>
  </p:clrMapOvr>
</p:notes>
</file>

<file path=ppt/notesSlides/notesSlide1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1596</a:t>
            </a:fld>
            <a:endParaRPr lang="en-US" dirty="0"/>
          </a:p>
        </p:txBody>
      </p:sp>
    </p:spTree>
    <p:extLst>
      <p:ext uri="{BB962C8B-B14F-4D97-AF65-F5344CB8AC3E}">
        <p14:creationId xmlns:p14="http://schemas.microsoft.com/office/powerpoint/2010/main" val="2445715841"/>
      </p:ext>
    </p:extLst>
  </p:cSld>
  <p:clrMapOvr>
    <a:masterClrMapping/>
  </p:clrMapOvr>
</p:notes>
</file>

<file path=ppt/notesSlides/notesSlide1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1597</a:t>
            </a:fld>
            <a:endParaRPr lang="en-US" dirty="0"/>
          </a:p>
        </p:txBody>
      </p:sp>
    </p:spTree>
    <p:extLst>
      <p:ext uri="{BB962C8B-B14F-4D97-AF65-F5344CB8AC3E}">
        <p14:creationId xmlns:p14="http://schemas.microsoft.com/office/powerpoint/2010/main" val="2926352646"/>
      </p:ext>
    </p:extLst>
  </p:cSld>
  <p:clrMapOvr>
    <a:masterClrMapping/>
  </p:clrMapOvr>
</p:notes>
</file>

<file path=ppt/notesSlides/notesSlide1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1598</a:t>
            </a:fld>
            <a:endParaRPr lang="en-US" dirty="0"/>
          </a:p>
        </p:txBody>
      </p:sp>
    </p:spTree>
    <p:extLst>
      <p:ext uri="{BB962C8B-B14F-4D97-AF65-F5344CB8AC3E}">
        <p14:creationId xmlns:p14="http://schemas.microsoft.com/office/powerpoint/2010/main" val="186959052"/>
      </p:ext>
    </p:extLst>
  </p:cSld>
  <p:clrMapOvr>
    <a:masterClrMapping/>
  </p:clrMapOvr>
</p:notes>
</file>

<file path=ppt/notesSlides/notesSlide1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1599</a:t>
            </a:fld>
            <a:endParaRPr lang="en-US" dirty="0"/>
          </a:p>
        </p:txBody>
      </p:sp>
    </p:spTree>
    <p:extLst>
      <p:ext uri="{BB962C8B-B14F-4D97-AF65-F5344CB8AC3E}">
        <p14:creationId xmlns:p14="http://schemas.microsoft.com/office/powerpoint/2010/main" val="1184578475"/>
      </p:ext>
    </p:extLst>
  </p:cSld>
  <p:clrMapOvr>
    <a:masterClrMapping/>
  </p:clrMapOvr>
</p:notes>
</file>

<file path=ppt/notesSlides/notesSlide1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1600</a:t>
            </a:fld>
            <a:endParaRPr lang="en-US" dirty="0"/>
          </a:p>
        </p:txBody>
      </p:sp>
    </p:spTree>
    <p:extLst>
      <p:ext uri="{BB962C8B-B14F-4D97-AF65-F5344CB8AC3E}">
        <p14:creationId xmlns:p14="http://schemas.microsoft.com/office/powerpoint/2010/main" val="1524198605"/>
      </p:ext>
    </p:extLst>
  </p:cSld>
  <p:clrMapOvr>
    <a:masterClrMapping/>
  </p:clrMapOvr>
</p:notes>
</file>

<file path=ppt/notesSlides/notesSlide1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1601</a:t>
            </a:fld>
            <a:endParaRPr lang="en-US" dirty="0"/>
          </a:p>
        </p:txBody>
      </p:sp>
    </p:spTree>
    <p:extLst>
      <p:ext uri="{BB962C8B-B14F-4D97-AF65-F5344CB8AC3E}">
        <p14:creationId xmlns:p14="http://schemas.microsoft.com/office/powerpoint/2010/main" val="3800712807"/>
      </p:ext>
    </p:extLst>
  </p:cSld>
  <p:clrMapOvr>
    <a:masterClrMapping/>
  </p:clrMapOvr>
</p:notes>
</file>

<file path=ppt/notesSlides/notesSlide1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1602</a:t>
            </a:fld>
            <a:endParaRPr lang="en-US" dirty="0"/>
          </a:p>
        </p:txBody>
      </p:sp>
    </p:spTree>
    <p:extLst>
      <p:ext uri="{BB962C8B-B14F-4D97-AF65-F5344CB8AC3E}">
        <p14:creationId xmlns:p14="http://schemas.microsoft.com/office/powerpoint/2010/main" val="563485044"/>
      </p:ext>
    </p:extLst>
  </p:cSld>
  <p:clrMapOvr>
    <a:masterClrMapping/>
  </p:clrMapOvr>
</p:notes>
</file>

<file path=ppt/notesSlides/notesSlide1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1603</a:t>
            </a:fld>
            <a:endParaRPr lang="en-US" dirty="0"/>
          </a:p>
        </p:txBody>
      </p:sp>
    </p:spTree>
    <p:extLst>
      <p:ext uri="{BB962C8B-B14F-4D97-AF65-F5344CB8AC3E}">
        <p14:creationId xmlns:p14="http://schemas.microsoft.com/office/powerpoint/2010/main" val="3960438551"/>
      </p:ext>
    </p:extLst>
  </p:cSld>
  <p:clrMapOvr>
    <a:masterClrMapping/>
  </p:clrMapOvr>
</p:notes>
</file>

<file path=ppt/notesSlides/notesSlide1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1604</a:t>
            </a:fld>
            <a:endParaRPr lang="en-US" dirty="0"/>
          </a:p>
        </p:txBody>
      </p:sp>
    </p:spTree>
    <p:extLst>
      <p:ext uri="{BB962C8B-B14F-4D97-AF65-F5344CB8AC3E}">
        <p14:creationId xmlns:p14="http://schemas.microsoft.com/office/powerpoint/2010/main" val="141860922"/>
      </p:ext>
    </p:extLst>
  </p:cSld>
  <p:clrMapOvr>
    <a:masterClrMapping/>
  </p:clrMapOvr>
</p:notes>
</file>

<file path=ppt/notesSlides/notesSlide1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1605</a:t>
            </a:fld>
            <a:endParaRPr lang="en-US" dirty="0"/>
          </a:p>
        </p:txBody>
      </p:sp>
    </p:spTree>
    <p:extLst>
      <p:ext uri="{BB962C8B-B14F-4D97-AF65-F5344CB8AC3E}">
        <p14:creationId xmlns:p14="http://schemas.microsoft.com/office/powerpoint/2010/main" val="3453942304"/>
      </p:ext>
    </p:extLst>
  </p:cSld>
  <p:clrMapOvr>
    <a:masterClrMapping/>
  </p:clrMapOvr>
</p:notes>
</file>

<file path=ppt/notesSlides/notesSlide1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1606</a:t>
            </a:fld>
            <a:endParaRPr lang="en-US" dirty="0"/>
          </a:p>
        </p:txBody>
      </p:sp>
    </p:spTree>
    <p:extLst>
      <p:ext uri="{BB962C8B-B14F-4D97-AF65-F5344CB8AC3E}">
        <p14:creationId xmlns:p14="http://schemas.microsoft.com/office/powerpoint/2010/main" val="178533898"/>
      </p:ext>
    </p:extLst>
  </p:cSld>
  <p:clrMapOvr>
    <a:masterClrMapping/>
  </p:clrMapOvr>
</p:notes>
</file>

<file path=ppt/notesSlides/notesSlide1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1607</a:t>
            </a:fld>
            <a:endParaRPr lang="en-US" dirty="0"/>
          </a:p>
        </p:txBody>
      </p:sp>
    </p:spTree>
    <p:extLst>
      <p:ext uri="{BB962C8B-B14F-4D97-AF65-F5344CB8AC3E}">
        <p14:creationId xmlns:p14="http://schemas.microsoft.com/office/powerpoint/2010/main" val="1225215471"/>
      </p:ext>
    </p:extLst>
  </p:cSld>
  <p:clrMapOvr>
    <a:masterClrMapping/>
  </p:clrMapOvr>
</p:notes>
</file>

<file path=ppt/notesSlides/notesSlide1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1608</a:t>
            </a:fld>
            <a:endParaRPr lang="en-US" dirty="0"/>
          </a:p>
        </p:txBody>
      </p:sp>
    </p:spTree>
    <p:extLst>
      <p:ext uri="{BB962C8B-B14F-4D97-AF65-F5344CB8AC3E}">
        <p14:creationId xmlns:p14="http://schemas.microsoft.com/office/powerpoint/2010/main" val="5774978"/>
      </p:ext>
    </p:extLst>
  </p:cSld>
  <p:clrMapOvr>
    <a:masterClrMapping/>
  </p:clrMapOvr>
</p:notes>
</file>

<file path=ppt/notesSlides/notesSlide1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1609</a:t>
            </a:fld>
            <a:endParaRPr lang="en-US" dirty="0"/>
          </a:p>
        </p:txBody>
      </p:sp>
    </p:spTree>
    <p:extLst>
      <p:ext uri="{BB962C8B-B14F-4D97-AF65-F5344CB8AC3E}">
        <p14:creationId xmlns:p14="http://schemas.microsoft.com/office/powerpoint/2010/main" val="3869956557"/>
      </p:ext>
    </p:extLst>
  </p:cSld>
  <p:clrMapOvr>
    <a:masterClrMapping/>
  </p:clrMapOvr>
</p:notes>
</file>

<file path=ppt/notesSlides/notesSlide1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1610</a:t>
            </a:fld>
            <a:endParaRPr lang="en-US" dirty="0"/>
          </a:p>
        </p:txBody>
      </p:sp>
    </p:spTree>
    <p:extLst>
      <p:ext uri="{BB962C8B-B14F-4D97-AF65-F5344CB8AC3E}">
        <p14:creationId xmlns:p14="http://schemas.microsoft.com/office/powerpoint/2010/main" val="1423803912"/>
      </p:ext>
    </p:extLst>
  </p:cSld>
  <p:clrMapOvr>
    <a:masterClrMapping/>
  </p:clrMapOvr>
</p:notes>
</file>

<file path=ppt/notesSlides/notesSlide1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1611</a:t>
            </a:fld>
            <a:endParaRPr lang="en-US" dirty="0"/>
          </a:p>
        </p:txBody>
      </p:sp>
    </p:spTree>
    <p:extLst>
      <p:ext uri="{BB962C8B-B14F-4D97-AF65-F5344CB8AC3E}">
        <p14:creationId xmlns:p14="http://schemas.microsoft.com/office/powerpoint/2010/main" val="899034030"/>
      </p:ext>
    </p:extLst>
  </p:cSld>
  <p:clrMapOvr>
    <a:masterClrMapping/>
  </p:clrMapOvr>
</p:notes>
</file>

<file path=ppt/notesSlides/notesSlide1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1612</a:t>
            </a:fld>
            <a:endParaRPr lang="en-US" dirty="0"/>
          </a:p>
        </p:txBody>
      </p:sp>
    </p:spTree>
    <p:extLst>
      <p:ext uri="{BB962C8B-B14F-4D97-AF65-F5344CB8AC3E}">
        <p14:creationId xmlns:p14="http://schemas.microsoft.com/office/powerpoint/2010/main" val="2125567905"/>
      </p:ext>
    </p:extLst>
  </p:cSld>
  <p:clrMapOvr>
    <a:masterClrMapping/>
  </p:clrMapOvr>
</p:notes>
</file>

<file path=ppt/notesSlides/notesSlide1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1613</a:t>
            </a:fld>
            <a:endParaRPr lang="en-US" dirty="0"/>
          </a:p>
        </p:txBody>
      </p:sp>
    </p:spTree>
    <p:extLst>
      <p:ext uri="{BB962C8B-B14F-4D97-AF65-F5344CB8AC3E}">
        <p14:creationId xmlns:p14="http://schemas.microsoft.com/office/powerpoint/2010/main" val="3694057547"/>
      </p:ext>
    </p:extLst>
  </p:cSld>
  <p:clrMapOvr>
    <a:masterClrMapping/>
  </p:clrMapOvr>
</p:notes>
</file>

<file path=ppt/notesSlides/notesSlide1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1614</a:t>
            </a:fld>
            <a:endParaRPr lang="en-US" dirty="0"/>
          </a:p>
        </p:txBody>
      </p:sp>
    </p:spTree>
    <p:extLst>
      <p:ext uri="{BB962C8B-B14F-4D97-AF65-F5344CB8AC3E}">
        <p14:creationId xmlns:p14="http://schemas.microsoft.com/office/powerpoint/2010/main" val="3701863692"/>
      </p:ext>
    </p:extLst>
  </p:cSld>
  <p:clrMapOvr>
    <a:masterClrMapping/>
  </p:clrMapOvr>
</p:notes>
</file>

<file path=ppt/notesSlides/notesSlide1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1615</a:t>
            </a:fld>
            <a:endParaRPr lang="en-US" dirty="0"/>
          </a:p>
        </p:txBody>
      </p:sp>
    </p:spTree>
    <p:extLst>
      <p:ext uri="{BB962C8B-B14F-4D97-AF65-F5344CB8AC3E}">
        <p14:creationId xmlns:p14="http://schemas.microsoft.com/office/powerpoint/2010/main" val="763683101"/>
      </p:ext>
    </p:extLst>
  </p:cSld>
  <p:clrMapOvr>
    <a:masterClrMapping/>
  </p:clrMapOvr>
</p:notes>
</file>

<file path=ppt/notesSlides/notesSlide1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1616</a:t>
            </a:fld>
            <a:endParaRPr lang="en-US" dirty="0"/>
          </a:p>
        </p:txBody>
      </p:sp>
    </p:spTree>
    <p:extLst>
      <p:ext uri="{BB962C8B-B14F-4D97-AF65-F5344CB8AC3E}">
        <p14:creationId xmlns:p14="http://schemas.microsoft.com/office/powerpoint/2010/main" val="3608922214"/>
      </p:ext>
    </p:extLst>
  </p:cSld>
  <p:clrMapOvr>
    <a:masterClrMapping/>
  </p:clrMapOvr>
</p:notes>
</file>

<file path=ppt/notesSlides/notesSlide1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1617</a:t>
            </a:fld>
            <a:endParaRPr lang="en-US" dirty="0"/>
          </a:p>
        </p:txBody>
      </p:sp>
    </p:spTree>
    <p:extLst>
      <p:ext uri="{BB962C8B-B14F-4D97-AF65-F5344CB8AC3E}">
        <p14:creationId xmlns:p14="http://schemas.microsoft.com/office/powerpoint/2010/main" val="2866109651"/>
      </p:ext>
    </p:extLst>
  </p:cSld>
  <p:clrMapOvr>
    <a:masterClrMapping/>
  </p:clrMapOvr>
</p:notes>
</file>

<file path=ppt/notesSlides/notesSlide1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1618</a:t>
            </a:fld>
            <a:endParaRPr lang="en-US" dirty="0"/>
          </a:p>
        </p:txBody>
      </p:sp>
    </p:spTree>
    <p:extLst>
      <p:ext uri="{BB962C8B-B14F-4D97-AF65-F5344CB8AC3E}">
        <p14:creationId xmlns:p14="http://schemas.microsoft.com/office/powerpoint/2010/main" val="778202884"/>
      </p:ext>
    </p:extLst>
  </p:cSld>
  <p:clrMapOvr>
    <a:masterClrMapping/>
  </p:clrMapOvr>
</p:notes>
</file>

<file path=ppt/notesSlides/notesSlide1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1619</a:t>
            </a:fld>
            <a:endParaRPr lang="en-US" dirty="0"/>
          </a:p>
        </p:txBody>
      </p:sp>
    </p:spTree>
    <p:extLst>
      <p:ext uri="{BB962C8B-B14F-4D97-AF65-F5344CB8AC3E}">
        <p14:creationId xmlns:p14="http://schemas.microsoft.com/office/powerpoint/2010/main" val="2967455810"/>
      </p:ext>
    </p:extLst>
  </p:cSld>
  <p:clrMapOvr>
    <a:masterClrMapping/>
  </p:clrMapOvr>
</p:notes>
</file>

<file path=ppt/notesSlides/notesSlide1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1620</a:t>
            </a:fld>
            <a:endParaRPr lang="en-US" dirty="0"/>
          </a:p>
        </p:txBody>
      </p:sp>
    </p:spTree>
    <p:extLst>
      <p:ext uri="{BB962C8B-B14F-4D97-AF65-F5344CB8AC3E}">
        <p14:creationId xmlns:p14="http://schemas.microsoft.com/office/powerpoint/2010/main" val="1920701387"/>
      </p:ext>
    </p:extLst>
  </p:cSld>
  <p:clrMapOvr>
    <a:masterClrMapping/>
  </p:clrMapOvr>
</p:notes>
</file>

<file path=ppt/notesSlides/notesSlide1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1621</a:t>
            </a:fld>
            <a:endParaRPr lang="en-US" dirty="0"/>
          </a:p>
        </p:txBody>
      </p:sp>
    </p:spTree>
    <p:extLst>
      <p:ext uri="{BB962C8B-B14F-4D97-AF65-F5344CB8AC3E}">
        <p14:creationId xmlns:p14="http://schemas.microsoft.com/office/powerpoint/2010/main" val="3198961303"/>
      </p:ext>
    </p:extLst>
  </p:cSld>
  <p:clrMapOvr>
    <a:masterClrMapping/>
  </p:clrMapOvr>
</p:notes>
</file>

<file path=ppt/notesSlides/notesSlide1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1622</a:t>
            </a:fld>
            <a:endParaRPr lang="en-US" dirty="0"/>
          </a:p>
        </p:txBody>
      </p:sp>
    </p:spTree>
    <p:extLst>
      <p:ext uri="{BB962C8B-B14F-4D97-AF65-F5344CB8AC3E}">
        <p14:creationId xmlns:p14="http://schemas.microsoft.com/office/powerpoint/2010/main" val="748500706"/>
      </p:ext>
    </p:extLst>
  </p:cSld>
  <p:clrMapOvr>
    <a:masterClrMapping/>
  </p:clrMapOvr>
</p:notes>
</file>

<file path=ppt/notesSlides/notesSlide1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1623</a:t>
            </a:fld>
            <a:endParaRPr lang="en-US" dirty="0"/>
          </a:p>
        </p:txBody>
      </p:sp>
    </p:spTree>
    <p:extLst>
      <p:ext uri="{BB962C8B-B14F-4D97-AF65-F5344CB8AC3E}">
        <p14:creationId xmlns:p14="http://schemas.microsoft.com/office/powerpoint/2010/main" val="2565648935"/>
      </p:ext>
    </p:extLst>
  </p:cSld>
  <p:clrMapOvr>
    <a:masterClrMapping/>
  </p:clrMapOvr>
</p:notes>
</file>

<file path=ppt/notesSlides/notesSlide1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1624</a:t>
            </a:fld>
            <a:endParaRPr lang="en-US" dirty="0"/>
          </a:p>
        </p:txBody>
      </p:sp>
    </p:spTree>
    <p:extLst>
      <p:ext uri="{BB962C8B-B14F-4D97-AF65-F5344CB8AC3E}">
        <p14:creationId xmlns:p14="http://schemas.microsoft.com/office/powerpoint/2010/main" val="30254158"/>
      </p:ext>
    </p:extLst>
  </p:cSld>
  <p:clrMapOvr>
    <a:masterClrMapping/>
  </p:clrMapOvr>
</p:notes>
</file>

<file path=ppt/notesSlides/notesSlide1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1625</a:t>
            </a:fld>
            <a:endParaRPr lang="en-US" dirty="0"/>
          </a:p>
        </p:txBody>
      </p:sp>
    </p:spTree>
    <p:extLst>
      <p:ext uri="{BB962C8B-B14F-4D97-AF65-F5344CB8AC3E}">
        <p14:creationId xmlns:p14="http://schemas.microsoft.com/office/powerpoint/2010/main" val="2465206383"/>
      </p:ext>
    </p:extLst>
  </p:cSld>
  <p:clrMapOvr>
    <a:masterClrMapping/>
  </p:clrMapOvr>
</p:notes>
</file>

<file path=ppt/notesSlides/notesSlide1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1626</a:t>
            </a:fld>
            <a:endParaRPr lang="en-US" dirty="0"/>
          </a:p>
        </p:txBody>
      </p:sp>
    </p:spTree>
    <p:extLst>
      <p:ext uri="{BB962C8B-B14F-4D97-AF65-F5344CB8AC3E}">
        <p14:creationId xmlns:p14="http://schemas.microsoft.com/office/powerpoint/2010/main" val="1235573375"/>
      </p:ext>
    </p:extLst>
  </p:cSld>
  <p:clrMapOvr>
    <a:masterClrMapping/>
  </p:clrMapOvr>
</p:notes>
</file>

<file path=ppt/notesSlides/notesSlide1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1627</a:t>
            </a:fld>
            <a:endParaRPr lang="en-US" dirty="0"/>
          </a:p>
        </p:txBody>
      </p:sp>
    </p:spTree>
    <p:extLst>
      <p:ext uri="{BB962C8B-B14F-4D97-AF65-F5344CB8AC3E}">
        <p14:creationId xmlns:p14="http://schemas.microsoft.com/office/powerpoint/2010/main" val="3563021999"/>
      </p:ext>
    </p:extLst>
  </p:cSld>
  <p:clrMapOvr>
    <a:masterClrMapping/>
  </p:clrMapOvr>
</p:notes>
</file>

<file path=ppt/notesSlides/notesSlide1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1628</a:t>
            </a:fld>
            <a:endParaRPr lang="en-US" dirty="0"/>
          </a:p>
        </p:txBody>
      </p:sp>
    </p:spTree>
    <p:extLst>
      <p:ext uri="{BB962C8B-B14F-4D97-AF65-F5344CB8AC3E}">
        <p14:creationId xmlns:p14="http://schemas.microsoft.com/office/powerpoint/2010/main" val="2480284221"/>
      </p:ext>
    </p:extLst>
  </p:cSld>
  <p:clrMapOvr>
    <a:masterClrMapping/>
  </p:clrMapOvr>
</p:notes>
</file>

<file path=ppt/notesSlides/notesSlide1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1629</a:t>
            </a:fld>
            <a:endParaRPr lang="en-US" dirty="0"/>
          </a:p>
        </p:txBody>
      </p:sp>
    </p:spTree>
    <p:extLst>
      <p:ext uri="{BB962C8B-B14F-4D97-AF65-F5344CB8AC3E}">
        <p14:creationId xmlns:p14="http://schemas.microsoft.com/office/powerpoint/2010/main" val="2320299861"/>
      </p:ext>
    </p:extLst>
  </p:cSld>
  <p:clrMapOvr>
    <a:masterClrMapping/>
  </p:clrMapOvr>
</p:notes>
</file>

<file path=ppt/notesSlides/notesSlide1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1630</a:t>
            </a:fld>
            <a:endParaRPr lang="en-US" dirty="0"/>
          </a:p>
        </p:txBody>
      </p:sp>
    </p:spTree>
    <p:extLst>
      <p:ext uri="{BB962C8B-B14F-4D97-AF65-F5344CB8AC3E}">
        <p14:creationId xmlns:p14="http://schemas.microsoft.com/office/powerpoint/2010/main" val="35311813"/>
      </p:ext>
    </p:extLst>
  </p:cSld>
  <p:clrMapOvr>
    <a:masterClrMapping/>
  </p:clrMapOvr>
</p:notes>
</file>

<file path=ppt/notesSlides/notesSlide1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1631</a:t>
            </a:fld>
            <a:endParaRPr lang="en-US" dirty="0"/>
          </a:p>
        </p:txBody>
      </p:sp>
    </p:spTree>
    <p:extLst>
      <p:ext uri="{BB962C8B-B14F-4D97-AF65-F5344CB8AC3E}">
        <p14:creationId xmlns:p14="http://schemas.microsoft.com/office/powerpoint/2010/main" val="2085659111"/>
      </p:ext>
    </p:extLst>
  </p:cSld>
  <p:clrMapOvr>
    <a:masterClrMapping/>
  </p:clrMapOvr>
</p:notes>
</file>

<file path=ppt/notesSlides/notesSlide1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1632</a:t>
            </a:fld>
            <a:endParaRPr lang="en-US" dirty="0"/>
          </a:p>
        </p:txBody>
      </p:sp>
    </p:spTree>
    <p:extLst>
      <p:ext uri="{BB962C8B-B14F-4D97-AF65-F5344CB8AC3E}">
        <p14:creationId xmlns:p14="http://schemas.microsoft.com/office/powerpoint/2010/main" val="4183838842"/>
      </p:ext>
    </p:extLst>
  </p:cSld>
  <p:clrMapOvr>
    <a:masterClrMapping/>
  </p:clrMapOvr>
</p:notes>
</file>

<file path=ppt/notesSlides/notesSlide1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1633</a:t>
            </a:fld>
            <a:endParaRPr lang="en-US" dirty="0"/>
          </a:p>
        </p:txBody>
      </p:sp>
    </p:spTree>
    <p:extLst>
      <p:ext uri="{BB962C8B-B14F-4D97-AF65-F5344CB8AC3E}">
        <p14:creationId xmlns:p14="http://schemas.microsoft.com/office/powerpoint/2010/main" val="1229774838"/>
      </p:ext>
    </p:extLst>
  </p:cSld>
  <p:clrMapOvr>
    <a:masterClrMapping/>
  </p:clrMapOvr>
</p:notes>
</file>

<file path=ppt/notesSlides/notesSlide1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1634</a:t>
            </a:fld>
            <a:endParaRPr lang="en-US" dirty="0"/>
          </a:p>
        </p:txBody>
      </p:sp>
    </p:spTree>
    <p:extLst>
      <p:ext uri="{BB962C8B-B14F-4D97-AF65-F5344CB8AC3E}">
        <p14:creationId xmlns:p14="http://schemas.microsoft.com/office/powerpoint/2010/main" val="201373379"/>
      </p:ext>
    </p:extLst>
  </p:cSld>
  <p:clrMapOvr>
    <a:masterClrMapping/>
  </p:clrMapOvr>
</p:notes>
</file>

<file path=ppt/notesSlides/notesSlide1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1635</a:t>
            </a:fld>
            <a:endParaRPr lang="en-US" dirty="0"/>
          </a:p>
        </p:txBody>
      </p:sp>
    </p:spTree>
    <p:extLst>
      <p:ext uri="{BB962C8B-B14F-4D97-AF65-F5344CB8AC3E}">
        <p14:creationId xmlns:p14="http://schemas.microsoft.com/office/powerpoint/2010/main" val="2901727645"/>
      </p:ext>
    </p:extLst>
  </p:cSld>
  <p:clrMapOvr>
    <a:masterClrMapping/>
  </p:clrMapOvr>
</p:notes>
</file>

<file path=ppt/notesSlides/notesSlide1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1636</a:t>
            </a:fld>
            <a:endParaRPr lang="en-US" dirty="0"/>
          </a:p>
        </p:txBody>
      </p:sp>
    </p:spTree>
    <p:extLst>
      <p:ext uri="{BB962C8B-B14F-4D97-AF65-F5344CB8AC3E}">
        <p14:creationId xmlns:p14="http://schemas.microsoft.com/office/powerpoint/2010/main" val="3576521955"/>
      </p:ext>
    </p:extLst>
  </p:cSld>
  <p:clrMapOvr>
    <a:masterClrMapping/>
  </p:clrMapOvr>
</p:notes>
</file>

<file path=ppt/notesSlides/notesSlide1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1637</a:t>
            </a:fld>
            <a:endParaRPr lang="en-US" dirty="0"/>
          </a:p>
        </p:txBody>
      </p:sp>
    </p:spTree>
    <p:extLst>
      <p:ext uri="{BB962C8B-B14F-4D97-AF65-F5344CB8AC3E}">
        <p14:creationId xmlns:p14="http://schemas.microsoft.com/office/powerpoint/2010/main" val="2717861136"/>
      </p:ext>
    </p:extLst>
  </p:cSld>
  <p:clrMapOvr>
    <a:masterClrMapping/>
  </p:clrMapOvr>
</p:notes>
</file>

<file path=ppt/notesSlides/notesSlide1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1638</a:t>
            </a:fld>
            <a:endParaRPr lang="en-US" dirty="0"/>
          </a:p>
        </p:txBody>
      </p:sp>
    </p:spTree>
    <p:extLst>
      <p:ext uri="{BB962C8B-B14F-4D97-AF65-F5344CB8AC3E}">
        <p14:creationId xmlns:p14="http://schemas.microsoft.com/office/powerpoint/2010/main" val="1151393001"/>
      </p:ext>
    </p:extLst>
  </p:cSld>
  <p:clrMapOvr>
    <a:masterClrMapping/>
  </p:clrMapOvr>
</p:notes>
</file>

<file path=ppt/notesSlides/notesSlide1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1639</a:t>
            </a:fld>
            <a:endParaRPr lang="en-US" dirty="0"/>
          </a:p>
        </p:txBody>
      </p:sp>
    </p:spTree>
    <p:extLst>
      <p:ext uri="{BB962C8B-B14F-4D97-AF65-F5344CB8AC3E}">
        <p14:creationId xmlns:p14="http://schemas.microsoft.com/office/powerpoint/2010/main" val="3465795465"/>
      </p:ext>
    </p:extLst>
  </p:cSld>
  <p:clrMapOvr>
    <a:masterClrMapping/>
  </p:clrMapOvr>
</p:notes>
</file>

<file path=ppt/notesSlides/notesSlide1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1640</a:t>
            </a:fld>
            <a:endParaRPr lang="en-US" dirty="0"/>
          </a:p>
        </p:txBody>
      </p:sp>
    </p:spTree>
    <p:extLst>
      <p:ext uri="{BB962C8B-B14F-4D97-AF65-F5344CB8AC3E}">
        <p14:creationId xmlns:p14="http://schemas.microsoft.com/office/powerpoint/2010/main" val="2172037681"/>
      </p:ext>
    </p:extLst>
  </p:cSld>
  <p:clrMapOvr>
    <a:masterClrMapping/>
  </p:clrMapOvr>
</p:notes>
</file>

<file path=ppt/notesSlides/notesSlide1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1641</a:t>
            </a:fld>
            <a:endParaRPr lang="en-US" dirty="0"/>
          </a:p>
        </p:txBody>
      </p:sp>
    </p:spTree>
    <p:extLst>
      <p:ext uri="{BB962C8B-B14F-4D97-AF65-F5344CB8AC3E}">
        <p14:creationId xmlns:p14="http://schemas.microsoft.com/office/powerpoint/2010/main" val="3488383750"/>
      </p:ext>
    </p:extLst>
  </p:cSld>
  <p:clrMapOvr>
    <a:masterClrMapping/>
  </p:clrMapOvr>
</p:notes>
</file>

<file path=ppt/notesSlides/notesSlide1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1642</a:t>
            </a:fld>
            <a:endParaRPr lang="en-US" dirty="0"/>
          </a:p>
        </p:txBody>
      </p:sp>
    </p:spTree>
    <p:extLst>
      <p:ext uri="{BB962C8B-B14F-4D97-AF65-F5344CB8AC3E}">
        <p14:creationId xmlns:p14="http://schemas.microsoft.com/office/powerpoint/2010/main" val="283078653"/>
      </p:ext>
    </p:extLst>
  </p:cSld>
  <p:clrMapOvr>
    <a:masterClrMapping/>
  </p:clrMapOvr>
</p:notes>
</file>

<file path=ppt/notesSlides/notesSlide1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1643</a:t>
            </a:fld>
            <a:endParaRPr lang="en-US" dirty="0"/>
          </a:p>
        </p:txBody>
      </p:sp>
    </p:spTree>
    <p:extLst>
      <p:ext uri="{BB962C8B-B14F-4D97-AF65-F5344CB8AC3E}">
        <p14:creationId xmlns:p14="http://schemas.microsoft.com/office/powerpoint/2010/main" val="1427288944"/>
      </p:ext>
    </p:extLst>
  </p:cSld>
  <p:clrMapOvr>
    <a:masterClrMapping/>
  </p:clrMapOvr>
</p:notes>
</file>

<file path=ppt/notesSlides/notesSlide1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1644</a:t>
            </a:fld>
            <a:endParaRPr lang="en-US" dirty="0"/>
          </a:p>
        </p:txBody>
      </p:sp>
    </p:spTree>
    <p:extLst>
      <p:ext uri="{BB962C8B-B14F-4D97-AF65-F5344CB8AC3E}">
        <p14:creationId xmlns:p14="http://schemas.microsoft.com/office/powerpoint/2010/main" val="1946481452"/>
      </p:ext>
    </p:extLst>
  </p:cSld>
  <p:clrMapOvr>
    <a:masterClrMapping/>
  </p:clrMapOvr>
</p:notes>
</file>

<file path=ppt/notesSlides/notesSlide1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1645</a:t>
            </a:fld>
            <a:endParaRPr lang="en-US" dirty="0"/>
          </a:p>
        </p:txBody>
      </p:sp>
    </p:spTree>
    <p:extLst>
      <p:ext uri="{BB962C8B-B14F-4D97-AF65-F5344CB8AC3E}">
        <p14:creationId xmlns:p14="http://schemas.microsoft.com/office/powerpoint/2010/main" val="3185755444"/>
      </p:ext>
    </p:extLst>
  </p:cSld>
  <p:clrMapOvr>
    <a:masterClrMapping/>
  </p:clrMapOvr>
</p:notes>
</file>

<file path=ppt/notesSlides/notesSlide1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1646</a:t>
            </a:fld>
            <a:endParaRPr lang="en-US" dirty="0"/>
          </a:p>
        </p:txBody>
      </p:sp>
    </p:spTree>
    <p:extLst>
      <p:ext uri="{BB962C8B-B14F-4D97-AF65-F5344CB8AC3E}">
        <p14:creationId xmlns:p14="http://schemas.microsoft.com/office/powerpoint/2010/main" val="3848111072"/>
      </p:ext>
    </p:extLst>
  </p:cSld>
  <p:clrMapOvr>
    <a:masterClrMapping/>
  </p:clrMapOvr>
</p:notes>
</file>

<file path=ppt/notesSlides/notesSlide1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1647</a:t>
            </a:fld>
            <a:endParaRPr lang="en-US" dirty="0"/>
          </a:p>
        </p:txBody>
      </p:sp>
    </p:spTree>
    <p:extLst>
      <p:ext uri="{BB962C8B-B14F-4D97-AF65-F5344CB8AC3E}">
        <p14:creationId xmlns:p14="http://schemas.microsoft.com/office/powerpoint/2010/main" val="24719504"/>
      </p:ext>
    </p:extLst>
  </p:cSld>
  <p:clrMapOvr>
    <a:masterClrMapping/>
  </p:clrMapOvr>
</p:notes>
</file>

<file path=ppt/notesSlides/notesSlide1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1648</a:t>
            </a:fld>
            <a:endParaRPr lang="en-US" dirty="0"/>
          </a:p>
        </p:txBody>
      </p:sp>
    </p:spTree>
    <p:extLst>
      <p:ext uri="{BB962C8B-B14F-4D97-AF65-F5344CB8AC3E}">
        <p14:creationId xmlns:p14="http://schemas.microsoft.com/office/powerpoint/2010/main" val="1146466838"/>
      </p:ext>
    </p:extLst>
  </p:cSld>
  <p:clrMapOvr>
    <a:masterClrMapping/>
  </p:clrMapOvr>
</p:notes>
</file>

<file path=ppt/notesSlides/notesSlide1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1649</a:t>
            </a:fld>
            <a:endParaRPr lang="en-US" dirty="0"/>
          </a:p>
        </p:txBody>
      </p:sp>
    </p:spTree>
    <p:extLst>
      <p:ext uri="{BB962C8B-B14F-4D97-AF65-F5344CB8AC3E}">
        <p14:creationId xmlns:p14="http://schemas.microsoft.com/office/powerpoint/2010/main" val="1293558026"/>
      </p:ext>
    </p:extLst>
  </p:cSld>
  <p:clrMapOvr>
    <a:masterClrMapping/>
  </p:clrMapOvr>
</p:notes>
</file>

<file path=ppt/notesSlides/notesSlide1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1650</a:t>
            </a:fld>
            <a:endParaRPr lang="en-US" dirty="0"/>
          </a:p>
        </p:txBody>
      </p:sp>
    </p:spTree>
    <p:extLst>
      <p:ext uri="{BB962C8B-B14F-4D97-AF65-F5344CB8AC3E}">
        <p14:creationId xmlns:p14="http://schemas.microsoft.com/office/powerpoint/2010/main" val="3442740927"/>
      </p:ext>
    </p:extLst>
  </p:cSld>
  <p:clrMapOvr>
    <a:masterClrMapping/>
  </p:clrMapOvr>
</p:notes>
</file>

<file path=ppt/notesSlides/notesSlide1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1651</a:t>
            </a:fld>
            <a:endParaRPr lang="en-US" dirty="0"/>
          </a:p>
        </p:txBody>
      </p:sp>
    </p:spTree>
    <p:extLst>
      <p:ext uri="{BB962C8B-B14F-4D97-AF65-F5344CB8AC3E}">
        <p14:creationId xmlns:p14="http://schemas.microsoft.com/office/powerpoint/2010/main" val="48454786"/>
      </p:ext>
    </p:extLst>
  </p:cSld>
  <p:clrMapOvr>
    <a:masterClrMapping/>
  </p:clrMapOvr>
</p:notes>
</file>

<file path=ppt/notesSlides/notesSlide1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1652</a:t>
            </a:fld>
            <a:endParaRPr lang="en-US" dirty="0"/>
          </a:p>
        </p:txBody>
      </p:sp>
    </p:spTree>
    <p:extLst>
      <p:ext uri="{BB962C8B-B14F-4D97-AF65-F5344CB8AC3E}">
        <p14:creationId xmlns:p14="http://schemas.microsoft.com/office/powerpoint/2010/main" val="2412286457"/>
      </p:ext>
    </p:extLst>
  </p:cSld>
  <p:clrMapOvr>
    <a:masterClrMapping/>
  </p:clrMapOvr>
</p:notes>
</file>

<file path=ppt/notesSlides/notesSlide1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1653</a:t>
            </a:fld>
            <a:endParaRPr lang="en-US" dirty="0"/>
          </a:p>
        </p:txBody>
      </p:sp>
    </p:spTree>
    <p:extLst>
      <p:ext uri="{BB962C8B-B14F-4D97-AF65-F5344CB8AC3E}">
        <p14:creationId xmlns:p14="http://schemas.microsoft.com/office/powerpoint/2010/main" val="368487830"/>
      </p:ext>
    </p:extLst>
  </p:cSld>
  <p:clrMapOvr>
    <a:masterClrMapping/>
  </p:clrMapOvr>
</p:notes>
</file>

<file path=ppt/notesSlides/notesSlide1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1654</a:t>
            </a:fld>
            <a:endParaRPr lang="en-US" dirty="0"/>
          </a:p>
        </p:txBody>
      </p:sp>
    </p:spTree>
    <p:extLst>
      <p:ext uri="{BB962C8B-B14F-4D97-AF65-F5344CB8AC3E}">
        <p14:creationId xmlns:p14="http://schemas.microsoft.com/office/powerpoint/2010/main" val="2725900483"/>
      </p:ext>
    </p:extLst>
  </p:cSld>
  <p:clrMapOvr>
    <a:masterClrMapping/>
  </p:clrMapOvr>
</p:notes>
</file>

<file path=ppt/notesSlides/notesSlide1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1655</a:t>
            </a:fld>
            <a:endParaRPr lang="en-US" dirty="0"/>
          </a:p>
        </p:txBody>
      </p:sp>
    </p:spTree>
    <p:extLst>
      <p:ext uri="{BB962C8B-B14F-4D97-AF65-F5344CB8AC3E}">
        <p14:creationId xmlns:p14="http://schemas.microsoft.com/office/powerpoint/2010/main" val="3775903852"/>
      </p:ext>
    </p:extLst>
  </p:cSld>
  <p:clrMapOvr>
    <a:masterClrMapping/>
  </p:clrMapOvr>
</p:notes>
</file>

<file path=ppt/notesSlides/notesSlide1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1656</a:t>
            </a:fld>
            <a:endParaRPr lang="en-US" dirty="0"/>
          </a:p>
        </p:txBody>
      </p:sp>
    </p:spTree>
    <p:extLst>
      <p:ext uri="{BB962C8B-B14F-4D97-AF65-F5344CB8AC3E}">
        <p14:creationId xmlns:p14="http://schemas.microsoft.com/office/powerpoint/2010/main" val="534349795"/>
      </p:ext>
    </p:extLst>
  </p:cSld>
  <p:clrMapOvr>
    <a:masterClrMapping/>
  </p:clrMapOvr>
</p:notes>
</file>

<file path=ppt/notesSlides/notesSlide1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1657</a:t>
            </a:fld>
            <a:endParaRPr lang="en-US" dirty="0"/>
          </a:p>
        </p:txBody>
      </p:sp>
    </p:spTree>
    <p:extLst>
      <p:ext uri="{BB962C8B-B14F-4D97-AF65-F5344CB8AC3E}">
        <p14:creationId xmlns:p14="http://schemas.microsoft.com/office/powerpoint/2010/main" val="2768149311"/>
      </p:ext>
    </p:extLst>
  </p:cSld>
  <p:clrMapOvr>
    <a:masterClrMapping/>
  </p:clrMapOvr>
</p:notes>
</file>

<file path=ppt/notesSlides/notesSlide1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1658</a:t>
            </a:fld>
            <a:endParaRPr lang="en-US" dirty="0"/>
          </a:p>
        </p:txBody>
      </p:sp>
    </p:spTree>
    <p:extLst>
      <p:ext uri="{BB962C8B-B14F-4D97-AF65-F5344CB8AC3E}">
        <p14:creationId xmlns:p14="http://schemas.microsoft.com/office/powerpoint/2010/main" val="1335234136"/>
      </p:ext>
    </p:extLst>
  </p:cSld>
  <p:clrMapOvr>
    <a:masterClrMapping/>
  </p:clrMapOvr>
</p:notes>
</file>

<file path=ppt/notesSlides/notesSlide1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1659</a:t>
            </a:fld>
            <a:endParaRPr lang="en-US" dirty="0"/>
          </a:p>
        </p:txBody>
      </p:sp>
    </p:spTree>
    <p:extLst>
      <p:ext uri="{BB962C8B-B14F-4D97-AF65-F5344CB8AC3E}">
        <p14:creationId xmlns:p14="http://schemas.microsoft.com/office/powerpoint/2010/main" val="2667090315"/>
      </p:ext>
    </p:extLst>
  </p:cSld>
  <p:clrMapOvr>
    <a:masterClrMapping/>
  </p:clrMapOvr>
</p:notes>
</file>

<file path=ppt/notesSlides/notesSlide1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1660</a:t>
            </a:fld>
            <a:endParaRPr lang="en-US" dirty="0"/>
          </a:p>
        </p:txBody>
      </p:sp>
    </p:spTree>
    <p:extLst>
      <p:ext uri="{BB962C8B-B14F-4D97-AF65-F5344CB8AC3E}">
        <p14:creationId xmlns:p14="http://schemas.microsoft.com/office/powerpoint/2010/main" val="3920168017"/>
      </p:ext>
    </p:extLst>
  </p:cSld>
  <p:clrMapOvr>
    <a:masterClrMapping/>
  </p:clrMapOvr>
</p:notes>
</file>

<file path=ppt/notesSlides/notesSlide1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1661</a:t>
            </a:fld>
            <a:endParaRPr lang="en-US" dirty="0"/>
          </a:p>
        </p:txBody>
      </p:sp>
    </p:spTree>
    <p:extLst>
      <p:ext uri="{BB962C8B-B14F-4D97-AF65-F5344CB8AC3E}">
        <p14:creationId xmlns:p14="http://schemas.microsoft.com/office/powerpoint/2010/main" val="2794902909"/>
      </p:ext>
    </p:extLst>
  </p:cSld>
  <p:clrMapOvr>
    <a:masterClrMapping/>
  </p:clrMapOvr>
</p:notes>
</file>

<file path=ppt/notesSlides/notesSlide1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1662</a:t>
            </a:fld>
            <a:endParaRPr lang="en-US" dirty="0"/>
          </a:p>
        </p:txBody>
      </p:sp>
    </p:spTree>
    <p:extLst>
      <p:ext uri="{BB962C8B-B14F-4D97-AF65-F5344CB8AC3E}">
        <p14:creationId xmlns:p14="http://schemas.microsoft.com/office/powerpoint/2010/main" val="3220352254"/>
      </p:ext>
    </p:extLst>
  </p:cSld>
  <p:clrMapOvr>
    <a:masterClrMapping/>
  </p:clrMapOvr>
</p:notes>
</file>

<file path=ppt/notesSlides/notesSlide1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1663</a:t>
            </a:fld>
            <a:endParaRPr lang="en-US" dirty="0"/>
          </a:p>
        </p:txBody>
      </p:sp>
    </p:spTree>
    <p:extLst>
      <p:ext uri="{BB962C8B-B14F-4D97-AF65-F5344CB8AC3E}">
        <p14:creationId xmlns:p14="http://schemas.microsoft.com/office/powerpoint/2010/main" val="3160269770"/>
      </p:ext>
    </p:extLst>
  </p:cSld>
  <p:clrMapOvr>
    <a:masterClrMapping/>
  </p:clrMapOvr>
</p:notes>
</file>

<file path=ppt/notesSlides/notesSlide1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1664</a:t>
            </a:fld>
            <a:endParaRPr lang="en-US" dirty="0"/>
          </a:p>
        </p:txBody>
      </p:sp>
    </p:spTree>
    <p:extLst>
      <p:ext uri="{BB962C8B-B14F-4D97-AF65-F5344CB8AC3E}">
        <p14:creationId xmlns:p14="http://schemas.microsoft.com/office/powerpoint/2010/main" val="1217493529"/>
      </p:ext>
    </p:extLst>
  </p:cSld>
  <p:clrMapOvr>
    <a:masterClrMapping/>
  </p:clrMapOvr>
</p:notes>
</file>

<file path=ppt/notesSlides/notesSlide1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1665</a:t>
            </a:fld>
            <a:endParaRPr lang="en-US" dirty="0"/>
          </a:p>
        </p:txBody>
      </p:sp>
    </p:spTree>
    <p:extLst>
      <p:ext uri="{BB962C8B-B14F-4D97-AF65-F5344CB8AC3E}">
        <p14:creationId xmlns:p14="http://schemas.microsoft.com/office/powerpoint/2010/main" val="359839032"/>
      </p:ext>
    </p:extLst>
  </p:cSld>
  <p:clrMapOvr>
    <a:masterClrMapping/>
  </p:clrMapOvr>
</p:notes>
</file>

<file path=ppt/notesSlides/notesSlide1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1666</a:t>
            </a:fld>
            <a:endParaRPr lang="en-US" dirty="0"/>
          </a:p>
        </p:txBody>
      </p:sp>
    </p:spTree>
    <p:extLst>
      <p:ext uri="{BB962C8B-B14F-4D97-AF65-F5344CB8AC3E}">
        <p14:creationId xmlns:p14="http://schemas.microsoft.com/office/powerpoint/2010/main" val="649252156"/>
      </p:ext>
    </p:extLst>
  </p:cSld>
  <p:clrMapOvr>
    <a:masterClrMapping/>
  </p:clrMapOvr>
</p:notes>
</file>

<file path=ppt/notesSlides/notesSlide1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1667</a:t>
            </a:fld>
            <a:endParaRPr lang="en-US" dirty="0"/>
          </a:p>
        </p:txBody>
      </p:sp>
    </p:spTree>
    <p:extLst>
      <p:ext uri="{BB962C8B-B14F-4D97-AF65-F5344CB8AC3E}">
        <p14:creationId xmlns:p14="http://schemas.microsoft.com/office/powerpoint/2010/main" val="3558256350"/>
      </p:ext>
    </p:extLst>
  </p:cSld>
  <p:clrMapOvr>
    <a:masterClrMapping/>
  </p:clrMapOvr>
</p:notes>
</file>

<file path=ppt/notesSlides/notesSlide1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1668</a:t>
            </a:fld>
            <a:endParaRPr lang="en-US" dirty="0"/>
          </a:p>
        </p:txBody>
      </p:sp>
    </p:spTree>
    <p:extLst>
      <p:ext uri="{BB962C8B-B14F-4D97-AF65-F5344CB8AC3E}">
        <p14:creationId xmlns:p14="http://schemas.microsoft.com/office/powerpoint/2010/main" val="2273479481"/>
      </p:ext>
    </p:extLst>
  </p:cSld>
  <p:clrMapOvr>
    <a:masterClrMapping/>
  </p:clrMapOvr>
</p:notes>
</file>

<file path=ppt/notesSlides/notesSlide1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1669</a:t>
            </a:fld>
            <a:endParaRPr lang="en-US" dirty="0"/>
          </a:p>
        </p:txBody>
      </p:sp>
    </p:spTree>
    <p:extLst>
      <p:ext uri="{BB962C8B-B14F-4D97-AF65-F5344CB8AC3E}">
        <p14:creationId xmlns:p14="http://schemas.microsoft.com/office/powerpoint/2010/main" val="3717835159"/>
      </p:ext>
    </p:extLst>
  </p:cSld>
  <p:clrMapOvr>
    <a:masterClrMapping/>
  </p:clrMapOvr>
</p:notes>
</file>

<file path=ppt/notesSlides/notesSlide1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1670</a:t>
            </a:fld>
            <a:endParaRPr lang="en-US" dirty="0"/>
          </a:p>
        </p:txBody>
      </p:sp>
    </p:spTree>
    <p:extLst>
      <p:ext uri="{BB962C8B-B14F-4D97-AF65-F5344CB8AC3E}">
        <p14:creationId xmlns:p14="http://schemas.microsoft.com/office/powerpoint/2010/main" val="56812548"/>
      </p:ext>
    </p:extLst>
  </p:cSld>
  <p:clrMapOvr>
    <a:masterClrMapping/>
  </p:clrMapOvr>
</p:notes>
</file>

<file path=ppt/notesSlides/notesSlide1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1671</a:t>
            </a:fld>
            <a:endParaRPr lang="en-US" dirty="0"/>
          </a:p>
        </p:txBody>
      </p:sp>
    </p:spTree>
    <p:extLst>
      <p:ext uri="{BB962C8B-B14F-4D97-AF65-F5344CB8AC3E}">
        <p14:creationId xmlns:p14="http://schemas.microsoft.com/office/powerpoint/2010/main" val="492617423"/>
      </p:ext>
    </p:extLst>
  </p:cSld>
  <p:clrMapOvr>
    <a:masterClrMapping/>
  </p:clrMapOvr>
</p:notes>
</file>

<file path=ppt/notesSlides/notesSlide1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1672</a:t>
            </a:fld>
            <a:endParaRPr lang="en-US" dirty="0"/>
          </a:p>
        </p:txBody>
      </p:sp>
    </p:spTree>
    <p:extLst>
      <p:ext uri="{BB962C8B-B14F-4D97-AF65-F5344CB8AC3E}">
        <p14:creationId xmlns:p14="http://schemas.microsoft.com/office/powerpoint/2010/main" val="3061171164"/>
      </p:ext>
    </p:extLst>
  </p:cSld>
  <p:clrMapOvr>
    <a:masterClrMapping/>
  </p:clrMapOvr>
</p:notes>
</file>

<file path=ppt/notesSlides/notesSlide1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1673</a:t>
            </a:fld>
            <a:endParaRPr lang="en-US" dirty="0"/>
          </a:p>
        </p:txBody>
      </p:sp>
    </p:spTree>
    <p:extLst>
      <p:ext uri="{BB962C8B-B14F-4D97-AF65-F5344CB8AC3E}">
        <p14:creationId xmlns:p14="http://schemas.microsoft.com/office/powerpoint/2010/main" val="3243302518"/>
      </p:ext>
    </p:extLst>
  </p:cSld>
  <p:clrMapOvr>
    <a:masterClrMapping/>
  </p:clrMapOvr>
</p:notes>
</file>

<file path=ppt/notesSlides/notesSlide1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1674</a:t>
            </a:fld>
            <a:endParaRPr lang="en-US" dirty="0"/>
          </a:p>
        </p:txBody>
      </p:sp>
    </p:spTree>
    <p:extLst>
      <p:ext uri="{BB962C8B-B14F-4D97-AF65-F5344CB8AC3E}">
        <p14:creationId xmlns:p14="http://schemas.microsoft.com/office/powerpoint/2010/main" val="1829297653"/>
      </p:ext>
    </p:extLst>
  </p:cSld>
  <p:clrMapOvr>
    <a:masterClrMapping/>
  </p:clrMapOvr>
</p:notes>
</file>

<file path=ppt/notesSlides/notesSlide1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1675</a:t>
            </a:fld>
            <a:endParaRPr lang="en-US" dirty="0"/>
          </a:p>
        </p:txBody>
      </p:sp>
    </p:spTree>
    <p:extLst>
      <p:ext uri="{BB962C8B-B14F-4D97-AF65-F5344CB8AC3E}">
        <p14:creationId xmlns:p14="http://schemas.microsoft.com/office/powerpoint/2010/main" val="2170169782"/>
      </p:ext>
    </p:extLst>
  </p:cSld>
  <p:clrMapOvr>
    <a:masterClrMapping/>
  </p:clrMapOvr>
</p:notes>
</file>

<file path=ppt/notesSlides/notesSlide1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1676</a:t>
            </a:fld>
            <a:endParaRPr lang="en-US" dirty="0"/>
          </a:p>
        </p:txBody>
      </p:sp>
    </p:spTree>
    <p:extLst>
      <p:ext uri="{BB962C8B-B14F-4D97-AF65-F5344CB8AC3E}">
        <p14:creationId xmlns:p14="http://schemas.microsoft.com/office/powerpoint/2010/main" val="2882132149"/>
      </p:ext>
    </p:extLst>
  </p:cSld>
  <p:clrMapOvr>
    <a:masterClrMapping/>
  </p:clrMapOvr>
</p:notes>
</file>

<file path=ppt/notesSlides/notesSlide1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1677</a:t>
            </a:fld>
            <a:endParaRPr lang="en-US" dirty="0"/>
          </a:p>
        </p:txBody>
      </p:sp>
    </p:spTree>
    <p:extLst>
      <p:ext uri="{BB962C8B-B14F-4D97-AF65-F5344CB8AC3E}">
        <p14:creationId xmlns:p14="http://schemas.microsoft.com/office/powerpoint/2010/main" val="3820507377"/>
      </p:ext>
    </p:extLst>
  </p:cSld>
  <p:clrMapOvr>
    <a:masterClrMapping/>
  </p:clrMapOvr>
</p:notes>
</file>

<file path=ppt/notesSlides/notesSlide1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1678</a:t>
            </a:fld>
            <a:endParaRPr lang="en-US" dirty="0"/>
          </a:p>
        </p:txBody>
      </p:sp>
    </p:spTree>
    <p:extLst>
      <p:ext uri="{BB962C8B-B14F-4D97-AF65-F5344CB8AC3E}">
        <p14:creationId xmlns:p14="http://schemas.microsoft.com/office/powerpoint/2010/main" val="891415736"/>
      </p:ext>
    </p:extLst>
  </p:cSld>
  <p:clrMapOvr>
    <a:masterClrMapping/>
  </p:clrMapOvr>
</p:notes>
</file>

<file path=ppt/notesSlides/notesSlide1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1679</a:t>
            </a:fld>
            <a:endParaRPr lang="en-US" dirty="0"/>
          </a:p>
        </p:txBody>
      </p:sp>
    </p:spTree>
    <p:extLst>
      <p:ext uri="{BB962C8B-B14F-4D97-AF65-F5344CB8AC3E}">
        <p14:creationId xmlns:p14="http://schemas.microsoft.com/office/powerpoint/2010/main" val="777048765"/>
      </p:ext>
    </p:extLst>
  </p:cSld>
  <p:clrMapOvr>
    <a:masterClrMapping/>
  </p:clrMapOvr>
</p:notes>
</file>

<file path=ppt/notesSlides/notesSlide1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1680</a:t>
            </a:fld>
            <a:endParaRPr lang="en-US" dirty="0"/>
          </a:p>
        </p:txBody>
      </p:sp>
    </p:spTree>
    <p:extLst>
      <p:ext uri="{BB962C8B-B14F-4D97-AF65-F5344CB8AC3E}">
        <p14:creationId xmlns:p14="http://schemas.microsoft.com/office/powerpoint/2010/main" val="2265180774"/>
      </p:ext>
    </p:extLst>
  </p:cSld>
  <p:clrMapOvr>
    <a:masterClrMapping/>
  </p:clrMapOvr>
</p:notes>
</file>

<file path=ppt/notesSlides/notesSlide1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1681</a:t>
            </a:fld>
            <a:endParaRPr lang="en-US" dirty="0"/>
          </a:p>
        </p:txBody>
      </p:sp>
    </p:spTree>
    <p:extLst>
      <p:ext uri="{BB962C8B-B14F-4D97-AF65-F5344CB8AC3E}">
        <p14:creationId xmlns:p14="http://schemas.microsoft.com/office/powerpoint/2010/main" val="563545213"/>
      </p:ext>
    </p:extLst>
  </p:cSld>
  <p:clrMapOvr>
    <a:masterClrMapping/>
  </p:clrMapOvr>
</p:notes>
</file>

<file path=ppt/notesSlides/notesSlide1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1682</a:t>
            </a:fld>
            <a:endParaRPr lang="en-US" dirty="0"/>
          </a:p>
        </p:txBody>
      </p:sp>
    </p:spTree>
    <p:extLst>
      <p:ext uri="{BB962C8B-B14F-4D97-AF65-F5344CB8AC3E}">
        <p14:creationId xmlns:p14="http://schemas.microsoft.com/office/powerpoint/2010/main" val="1519084570"/>
      </p:ext>
    </p:extLst>
  </p:cSld>
  <p:clrMapOvr>
    <a:masterClrMapping/>
  </p:clrMapOvr>
</p:notes>
</file>

<file path=ppt/notesSlides/notesSlide1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1683</a:t>
            </a:fld>
            <a:endParaRPr lang="en-US" dirty="0"/>
          </a:p>
        </p:txBody>
      </p:sp>
    </p:spTree>
    <p:extLst>
      <p:ext uri="{BB962C8B-B14F-4D97-AF65-F5344CB8AC3E}">
        <p14:creationId xmlns:p14="http://schemas.microsoft.com/office/powerpoint/2010/main" val="2137609751"/>
      </p:ext>
    </p:extLst>
  </p:cSld>
  <p:clrMapOvr>
    <a:masterClrMapping/>
  </p:clrMapOvr>
</p:notes>
</file>

<file path=ppt/notesSlides/notesSlide1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1684</a:t>
            </a:fld>
            <a:endParaRPr lang="en-US" dirty="0"/>
          </a:p>
        </p:txBody>
      </p:sp>
    </p:spTree>
    <p:extLst>
      <p:ext uri="{BB962C8B-B14F-4D97-AF65-F5344CB8AC3E}">
        <p14:creationId xmlns:p14="http://schemas.microsoft.com/office/powerpoint/2010/main" val="464924066"/>
      </p:ext>
    </p:extLst>
  </p:cSld>
  <p:clrMapOvr>
    <a:masterClrMapping/>
  </p:clrMapOvr>
</p:notes>
</file>

<file path=ppt/notesSlides/notesSlide1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1685</a:t>
            </a:fld>
            <a:endParaRPr lang="en-US" dirty="0"/>
          </a:p>
        </p:txBody>
      </p:sp>
    </p:spTree>
    <p:extLst>
      <p:ext uri="{BB962C8B-B14F-4D97-AF65-F5344CB8AC3E}">
        <p14:creationId xmlns:p14="http://schemas.microsoft.com/office/powerpoint/2010/main" val="394749099"/>
      </p:ext>
    </p:extLst>
  </p:cSld>
  <p:clrMapOvr>
    <a:masterClrMapping/>
  </p:clrMapOvr>
</p:notes>
</file>

<file path=ppt/notesSlides/notesSlide1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1686</a:t>
            </a:fld>
            <a:endParaRPr lang="en-US" dirty="0"/>
          </a:p>
        </p:txBody>
      </p:sp>
    </p:spTree>
    <p:extLst>
      <p:ext uri="{BB962C8B-B14F-4D97-AF65-F5344CB8AC3E}">
        <p14:creationId xmlns:p14="http://schemas.microsoft.com/office/powerpoint/2010/main" val="82536823"/>
      </p:ext>
    </p:extLst>
  </p:cSld>
  <p:clrMapOvr>
    <a:masterClrMapping/>
  </p:clrMapOvr>
</p:notes>
</file>

<file path=ppt/notesSlides/notesSlide1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1687</a:t>
            </a:fld>
            <a:endParaRPr lang="en-US" dirty="0"/>
          </a:p>
        </p:txBody>
      </p:sp>
    </p:spTree>
    <p:extLst>
      <p:ext uri="{BB962C8B-B14F-4D97-AF65-F5344CB8AC3E}">
        <p14:creationId xmlns:p14="http://schemas.microsoft.com/office/powerpoint/2010/main" val="1517982777"/>
      </p:ext>
    </p:extLst>
  </p:cSld>
  <p:clrMapOvr>
    <a:masterClrMapping/>
  </p:clrMapOvr>
</p:notes>
</file>

<file path=ppt/notesSlides/notesSlide1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1688</a:t>
            </a:fld>
            <a:endParaRPr lang="en-US" dirty="0"/>
          </a:p>
        </p:txBody>
      </p:sp>
    </p:spTree>
    <p:extLst>
      <p:ext uri="{BB962C8B-B14F-4D97-AF65-F5344CB8AC3E}">
        <p14:creationId xmlns:p14="http://schemas.microsoft.com/office/powerpoint/2010/main" val="2662709153"/>
      </p:ext>
    </p:extLst>
  </p:cSld>
  <p:clrMapOvr>
    <a:masterClrMapping/>
  </p:clrMapOvr>
</p:notes>
</file>

<file path=ppt/notesSlides/notesSlide1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1689</a:t>
            </a:fld>
            <a:endParaRPr lang="en-US" dirty="0"/>
          </a:p>
        </p:txBody>
      </p:sp>
    </p:spTree>
    <p:extLst>
      <p:ext uri="{BB962C8B-B14F-4D97-AF65-F5344CB8AC3E}">
        <p14:creationId xmlns:p14="http://schemas.microsoft.com/office/powerpoint/2010/main" val="1808973084"/>
      </p:ext>
    </p:extLst>
  </p:cSld>
  <p:clrMapOvr>
    <a:masterClrMapping/>
  </p:clrMapOvr>
</p:notes>
</file>

<file path=ppt/notesSlides/notesSlide1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1690</a:t>
            </a:fld>
            <a:endParaRPr lang="en-US" dirty="0"/>
          </a:p>
        </p:txBody>
      </p:sp>
    </p:spTree>
    <p:extLst>
      <p:ext uri="{BB962C8B-B14F-4D97-AF65-F5344CB8AC3E}">
        <p14:creationId xmlns:p14="http://schemas.microsoft.com/office/powerpoint/2010/main" val="346849800"/>
      </p:ext>
    </p:extLst>
  </p:cSld>
  <p:clrMapOvr>
    <a:masterClrMapping/>
  </p:clrMapOvr>
</p:notes>
</file>

<file path=ppt/notesSlides/notesSlide1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1691</a:t>
            </a:fld>
            <a:endParaRPr lang="en-US" dirty="0"/>
          </a:p>
        </p:txBody>
      </p:sp>
    </p:spTree>
    <p:extLst>
      <p:ext uri="{BB962C8B-B14F-4D97-AF65-F5344CB8AC3E}">
        <p14:creationId xmlns:p14="http://schemas.microsoft.com/office/powerpoint/2010/main" val="1636149767"/>
      </p:ext>
    </p:extLst>
  </p:cSld>
  <p:clrMapOvr>
    <a:masterClrMapping/>
  </p:clrMapOvr>
</p:notes>
</file>

<file path=ppt/notesSlides/notesSlide1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1692</a:t>
            </a:fld>
            <a:endParaRPr lang="en-US" dirty="0"/>
          </a:p>
        </p:txBody>
      </p:sp>
    </p:spTree>
    <p:extLst>
      <p:ext uri="{BB962C8B-B14F-4D97-AF65-F5344CB8AC3E}">
        <p14:creationId xmlns:p14="http://schemas.microsoft.com/office/powerpoint/2010/main" val="3841858605"/>
      </p:ext>
    </p:extLst>
  </p:cSld>
  <p:clrMapOvr>
    <a:masterClrMapping/>
  </p:clrMapOvr>
</p:notes>
</file>

<file path=ppt/notesSlides/notesSlide1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1693</a:t>
            </a:fld>
            <a:endParaRPr lang="en-US" dirty="0"/>
          </a:p>
        </p:txBody>
      </p:sp>
    </p:spTree>
    <p:extLst>
      <p:ext uri="{BB962C8B-B14F-4D97-AF65-F5344CB8AC3E}">
        <p14:creationId xmlns:p14="http://schemas.microsoft.com/office/powerpoint/2010/main" val="3237635560"/>
      </p:ext>
    </p:extLst>
  </p:cSld>
  <p:clrMapOvr>
    <a:masterClrMapping/>
  </p:clrMapOvr>
</p:notes>
</file>

<file path=ppt/notesSlides/notesSlide1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1694</a:t>
            </a:fld>
            <a:endParaRPr lang="en-US" dirty="0"/>
          </a:p>
        </p:txBody>
      </p:sp>
    </p:spTree>
    <p:extLst>
      <p:ext uri="{BB962C8B-B14F-4D97-AF65-F5344CB8AC3E}">
        <p14:creationId xmlns:p14="http://schemas.microsoft.com/office/powerpoint/2010/main" val="3198729653"/>
      </p:ext>
    </p:extLst>
  </p:cSld>
  <p:clrMapOvr>
    <a:masterClrMapping/>
  </p:clrMapOvr>
</p:notes>
</file>

<file path=ppt/notesSlides/notesSlide1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1695</a:t>
            </a:fld>
            <a:endParaRPr lang="en-US" dirty="0"/>
          </a:p>
        </p:txBody>
      </p:sp>
    </p:spTree>
    <p:extLst>
      <p:ext uri="{BB962C8B-B14F-4D97-AF65-F5344CB8AC3E}">
        <p14:creationId xmlns:p14="http://schemas.microsoft.com/office/powerpoint/2010/main" val="865712446"/>
      </p:ext>
    </p:extLst>
  </p:cSld>
  <p:clrMapOvr>
    <a:masterClrMapping/>
  </p:clrMapOvr>
</p:notes>
</file>

<file path=ppt/notesSlides/notesSlide1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1696</a:t>
            </a:fld>
            <a:endParaRPr lang="en-US" dirty="0"/>
          </a:p>
        </p:txBody>
      </p:sp>
    </p:spTree>
    <p:extLst>
      <p:ext uri="{BB962C8B-B14F-4D97-AF65-F5344CB8AC3E}">
        <p14:creationId xmlns:p14="http://schemas.microsoft.com/office/powerpoint/2010/main" val="717195689"/>
      </p:ext>
    </p:extLst>
  </p:cSld>
  <p:clrMapOvr>
    <a:masterClrMapping/>
  </p:clrMapOvr>
</p:notes>
</file>

<file path=ppt/notesSlides/notesSlide1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1697</a:t>
            </a:fld>
            <a:endParaRPr lang="en-US" dirty="0"/>
          </a:p>
        </p:txBody>
      </p:sp>
    </p:spTree>
    <p:extLst>
      <p:ext uri="{BB962C8B-B14F-4D97-AF65-F5344CB8AC3E}">
        <p14:creationId xmlns:p14="http://schemas.microsoft.com/office/powerpoint/2010/main" val="2860789353"/>
      </p:ext>
    </p:extLst>
  </p:cSld>
  <p:clrMapOvr>
    <a:masterClrMapping/>
  </p:clrMapOvr>
</p:notes>
</file>

<file path=ppt/notesSlides/notesSlide1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1698</a:t>
            </a:fld>
            <a:endParaRPr lang="en-US" dirty="0"/>
          </a:p>
        </p:txBody>
      </p:sp>
    </p:spTree>
    <p:extLst>
      <p:ext uri="{BB962C8B-B14F-4D97-AF65-F5344CB8AC3E}">
        <p14:creationId xmlns:p14="http://schemas.microsoft.com/office/powerpoint/2010/main" val="2401668119"/>
      </p:ext>
    </p:extLst>
  </p:cSld>
  <p:clrMapOvr>
    <a:masterClrMapping/>
  </p:clrMapOvr>
</p:notes>
</file>

<file path=ppt/notesSlides/notesSlide1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1699</a:t>
            </a:fld>
            <a:endParaRPr lang="en-US" dirty="0"/>
          </a:p>
        </p:txBody>
      </p:sp>
    </p:spTree>
    <p:extLst>
      <p:ext uri="{BB962C8B-B14F-4D97-AF65-F5344CB8AC3E}">
        <p14:creationId xmlns:p14="http://schemas.microsoft.com/office/powerpoint/2010/main" val="1130321876"/>
      </p:ext>
    </p:extLst>
  </p:cSld>
  <p:clrMapOvr>
    <a:masterClrMapping/>
  </p:clrMapOvr>
</p:notes>
</file>

<file path=ppt/notesSlides/notesSlide1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1700</a:t>
            </a:fld>
            <a:endParaRPr lang="en-US" dirty="0"/>
          </a:p>
        </p:txBody>
      </p:sp>
    </p:spTree>
    <p:extLst>
      <p:ext uri="{BB962C8B-B14F-4D97-AF65-F5344CB8AC3E}">
        <p14:creationId xmlns:p14="http://schemas.microsoft.com/office/powerpoint/2010/main" val="4242695985"/>
      </p:ext>
    </p:extLst>
  </p:cSld>
  <p:clrMapOvr>
    <a:masterClrMapping/>
  </p:clrMapOvr>
</p:notes>
</file>

<file path=ppt/notesSlides/notesSlide1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1701</a:t>
            </a:fld>
            <a:endParaRPr lang="en-US" dirty="0"/>
          </a:p>
        </p:txBody>
      </p:sp>
    </p:spTree>
    <p:extLst>
      <p:ext uri="{BB962C8B-B14F-4D97-AF65-F5344CB8AC3E}">
        <p14:creationId xmlns:p14="http://schemas.microsoft.com/office/powerpoint/2010/main" val="171720864"/>
      </p:ext>
    </p:extLst>
  </p:cSld>
  <p:clrMapOvr>
    <a:masterClrMapping/>
  </p:clrMapOvr>
</p:notes>
</file>

<file path=ppt/notesSlides/notesSlide1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1702</a:t>
            </a:fld>
            <a:endParaRPr lang="en-US" dirty="0"/>
          </a:p>
        </p:txBody>
      </p:sp>
    </p:spTree>
    <p:extLst>
      <p:ext uri="{BB962C8B-B14F-4D97-AF65-F5344CB8AC3E}">
        <p14:creationId xmlns:p14="http://schemas.microsoft.com/office/powerpoint/2010/main" val="3460518837"/>
      </p:ext>
    </p:extLst>
  </p:cSld>
  <p:clrMapOvr>
    <a:masterClrMapping/>
  </p:clrMapOvr>
</p:notes>
</file>

<file path=ppt/notesSlides/notesSlide1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1703</a:t>
            </a:fld>
            <a:endParaRPr lang="en-US" dirty="0"/>
          </a:p>
        </p:txBody>
      </p:sp>
    </p:spTree>
    <p:extLst>
      <p:ext uri="{BB962C8B-B14F-4D97-AF65-F5344CB8AC3E}">
        <p14:creationId xmlns:p14="http://schemas.microsoft.com/office/powerpoint/2010/main" val="535351115"/>
      </p:ext>
    </p:extLst>
  </p:cSld>
  <p:clrMapOvr>
    <a:masterClrMapping/>
  </p:clrMapOvr>
</p:notes>
</file>

<file path=ppt/notesSlides/notesSlide1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1704</a:t>
            </a:fld>
            <a:endParaRPr lang="en-US" dirty="0"/>
          </a:p>
        </p:txBody>
      </p:sp>
    </p:spTree>
    <p:extLst>
      <p:ext uri="{BB962C8B-B14F-4D97-AF65-F5344CB8AC3E}">
        <p14:creationId xmlns:p14="http://schemas.microsoft.com/office/powerpoint/2010/main" val="95549937"/>
      </p:ext>
    </p:extLst>
  </p:cSld>
  <p:clrMapOvr>
    <a:masterClrMapping/>
  </p:clrMapOvr>
</p:notes>
</file>

<file path=ppt/notesSlides/notesSlide1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1705</a:t>
            </a:fld>
            <a:endParaRPr lang="en-US" dirty="0"/>
          </a:p>
        </p:txBody>
      </p:sp>
    </p:spTree>
    <p:extLst>
      <p:ext uri="{BB962C8B-B14F-4D97-AF65-F5344CB8AC3E}">
        <p14:creationId xmlns:p14="http://schemas.microsoft.com/office/powerpoint/2010/main" val="1356266392"/>
      </p:ext>
    </p:extLst>
  </p:cSld>
  <p:clrMapOvr>
    <a:masterClrMapping/>
  </p:clrMapOvr>
</p:notes>
</file>

<file path=ppt/notesSlides/notesSlide1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1706</a:t>
            </a:fld>
            <a:endParaRPr lang="en-US" dirty="0"/>
          </a:p>
        </p:txBody>
      </p:sp>
    </p:spTree>
    <p:extLst>
      <p:ext uri="{BB962C8B-B14F-4D97-AF65-F5344CB8AC3E}">
        <p14:creationId xmlns:p14="http://schemas.microsoft.com/office/powerpoint/2010/main" val="3000510367"/>
      </p:ext>
    </p:extLst>
  </p:cSld>
  <p:clrMapOvr>
    <a:masterClrMapping/>
  </p:clrMapOvr>
</p:notes>
</file>

<file path=ppt/notesSlides/notesSlide1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1707</a:t>
            </a:fld>
            <a:endParaRPr lang="en-US" dirty="0"/>
          </a:p>
        </p:txBody>
      </p:sp>
    </p:spTree>
    <p:extLst>
      <p:ext uri="{BB962C8B-B14F-4D97-AF65-F5344CB8AC3E}">
        <p14:creationId xmlns:p14="http://schemas.microsoft.com/office/powerpoint/2010/main" val="3155711582"/>
      </p:ext>
    </p:extLst>
  </p:cSld>
  <p:clrMapOvr>
    <a:masterClrMapping/>
  </p:clrMapOvr>
</p:notes>
</file>

<file path=ppt/notesSlides/notesSlide1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1708</a:t>
            </a:fld>
            <a:endParaRPr lang="en-US" dirty="0"/>
          </a:p>
        </p:txBody>
      </p:sp>
    </p:spTree>
    <p:extLst>
      <p:ext uri="{BB962C8B-B14F-4D97-AF65-F5344CB8AC3E}">
        <p14:creationId xmlns:p14="http://schemas.microsoft.com/office/powerpoint/2010/main" val="2233196343"/>
      </p:ext>
    </p:extLst>
  </p:cSld>
  <p:clrMapOvr>
    <a:masterClrMapping/>
  </p:clrMapOvr>
</p:notes>
</file>

<file path=ppt/notesSlides/notesSlide1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1709</a:t>
            </a:fld>
            <a:endParaRPr lang="en-US" dirty="0"/>
          </a:p>
        </p:txBody>
      </p:sp>
    </p:spTree>
    <p:extLst>
      <p:ext uri="{BB962C8B-B14F-4D97-AF65-F5344CB8AC3E}">
        <p14:creationId xmlns:p14="http://schemas.microsoft.com/office/powerpoint/2010/main" val="2100124645"/>
      </p:ext>
    </p:extLst>
  </p:cSld>
  <p:clrMapOvr>
    <a:masterClrMapping/>
  </p:clrMapOvr>
</p:notes>
</file>

<file path=ppt/notesSlides/notesSlide1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1710</a:t>
            </a:fld>
            <a:endParaRPr lang="en-US" dirty="0"/>
          </a:p>
        </p:txBody>
      </p:sp>
    </p:spTree>
    <p:extLst>
      <p:ext uri="{BB962C8B-B14F-4D97-AF65-F5344CB8AC3E}">
        <p14:creationId xmlns:p14="http://schemas.microsoft.com/office/powerpoint/2010/main" val="11910635"/>
      </p:ext>
    </p:extLst>
  </p:cSld>
  <p:clrMapOvr>
    <a:masterClrMapping/>
  </p:clrMapOvr>
</p:notes>
</file>

<file path=ppt/notesSlides/notesSlide1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1711</a:t>
            </a:fld>
            <a:endParaRPr lang="en-US" dirty="0"/>
          </a:p>
        </p:txBody>
      </p:sp>
    </p:spTree>
    <p:extLst>
      <p:ext uri="{BB962C8B-B14F-4D97-AF65-F5344CB8AC3E}">
        <p14:creationId xmlns:p14="http://schemas.microsoft.com/office/powerpoint/2010/main" val="2224918417"/>
      </p:ext>
    </p:extLst>
  </p:cSld>
  <p:clrMapOvr>
    <a:masterClrMapping/>
  </p:clrMapOvr>
</p:notes>
</file>

<file path=ppt/notesSlides/notesSlide1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1712</a:t>
            </a:fld>
            <a:endParaRPr lang="en-US" dirty="0"/>
          </a:p>
        </p:txBody>
      </p:sp>
    </p:spTree>
    <p:extLst>
      <p:ext uri="{BB962C8B-B14F-4D97-AF65-F5344CB8AC3E}">
        <p14:creationId xmlns:p14="http://schemas.microsoft.com/office/powerpoint/2010/main" val="3340095861"/>
      </p:ext>
    </p:extLst>
  </p:cSld>
  <p:clrMapOvr>
    <a:masterClrMapping/>
  </p:clrMapOvr>
</p:notes>
</file>

<file path=ppt/notesSlides/notesSlide1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1713</a:t>
            </a:fld>
            <a:endParaRPr lang="en-US" dirty="0"/>
          </a:p>
        </p:txBody>
      </p:sp>
    </p:spTree>
    <p:extLst>
      <p:ext uri="{BB962C8B-B14F-4D97-AF65-F5344CB8AC3E}">
        <p14:creationId xmlns:p14="http://schemas.microsoft.com/office/powerpoint/2010/main" val="1022568129"/>
      </p:ext>
    </p:extLst>
  </p:cSld>
  <p:clrMapOvr>
    <a:masterClrMapping/>
  </p:clrMapOvr>
</p:notes>
</file>

<file path=ppt/notesSlides/notesSlide1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1714</a:t>
            </a:fld>
            <a:endParaRPr lang="en-US" dirty="0"/>
          </a:p>
        </p:txBody>
      </p:sp>
    </p:spTree>
    <p:extLst>
      <p:ext uri="{BB962C8B-B14F-4D97-AF65-F5344CB8AC3E}">
        <p14:creationId xmlns:p14="http://schemas.microsoft.com/office/powerpoint/2010/main" val="1351771848"/>
      </p:ext>
    </p:extLst>
  </p:cSld>
  <p:clrMapOvr>
    <a:masterClrMapping/>
  </p:clrMapOvr>
</p:notes>
</file>

<file path=ppt/notesSlides/notesSlide1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1715</a:t>
            </a:fld>
            <a:endParaRPr lang="en-US" dirty="0"/>
          </a:p>
        </p:txBody>
      </p:sp>
    </p:spTree>
    <p:extLst>
      <p:ext uri="{BB962C8B-B14F-4D97-AF65-F5344CB8AC3E}">
        <p14:creationId xmlns:p14="http://schemas.microsoft.com/office/powerpoint/2010/main" val="2517696259"/>
      </p:ext>
    </p:extLst>
  </p:cSld>
  <p:clrMapOvr>
    <a:masterClrMapping/>
  </p:clrMapOvr>
</p:notes>
</file>

<file path=ppt/notesSlides/notesSlide1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1716</a:t>
            </a:fld>
            <a:endParaRPr lang="en-US" dirty="0"/>
          </a:p>
        </p:txBody>
      </p:sp>
    </p:spTree>
    <p:extLst>
      <p:ext uri="{BB962C8B-B14F-4D97-AF65-F5344CB8AC3E}">
        <p14:creationId xmlns:p14="http://schemas.microsoft.com/office/powerpoint/2010/main" val="4016869795"/>
      </p:ext>
    </p:extLst>
  </p:cSld>
  <p:clrMapOvr>
    <a:masterClrMapping/>
  </p:clrMapOvr>
</p:notes>
</file>

<file path=ppt/notesSlides/notesSlide1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1717</a:t>
            </a:fld>
            <a:endParaRPr lang="en-US" dirty="0"/>
          </a:p>
        </p:txBody>
      </p:sp>
    </p:spTree>
    <p:extLst>
      <p:ext uri="{BB962C8B-B14F-4D97-AF65-F5344CB8AC3E}">
        <p14:creationId xmlns:p14="http://schemas.microsoft.com/office/powerpoint/2010/main" val="1290824760"/>
      </p:ext>
    </p:extLst>
  </p:cSld>
  <p:clrMapOvr>
    <a:masterClrMapping/>
  </p:clrMapOvr>
</p:notes>
</file>

<file path=ppt/notesSlides/notesSlide1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1718</a:t>
            </a:fld>
            <a:endParaRPr lang="en-US" dirty="0"/>
          </a:p>
        </p:txBody>
      </p:sp>
    </p:spTree>
    <p:extLst>
      <p:ext uri="{BB962C8B-B14F-4D97-AF65-F5344CB8AC3E}">
        <p14:creationId xmlns:p14="http://schemas.microsoft.com/office/powerpoint/2010/main" val="1956672407"/>
      </p:ext>
    </p:extLst>
  </p:cSld>
  <p:clrMapOvr>
    <a:masterClrMapping/>
  </p:clrMapOvr>
</p:notes>
</file>

<file path=ppt/notesSlides/notesSlide1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1719</a:t>
            </a:fld>
            <a:endParaRPr lang="en-US" dirty="0"/>
          </a:p>
        </p:txBody>
      </p:sp>
    </p:spTree>
    <p:extLst>
      <p:ext uri="{BB962C8B-B14F-4D97-AF65-F5344CB8AC3E}">
        <p14:creationId xmlns:p14="http://schemas.microsoft.com/office/powerpoint/2010/main" val="3642812814"/>
      </p:ext>
    </p:extLst>
  </p:cSld>
  <p:clrMapOvr>
    <a:masterClrMapping/>
  </p:clrMapOvr>
</p:notes>
</file>

<file path=ppt/notesSlides/notesSlide1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1720</a:t>
            </a:fld>
            <a:endParaRPr lang="en-US" dirty="0"/>
          </a:p>
        </p:txBody>
      </p:sp>
    </p:spTree>
    <p:extLst>
      <p:ext uri="{BB962C8B-B14F-4D97-AF65-F5344CB8AC3E}">
        <p14:creationId xmlns:p14="http://schemas.microsoft.com/office/powerpoint/2010/main" val="4169154011"/>
      </p:ext>
    </p:extLst>
  </p:cSld>
  <p:clrMapOvr>
    <a:masterClrMapping/>
  </p:clrMapOvr>
</p:notes>
</file>

<file path=ppt/notesSlides/notesSlide1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1721</a:t>
            </a:fld>
            <a:endParaRPr lang="en-US" dirty="0"/>
          </a:p>
        </p:txBody>
      </p:sp>
    </p:spTree>
    <p:extLst>
      <p:ext uri="{BB962C8B-B14F-4D97-AF65-F5344CB8AC3E}">
        <p14:creationId xmlns:p14="http://schemas.microsoft.com/office/powerpoint/2010/main" val="1759775691"/>
      </p:ext>
    </p:extLst>
  </p:cSld>
  <p:clrMapOvr>
    <a:masterClrMapping/>
  </p:clrMapOvr>
</p:notes>
</file>

<file path=ppt/notesSlides/notesSlide1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1722</a:t>
            </a:fld>
            <a:endParaRPr lang="en-US" dirty="0"/>
          </a:p>
        </p:txBody>
      </p:sp>
    </p:spTree>
    <p:extLst>
      <p:ext uri="{BB962C8B-B14F-4D97-AF65-F5344CB8AC3E}">
        <p14:creationId xmlns:p14="http://schemas.microsoft.com/office/powerpoint/2010/main" val="1982799778"/>
      </p:ext>
    </p:extLst>
  </p:cSld>
  <p:clrMapOvr>
    <a:masterClrMapping/>
  </p:clrMapOvr>
</p:notes>
</file>

<file path=ppt/notesSlides/notesSlide1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1723</a:t>
            </a:fld>
            <a:endParaRPr lang="en-US" dirty="0"/>
          </a:p>
        </p:txBody>
      </p:sp>
    </p:spTree>
    <p:extLst>
      <p:ext uri="{BB962C8B-B14F-4D97-AF65-F5344CB8AC3E}">
        <p14:creationId xmlns:p14="http://schemas.microsoft.com/office/powerpoint/2010/main" val="974590880"/>
      </p:ext>
    </p:extLst>
  </p:cSld>
  <p:clrMapOvr>
    <a:masterClrMapping/>
  </p:clrMapOvr>
</p:notes>
</file>

<file path=ppt/notesSlides/notesSlide1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1724</a:t>
            </a:fld>
            <a:endParaRPr lang="en-US" dirty="0"/>
          </a:p>
        </p:txBody>
      </p:sp>
    </p:spTree>
    <p:extLst>
      <p:ext uri="{BB962C8B-B14F-4D97-AF65-F5344CB8AC3E}">
        <p14:creationId xmlns:p14="http://schemas.microsoft.com/office/powerpoint/2010/main" val="2518274349"/>
      </p:ext>
    </p:extLst>
  </p:cSld>
  <p:clrMapOvr>
    <a:masterClrMapping/>
  </p:clrMapOvr>
</p:notes>
</file>

<file path=ppt/notesSlides/notesSlide1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1725</a:t>
            </a:fld>
            <a:endParaRPr lang="en-US" dirty="0"/>
          </a:p>
        </p:txBody>
      </p:sp>
    </p:spTree>
    <p:extLst>
      <p:ext uri="{BB962C8B-B14F-4D97-AF65-F5344CB8AC3E}">
        <p14:creationId xmlns:p14="http://schemas.microsoft.com/office/powerpoint/2010/main" val="2759748208"/>
      </p:ext>
    </p:extLst>
  </p:cSld>
  <p:clrMapOvr>
    <a:masterClrMapping/>
  </p:clrMapOvr>
</p:notes>
</file>

<file path=ppt/notesSlides/notesSlide1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1726</a:t>
            </a:fld>
            <a:endParaRPr lang="en-US" dirty="0"/>
          </a:p>
        </p:txBody>
      </p:sp>
    </p:spTree>
    <p:extLst>
      <p:ext uri="{BB962C8B-B14F-4D97-AF65-F5344CB8AC3E}">
        <p14:creationId xmlns:p14="http://schemas.microsoft.com/office/powerpoint/2010/main" val="316184191"/>
      </p:ext>
    </p:extLst>
  </p:cSld>
  <p:clrMapOvr>
    <a:masterClrMapping/>
  </p:clrMapOvr>
</p:notes>
</file>

<file path=ppt/notesSlides/notesSlide1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1727</a:t>
            </a:fld>
            <a:endParaRPr lang="en-US" dirty="0"/>
          </a:p>
        </p:txBody>
      </p:sp>
    </p:spTree>
    <p:extLst>
      <p:ext uri="{BB962C8B-B14F-4D97-AF65-F5344CB8AC3E}">
        <p14:creationId xmlns:p14="http://schemas.microsoft.com/office/powerpoint/2010/main" val="1530775969"/>
      </p:ext>
    </p:extLst>
  </p:cSld>
  <p:clrMapOvr>
    <a:masterClrMapping/>
  </p:clrMapOvr>
</p:notes>
</file>

<file path=ppt/notesSlides/notesSlide1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1728</a:t>
            </a:fld>
            <a:endParaRPr lang="en-US" dirty="0"/>
          </a:p>
        </p:txBody>
      </p:sp>
    </p:spTree>
    <p:extLst>
      <p:ext uri="{BB962C8B-B14F-4D97-AF65-F5344CB8AC3E}">
        <p14:creationId xmlns:p14="http://schemas.microsoft.com/office/powerpoint/2010/main" val="2907699803"/>
      </p:ext>
    </p:extLst>
  </p:cSld>
  <p:clrMapOvr>
    <a:masterClrMapping/>
  </p:clrMapOvr>
</p:notes>
</file>

<file path=ppt/notesSlides/notesSlide1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1729</a:t>
            </a:fld>
            <a:endParaRPr lang="en-US" dirty="0"/>
          </a:p>
        </p:txBody>
      </p:sp>
    </p:spTree>
    <p:extLst>
      <p:ext uri="{BB962C8B-B14F-4D97-AF65-F5344CB8AC3E}">
        <p14:creationId xmlns:p14="http://schemas.microsoft.com/office/powerpoint/2010/main" val="51836140"/>
      </p:ext>
    </p:extLst>
  </p:cSld>
  <p:clrMapOvr>
    <a:masterClrMapping/>
  </p:clrMapOvr>
</p:notes>
</file>

<file path=ppt/notesSlides/notesSlide1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1730</a:t>
            </a:fld>
            <a:endParaRPr lang="en-US" dirty="0"/>
          </a:p>
        </p:txBody>
      </p:sp>
    </p:spTree>
    <p:extLst>
      <p:ext uri="{BB962C8B-B14F-4D97-AF65-F5344CB8AC3E}">
        <p14:creationId xmlns:p14="http://schemas.microsoft.com/office/powerpoint/2010/main" val="1666080746"/>
      </p:ext>
    </p:extLst>
  </p:cSld>
  <p:clrMapOvr>
    <a:masterClrMapping/>
  </p:clrMapOvr>
</p:notes>
</file>

<file path=ppt/notesSlides/notesSlide1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1731</a:t>
            </a:fld>
            <a:endParaRPr lang="en-US" dirty="0"/>
          </a:p>
        </p:txBody>
      </p:sp>
    </p:spTree>
    <p:extLst>
      <p:ext uri="{BB962C8B-B14F-4D97-AF65-F5344CB8AC3E}">
        <p14:creationId xmlns:p14="http://schemas.microsoft.com/office/powerpoint/2010/main" val="3051943534"/>
      </p:ext>
    </p:extLst>
  </p:cSld>
  <p:clrMapOvr>
    <a:masterClrMapping/>
  </p:clrMapOvr>
</p:notes>
</file>

<file path=ppt/notesSlides/notesSlide1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1732</a:t>
            </a:fld>
            <a:endParaRPr lang="en-US" dirty="0"/>
          </a:p>
        </p:txBody>
      </p:sp>
    </p:spTree>
    <p:extLst>
      <p:ext uri="{BB962C8B-B14F-4D97-AF65-F5344CB8AC3E}">
        <p14:creationId xmlns:p14="http://schemas.microsoft.com/office/powerpoint/2010/main" val="2450008854"/>
      </p:ext>
    </p:extLst>
  </p:cSld>
  <p:clrMapOvr>
    <a:masterClrMapping/>
  </p:clrMapOvr>
</p:notes>
</file>

<file path=ppt/notesSlides/notesSlide1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1733</a:t>
            </a:fld>
            <a:endParaRPr lang="en-US" dirty="0"/>
          </a:p>
        </p:txBody>
      </p:sp>
    </p:spTree>
    <p:extLst>
      <p:ext uri="{BB962C8B-B14F-4D97-AF65-F5344CB8AC3E}">
        <p14:creationId xmlns:p14="http://schemas.microsoft.com/office/powerpoint/2010/main" val="2561358287"/>
      </p:ext>
    </p:extLst>
  </p:cSld>
  <p:clrMapOvr>
    <a:masterClrMapping/>
  </p:clrMapOvr>
</p:notes>
</file>

<file path=ppt/notesSlides/notesSlide1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1734</a:t>
            </a:fld>
            <a:endParaRPr lang="en-US" dirty="0"/>
          </a:p>
        </p:txBody>
      </p:sp>
    </p:spTree>
    <p:extLst>
      <p:ext uri="{BB962C8B-B14F-4D97-AF65-F5344CB8AC3E}">
        <p14:creationId xmlns:p14="http://schemas.microsoft.com/office/powerpoint/2010/main" val="1403460170"/>
      </p:ext>
    </p:extLst>
  </p:cSld>
  <p:clrMapOvr>
    <a:masterClrMapping/>
  </p:clrMapOvr>
</p:notes>
</file>

<file path=ppt/notesSlides/notesSlide1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1735</a:t>
            </a:fld>
            <a:endParaRPr lang="en-US" dirty="0"/>
          </a:p>
        </p:txBody>
      </p:sp>
    </p:spTree>
    <p:extLst>
      <p:ext uri="{BB962C8B-B14F-4D97-AF65-F5344CB8AC3E}">
        <p14:creationId xmlns:p14="http://schemas.microsoft.com/office/powerpoint/2010/main" val="3195964673"/>
      </p:ext>
    </p:extLst>
  </p:cSld>
  <p:clrMapOvr>
    <a:masterClrMapping/>
  </p:clrMapOvr>
</p:notes>
</file>

<file path=ppt/notesSlides/notesSlide1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1736</a:t>
            </a:fld>
            <a:endParaRPr lang="en-US" dirty="0"/>
          </a:p>
        </p:txBody>
      </p:sp>
    </p:spTree>
    <p:extLst>
      <p:ext uri="{BB962C8B-B14F-4D97-AF65-F5344CB8AC3E}">
        <p14:creationId xmlns:p14="http://schemas.microsoft.com/office/powerpoint/2010/main" val="909901002"/>
      </p:ext>
    </p:extLst>
  </p:cSld>
  <p:clrMapOvr>
    <a:masterClrMapping/>
  </p:clrMapOvr>
</p:notes>
</file>

<file path=ppt/notesSlides/notesSlide1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1737</a:t>
            </a:fld>
            <a:endParaRPr lang="en-US" dirty="0"/>
          </a:p>
        </p:txBody>
      </p:sp>
    </p:spTree>
    <p:extLst>
      <p:ext uri="{BB962C8B-B14F-4D97-AF65-F5344CB8AC3E}">
        <p14:creationId xmlns:p14="http://schemas.microsoft.com/office/powerpoint/2010/main" val="57836386"/>
      </p:ext>
    </p:extLst>
  </p:cSld>
  <p:clrMapOvr>
    <a:masterClrMapping/>
  </p:clrMapOvr>
</p:notes>
</file>

<file path=ppt/notesSlides/notesSlide1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1738</a:t>
            </a:fld>
            <a:endParaRPr lang="en-US" dirty="0"/>
          </a:p>
        </p:txBody>
      </p:sp>
    </p:spTree>
    <p:extLst>
      <p:ext uri="{BB962C8B-B14F-4D97-AF65-F5344CB8AC3E}">
        <p14:creationId xmlns:p14="http://schemas.microsoft.com/office/powerpoint/2010/main" val="4190977181"/>
      </p:ext>
    </p:extLst>
  </p:cSld>
  <p:clrMapOvr>
    <a:masterClrMapping/>
  </p:clrMapOvr>
</p:notes>
</file>

<file path=ppt/notesSlides/notesSlide1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1739</a:t>
            </a:fld>
            <a:endParaRPr lang="en-US" dirty="0"/>
          </a:p>
        </p:txBody>
      </p:sp>
    </p:spTree>
    <p:extLst>
      <p:ext uri="{BB962C8B-B14F-4D97-AF65-F5344CB8AC3E}">
        <p14:creationId xmlns:p14="http://schemas.microsoft.com/office/powerpoint/2010/main" val="3769897068"/>
      </p:ext>
    </p:extLst>
  </p:cSld>
  <p:clrMapOvr>
    <a:masterClrMapping/>
  </p:clrMapOvr>
</p:notes>
</file>

<file path=ppt/notesSlides/notesSlide1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1740</a:t>
            </a:fld>
            <a:endParaRPr lang="en-US" dirty="0"/>
          </a:p>
        </p:txBody>
      </p:sp>
    </p:spTree>
    <p:extLst>
      <p:ext uri="{BB962C8B-B14F-4D97-AF65-F5344CB8AC3E}">
        <p14:creationId xmlns:p14="http://schemas.microsoft.com/office/powerpoint/2010/main" val="1249921716"/>
      </p:ext>
    </p:extLst>
  </p:cSld>
  <p:clrMapOvr>
    <a:masterClrMapping/>
  </p:clrMapOvr>
</p:notes>
</file>

<file path=ppt/notesSlides/notesSlide1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1741</a:t>
            </a:fld>
            <a:endParaRPr lang="en-US" dirty="0"/>
          </a:p>
        </p:txBody>
      </p:sp>
    </p:spTree>
    <p:extLst>
      <p:ext uri="{BB962C8B-B14F-4D97-AF65-F5344CB8AC3E}">
        <p14:creationId xmlns:p14="http://schemas.microsoft.com/office/powerpoint/2010/main" val="3083140256"/>
      </p:ext>
    </p:extLst>
  </p:cSld>
  <p:clrMapOvr>
    <a:masterClrMapping/>
  </p:clrMapOvr>
</p:notes>
</file>

<file path=ppt/notesSlides/notesSlide1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1742</a:t>
            </a:fld>
            <a:endParaRPr lang="en-US" dirty="0"/>
          </a:p>
        </p:txBody>
      </p:sp>
    </p:spTree>
    <p:extLst>
      <p:ext uri="{BB962C8B-B14F-4D97-AF65-F5344CB8AC3E}">
        <p14:creationId xmlns:p14="http://schemas.microsoft.com/office/powerpoint/2010/main" val="3441139106"/>
      </p:ext>
    </p:extLst>
  </p:cSld>
  <p:clrMapOvr>
    <a:masterClrMapping/>
  </p:clrMapOvr>
</p:notes>
</file>

<file path=ppt/notesSlides/notesSlide1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1743</a:t>
            </a:fld>
            <a:endParaRPr lang="en-US" dirty="0"/>
          </a:p>
        </p:txBody>
      </p:sp>
    </p:spTree>
    <p:extLst>
      <p:ext uri="{BB962C8B-B14F-4D97-AF65-F5344CB8AC3E}">
        <p14:creationId xmlns:p14="http://schemas.microsoft.com/office/powerpoint/2010/main" val="222042487"/>
      </p:ext>
    </p:extLst>
  </p:cSld>
  <p:clrMapOvr>
    <a:masterClrMapping/>
  </p:clrMapOvr>
</p:notes>
</file>

<file path=ppt/notesSlides/notesSlide1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1744</a:t>
            </a:fld>
            <a:endParaRPr lang="en-US" dirty="0"/>
          </a:p>
        </p:txBody>
      </p:sp>
    </p:spTree>
    <p:extLst>
      <p:ext uri="{BB962C8B-B14F-4D97-AF65-F5344CB8AC3E}">
        <p14:creationId xmlns:p14="http://schemas.microsoft.com/office/powerpoint/2010/main" val="3957145232"/>
      </p:ext>
    </p:extLst>
  </p:cSld>
  <p:clrMapOvr>
    <a:masterClrMapping/>
  </p:clrMapOvr>
</p:notes>
</file>

<file path=ppt/notesSlides/notesSlide1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1745</a:t>
            </a:fld>
            <a:endParaRPr lang="en-US" dirty="0"/>
          </a:p>
        </p:txBody>
      </p:sp>
    </p:spTree>
    <p:extLst>
      <p:ext uri="{BB962C8B-B14F-4D97-AF65-F5344CB8AC3E}">
        <p14:creationId xmlns:p14="http://schemas.microsoft.com/office/powerpoint/2010/main" val="2036005113"/>
      </p:ext>
    </p:extLst>
  </p:cSld>
  <p:clrMapOvr>
    <a:masterClrMapping/>
  </p:clrMapOvr>
</p:notes>
</file>

<file path=ppt/notesSlides/notesSlide1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1746</a:t>
            </a:fld>
            <a:endParaRPr lang="en-US" dirty="0"/>
          </a:p>
        </p:txBody>
      </p:sp>
    </p:spTree>
    <p:extLst>
      <p:ext uri="{BB962C8B-B14F-4D97-AF65-F5344CB8AC3E}">
        <p14:creationId xmlns:p14="http://schemas.microsoft.com/office/powerpoint/2010/main" val="3566972663"/>
      </p:ext>
    </p:extLst>
  </p:cSld>
  <p:clrMapOvr>
    <a:masterClrMapping/>
  </p:clrMapOvr>
</p:notes>
</file>

<file path=ppt/notesSlides/notesSlide1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1747</a:t>
            </a:fld>
            <a:endParaRPr lang="en-US" dirty="0"/>
          </a:p>
        </p:txBody>
      </p:sp>
    </p:spTree>
    <p:extLst>
      <p:ext uri="{BB962C8B-B14F-4D97-AF65-F5344CB8AC3E}">
        <p14:creationId xmlns:p14="http://schemas.microsoft.com/office/powerpoint/2010/main" val="185584606"/>
      </p:ext>
    </p:extLst>
  </p:cSld>
  <p:clrMapOvr>
    <a:masterClrMapping/>
  </p:clrMapOvr>
</p:notes>
</file>

<file path=ppt/notesSlides/notesSlide1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1748</a:t>
            </a:fld>
            <a:endParaRPr lang="en-US" dirty="0"/>
          </a:p>
        </p:txBody>
      </p:sp>
    </p:spTree>
    <p:extLst>
      <p:ext uri="{BB962C8B-B14F-4D97-AF65-F5344CB8AC3E}">
        <p14:creationId xmlns:p14="http://schemas.microsoft.com/office/powerpoint/2010/main" val="2718527529"/>
      </p:ext>
    </p:extLst>
  </p:cSld>
  <p:clrMapOvr>
    <a:masterClrMapping/>
  </p:clrMapOvr>
</p:notes>
</file>

<file path=ppt/notesSlides/notesSlide1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1749</a:t>
            </a:fld>
            <a:endParaRPr lang="en-US" dirty="0"/>
          </a:p>
        </p:txBody>
      </p:sp>
    </p:spTree>
    <p:extLst>
      <p:ext uri="{BB962C8B-B14F-4D97-AF65-F5344CB8AC3E}">
        <p14:creationId xmlns:p14="http://schemas.microsoft.com/office/powerpoint/2010/main" val="3270249134"/>
      </p:ext>
    </p:extLst>
  </p:cSld>
  <p:clrMapOvr>
    <a:masterClrMapping/>
  </p:clrMapOvr>
</p:notes>
</file>

<file path=ppt/notesSlides/notesSlide1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1750</a:t>
            </a:fld>
            <a:endParaRPr lang="en-US" dirty="0"/>
          </a:p>
        </p:txBody>
      </p:sp>
    </p:spTree>
    <p:extLst>
      <p:ext uri="{BB962C8B-B14F-4D97-AF65-F5344CB8AC3E}">
        <p14:creationId xmlns:p14="http://schemas.microsoft.com/office/powerpoint/2010/main" val="3191346786"/>
      </p:ext>
    </p:extLst>
  </p:cSld>
  <p:clrMapOvr>
    <a:masterClrMapping/>
  </p:clrMapOvr>
</p:notes>
</file>

<file path=ppt/notesSlides/notesSlide1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1751</a:t>
            </a:fld>
            <a:endParaRPr lang="en-US" dirty="0"/>
          </a:p>
        </p:txBody>
      </p:sp>
    </p:spTree>
    <p:extLst>
      <p:ext uri="{BB962C8B-B14F-4D97-AF65-F5344CB8AC3E}">
        <p14:creationId xmlns:p14="http://schemas.microsoft.com/office/powerpoint/2010/main" val="2991585382"/>
      </p:ext>
    </p:extLst>
  </p:cSld>
  <p:clrMapOvr>
    <a:masterClrMapping/>
  </p:clrMapOvr>
</p:notes>
</file>

<file path=ppt/notesSlides/notesSlide1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1752</a:t>
            </a:fld>
            <a:endParaRPr lang="en-US" dirty="0"/>
          </a:p>
        </p:txBody>
      </p:sp>
    </p:spTree>
    <p:extLst>
      <p:ext uri="{BB962C8B-B14F-4D97-AF65-F5344CB8AC3E}">
        <p14:creationId xmlns:p14="http://schemas.microsoft.com/office/powerpoint/2010/main" val="1621527085"/>
      </p:ext>
    </p:extLst>
  </p:cSld>
  <p:clrMapOvr>
    <a:masterClrMapping/>
  </p:clrMapOvr>
</p:notes>
</file>

<file path=ppt/notesSlides/notesSlide1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1753</a:t>
            </a:fld>
            <a:endParaRPr lang="en-US" dirty="0"/>
          </a:p>
        </p:txBody>
      </p:sp>
    </p:spTree>
    <p:extLst>
      <p:ext uri="{BB962C8B-B14F-4D97-AF65-F5344CB8AC3E}">
        <p14:creationId xmlns:p14="http://schemas.microsoft.com/office/powerpoint/2010/main" val="967554484"/>
      </p:ext>
    </p:extLst>
  </p:cSld>
  <p:clrMapOvr>
    <a:masterClrMapping/>
  </p:clrMapOvr>
</p:notes>
</file>

<file path=ppt/notesSlides/notesSlide1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1754</a:t>
            </a:fld>
            <a:endParaRPr lang="en-US" dirty="0"/>
          </a:p>
        </p:txBody>
      </p:sp>
    </p:spTree>
    <p:extLst>
      <p:ext uri="{BB962C8B-B14F-4D97-AF65-F5344CB8AC3E}">
        <p14:creationId xmlns:p14="http://schemas.microsoft.com/office/powerpoint/2010/main" val="1301853960"/>
      </p:ext>
    </p:extLst>
  </p:cSld>
  <p:clrMapOvr>
    <a:masterClrMapping/>
  </p:clrMapOvr>
</p:notes>
</file>

<file path=ppt/notesSlides/notesSlide1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1755</a:t>
            </a:fld>
            <a:endParaRPr lang="en-US" dirty="0"/>
          </a:p>
        </p:txBody>
      </p:sp>
    </p:spTree>
    <p:extLst>
      <p:ext uri="{BB962C8B-B14F-4D97-AF65-F5344CB8AC3E}">
        <p14:creationId xmlns:p14="http://schemas.microsoft.com/office/powerpoint/2010/main" val="3858715249"/>
      </p:ext>
    </p:extLst>
  </p:cSld>
  <p:clrMapOvr>
    <a:masterClrMapping/>
  </p:clrMapOvr>
</p:notes>
</file>

<file path=ppt/notesSlides/notesSlide1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1756</a:t>
            </a:fld>
            <a:endParaRPr lang="en-US" dirty="0"/>
          </a:p>
        </p:txBody>
      </p:sp>
    </p:spTree>
    <p:extLst>
      <p:ext uri="{BB962C8B-B14F-4D97-AF65-F5344CB8AC3E}">
        <p14:creationId xmlns:p14="http://schemas.microsoft.com/office/powerpoint/2010/main" val="590973359"/>
      </p:ext>
    </p:extLst>
  </p:cSld>
  <p:clrMapOvr>
    <a:masterClrMapping/>
  </p:clrMapOvr>
</p:notes>
</file>

<file path=ppt/notesSlides/notesSlide1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1757</a:t>
            </a:fld>
            <a:endParaRPr lang="en-US" dirty="0"/>
          </a:p>
        </p:txBody>
      </p:sp>
    </p:spTree>
    <p:extLst>
      <p:ext uri="{BB962C8B-B14F-4D97-AF65-F5344CB8AC3E}">
        <p14:creationId xmlns:p14="http://schemas.microsoft.com/office/powerpoint/2010/main" val="2616711321"/>
      </p:ext>
    </p:extLst>
  </p:cSld>
  <p:clrMapOvr>
    <a:masterClrMapping/>
  </p:clrMapOvr>
</p:notes>
</file>

<file path=ppt/notesSlides/notesSlide1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1758</a:t>
            </a:fld>
            <a:endParaRPr lang="en-US" dirty="0"/>
          </a:p>
        </p:txBody>
      </p:sp>
    </p:spTree>
    <p:extLst>
      <p:ext uri="{BB962C8B-B14F-4D97-AF65-F5344CB8AC3E}">
        <p14:creationId xmlns:p14="http://schemas.microsoft.com/office/powerpoint/2010/main" val="1399044123"/>
      </p:ext>
    </p:extLst>
  </p:cSld>
  <p:clrMapOvr>
    <a:masterClrMapping/>
  </p:clrMapOvr>
</p:notes>
</file>

<file path=ppt/notesSlides/notesSlide1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1759</a:t>
            </a:fld>
            <a:endParaRPr lang="en-US" dirty="0"/>
          </a:p>
        </p:txBody>
      </p:sp>
    </p:spTree>
    <p:extLst>
      <p:ext uri="{BB962C8B-B14F-4D97-AF65-F5344CB8AC3E}">
        <p14:creationId xmlns:p14="http://schemas.microsoft.com/office/powerpoint/2010/main" val="4152462984"/>
      </p:ext>
    </p:extLst>
  </p:cSld>
  <p:clrMapOvr>
    <a:masterClrMapping/>
  </p:clrMapOvr>
</p:notes>
</file>

<file path=ppt/notesSlides/notesSlide1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1760</a:t>
            </a:fld>
            <a:endParaRPr lang="en-US" dirty="0"/>
          </a:p>
        </p:txBody>
      </p:sp>
    </p:spTree>
    <p:extLst>
      <p:ext uri="{BB962C8B-B14F-4D97-AF65-F5344CB8AC3E}">
        <p14:creationId xmlns:p14="http://schemas.microsoft.com/office/powerpoint/2010/main" val="2080820691"/>
      </p:ext>
    </p:extLst>
  </p:cSld>
  <p:clrMapOvr>
    <a:masterClrMapping/>
  </p:clrMapOvr>
</p:notes>
</file>

<file path=ppt/notesSlides/notesSlide1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1761</a:t>
            </a:fld>
            <a:endParaRPr lang="en-US" dirty="0"/>
          </a:p>
        </p:txBody>
      </p:sp>
    </p:spTree>
    <p:extLst>
      <p:ext uri="{BB962C8B-B14F-4D97-AF65-F5344CB8AC3E}">
        <p14:creationId xmlns:p14="http://schemas.microsoft.com/office/powerpoint/2010/main" val="677057976"/>
      </p:ext>
    </p:extLst>
  </p:cSld>
  <p:clrMapOvr>
    <a:masterClrMapping/>
  </p:clrMapOvr>
</p:notes>
</file>

<file path=ppt/notesSlides/notesSlide1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1762</a:t>
            </a:fld>
            <a:endParaRPr lang="en-US" dirty="0"/>
          </a:p>
        </p:txBody>
      </p:sp>
    </p:spTree>
    <p:extLst>
      <p:ext uri="{BB962C8B-B14F-4D97-AF65-F5344CB8AC3E}">
        <p14:creationId xmlns:p14="http://schemas.microsoft.com/office/powerpoint/2010/main" val="2114785418"/>
      </p:ext>
    </p:extLst>
  </p:cSld>
  <p:clrMapOvr>
    <a:masterClrMapping/>
  </p:clrMapOvr>
</p:notes>
</file>

<file path=ppt/notesSlides/notesSlide1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1763</a:t>
            </a:fld>
            <a:endParaRPr lang="en-US" dirty="0"/>
          </a:p>
        </p:txBody>
      </p:sp>
    </p:spTree>
    <p:extLst>
      <p:ext uri="{BB962C8B-B14F-4D97-AF65-F5344CB8AC3E}">
        <p14:creationId xmlns:p14="http://schemas.microsoft.com/office/powerpoint/2010/main" val="4248079341"/>
      </p:ext>
    </p:extLst>
  </p:cSld>
  <p:clrMapOvr>
    <a:masterClrMapping/>
  </p:clrMapOvr>
</p:notes>
</file>

<file path=ppt/notesSlides/notesSlide1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1764</a:t>
            </a:fld>
            <a:endParaRPr lang="en-US" dirty="0"/>
          </a:p>
        </p:txBody>
      </p:sp>
    </p:spTree>
    <p:extLst>
      <p:ext uri="{BB962C8B-B14F-4D97-AF65-F5344CB8AC3E}">
        <p14:creationId xmlns:p14="http://schemas.microsoft.com/office/powerpoint/2010/main" val="3043556949"/>
      </p:ext>
    </p:extLst>
  </p:cSld>
  <p:clrMapOvr>
    <a:masterClrMapping/>
  </p:clrMapOvr>
</p:notes>
</file>

<file path=ppt/notesSlides/notesSlide1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1765</a:t>
            </a:fld>
            <a:endParaRPr lang="en-US" dirty="0"/>
          </a:p>
        </p:txBody>
      </p:sp>
    </p:spTree>
    <p:extLst>
      <p:ext uri="{BB962C8B-B14F-4D97-AF65-F5344CB8AC3E}">
        <p14:creationId xmlns:p14="http://schemas.microsoft.com/office/powerpoint/2010/main" val="1873616018"/>
      </p:ext>
    </p:extLst>
  </p:cSld>
  <p:clrMapOvr>
    <a:masterClrMapping/>
  </p:clrMapOvr>
</p:notes>
</file>

<file path=ppt/notesSlides/notesSlide1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1766</a:t>
            </a:fld>
            <a:endParaRPr lang="en-US" dirty="0"/>
          </a:p>
        </p:txBody>
      </p:sp>
    </p:spTree>
    <p:extLst>
      <p:ext uri="{BB962C8B-B14F-4D97-AF65-F5344CB8AC3E}">
        <p14:creationId xmlns:p14="http://schemas.microsoft.com/office/powerpoint/2010/main" val="294284445"/>
      </p:ext>
    </p:extLst>
  </p:cSld>
  <p:clrMapOvr>
    <a:masterClrMapping/>
  </p:clrMapOvr>
</p:notes>
</file>

<file path=ppt/notesSlides/notesSlide1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1767</a:t>
            </a:fld>
            <a:endParaRPr lang="en-US" dirty="0"/>
          </a:p>
        </p:txBody>
      </p:sp>
    </p:spTree>
    <p:extLst>
      <p:ext uri="{BB962C8B-B14F-4D97-AF65-F5344CB8AC3E}">
        <p14:creationId xmlns:p14="http://schemas.microsoft.com/office/powerpoint/2010/main" val="221464747"/>
      </p:ext>
    </p:extLst>
  </p:cSld>
  <p:clrMapOvr>
    <a:masterClrMapping/>
  </p:clrMapOvr>
</p:notes>
</file>

<file path=ppt/notesSlides/notesSlide1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1768</a:t>
            </a:fld>
            <a:endParaRPr lang="en-US" dirty="0"/>
          </a:p>
        </p:txBody>
      </p:sp>
    </p:spTree>
    <p:extLst>
      <p:ext uri="{BB962C8B-B14F-4D97-AF65-F5344CB8AC3E}">
        <p14:creationId xmlns:p14="http://schemas.microsoft.com/office/powerpoint/2010/main" val="1596005009"/>
      </p:ext>
    </p:extLst>
  </p:cSld>
  <p:clrMapOvr>
    <a:masterClrMapping/>
  </p:clrMapOvr>
</p:notes>
</file>

<file path=ppt/notesSlides/notesSlide1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1769</a:t>
            </a:fld>
            <a:endParaRPr lang="en-US" dirty="0"/>
          </a:p>
        </p:txBody>
      </p:sp>
    </p:spTree>
    <p:extLst>
      <p:ext uri="{BB962C8B-B14F-4D97-AF65-F5344CB8AC3E}">
        <p14:creationId xmlns:p14="http://schemas.microsoft.com/office/powerpoint/2010/main" val="1283840423"/>
      </p:ext>
    </p:extLst>
  </p:cSld>
  <p:clrMapOvr>
    <a:masterClrMapping/>
  </p:clrMapOvr>
</p:notes>
</file>

<file path=ppt/notesSlides/notesSlide1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1770</a:t>
            </a:fld>
            <a:endParaRPr lang="en-US" dirty="0"/>
          </a:p>
        </p:txBody>
      </p:sp>
    </p:spTree>
    <p:extLst>
      <p:ext uri="{BB962C8B-B14F-4D97-AF65-F5344CB8AC3E}">
        <p14:creationId xmlns:p14="http://schemas.microsoft.com/office/powerpoint/2010/main" val="1506387203"/>
      </p:ext>
    </p:extLst>
  </p:cSld>
  <p:clrMapOvr>
    <a:masterClrMapping/>
  </p:clrMapOvr>
</p:notes>
</file>

<file path=ppt/notesSlides/notesSlide1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1771</a:t>
            </a:fld>
            <a:endParaRPr lang="en-US" dirty="0"/>
          </a:p>
        </p:txBody>
      </p:sp>
    </p:spTree>
    <p:extLst>
      <p:ext uri="{BB962C8B-B14F-4D97-AF65-F5344CB8AC3E}">
        <p14:creationId xmlns:p14="http://schemas.microsoft.com/office/powerpoint/2010/main" val="3149167220"/>
      </p:ext>
    </p:extLst>
  </p:cSld>
  <p:clrMapOvr>
    <a:masterClrMapping/>
  </p:clrMapOvr>
</p:notes>
</file>

<file path=ppt/notesSlides/notesSlide1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1772</a:t>
            </a:fld>
            <a:endParaRPr lang="en-US" dirty="0"/>
          </a:p>
        </p:txBody>
      </p:sp>
    </p:spTree>
    <p:extLst>
      <p:ext uri="{BB962C8B-B14F-4D97-AF65-F5344CB8AC3E}">
        <p14:creationId xmlns:p14="http://schemas.microsoft.com/office/powerpoint/2010/main" val="750556813"/>
      </p:ext>
    </p:extLst>
  </p:cSld>
  <p:clrMapOvr>
    <a:masterClrMapping/>
  </p:clrMapOvr>
</p:notes>
</file>

<file path=ppt/notesSlides/notesSlide1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1773</a:t>
            </a:fld>
            <a:endParaRPr lang="en-US" dirty="0"/>
          </a:p>
        </p:txBody>
      </p:sp>
    </p:spTree>
    <p:extLst>
      <p:ext uri="{BB962C8B-B14F-4D97-AF65-F5344CB8AC3E}">
        <p14:creationId xmlns:p14="http://schemas.microsoft.com/office/powerpoint/2010/main" val="1189034383"/>
      </p:ext>
    </p:extLst>
  </p:cSld>
  <p:clrMapOvr>
    <a:masterClrMapping/>
  </p:clrMapOvr>
</p:notes>
</file>

<file path=ppt/notesSlides/notesSlide1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1774</a:t>
            </a:fld>
            <a:endParaRPr lang="en-US" dirty="0"/>
          </a:p>
        </p:txBody>
      </p:sp>
    </p:spTree>
    <p:extLst>
      <p:ext uri="{BB962C8B-B14F-4D97-AF65-F5344CB8AC3E}">
        <p14:creationId xmlns:p14="http://schemas.microsoft.com/office/powerpoint/2010/main" val="259011144"/>
      </p:ext>
    </p:extLst>
  </p:cSld>
  <p:clrMapOvr>
    <a:masterClrMapping/>
  </p:clrMapOvr>
</p:notes>
</file>

<file path=ppt/notesSlides/notesSlide1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1775</a:t>
            </a:fld>
            <a:endParaRPr lang="en-US" dirty="0"/>
          </a:p>
        </p:txBody>
      </p:sp>
    </p:spTree>
    <p:extLst>
      <p:ext uri="{BB962C8B-B14F-4D97-AF65-F5344CB8AC3E}">
        <p14:creationId xmlns:p14="http://schemas.microsoft.com/office/powerpoint/2010/main" val="210941809"/>
      </p:ext>
    </p:extLst>
  </p:cSld>
  <p:clrMapOvr>
    <a:masterClrMapping/>
  </p:clrMapOvr>
</p:notes>
</file>

<file path=ppt/notesSlides/notesSlide1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1776</a:t>
            </a:fld>
            <a:endParaRPr lang="en-US" dirty="0"/>
          </a:p>
        </p:txBody>
      </p:sp>
    </p:spTree>
    <p:extLst>
      <p:ext uri="{BB962C8B-B14F-4D97-AF65-F5344CB8AC3E}">
        <p14:creationId xmlns:p14="http://schemas.microsoft.com/office/powerpoint/2010/main" val="251994394"/>
      </p:ext>
    </p:extLst>
  </p:cSld>
  <p:clrMapOvr>
    <a:masterClrMapping/>
  </p:clrMapOvr>
</p:notes>
</file>

<file path=ppt/notesSlides/notesSlide1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1777</a:t>
            </a:fld>
            <a:endParaRPr lang="en-US" dirty="0"/>
          </a:p>
        </p:txBody>
      </p:sp>
    </p:spTree>
    <p:extLst>
      <p:ext uri="{BB962C8B-B14F-4D97-AF65-F5344CB8AC3E}">
        <p14:creationId xmlns:p14="http://schemas.microsoft.com/office/powerpoint/2010/main" val="2650737745"/>
      </p:ext>
    </p:extLst>
  </p:cSld>
  <p:clrMapOvr>
    <a:masterClrMapping/>
  </p:clrMapOvr>
</p:notes>
</file>

<file path=ppt/notesSlides/notesSlide1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1778</a:t>
            </a:fld>
            <a:endParaRPr lang="en-US" dirty="0"/>
          </a:p>
        </p:txBody>
      </p:sp>
    </p:spTree>
    <p:extLst>
      <p:ext uri="{BB962C8B-B14F-4D97-AF65-F5344CB8AC3E}">
        <p14:creationId xmlns:p14="http://schemas.microsoft.com/office/powerpoint/2010/main" val="2239323797"/>
      </p:ext>
    </p:extLst>
  </p:cSld>
  <p:clrMapOvr>
    <a:masterClrMapping/>
  </p:clrMapOvr>
</p:notes>
</file>

<file path=ppt/notesSlides/notesSlide1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1779</a:t>
            </a:fld>
            <a:endParaRPr lang="en-US" dirty="0"/>
          </a:p>
        </p:txBody>
      </p:sp>
    </p:spTree>
    <p:extLst>
      <p:ext uri="{BB962C8B-B14F-4D97-AF65-F5344CB8AC3E}">
        <p14:creationId xmlns:p14="http://schemas.microsoft.com/office/powerpoint/2010/main" val="908456243"/>
      </p:ext>
    </p:extLst>
  </p:cSld>
  <p:clrMapOvr>
    <a:masterClrMapping/>
  </p:clrMapOvr>
</p:notes>
</file>

<file path=ppt/notesSlides/notesSlide1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1780</a:t>
            </a:fld>
            <a:endParaRPr lang="en-US" dirty="0"/>
          </a:p>
        </p:txBody>
      </p:sp>
    </p:spTree>
    <p:extLst>
      <p:ext uri="{BB962C8B-B14F-4D97-AF65-F5344CB8AC3E}">
        <p14:creationId xmlns:p14="http://schemas.microsoft.com/office/powerpoint/2010/main" val="1697129132"/>
      </p:ext>
    </p:extLst>
  </p:cSld>
  <p:clrMapOvr>
    <a:masterClrMapping/>
  </p:clrMapOvr>
</p:notes>
</file>

<file path=ppt/notesSlides/notesSlide1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1781</a:t>
            </a:fld>
            <a:endParaRPr lang="en-US" dirty="0"/>
          </a:p>
        </p:txBody>
      </p:sp>
    </p:spTree>
    <p:extLst>
      <p:ext uri="{BB962C8B-B14F-4D97-AF65-F5344CB8AC3E}">
        <p14:creationId xmlns:p14="http://schemas.microsoft.com/office/powerpoint/2010/main" val="2031031875"/>
      </p:ext>
    </p:extLst>
  </p:cSld>
  <p:clrMapOvr>
    <a:masterClrMapping/>
  </p:clrMapOvr>
</p:notes>
</file>

<file path=ppt/notesSlides/notesSlide1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1782</a:t>
            </a:fld>
            <a:endParaRPr lang="en-US" dirty="0"/>
          </a:p>
        </p:txBody>
      </p:sp>
    </p:spTree>
    <p:extLst>
      <p:ext uri="{BB962C8B-B14F-4D97-AF65-F5344CB8AC3E}">
        <p14:creationId xmlns:p14="http://schemas.microsoft.com/office/powerpoint/2010/main" val="1523053498"/>
      </p:ext>
    </p:extLst>
  </p:cSld>
  <p:clrMapOvr>
    <a:masterClrMapping/>
  </p:clrMapOvr>
</p:notes>
</file>

<file path=ppt/notesSlides/notesSlide1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1783</a:t>
            </a:fld>
            <a:endParaRPr lang="en-US" dirty="0"/>
          </a:p>
        </p:txBody>
      </p:sp>
    </p:spTree>
    <p:extLst>
      <p:ext uri="{BB962C8B-B14F-4D97-AF65-F5344CB8AC3E}">
        <p14:creationId xmlns:p14="http://schemas.microsoft.com/office/powerpoint/2010/main" val="2118295688"/>
      </p:ext>
    </p:extLst>
  </p:cSld>
  <p:clrMapOvr>
    <a:masterClrMapping/>
  </p:clrMapOvr>
</p:notes>
</file>

<file path=ppt/notesSlides/notesSlide1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1784</a:t>
            </a:fld>
            <a:endParaRPr lang="en-US" dirty="0"/>
          </a:p>
        </p:txBody>
      </p:sp>
    </p:spTree>
    <p:extLst>
      <p:ext uri="{BB962C8B-B14F-4D97-AF65-F5344CB8AC3E}">
        <p14:creationId xmlns:p14="http://schemas.microsoft.com/office/powerpoint/2010/main" val="1131339870"/>
      </p:ext>
    </p:extLst>
  </p:cSld>
  <p:clrMapOvr>
    <a:masterClrMapping/>
  </p:clrMapOvr>
</p:notes>
</file>

<file path=ppt/notesSlides/notesSlide1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1785</a:t>
            </a:fld>
            <a:endParaRPr lang="en-US" dirty="0"/>
          </a:p>
        </p:txBody>
      </p:sp>
    </p:spTree>
    <p:extLst>
      <p:ext uri="{BB962C8B-B14F-4D97-AF65-F5344CB8AC3E}">
        <p14:creationId xmlns:p14="http://schemas.microsoft.com/office/powerpoint/2010/main" val="3100320665"/>
      </p:ext>
    </p:extLst>
  </p:cSld>
  <p:clrMapOvr>
    <a:masterClrMapping/>
  </p:clrMapOvr>
</p:notes>
</file>

<file path=ppt/notesSlides/notesSlide1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1786</a:t>
            </a:fld>
            <a:endParaRPr lang="en-US" dirty="0"/>
          </a:p>
        </p:txBody>
      </p:sp>
    </p:spTree>
    <p:extLst>
      <p:ext uri="{BB962C8B-B14F-4D97-AF65-F5344CB8AC3E}">
        <p14:creationId xmlns:p14="http://schemas.microsoft.com/office/powerpoint/2010/main" val="3783203278"/>
      </p:ext>
    </p:extLst>
  </p:cSld>
  <p:clrMapOvr>
    <a:masterClrMapping/>
  </p:clrMapOvr>
</p:notes>
</file>

<file path=ppt/notesSlides/notesSlide1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1787</a:t>
            </a:fld>
            <a:endParaRPr lang="en-US" dirty="0"/>
          </a:p>
        </p:txBody>
      </p:sp>
    </p:spTree>
    <p:extLst>
      <p:ext uri="{BB962C8B-B14F-4D97-AF65-F5344CB8AC3E}">
        <p14:creationId xmlns:p14="http://schemas.microsoft.com/office/powerpoint/2010/main" val="2030272158"/>
      </p:ext>
    </p:extLst>
  </p:cSld>
  <p:clrMapOvr>
    <a:masterClrMapping/>
  </p:clrMapOvr>
</p:notes>
</file>

<file path=ppt/notesSlides/notesSlide1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1788</a:t>
            </a:fld>
            <a:endParaRPr lang="en-US" dirty="0"/>
          </a:p>
        </p:txBody>
      </p:sp>
    </p:spTree>
    <p:extLst>
      <p:ext uri="{BB962C8B-B14F-4D97-AF65-F5344CB8AC3E}">
        <p14:creationId xmlns:p14="http://schemas.microsoft.com/office/powerpoint/2010/main" val="2185286701"/>
      </p:ext>
    </p:extLst>
  </p:cSld>
  <p:clrMapOvr>
    <a:masterClrMapping/>
  </p:clrMapOvr>
</p:notes>
</file>

<file path=ppt/notesSlides/notesSlide1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1789</a:t>
            </a:fld>
            <a:endParaRPr lang="en-US" dirty="0"/>
          </a:p>
        </p:txBody>
      </p:sp>
    </p:spTree>
    <p:extLst>
      <p:ext uri="{BB962C8B-B14F-4D97-AF65-F5344CB8AC3E}">
        <p14:creationId xmlns:p14="http://schemas.microsoft.com/office/powerpoint/2010/main" val="3726825835"/>
      </p:ext>
    </p:extLst>
  </p:cSld>
  <p:clrMapOvr>
    <a:masterClrMapping/>
  </p:clrMapOvr>
</p:notes>
</file>

<file path=ppt/notesSlides/notesSlide1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1790</a:t>
            </a:fld>
            <a:endParaRPr lang="en-US" dirty="0"/>
          </a:p>
        </p:txBody>
      </p:sp>
    </p:spTree>
    <p:extLst>
      <p:ext uri="{BB962C8B-B14F-4D97-AF65-F5344CB8AC3E}">
        <p14:creationId xmlns:p14="http://schemas.microsoft.com/office/powerpoint/2010/main" val="1906489680"/>
      </p:ext>
    </p:extLst>
  </p:cSld>
  <p:clrMapOvr>
    <a:masterClrMapping/>
  </p:clrMapOvr>
</p:notes>
</file>

<file path=ppt/notesSlides/notesSlide1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1791</a:t>
            </a:fld>
            <a:endParaRPr lang="en-US" dirty="0"/>
          </a:p>
        </p:txBody>
      </p:sp>
    </p:spTree>
    <p:extLst>
      <p:ext uri="{BB962C8B-B14F-4D97-AF65-F5344CB8AC3E}">
        <p14:creationId xmlns:p14="http://schemas.microsoft.com/office/powerpoint/2010/main" val="3359801270"/>
      </p:ext>
    </p:extLst>
  </p:cSld>
  <p:clrMapOvr>
    <a:masterClrMapping/>
  </p:clrMapOvr>
</p:notes>
</file>

<file path=ppt/notesSlides/notesSlide1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1792</a:t>
            </a:fld>
            <a:endParaRPr lang="en-US" dirty="0"/>
          </a:p>
        </p:txBody>
      </p:sp>
    </p:spTree>
    <p:extLst>
      <p:ext uri="{BB962C8B-B14F-4D97-AF65-F5344CB8AC3E}">
        <p14:creationId xmlns:p14="http://schemas.microsoft.com/office/powerpoint/2010/main" val="2837673658"/>
      </p:ext>
    </p:extLst>
  </p:cSld>
  <p:clrMapOvr>
    <a:masterClrMapping/>
  </p:clrMapOvr>
</p:notes>
</file>

<file path=ppt/notesSlides/notesSlide1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1793</a:t>
            </a:fld>
            <a:endParaRPr lang="en-US" dirty="0"/>
          </a:p>
        </p:txBody>
      </p:sp>
    </p:spTree>
    <p:extLst>
      <p:ext uri="{BB962C8B-B14F-4D97-AF65-F5344CB8AC3E}">
        <p14:creationId xmlns:p14="http://schemas.microsoft.com/office/powerpoint/2010/main" val="3111811687"/>
      </p:ext>
    </p:extLst>
  </p:cSld>
  <p:clrMapOvr>
    <a:masterClrMapping/>
  </p:clrMapOvr>
</p:notes>
</file>

<file path=ppt/notesSlides/notesSlide1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1794</a:t>
            </a:fld>
            <a:endParaRPr lang="en-US" dirty="0"/>
          </a:p>
        </p:txBody>
      </p:sp>
    </p:spTree>
    <p:extLst>
      <p:ext uri="{BB962C8B-B14F-4D97-AF65-F5344CB8AC3E}">
        <p14:creationId xmlns:p14="http://schemas.microsoft.com/office/powerpoint/2010/main" val="1304359820"/>
      </p:ext>
    </p:extLst>
  </p:cSld>
  <p:clrMapOvr>
    <a:masterClrMapping/>
  </p:clrMapOvr>
</p:notes>
</file>

<file path=ppt/notesSlides/notesSlide1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1795</a:t>
            </a:fld>
            <a:endParaRPr lang="en-US" dirty="0"/>
          </a:p>
        </p:txBody>
      </p:sp>
    </p:spTree>
    <p:extLst>
      <p:ext uri="{BB962C8B-B14F-4D97-AF65-F5344CB8AC3E}">
        <p14:creationId xmlns:p14="http://schemas.microsoft.com/office/powerpoint/2010/main" val="3306348571"/>
      </p:ext>
    </p:extLst>
  </p:cSld>
  <p:clrMapOvr>
    <a:masterClrMapping/>
  </p:clrMapOvr>
</p:notes>
</file>

<file path=ppt/notesSlides/notesSlide1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1796</a:t>
            </a:fld>
            <a:endParaRPr lang="en-US" dirty="0"/>
          </a:p>
        </p:txBody>
      </p:sp>
    </p:spTree>
    <p:extLst>
      <p:ext uri="{BB962C8B-B14F-4D97-AF65-F5344CB8AC3E}">
        <p14:creationId xmlns:p14="http://schemas.microsoft.com/office/powerpoint/2010/main" val="283648099"/>
      </p:ext>
    </p:extLst>
  </p:cSld>
  <p:clrMapOvr>
    <a:masterClrMapping/>
  </p:clrMapOvr>
</p:notes>
</file>

<file path=ppt/notesSlides/notesSlide1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1797</a:t>
            </a:fld>
            <a:endParaRPr lang="en-US" dirty="0"/>
          </a:p>
        </p:txBody>
      </p:sp>
    </p:spTree>
    <p:extLst>
      <p:ext uri="{BB962C8B-B14F-4D97-AF65-F5344CB8AC3E}">
        <p14:creationId xmlns:p14="http://schemas.microsoft.com/office/powerpoint/2010/main" val="3378122027"/>
      </p:ext>
    </p:extLst>
  </p:cSld>
  <p:clrMapOvr>
    <a:masterClrMapping/>
  </p:clrMapOvr>
</p:notes>
</file>

<file path=ppt/notesSlides/notesSlide1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1798</a:t>
            </a:fld>
            <a:endParaRPr lang="en-US" dirty="0"/>
          </a:p>
        </p:txBody>
      </p:sp>
    </p:spTree>
    <p:extLst>
      <p:ext uri="{BB962C8B-B14F-4D97-AF65-F5344CB8AC3E}">
        <p14:creationId xmlns:p14="http://schemas.microsoft.com/office/powerpoint/2010/main" val="716188774"/>
      </p:ext>
    </p:extLst>
  </p:cSld>
  <p:clrMapOvr>
    <a:masterClrMapping/>
  </p:clrMapOvr>
</p:notes>
</file>

<file path=ppt/notesSlides/notesSlide1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1799</a:t>
            </a:fld>
            <a:endParaRPr lang="en-US" dirty="0"/>
          </a:p>
        </p:txBody>
      </p:sp>
    </p:spTree>
    <p:extLst>
      <p:ext uri="{BB962C8B-B14F-4D97-AF65-F5344CB8AC3E}">
        <p14:creationId xmlns:p14="http://schemas.microsoft.com/office/powerpoint/2010/main" val="1162500046"/>
      </p:ext>
    </p:extLst>
  </p:cSld>
  <p:clrMapOvr>
    <a:masterClrMapping/>
  </p:clrMapOvr>
</p:notes>
</file>

<file path=ppt/notesSlides/notesSlide1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1800</a:t>
            </a:fld>
            <a:endParaRPr lang="en-US" dirty="0"/>
          </a:p>
        </p:txBody>
      </p:sp>
    </p:spTree>
    <p:extLst>
      <p:ext uri="{BB962C8B-B14F-4D97-AF65-F5344CB8AC3E}">
        <p14:creationId xmlns:p14="http://schemas.microsoft.com/office/powerpoint/2010/main" val="3859528652"/>
      </p:ext>
    </p:extLst>
  </p:cSld>
  <p:clrMapOvr>
    <a:masterClrMapping/>
  </p:clrMapOvr>
</p:notes>
</file>

<file path=ppt/notesSlides/notesSlide1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1801</a:t>
            </a:fld>
            <a:endParaRPr lang="en-US" dirty="0"/>
          </a:p>
        </p:txBody>
      </p:sp>
    </p:spTree>
    <p:extLst>
      <p:ext uri="{BB962C8B-B14F-4D97-AF65-F5344CB8AC3E}">
        <p14:creationId xmlns:p14="http://schemas.microsoft.com/office/powerpoint/2010/main" val="148887133"/>
      </p:ext>
    </p:extLst>
  </p:cSld>
  <p:clrMapOvr>
    <a:masterClrMapping/>
  </p:clrMapOvr>
</p:notes>
</file>

<file path=ppt/notesSlides/notesSlide1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1802</a:t>
            </a:fld>
            <a:endParaRPr lang="en-US" dirty="0"/>
          </a:p>
        </p:txBody>
      </p:sp>
    </p:spTree>
    <p:extLst>
      <p:ext uri="{BB962C8B-B14F-4D97-AF65-F5344CB8AC3E}">
        <p14:creationId xmlns:p14="http://schemas.microsoft.com/office/powerpoint/2010/main" val="1116626860"/>
      </p:ext>
    </p:extLst>
  </p:cSld>
  <p:clrMapOvr>
    <a:masterClrMapping/>
  </p:clrMapOvr>
</p:notes>
</file>

<file path=ppt/notesSlides/notesSlide1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1803</a:t>
            </a:fld>
            <a:endParaRPr lang="en-US" dirty="0"/>
          </a:p>
        </p:txBody>
      </p:sp>
    </p:spTree>
    <p:extLst>
      <p:ext uri="{BB962C8B-B14F-4D97-AF65-F5344CB8AC3E}">
        <p14:creationId xmlns:p14="http://schemas.microsoft.com/office/powerpoint/2010/main" val="3914595476"/>
      </p:ext>
    </p:extLst>
  </p:cSld>
  <p:clrMapOvr>
    <a:masterClrMapping/>
  </p:clrMapOvr>
</p:notes>
</file>

<file path=ppt/notesSlides/notesSlide1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1804</a:t>
            </a:fld>
            <a:endParaRPr lang="en-US" dirty="0"/>
          </a:p>
        </p:txBody>
      </p:sp>
    </p:spTree>
    <p:extLst>
      <p:ext uri="{BB962C8B-B14F-4D97-AF65-F5344CB8AC3E}">
        <p14:creationId xmlns:p14="http://schemas.microsoft.com/office/powerpoint/2010/main" val="3015463069"/>
      </p:ext>
    </p:extLst>
  </p:cSld>
  <p:clrMapOvr>
    <a:masterClrMapping/>
  </p:clrMapOvr>
</p:notes>
</file>

<file path=ppt/notesSlides/notesSlide1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1805</a:t>
            </a:fld>
            <a:endParaRPr lang="en-US" dirty="0"/>
          </a:p>
        </p:txBody>
      </p:sp>
    </p:spTree>
    <p:extLst>
      <p:ext uri="{BB962C8B-B14F-4D97-AF65-F5344CB8AC3E}">
        <p14:creationId xmlns:p14="http://schemas.microsoft.com/office/powerpoint/2010/main" val="700361071"/>
      </p:ext>
    </p:extLst>
  </p:cSld>
  <p:clrMapOvr>
    <a:masterClrMapping/>
  </p:clrMapOvr>
</p:notes>
</file>

<file path=ppt/notesSlides/notesSlide1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1806</a:t>
            </a:fld>
            <a:endParaRPr lang="en-US" dirty="0"/>
          </a:p>
        </p:txBody>
      </p:sp>
    </p:spTree>
    <p:extLst>
      <p:ext uri="{BB962C8B-B14F-4D97-AF65-F5344CB8AC3E}">
        <p14:creationId xmlns:p14="http://schemas.microsoft.com/office/powerpoint/2010/main" val="4274698432"/>
      </p:ext>
    </p:extLst>
  </p:cSld>
  <p:clrMapOvr>
    <a:masterClrMapping/>
  </p:clrMapOvr>
</p:notes>
</file>

<file path=ppt/notesSlides/notesSlide1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1807</a:t>
            </a:fld>
            <a:endParaRPr lang="en-US" dirty="0"/>
          </a:p>
        </p:txBody>
      </p:sp>
    </p:spTree>
    <p:extLst>
      <p:ext uri="{BB962C8B-B14F-4D97-AF65-F5344CB8AC3E}">
        <p14:creationId xmlns:p14="http://schemas.microsoft.com/office/powerpoint/2010/main" val="2344843896"/>
      </p:ext>
    </p:extLst>
  </p:cSld>
  <p:clrMapOvr>
    <a:masterClrMapping/>
  </p:clrMapOvr>
</p:notes>
</file>

<file path=ppt/notesSlides/notesSlide1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1808</a:t>
            </a:fld>
            <a:endParaRPr lang="en-US" dirty="0"/>
          </a:p>
        </p:txBody>
      </p:sp>
    </p:spTree>
    <p:extLst>
      <p:ext uri="{BB962C8B-B14F-4D97-AF65-F5344CB8AC3E}">
        <p14:creationId xmlns:p14="http://schemas.microsoft.com/office/powerpoint/2010/main" val="3211530667"/>
      </p:ext>
    </p:extLst>
  </p:cSld>
  <p:clrMapOvr>
    <a:masterClrMapping/>
  </p:clrMapOvr>
</p:notes>
</file>

<file path=ppt/notesSlides/notesSlide1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1809</a:t>
            </a:fld>
            <a:endParaRPr lang="en-US" dirty="0"/>
          </a:p>
        </p:txBody>
      </p:sp>
    </p:spTree>
    <p:extLst>
      <p:ext uri="{BB962C8B-B14F-4D97-AF65-F5344CB8AC3E}">
        <p14:creationId xmlns:p14="http://schemas.microsoft.com/office/powerpoint/2010/main" val="996971981"/>
      </p:ext>
    </p:extLst>
  </p:cSld>
  <p:clrMapOvr>
    <a:masterClrMapping/>
  </p:clrMapOvr>
</p:notes>
</file>

<file path=ppt/notesSlides/notesSlide1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1810</a:t>
            </a:fld>
            <a:endParaRPr lang="en-US" dirty="0"/>
          </a:p>
        </p:txBody>
      </p:sp>
    </p:spTree>
    <p:extLst>
      <p:ext uri="{BB962C8B-B14F-4D97-AF65-F5344CB8AC3E}">
        <p14:creationId xmlns:p14="http://schemas.microsoft.com/office/powerpoint/2010/main" val="3132065931"/>
      </p:ext>
    </p:extLst>
  </p:cSld>
  <p:clrMapOvr>
    <a:masterClrMapping/>
  </p:clrMapOvr>
</p:notes>
</file>

<file path=ppt/notesSlides/notesSlide1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1811</a:t>
            </a:fld>
            <a:endParaRPr lang="en-US" dirty="0"/>
          </a:p>
        </p:txBody>
      </p:sp>
    </p:spTree>
    <p:extLst>
      <p:ext uri="{BB962C8B-B14F-4D97-AF65-F5344CB8AC3E}">
        <p14:creationId xmlns:p14="http://schemas.microsoft.com/office/powerpoint/2010/main" val="14879404"/>
      </p:ext>
    </p:extLst>
  </p:cSld>
  <p:clrMapOvr>
    <a:masterClrMapping/>
  </p:clrMapOvr>
</p:notes>
</file>

<file path=ppt/notesSlides/notesSlide1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1812</a:t>
            </a:fld>
            <a:endParaRPr lang="en-US" dirty="0"/>
          </a:p>
        </p:txBody>
      </p:sp>
    </p:spTree>
    <p:extLst>
      <p:ext uri="{BB962C8B-B14F-4D97-AF65-F5344CB8AC3E}">
        <p14:creationId xmlns:p14="http://schemas.microsoft.com/office/powerpoint/2010/main" val="2609844227"/>
      </p:ext>
    </p:extLst>
  </p:cSld>
  <p:clrMapOvr>
    <a:masterClrMapping/>
  </p:clrMapOvr>
</p:notes>
</file>

<file path=ppt/notesSlides/notesSlide1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1813</a:t>
            </a:fld>
            <a:endParaRPr lang="en-US" dirty="0"/>
          </a:p>
        </p:txBody>
      </p:sp>
    </p:spTree>
    <p:extLst>
      <p:ext uri="{BB962C8B-B14F-4D97-AF65-F5344CB8AC3E}">
        <p14:creationId xmlns:p14="http://schemas.microsoft.com/office/powerpoint/2010/main" val="1948151105"/>
      </p:ext>
    </p:extLst>
  </p:cSld>
  <p:clrMapOvr>
    <a:masterClrMapping/>
  </p:clrMapOvr>
</p:notes>
</file>

<file path=ppt/notesSlides/notesSlide1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1814</a:t>
            </a:fld>
            <a:endParaRPr lang="en-US" dirty="0"/>
          </a:p>
        </p:txBody>
      </p:sp>
    </p:spTree>
    <p:extLst>
      <p:ext uri="{BB962C8B-B14F-4D97-AF65-F5344CB8AC3E}">
        <p14:creationId xmlns:p14="http://schemas.microsoft.com/office/powerpoint/2010/main" val="2549959458"/>
      </p:ext>
    </p:extLst>
  </p:cSld>
  <p:clrMapOvr>
    <a:masterClrMapping/>
  </p:clrMapOvr>
</p:notes>
</file>

<file path=ppt/notesSlides/notesSlide1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1815</a:t>
            </a:fld>
            <a:endParaRPr lang="en-US" dirty="0"/>
          </a:p>
        </p:txBody>
      </p:sp>
    </p:spTree>
    <p:extLst>
      <p:ext uri="{BB962C8B-B14F-4D97-AF65-F5344CB8AC3E}">
        <p14:creationId xmlns:p14="http://schemas.microsoft.com/office/powerpoint/2010/main" val="4071055439"/>
      </p:ext>
    </p:extLst>
  </p:cSld>
  <p:clrMapOvr>
    <a:masterClrMapping/>
  </p:clrMapOvr>
</p:notes>
</file>

<file path=ppt/notesSlides/notesSlide1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1816</a:t>
            </a:fld>
            <a:endParaRPr lang="en-US" dirty="0"/>
          </a:p>
        </p:txBody>
      </p:sp>
    </p:spTree>
    <p:extLst>
      <p:ext uri="{BB962C8B-B14F-4D97-AF65-F5344CB8AC3E}">
        <p14:creationId xmlns:p14="http://schemas.microsoft.com/office/powerpoint/2010/main" val="550256443"/>
      </p:ext>
    </p:extLst>
  </p:cSld>
  <p:clrMapOvr>
    <a:masterClrMapping/>
  </p:clrMapOvr>
</p:notes>
</file>

<file path=ppt/notesSlides/notesSlide1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1817</a:t>
            </a:fld>
            <a:endParaRPr lang="en-US" dirty="0"/>
          </a:p>
        </p:txBody>
      </p:sp>
    </p:spTree>
    <p:extLst>
      <p:ext uri="{BB962C8B-B14F-4D97-AF65-F5344CB8AC3E}">
        <p14:creationId xmlns:p14="http://schemas.microsoft.com/office/powerpoint/2010/main" val="521565227"/>
      </p:ext>
    </p:extLst>
  </p:cSld>
  <p:clrMapOvr>
    <a:masterClrMapping/>
  </p:clrMapOvr>
</p:notes>
</file>

<file path=ppt/notesSlides/notesSlide1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1818</a:t>
            </a:fld>
            <a:endParaRPr lang="en-US" dirty="0"/>
          </a:p>
        </p:txBody>
      </p:sp>
    </p:spTree>
    <p:extLst>
      <p:ext uri="{BB962C8B-B14F-4D97-AF65-F5344CB8AC3E}">
        <p14:creationId xmlns:p14="http://schemas.microsoft.com/office/powerpoint/2010/main" val="1118939801"/>
      </p:ext>
    </p:extLst>
  </p:cSld>
  <p:clrMapOvr>
    <a:masterClrMapping/>
  </p:clrMapOvr>
</p:notes>
</file>

<file path=ppt/notesSlides/notesSlide1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1819</a:t>
            </a:fld>
            <a:endParaRPr lang="en-US" dirty="0"/>
          </a:p>
        </p:txBody>
      </p:sp>
    </p:spTree>
    <p:extLst>
      <p:ext uri="{BB962C8B-B14F-4D97-AF65-F5344CB8AC3E}">
        <p14:creationId xmlns:p14="http://schemas.microsoft.com/office/powerpoint/2010/main" val="872843955"/>
      </p:ext>
    </p:extLst>
  </p:cSld>
  <p:clrMapOvr>
    <a:masterClrMapping/>
  </p:clrMapOvr>
</p:notes>
</file>

<file path=ppt/notesSlides/notesSlide1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1820</a:t>
            </a:fld>
            <a:endParaRPr lang="en-US" dirty="0"/>
          </a:p>
        </p:txBody>
      </p:sp>
    </p:spTree>
    <p:extLst>
      <p:ext uri="{BB962C8B-B14F-4D97-AF65-F5344CB8AC3E}">
        <p14:creationId xmlns:p14="http://schemas.microsoft.com/office/powerpoint/2010/main" val="3951039366"/>
      </p:ext>
    </p:extLst>
  </p:cSld>
  <p:clrMapOvr>
    <a:masterClrMapping/>
  </p:clrMapOvr>
</p:notes>
</file>

<file path=ppt/notesSlides/notesSlide1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1821</a:t>
            </a:fld>
            <a:endParaRPr lang="en-US" dirty="0"/>
          </a:p>
        </p:txBody>
      </p:sp>
    </p:spTree>
    <p:extLst>
      <p:ext uri="{BB962C8B-B14F-4D97-AF65-F5344CB8AC3E}">
        <p14:creationId xmlns:p14="http://schemas.microsoft.com/office/powerpoint/2010/main" val="873449093"/>
      </p:ext>
    </p:extLst>
  </p:cSld>
  <p:clrMapOvr>
    <a:masterClrMapping/>
  </p:clrMapOvr>
</p:notes>
</file>

<file path=ppt/notesSlides/notesSlide1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1822</a:t>
            </a:fld>
            <a:endParaRPr lang="en-US" dirty="0"/>
          </a:p>
        </p:txBody>
      </p:sp>
    </p:spTree>
    <p:extLst>
      <p:ext uri="{BB962C8B-B14F-4D97-AF65-F5344CB8AC3E}">
        <p14:creationId xmlns:p14="http://schemas.microsoft.com/office/powerpoint/2010/main" val="3894708171"/>
      </p:ext>
    </p:extLst>
  </p:cSld>
  <p:clrMapOvr>
    <a:masterClrMapping/>
  </p:clrMapOvr>
</p:notes>
</file>

<file path=ppt/notesSlides/notesSlide1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1823</a:t>
            </a:fld>
            <a:endParaRPr lang="en-US" dirty="0"/>
          </a:p>
        </p:txBody>
      </p:sp>
    </p:spTree>
    <p:extLst>
      <p:ext uri="{BB962C8B-B14F-4D97-AF65-F5344CB8AC3E}">
        <p14:creationId xmlns:p14="http://schemas.microsoft.com/office/powerpoint/2010/main" val="40897650"/>
      </p:ext>
    </p:extLst>
  </p:cSld>
  <p:clrMapOvr>
    <a:masterClrMapping/>
  </p:clrMapOvr>
</p:notes>
</file>

<file path=ppt/notesSlides/notesSlide1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1824</a:t>
            </a:fld>
            <a:endParaRPr lang="en-US" dirty="0"/>
          </a:p>
        </p:txBody>
      </p:sp>
    </p:spTree>
    <p:extLst>
      <p:ext uri="{BB962C8B-B14F-4D97-AF65-F5344CB8AC3E}">
        <p14:creationId xmlns:p14="http://schemas.microsoft.com/office/powerpoint/2010/main" val="1861035071"/>
      </p:ext>
    </p:extLst>
  </p:cSld>
  <p:clrMapOvr>
    <a:masterClrMapping/>
  </p:clrMapOvr>
</p:notes>
</file>

<file path=ppt/notesSlides/notesSlide1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1825</a:t>
            </a:fld>
            <a:endParaRPr lang="en-US" dirty="0"/>
          </a:p>
        </p:txBody>
      </p:sp>
    </p:spTree>
    <p:extLst>
      <p:ext uri="{BB962C8B-B14F-4D97-AF65-F5344CB8AC3E}">
        <p14:creationId xmlns:p14="http://schemas.microsoft.com/office/powerpoint/2010/main" val="854657086"/>
      </p:ext>
    </p:extLst>
  </p:cSld>
  <p:clrMapOvr>
    <a:masterClrMapping/>
  </p:clrMapOvr>
</p:notes>
</file>

<file path=ppt/notesSlides/notesSlide1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1826</a:t>
            </a:fld>
            <a:endParaRPr lang="en-US" dirty="0"/>
          </a:p>
        </p:txBody>
      </p:sp>
    </p:spTree>
    <p:extLst>
      <p:ext uri="{BB962C8B-B14F-4D97-AF65-F5344CB8AC3E}">
        <p14:creationId xmlns:p14="http://schemas.microsoft.com/office/powerpoint/2010/main" val="3508524664"/>
      </p:ext>
    </p:extLst>
  </p:cSld>
  <p:clrMapOvr>
    <a:masterClrMapping/>
  </p:clrMapOvr>
</p:notes>
</file>

<file path=ppt/notesSlides/notesSlide1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1827</a:t>
            </a:fld>
            <a:endParaRPr lang="en-US" dirty="0"/>
          </a:p>
        </p:txBody>
      </p:sp>
    </p:spTree>
    <p:extLst>
      <p:ext uri="{BB962C8B-B14F-4D97-AF65-F5344CB8AC3E}">
        <p14:creationId xmlns:p14="http://schemas.microsoft.com/office/powerpoint/2010/main" val="3259746505"/>
      </p:ext>
    </p:extLst>
  </p:cSld>
  <p:clrMapOvr>
    <a:masterClrMapping/>
  </p:clrMapOvr>
</p:notes>
</file>

<file path=ppt/notesSlides/notesSlide1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1828</a:t>
            </a:fld>
            <a:endParaRPr lang="en-US" dirty="0"/>
          </a:p>
        </p:txBody>
      </p:sp>
    </p:spTree>
    <p:extLst>
      <p:ext uri="{BB962C8B-B14F-4D97-AF65-F5344CB8AC3E}">
        <p14:creationId xmlns:p14="http://schemas.microsoft.com/office/powerpoint/2010/main" val="980855029"/>
      </p:ext>
    </p:extLst>
  </p:cSld>
  <p:clrMapOvr>
    <a:masterClrMapping/>
  </p:clrMapOvr>
</p:notes>
</file>

<file path=ppt/notesSlides/notesSlide1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1829</a:t>
            </a:fld>
            <a:endParaRPr lang="en-US" dirty="0"/>
          </a:p>
        </p:txBody>
      </p:sp>
    </p:spTree>
    <p:extLst>
      <p:ext uri="{BB962C8B-B14F-4D97-AF65-F5344CB8AC3E}">
        <p14:creationId xmlns:p14="http://schemas.microsoft.com/office/powerpoint/2010/main" val="2138740507"/>
      </p:ext>
    </p:extLst>
  </p:cSld>
  <p:clrMapOvr>
    <a:masterClrMapping/>
  </p:clrMapOvr>
</p:notes>
</file>

<file path=ppt/notesSlides/notesSlide1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1830</a:t>
            </a:fld>
            <a:endParaRPr lang="en-US" dirty="0"/>
          </a:p>
        </p:txBody>
      </p:sp>
    </p:spTree>
    <p:extLst>
      <p:ext uri="{BB962C8B-B14F-4D97-AF65-F5344CB8AC3E}">
        <p14:creationId xmlns:p14="http://schemas.microsoft.com/office/powerpoint/2010/main" val="4105346986"/>
      </p:ext>
    </p:extLst>
  </p:cSld>
  <p:clrMapOvr>
    <a:masterClrMapping/>
  </p:clrMapOvr>
</p:notes>
</file>

<file path=ppt/notesSlides/notesSlide1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1831</a:t>
            </a:fld>
            <a:endParaRPr lang="en-US" dirty="0"/>
          </a:p>
        </p:txBody>
      </p:sp>
    </p:spTree>
    <p:extLst>
      <p:ext uri="{BB962C8B-B14F-4D97-AF65-F5344CB8AC3E}">
        <p14:creationId xmlns:p14="http://schemas.microsoft.com/office/powerpoint/2010/main" val="1422101902"/>
      </p:ext>
    </p:extLst>
  </p:cSld>
  <p:clrMapOvr>
    <a:masterClrMapping/>
  </p:clrMapOvr>
</p:notes>
</file>

<file path=ppt/notesSlides/notesSlide1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1832</a:t>
            </a:fld>
            <a:endParaRPr lang="en-US" dirty="0"/>
          </a:p>
        </p:txBody>
      </p:sp>
    </p:spTree>
    <p:extLst>
      <p:ext uri="{BB962C8B-B14F-4D97-AF65-F5344CB8AC3E}">
        <p14:creationId xmlns:p14="http://schemas.microsoft.com/office/powerpoint/2010/main" val="329843428"/>
      </p:ext>
    </p:extLst>
  </p:cSld>
  <p:clrMapOvr>
    <a:masterClrMapping/>
  </p:clrMapOvr>
</p:notes>
</file>

<file path=ppt/notesSlides/notesSlide1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1833</a:t>
            </a:fld>
            <a:endParaRPr lang="en-US" dirty="0"/>
          </a:p>
        </p:txBody>
      </p:sp>
    </p:spTree>
    <p:extLst>
      <p:ext uri="{BB962C8B-B14F-4D97-AF65-F5344CB8AC3E}">
        <p14:creationId xmlns:p14="http://schemas.microsoft.com/office/powerpoint/2010/main" val="410561043"/>
      </p:ext>
    </p:extLst>
  </p:cSld>
  <p:clrMapOvr>
    <a:masterClrMapping/>
  </p:clrMapOvr>
</p:notes>
</file>

<file path=ppt/notesSlides/notesSlide1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1834</a:t>
            </a:fld>
            <a:endParaRPr lang="en-US" dirty="0"/>
          </a:p>
        </p:txBody>
      </p:sp>
    </p:spTree>
    <p:extLst>
      <p:ext uri="{BB962C8B-B14F-4D97-AF65-F5344CB8AC3E}">
        <p14:creationId xmlns:p14="http://schemas.microsoft.com/office/powerpoint/2010/main" val="1721741615"/>
      </p:ext>
    </p:extLst>
  </p:cSld>
  <p:clrMapOvr>
    <a:masterClrMapping/>
  </p:clrMapOvr>
</p:notes>
</file>

<file path=ppt/notesSlides/notesSlide1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1835</a:t>
            </a:fld>
            <a:endParaRPr lang="en-US" dirty="0"/>
          </a:p>
        </p:txBody>
      </p:sp>
    </p:spTree>
    <p:extLst>
      <p:ext uri="{BB962C8B-B14F-4D97-AF65-F5344CB8AC3E}">
        <p14:creationId xmlns:p14="http://schemas.microsoft.com/office/powerpoint/2010/main" val="2228135617"/>
      </p:ext>
    </p:extLst>
  </p:cSld>
  <p:clrMapOvr>
    <a:masterClrMapping/>
  </p:clrMapOvr>
</p:notes>
</file>

<file path=ppt/notesSlides/notesSlide1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1836</a:t>
            </a:fld>
            <a:endParaRPr lang="en-US" dirty="0"/>
          </a:p>
        </p:txBody>
      </p:sp>
    </p:spTree>
    <p:extLst>
      <p:ext uri="{BB962C8B-B14F-4D97-AF65-F5344CB8AC3E}">
        <p14:creationId xmlns:p14="http://schemas.microsoft.com/office/powerpoint/2010/main" val="4270189313"/>
      </p:ext>
    </p:extLst>
  </p:cSld>
  <p:clrMapOvr>
    <a:masterClrMapping/>
  </p:clrMapOvr>
</p:notes>
</file>

<file path=ppt/notesSlides/notesSlide1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1837</a:t>
            </a:fld>
            <a:endParaRPr lang="en-US" dirty="0"/>
          </a:p>
        </p:txBody>
      </p:sp>
    </p:spTree>
    <p:extLst>
      <p:ext uri="{BB962C8B-B14F-4D97-AF65-F5344CB8AC3E}">
        <p14:creationId xmlns:p14="http://schemas.microsoft.com/office/powerpoint/2010/main" val="1498665379"/>
      </p:ext>
    </p:extLst>
  </p:cSld>
  <p:clrMapOvr>
    <a:masterClrMapping/>
  </p:clrMapOvr>
</p:notes>
</file>

<file path=ppt/notesSlides/notesSlide1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1838</a:t>
            </a:fld>
            <a:endParaRPr lang="en-US" dirty="0"/>
          </a:p>
        </p:txBody>
      </p:sp>
    </p:spTree>
    <p:extLst>
      <p:ext uri="{BB962C8B-B14F-4D97-AF65-F5344CB8AC3E}">
        <p14:creationId xmlns:p14="http://schemas.microsoft.com/office/powerpoint/2010/main" val="1225480640"/>
      </p:ext>
    </p:extLst>
  </p:cSld>
  <p:clrMapOvr>
    <a:masterClrMapping/>
  </p:clrMapOvr>
</p:notes>
</file>

<file path=ppt/notesSlides/notesSlide1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1839</a:t>
            </a:fld>
            <a:endParaRPr lang="en-US" dirty="0"/>
          </a:p>
        </p:txBody>
      </p:sp>
    </p:spTree>
    <p:extLst>
      <p:ext uri="{BB962C8B-B14F-4D97-AF65-F5344CB8AC3E}">
        <p14:creationId xmlns:p14="http://schemas.microsoft.com/office/powerpoint/2010/main" val="1413588716"/>
      </p:ext>
    </p:extLst>
  </p:cSld>
  <p:clrMapOvr>
    <a:masterClrMapping/>
  </p:clrMapOvr>
</p:notes>
</file>

<file path=ppt/notesSlides/notesSlide1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1840</a:t>
            </a:fld>
            <a:endParaRPr lang="en-US" dirty="0"/>
          </a:p>
        </p:txBody>
      </p:sp>
    </p:spTree>
    <p:extLst>
      <p:ext uri="{BB962C8B-B14F-4D97-AF65-F5344CB8AC3E}">
        <p14:creationId xmlns:p14="http://schemas.microsoft.com/office/powerpoint/2010/main" val="1923922634"/>
      </p:ext>
    </p:extLst>
  </p:cSld>
  <p:clrMapOvr>
    <a:masterClrMapping/>
  </p:clrMapOvr>
</p:notes>
</file>

<file path=ppt/notesSlides/notesSlide1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1841</a:t>
            </a:fld>
            <a:endParaRPr lang="en-US" dirty="0"/>
          </a:p>
        </p:txBody>
      </p:sp>
    </p:spTree>
    <p:extLst>
      <p:ext uri="{BB962C8B-B14F-4D97-AF65-F5344CB8AC3E}">
        <p14:creationId xmlns:p14="http://schemas.microsoft.com/office/powerpoint/2010/main" val="471151289"/>
      </p:ext>
    </p:extLst>
  </p:cSld>
  <p:clrMapOvr>
    <a:masterClrMapping/>
  </p:clrMapOvr>
</p:notes>
</file>

<file path=ppt/notesSlides/notesSlide1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1842</a:t>
            </a:fld>
            <a:endParaRPr lang="en-US" dirty="0"/>
          </a:p>
        </p:txBody>
      </p:sp>
    </p:spTree>
    <p:extLst>
      <p:ext uri="{BB962C8B-B14F-4D97-AF65-F5344CB8AC3E}">
        <p14:creationId xmlns:p14="http://schemas.microsoft.com/office/powerpoint/2010/main" val="510318632"/>
      </p:ext>
    </p:extLst>
  </p:cSld>
  <p:clrMapOvr>
    <a:masterClrMapping/>
  </p:clrMapOvr>
</p:notes>
</file>

<file path=ppt/notesSlides/notesSlide1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1843</a:t>
            </a:fld>
            <a:endParaRPr lang="en-US" dirty="0"/>
          </a:p>
        </p:txBody>
      </p:sp>
    </p:spTree>
    <p:extLst>
      <p:ext uri="{BB962C8B-B14F-4D97-AF65-F5344CB8AC3E}">
        <p14:creationId xmlns:p14="http://schemas.microsoft.com/office/powerpoint/2010/main" val="1289469302"/>
      </p:ext>
    </p:extLst>
  </p:cSld>
  <p:clrMapOvr>
    <a:masterClrMapping/>
  </p:clrMapOvr>
</p:notes>
</file>

<file path=ppt/notesSlides/notesSlide1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1844</a:t>
            </a:fld>
            <a:endParaRPr lang="en-US" dirty="0"/>
          </a:p>
        </p:txBody>
      </p:sp>
    </p:spTree>
    <p:extLst>
      <p:ext uri="{BB962C8B-B14F-4D97-AF65-F5344CB8AC3E}">
        <p14:creationId xmlns:p14="http://schemas.microsoft.com/office/powerpoint/2010/main" val="2655137774"/>
      </p:ext>
    </p:extLst>
  </p:cSld>
  <p:clrMapOvr>
    <a:masterClrMapping/>
  </p:clrMapOvr>
</p:notes>
</file>

<file path=ppt/notesSlides/notesSlide1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1845</a:t>
            </a:fld>
            <a:endParaRPr lang="en-US" dirty="0"/>
          </a:p>
        </p:txBody>
      </p:sp>
    </p:spTree>
    <p:extLst>
      <p:ext uri="{BB962C8B-B14F-4D97-AF65-F5344CB8AC3E}">
        <p14:creationId xmlns:p14="http://schemas.microsoft.com/office/powerpoint/2010/main" val="2939022576"/>
      </p:ext>
    </p:extLst>
  </p:cSld>
  <p:clrMapOvr>
    <a:masterClrMapping/>
  </p:clrMapOvr>
</p:notes>
</file>

<file path=ppt/notesSlides/notesSlide1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1846</a:t>
            </a:fld>
            <a:endParaRPr lang="en-US" dirty="0"/>
          </a:p>
        </p:txBody>
      </p:sp>
    </p:spTree>
    <p:extLst>
      <p:ext uri="{BB962C8B-B14F-4D97-AF65-F5344CB8AC3E}">
        <p14:creationId xmlns:p14="http://schemas.microsoft.com/office/powerpoint/2010/main" val="1847990598"/>
      </p:ext>
    </p:extLst>
  </p:cSld>
  <p:clrMapOvr>
    <a:masterClrMapping/>
  </p:clrMapOvr>
</p:notes>
</file>

<file path=ppt/notesSlides/notesSlide1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1847</a:t>
            </a:fld>
            <a:endParaRPr lang="en-US" dirty="0"/>
          </a:p>
        </p:txBody>
      </p:sp>
    </p:spTree>
    <p:extLst>
      <p:ext uri="{BB962C8B-B14F-4D97-AF65-F5344CB8AC3E}">
        <p14:creationId xmlns:p14="http://schemas.microsoft.com/office/powerpoint/2010/main" val="80866064"/>
      </p:ext>
    </p:extLst>
  </p:cSld>
  <p:clrMapOvr>
    <a:masterClrMapping/>
  </p:clrMapOvr>
</p:notes>
</file>

<file path=ppt/notesSlides/notesSlide1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1848</a:t>
            </a:fld>
            <a:endParaRPr lang="en-US" dirty="0"/>
          </a:p>
        </p:txBody>
      </p:sp>
    </p:spTree>
    <p:extLst>
      <p:ext uri="{BB962C8B-B14F-4D97-AF65-F5344CB8AC3E}">
        <p14:creationId xmlns:p14="http://schemas.microsoft.com/office/powerpoint/2010/main" val="693853880"/>
      </p:ext>
    </p:extLst>
  </p:cSld>
  <p:clrMapOvr>
    <a:masterClrMapping/>
  </p:clrMapOvr>
</p:notes>
</file>

<file path=ppt/notesSlides/notesSlide1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1849</a:t>
            </a:fld>
            <a:endParaRPr lang="en-US" dirty="0"/>
          </a:p>
        </p:txBody>
      </p:sp>
    </p:spTree>
    <p:extLst>
      <p:ext uri="{BB962C8B-B14F-4D97-AF65-F5344CB8AC3E}">
        <p14:creationId xmlns:p14="http://schemas.microsoft.com/office/powerpoint/2010/main" val="934480070"/>
      </p:ext>
    </p:extLst>
  </p:cSld>
  <p:clrMapOvr>
    <a:masterClrMapping/>
  </p:clrMapOvr>
</p:notes>
</file>

<file path=ppt/notesSlides/notesSlide1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1850</a:t>
            </a:fld>
            <a:endParaRPr lang="en-US" dirty="0"/>
          </a:p>
        </p:txBody>
      </p:sp>
    </p:spTree>
    <p:extLst>
      <p:ext uri="{BB962C8B-B14F-4D97-AF65-F5344CB8AC3E}">
        <p14:creationId xmlns:p14="http://schemas.microsoft.com/office/powerpoint/2010/main" val="3953691391"/>
      </p:ext>
    </p:extLst>
  </p:cSld>
  <p:clrMapOvr>
    <a:masterClrMapping/>
  </p:clrMapOvr>
</p:notes>
</file>

<file path=ppt/notesSlides/notesSlide1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1851</a:t>
            </a:fld>
            <a:endParaRPr lang="en-US" dirty="0"/>
          </a:p>
        </p:txBody>
      </p:sp>
    </p:spTree>
    <p:extLst>
      <p:ext uri="{BB962C8B-B14F-4D97-AF65-F5344CB8AC3E}">
        <p14:creationId xmlns:p14="http://schemas.microsoft.com/office/powerpoint/2010/main" val="2039062774"/>
      </p:ext>
    </p:extLst>
  </p:cSld>
  <p:clrMapOvr>
    <a:masterClrMapping/>
  </p:clrMapOvr>
</p:notes>
</file>

<file path=ppt/notesSlides/notesSlide1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1852</a:t>
            </a:fld>
            <a:endParaRPr lang="en-US" dirty="0"/>
          </a:p>
        </p:txBody>
      </p:sp>
    </p:spTree>
    <p:extLst>
      <p:ext uri="{BB962C8B-B14F-4D97-AF65-F5344CB8AC3E}">
        <p14:creationId xmlns:p14="http://schemas.microsoft.com/office/powerpoint/2010/main" val="2266355015"/>
      </p:ext>
    </p:extLst>
  </p:cSld>
  <p:clrMapOvr>
    <a:masterClrMapping/>
  </p:clrMapOvr>
</p:notes>
</file>

<file path=ppt/notesSlides/notesSlide1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1853</a:t>
            </a:fld>
            <a:endParaRPr lang="en-US" dirty="0"/>
          </a:p>
        </p:txBody>
      </p:sp>
    </p:spTree>
    <p:extLst>
      <p:ext uri="{BB962C8B-B14F-4D97-AF65-F5344CB8AC3E}">
        <p14:creationId xmlns:p14="http://schemas.microsoft.com/office/powerpoint/2010/main" val="910591634"/>
      </p:ext>
    </p:extLst>
  </p:cSld>
  <p:clrMapOvr>
    <a:masterClrMapping/>
  </p:clrMapOvr>
</p:notes>
</file>

<file path=ppt/notesSlides/notesSlide1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1854</a:t>
            </a:fld>
            <a:endParaRPr lang="en-US" dirty="0"/>
          </a:p>
        </p:txBody>
      </p:sp>
    </p:spTree>
    <p:extLst>
      <p:ext uri="{BB962C8B-B14F-4D97-AF65-F5344CB8AC3E}">
        <p14:creationId xmlns:p14="http://schemas.microsoft.com/office/powerpoint/2010/main" val="2647704914"/>
      </p:ext>
    </p:extLst>
  </p:cSld>
  <p:clrMapOvr>
    <a:masterClrMapping/>
  </p:clrMapOvr>
</p:notes>
</file>

<file path=ppt/notesSlides/notesSlide1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1855</a:t>
            </a:fld>
            <a:endParaRPr lang="en-US" dirty="0"/>
          </a:p>
        </p:txBody>
      </p:sp>
    </p:spTree>
    <p:extLst>
      <p:ext uri="{BB962C8B-B14F-4D97-AF65-F5344CB8AC3E}">
        <p14:creationId xmlns:p14="http://schemas.microsoft.com/office/powerpoint/2010/main" val="2118866338"/>
      </p:ext>
    </p:extLst>
  </p:cSld>
  <p:clrMapOvr>
    <a:masterClrMapping/>
  </p:clrMapOvr>
</p:notes>
</file>

<file path=ppt/notesSlides/notesSlide1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1856</a:t>
            </a:fld>
            <a:endParaRPr lang="en-US" dirty="0"/>
          </a:p>
        </p:txBody>
      </p:sp>
    </p:spTree>
    <p:extLst>
      <p:ext uri="{BB962C8B-B14F-4D97-AF65-F5344CB8AC3E}">
        <p14:creationId xmlns:p14="http://schemas.microsoft.com/office/powerpoint/2010/main" val="3207595823"/>
      </p:ext>
    </p:extLst>
  </p:cSld>
  <p:clrMapOvr>
    <a:masterClrMapping/>
  </p:clrMapOvr>
</p:notes>
</file>

<file path=ppt/notesSlides/notesSlide1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1857</a:t>
            </a:fld>
            <a:endParaRPr lang="en-US" dirty="0"/>
          </a:p>
        </p:txBody>
      </p:sp>
    </p:spTree>
    <p:extLst>
      <p:ext uri="{BB962C8B-B14F-4D97-AF65-F5344CB8AC3E}">
        <p14:creationId xmlns:p14="http://schemas.microsoft.com/office/powerpoint/2010/main" val="4252829669"/>
      </p:ext>
    </p:extLst>
  </p:cSld>
  <p:clrMapOvr>
    <a:masterClrMapping/>
  </p:clrMapOvr>
</p:notes>
</file>

<file path=ppt/notesSlides/notesSlide1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1858</a:t>
            </a:fld>
            <a:endParaRPr lang="en-US" dirty="0"/>
          </a:p>
        </p:txBody>
      </p:sp>
    </p:spTree>
    <p:extLst>
      <p:ext uri="{BB962C8B-B14F-4D97-AF65-F5344CB8AC3E}">
        <p14:creationId xmlns:p14="http://schemas.microsoft.com/office/powerpoint/2010/main" val="3834842314"/>
      </p:ext>
    </p:extLst>
  </p:cSld>
  <p:clrMapOvr>
    <a:masterClrMapping/>
  </p:clrMapOvr>
</p:notes>
</file>

<file path=ppt/notesSlides/notesSlide1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1859</a:t>
            </a:fld>
            <a:endParaRPr lang="en-US" dirty="0"/>
          </a:p>
        </p:txBody>
      </p:sp>
    </p:spTree>
    <p:extLst>
      <p:ext uri="{BB962C8B-B14F-4D97-AF65-F5344CB8AC3E}">
        <p14:creationId xmlns:p14="http://schemas.microsoft.com/office/powerpoint/2010/main" val="438095276"/>
      </p:ext>
    </p:extLst>
  </p:cSld>
  <p:clrMapOvr>
    <a:masterClrMapping/>
  </p:clrMapOvr>
</p:notes>
</file>

<file path=ppt/notesSlides/notesSlide1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1860</a:t>
            </a:fld>
            <a:endParaRPr lang="en-US" dirty="0"/>
          </a:p>
        </p:txBody>
      </p:sp>
    </p:spTree>
    <p:extLst>
      <p:ext uri="{BB962C8B-B14F-4D97-AF65-F5344CB8AC3E}">
        <p14:creationId xmlns:p14="http://schemas.microsoft.com/office/powerpoint/2010/main" val="1474756542"/>
      </p:ext>
    </p:extLst>
  </p:cSld>
  <p:clrMapOvr>
    <a:masterClrMapping/>
  </p:clrMapOvr>
</p:notes>
</file>

<file path=ppt/notesSlides/notesSlide1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1861</a:t>
            </a:fld>
            <a:endParaRPr lang="en-US" dirty="0"/>
          </a:p>
        </p:txBody>
      </p:sp>
    </p:spTree>
    <p:extLst>
      <p:ext uri="{BB962C8B-B14F-4D97-AF65-F5344CB8AC3E}">
        <p14:creationId xmlns:p14="http://schemas.microsoft.com/office/powerpoint/2010/main" val="2975350272"/>
      </p:ext>
    </p:extLst>
  </p:cSld>
  <p:clrMapOvr>
    <a:masterClrMapping/>
  </p:clrMapOvr>
</p:notes>
</file>

<file path=ppt/notesSlides/notesSlide1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1862</a:t>
            </a:fld>
            <a:endParaRPr lang="en-US" dirty="0"/>
          </a:p>
        </p:txBody>
      </p:sp>
    </p:spTree>
    <p:extLst>
      <p:ext uri="{BB962C8B-B14F-4D97-AF65-F5344CB8AC3E}">
        <p14:creationId xmlns:p14="http://schemas.microsoft.com/office/powerpoint/2010/main" val="4122124843"/>
      </p:ext>
    </p:extLst>
  </p:cSld>
  <p:clrMapOvr>
    <a:masterClrMapping/>
  </p:clrMapOvr>
</p:notes>
</file>

<file path=ppt/notesSlides/notesSlide1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1863</a:t>
            </a:fld>
            <a:endParaRPr lang="en-US" dirty="0"/>
          </a:p>
        </p:txBody>
      </p:sp>
    </p:spTree>
    <p:extLst>
      <p:ext uri="{BB962C8B-B14F-4D97-AF65-F5344CB8AC3E}">
        <p14:creationId xmlns:p14="http://schemas.microsoft.com/office/powerpoint/2010/main" val="2970069374"/>
      </p:ext>
    </p:extLst>
  </p:cSld>
  <p:clrMapOvr>
    <a:masterClrMapping/>
  </p:clrMapOvr>
</p:notes>
</file>

<file path=ppt/notesSlides/notesSlide1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1864</a:t>
            </a:fld>
            <a:endParaRPr lang="en-US" dirty="0"/>
          </a:p>
        </p:txBody>
      </p:sp>
    </p:spTree>
    <p:extLst>
      <p:ext uri="{BB962C8B-B14F-4D97-AF65-F5344CB8AC3E}">
        <p14:creationId xmlns:p14="http://schemas.microsoft.com/office/powerpoint/2010/main" val="3720644047"/>
      </p:ext>
    </p:extLst>
  </p:cSld>
  <p:clrMapOvr>
    <a:masterClrMapping/>
  </p:clrMapOvr>
</p:notes>
</file>

<file path=ppt/notesSlides/notesSlide1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1865</a:t>
            </a:fld>
            <a:endParaRPr lang="en-US" dirty="0"/>
          </a:p>
        </p:txBody>
      </p:sp>
    </p:spTree>
    <p:extLst>
      <p:ext uri="{BB962C8B-B14F-4D97-AF65-F5344CB8AC3E}">
        <p14:creationId xmlns:p14="http://schemas.microsoft.com/office/powerpoint/2010/main" val="2665611393"/>
      </p:ext>
    </p:extLst>
  </p:cSld>
  <p:clrMapOvr>
    <a:masterClrMapping/>
  </p:clrMapOvr>
</p:notes>
</file>

<file path=ppt/notesSlides/notesSlide1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1866</a:t>
            </a:fld>
            <a:endParaRPr lang="en-US" dirty="0"/>
          </a:p>
        </p:txBody>
      </p:sp>
    </p:spTree>
    <p:extLst>
      <p:ext uri="{BB962C8B-B14F-4D97-AF65-F5344CB8AC3E}">
        <p14:creationId xmlns:p14="http://schemas.microsoft.com/office/powerpoint/2010/main" val="711626274"/>
      </p:ext>
    </p:extLst>
  </p:cSld>
  <p:clrMapOvr>
    <a:masterClrMapping/>
  </p:clrMapOvr>
</p:notes>
</file>

<file path=ppt/notesSlides/notesSlide1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1867</a:t>
            </a:fld>
            <a:endParaRPr lang="en-US" dirty="0"/>
          </a:p>
        </p:txBody>
      </p:sp>
    </p:spTree>
    <p:extLst>
      <p:ext uri="{BB962C8B-B14F-4D97-AF65-F5344CB8AC3E}">
        <p14:creationId xmlns:p14="http://schemas.microsoft.com/office/powerpoint/2010/main" val="4186150722"/>
      </p:ext>
    </p:extLst>
  </p:cSld>
  <p:clrMapOvr>
    <a:masterClrMapping/>
  </p:clrMapOvr>
</p:notes>
</file>

<file path=ppt/notesSlides/notesSlide1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1868</a:t>
            </a:fld>
            <a:endParaRPr lang="en-US" dirty="0"/>
          </a:p>
        </p:txBody>
      </p:sp>
    </p:spTree>
    <p:extLst>
      <p:ext uri="{BB962C8B-B14F-4D97-AF65-F5344CB8AC3E}">
        <p14:creationId xmlns:p14="http://schemas.microsoft.com/office/powerpoint/2010/main" val="1906657877"/>
      </p:ext>
    </p:extLst>
  </p:cSld>
  <p:clrMapOvr>
    <a:masterClrMapping/>
  </p:clrMapOvr>
</p:notes>
</file>

<file path=ppt/notesSlides/notesSlide1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1869</a:t>
            </a:fld>
            <a:endParaRPr lang="en-US" dirty="0"/>
          </a:p>
        </p:txBody>
      </p:sp>
    </p:spTree>
    <p:extLst>
      <p:ext uri="{BB962C8B-B14F-4D97-AF65-F5344CB8AC3E}">
        <p14:creationId xmlns:p14="http://schemas.microsoft.com/office/powerpoint/2010/main" val="981234344"/>
      </p:ext>
    </p:extLst>
  </p:cSld>
  <p:clrMapOvr>
    <a:masterClrMapping/>
  </p:clrMapOvr>
</p:notes>
</file>

<file path=ppt/notesSlides/notesSlide1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1870</a:t>
            </a:fld>
            <a:endParaRPr lang="en-US" dirty="0"/>
          </a:p>
        </p:txBody>
      </p:sp>
    </p:spTree>
    <p:extLst>
      <p:ext uri="{BB962C8B-B14F-4D97-AF65-F5344CB8AC3E}">
        <p14:creationId xmlns:p14="http://schemas.microsoft.com/office/powerpoint/2010/main" val="1454802707"/>
      </p:ext>
    </p:extLst>
  </p:cSld>
  <p:clrMapOvr>
    <a:masterClrMapping/>
  </p:clrMapOvr>
</p:notes>
</file>

<file path=ppt/notesSlides/notesSlide1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1871</a:t>
            </a:fld>
            <a:endParaRPr lang="en-US" dirty="0"/>
          </a:p>
        </p:txBody>
      </p:sp>
    </p:spTree>
    <p:extLst>
      <p:ext uri="{BB962C8B-B14F-4D97-AF65-F5344CB8AC3E}">
        <p14:creationId xmlns:p14="http://schemas.microsoft.com/office/powerpoint/2010/main" val="609544381"/>
      </p:ext>
    </p:extLst>
  </p:cSld>
  <p:clrMapOvr>
    <a:masterClrMapping/>
  </p:clrMapOvr>
</p:notes>
</file>

<file path=ppt/notesSlides/notesSlide1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1872</a:t>
            </a:fld>
            <a:endParaRPr lang="en-US" dirty="0"/>
          </a:p>
        </p:txBody>
      </p:sp>
    </p:spTree>
    <p:extLst>
      <p:ext uri="{BB962C8B-B14F-4D97-AF65-F5344CB8AC3E}">
        <p14:creationId xmlns:p14="http://schemas.microsoft.com/office/powerpoint/2010/main" val="3158951321"/>
      </p:ext>
    </p:extLst>
  </p:cSld>
  <p:clrMapOvr>
    <a:masterClrMapping/>
  </p:clrMapOvr>
</p:notes>
</file>

<file path=ppt/notesSlides/notesSlide1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1873</a:t>
            </a:fld>
            <a:endParaRPr lang="en-US" dirty="0"/>
          </a:p>
        </p:txBody>
      </p:sp>
    </p:spTree>
    <p:extLst>
      <p:ext uri="{BB962C8B-B14F-4D97-AF65-F5344CB8AC3E}">
        <p14:creationId xmlns:p14="http://schemas.microsoft.com/office/powerpoint/2010/main" val="2345828341"/>
      </p:ext>
    </p:extLst>
  </p:cSld>
  <p:clrMapOvr>
    <a:masterClrMapping/>
  </p:clrMapOvr>
</p:notes>
</file>

<file path=ppt/notesSlides/notesSlide1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1874</a:t>
            </a:fld>
            <a:endParaRPr lang="en-US" dirty="0"/>
          </a:p>
        </p:txBody>
      </p:sp>
    </p:spTree>
    <p:extLst>
      <p:ext uri="{BB962C8B-B14F-4D97-AF65-F5344CB8AC3E}">
        <p14:creationId xmlns:p14="http://schemas.microsoft.com/office/powerpoint/2010/main" val="4156775488"/>
      </p:ext>
    </p:extLst>
  </p:cSld>
  <p:clrMapOvr>
    <a:masterClrMapping/>
  </p:clrMapOvr>
</p:notes>
</file>

<file path=ppt/notesSlides/notesSlide1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1875</a:t>
            </a:fld>
            <a:endParaRPr lang="en-US" dirty="0"/>
          </a:p>
        </p:txBody>
      </p:sp>
    </p:spTree>
    <p:extLst>
      <p:ext uri="{BB962C8B-B14F-4D97-AF65-F5344CB8AC3E}">
        <p14:creationId xmlns:p14="http://schemas.microsoft.com/office/powerpoint/2010/main" val="2158310845"/>
      </p:ext>
    </p:extLst>
  </p:cSld>
  <p:clrMapOvr>
    <a:masterClrMapping/>
  </p:clrMapOvr>
</p:notes>
</file>

<file path=ppt/notesSlides/notesSlide1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1876</a:t>
            </a:fld>
            <a:endParaRPr lang="en-US" dirty="0"/>
          </a:p>
        </p:txBody>
      </p:sp>
    </p:spTree>
    <p:extLst>
      <p:ext uri="{BB962C8B-B14F-4D97-AF65-F5344CB8AC3E}">
        <p14:creationId xmlns:p14="http://schemas.microsoft.com/office/powerpoint/2010/main" val="1652993924"/>
      </p:ext>
    </p:extLst>
  </p:cSld>
  <p:clrMapOvr>
    <a:masterClrMapping/>
  </p:clrMapOvr>
</p:notes>
</file>

<file path=ppt/notesSlides/notesSlide1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1877</a:t>
            </a:fld>
            <a:endParaRPr lang="en-US" dirty="0"/>
          </a:p>
        </p:txBody>
      </p:sp>
    </p:spTree>
    <p:extLst>
      <p:ext uri="{BB962C8B-B14F-4D97-AF65-F5344CB8AC3E}">
        <p14:creationId xmlns:p14="http://schemas.microsoft.com/office/powerpoint/2010/main" val="3630712987"/>
      </p:ext>
    </p:extLst>
  </p:cSld>
  <p:clrMapOvr>
    <a:masterClrMapping/>
  </p:clrMapOvr>
</p:notes>
</file>

<file path=ppt/notesSlides/notesSlide1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1878</a:t>
            </a:fld>
            <a:endParaRPr lang="en-US" dirty="0"/>
          </a:p>
        </p:txBody>
      </p:sp>
    </p:spTree>
    <p:extLst>
      <p:ext uri="{BB962C8B-B14F-4D97-AF65-F5344CB8AC3E}">
        <p14:creationId xmlns:p14="http://schemas.microsoft.com/office/powerpoint/2010/main" val="4154919691"/>
      </p:ext>
    </p:extLst>
  </p:cSld>
  <p:clrMapOvr>
    <a:masterClrMapping/>
  </p:clrMapOvr>
</p:notes>
</file>

<file path=ppt/notesSlides/notesSlide1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1879</a:t>
            </a:fld>
            <a:endParaRPr lang="en-US" dirty="0"/>
          </a:p>
        </p:txBody>
      </p:sp>
    </p:spTree>
    <p:extLst>
      <p:ext uri="{BB962C8B-B14F-4D97-AF65-F5344CB8AC3E}">
        <p14:creationId xmlns:p14="http://schemas.microsoft.com/office/powerpoint/2010/main" val="3787480255"/>
      </p:ext>
    </p:extLst>
  </p:cSld>
  <p:clrMapOvr>
    <a:masterClrMapping/>
  </p:clrMapOvr>
</p:notes>
</file>

<file path=ppt/notesSlides/notesSlide1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1880</a:t>
            </a:fld>
            <a:endParaRPr lang="en-US" dirty="0"/>
          </a:p>
        </p:txBody>
      </p:sp>
    </p:spTree>
    <p:extLst>
      <p:ext uri="{BB962C8B-B14F-4D97-AF65-F5344CB8AC3E}">
        <p14:creationId xmlns:p14="http://schemas.microsoft.com/office/powerpoint/2010/main" val="2019396009"/>
      </p:ext>
    </p:extLst>
  </p:cSld>
  <p:clrMapOvr>
    <a:masterClrMapping/>
  </p:clrMapOvr>
</p:notes>
</file>

<file path=ppt/notesSlides/notesSlide1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1881</a:t>
            </a:fld>
            <a:endParaRPr lang="en-US" dirty="0"/>
          </a:p>
        </p:txBody>
      </p:sp>
    </p:spTree>
    <p:extLst>
      <p:ext uri="{BB962C8B-B14F-4D97-AF65-F5344CB8AC3E}">
        <p14:creationId xmlns:p14="http://schemas.microsoft.com/office/powerpoint/2010/main" val="3251883087"/>
      </p:ext>
    </p:extLst>
  </p:cSld>
  <p:clrMapOvr>
    <a:masterClrMapping/>
  </p:clrMapOvr>
</p:notes>
</file>

<file path=ppt/notesSlides/notesSlide1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1882</a:t>
            </a:fld>
            <a:endParaRPr lang="en-US" dirty="0"/>
          </a:p>
        </p:txBody>
      </p:sp>
    </p:spTree>
    <p:extLst>
      <p:ext uri="{BB962C8B-B14F-4D97-AF65-F5344CB8AC3E}">
        <p14:creationId xmlns:p14="http://schemas.microsoft.com/office/powerpoint/2010/main" val="1282723441"/>
      </p:ext>
    </p:extLst>
  </p:cSld>
  <p:clrMapOvr>
    <a:masterClrMapping/>
  </p:clrMapOvr>
</p:notes>
</file>

<file path=ppt/notesSlides/notesSlide1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1883</a:t>
            </a:fld>
            <a:endParaRPr lang="en-US" dirty="0"/>
          </a:p>
        </p:txBody>
      </p:sp>
    </p:spTree>
    <p:extLst>
      <p:ext uri="{BB962C8B-B14F-4D97-AF65-F5344CB8AC3E}">
        <p14:creationId xmlns:p14="http://schemas.microsoft.com/office/powerpoint/2010/main" val="1481202727"/>
      </p:ext>
    </p:extLst>
  </p:cSld>
  <p:clrMapOvr>
    <a:masterClrMapping/>
  </p:clrMapOvr>
</p:notes>
</file>

<file path=ppt/notesSlides/notesSlide1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1884</a:t>
            </a:fld>
            <a:endParaRPr lang="en-US" dirty="0"/>
          </a:p>
        </p:txBody>
      </p:sp>
    </p:spTree>
    <p:extLst>
      <p:ext uri="{BB962C8B-B14F-4D97-AF65-F5344CB8AC3E}">
        <p14:creationId xmlns:p14="http://schemas.microsoft.com/office/powerpoint/2010/main" val="1901209749"/>
      </p:ext>
    </p:extLst>
  </p:cSld>
  <p:clrMapOvr>
    <a:masterClrMapping/>
  </p:clrMapOvr>
</p:notes>
</file>

<file path=ppt/notesSlides/notesSlide1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1885</a:t>
            </a:fld>
            <a:endParaRPr lang="en-US" dirty="0"/>
          </a:p>
        </p:txBody>
      </p:sp>
    </p:spTree>
    <p:extLst>
      <p:ext uri="{BB962C8B-B14F-4D97-AF65-F5344CB8AC3E}">
        <p14:creationId xmlns:p14="http://schemas.microsoft.com/office/powerpoint/2010/main" val="859197572"/>
      </p:ext>
    </p:extLst>
  </p:cSld>
  <p:clrMapOvr>
    <a:masterClrMapping/>
  </p:clrMapOvr>
</p:notes>
</file>

<file path=ppt/notesSlides/notesSlide1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1886</a:t>
            </a:fld>
            <a:endParaRPr lang="en-US" dirty="0"/>
          </a:p>
        </p:txBody>
      </p:sp>
    </p:spTree>
    <p:extLst>
      <p:ext uri="{BB962C8B-B14F-4D97-AF65-F5344CB8AC3E}">
        <p14:creationId xmlns:p14="http://schemas.microsoft.com/office/powerpoint/2010/main" val="1293423583"/>
      </p:ext>
    </p:extLst>
  </p:cSld>
  <p:clrMapOvr>
    <a:masterClrMapping/>
  </p:clrMapOvr>
</p:notes>
</file>

<file path=ppt/notesSlides/notesSlide1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1887</a:t>
            </a:fld>
            <a:endParaRPr lang="en-US" dirty="0"/>
          </a:p>
        </p:txBody>
      </p:sp>
    </p:spTree>
    <p:extLst>
      <p:ext uri="{BB962C8B-B14F-4D97-AF65-F5344CB8AC3E}">
        <p14:creationId xmlns:p14="http://schemas.microsoft.com/office/powerpoint/2010/main" val="3199688370"/>
      </p:ext>
    </p:extLst>
  </p:cSld>
  <p:clrMapOvr>
    <a:masterClrMapping/>
  </p:clrMapOvr>
</p:notes>
</file>

<file path=ppt/notesSlides/notesSlide1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1888</a:t>
            </a:fld>
            <a:endParaRPr lang="en-US" dirty="0"/>
          </a:p>
        </p:txBody>
      </p:sp>
    </p:spTree>
    <p:extLst>
      <p:ext uri="{BB962C8B-B14F-4D97-AF65-F5344CB8AC3E}">
        <p14:creationId xmlns:p14="http://schemas.microsoft.com/office/powerpoint/2010/main" val="3096497002"/>
      </p:ext>
    </p:extLst>
  </p:cSld>
  <p:clrMapOvr>
    <a:masterClrMapping/>
  </p:clrMapOvr>
</p:notes>
</file>

<file path=ppt/notesSlides/notesSlide1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1889</a:t>
            </a:fld>
            <a:endParaRPr lang="en-US" dirty="0"/>
          </a:p>
        </p:txBody>
      </p:sp>
    </p:spTree>
    <p:extLst>
      <p:ext uri="{BB962C8B-B14F-4D97-AF65-F5344CB8AC3E}">
        <p14:creationId xmlns:p14="http://schemas.microsoft.com/office/powerpoint/2010/main" val="194254743"/>
      </p:ext>
    </p:extLst>
  </p:cSld>
  <p:clrMapOvr>
    <a:masterClrMapping/>
  </p:clrMapOvr>
</p:notes>
</file>

<file path=ppt/notesSlides/notesSlide1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1890</a:t>
            </a:fld>
            <a:endParaRPr lang="en-US" dirty="0"/>
          </a:p>
        </p:txBody>
      </p:sp>
    </p:spTree>
    <p:extLst>
      <p:ext uri="{BB962C8B-B14F-4D97-AF65-F5344CB8AC3E}">
        <p14:creationId xmlns:p14="http://schemas.microsoft.com/office/powerpoint/2010/main" val="2364353613"/>
      </p:ext>
    </p:extLst>
  </p:cSld>
  <p:clrMapOvr>
    <a:masterClrMapping/>
  </p:clrMapOvr>
</p:notes>
</file>

<file path=ppt/notesSlides/notesSlide1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1891</a:t>
            </a:fld>
            <a:endParaRPr lang="en-US" dirty="0"/>
          </a:p>
        </p:txBody>
      </p:sp>
    </p:spTree>
    <p:extLst>
      <p:ext uri="{BB962C8B-B14F-4D97-AF65-F5344CB8AC3E}">
        <p14:creationId xmlns:p14="http://schemas.microsoft.com/office/powerpoint/2010/main" val="316933761"/>
      </p:ext>
    </p:extLst>
  </p:cSld>
  <p:clrMapOvr>
    <a:masterClrMapping/>
  </p:clrMapOvr>
</p:notes>
</file>

<file path=ppt/notesSlides/notesSlide1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1892</a:t>
            </a:fld>
            <a:endParaRPr lang="en-US" dirty="0"/>
          </a:p>
        </p:txBody>
      </p:sp>
    </p:spTree>
    <p:extLst>
      <p:ext uri="{BB962C8B-B14F-4D97-AF65-F5344CB8AC3E}">
        <p14:creationId xmlns:p14="http://schemas.microsoft.com/office/powerpoint/2010/main" val="3874874121"/>
      </p:ext>
    </p:extLst>
  </p:cSld>
  <p:clrMapOvr>
    <a:masterClrMapping/>
  </p:clrMapOvr>
</p:notes>
</file>

<file path=ppt/notesSlides/notesSlide1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1893</a:t>
            </a:fld>
            <a:endParaRPr lang="en-US" dirty="0"/>
          </a:p>
        </p:txBody>
      </p:sp>
    </p:spTree>
    <p:extLst>
      <p:ext uri="{BB962C8B-B14F-4D97-AF65-F5344CB8AC3E}">
        <p14:creationId xmlns:p14="http://schemas.microsoft.com/office/powerpoint/2010/main" val="2482602549"/>
      </p:ext>
    </p:extLst>
  </p:cSld>
  <p:clrMapOvr>
    <a:masterClrMapping/>
  </p:clrMapOvr>
</p:notes>
</file>

<file path=ppt/notesSlides/notesSlide1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1894</a:t>
            </a:fld>
            <a:endParaRPr lang="en-US" dirty="0"/>
          </a:p>
        </p:txBody>
      </p:sp>
    </p:spTree>
    <p:extLst>
      <p:ext uri="{BB962C8B-B14F-4D97-AF65-F5344CB8AC3E}">
        <p14:creationId xmlns:p14="http://schemas.microsoft.com/office/powerpoint/2010/main" val="2903078175"/>
      </p:ext>
    </p:extLst>
  </p:cSld>
  <p:clrMapOvr>
    <a:masterClrMapping/>
  </p:clrMapOvr>
</p:notes>
</file>

<file path=ppt/notesSlides/notesSlide1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1895</a:t>
            </a:fld>
            <a:endParaRPr lang="en-US" dirty="0"/>
          </a:p>
        </p:txBody>
      </p:sp>
    </p:spTree>
    <p:extLst>
      <p:ext uri="{BB962C8B-B14F-4D97-AF65-F5344CB8AC3E}">
        <p14:creationId xmlns:p14="http://schemas.microsoft.com/office/powerpoint/2010/main" val="1727944932"/>
      </p:ext>
    </p:extLst>
  </p:cSld>
  <p:clrMapOvr>
    <a:masterClrMapping/>
  </p:clrMapOvr>
</p:notes>
</file>

<file path=ppt/notesSlides/notesSlide1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1896</a:t>
            </a:fld>
            <a:endParaRPr lang="en-US" dirty="0"/>
          </a:p>
        </p:txBody>
      </p:sp>
    </p:spTree>
    <p:extLst>
      <p:ext uri="{BB962C8B-B14F-4D97-AF65-F5344CB8AC3E}">
        <p14:creationId xmlns:p14="http://schemas.microsoft.com/office/powerpoint/2010/main" val="3705425889"/>
      </p:ext>
    </p:extLst>
  </p:cSld>
  <p:clrMapOvr>
    <a:masterClrMapping/>
  </p:clrMapOvr>
</p:notes>
</file>

<file path=ppt/notesSlides/notesSlide1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1897</a:t>
            </a:fld>
            <a:endParaRPr lang="en-US" dirty="0"/>
          </a:p>
        </p:txBody>
      </p:sp>
    </p:spTree>
    <p:extLst>
      <p:ext uri="{BB962C8B-B14F-4D97-AF65-F5344CB8AC3E}">
        <p14:creationId xmlns:p14="http://schemas.microsoft.com/office/powerpoint/2010/main" val="2961440557"/>
      </p:ext>
    </p:extLst>
  </p:cSld>
  <p:clrMapOvr>
    <a:masterClrMapping/>
  </p:clrMapOvr>
</p:notes>
</file>

<file path=ppt/notesSlides/notesSlide1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1898</a:t>
            </a:fld>
            <a:endParaRPr lang="en-US" dirty="0"/>
          </a:p>
        </p:txBody>
      </p:sp>
    </p:spTree>
    <p:extLst>
      <p:ext uri="{BB962C8B-B14F-4D97-AF65-F5344CB8AC3E}">
        <p14:creationId xmlns:p14="http://schemas.microsoft.com/office/powerpoint/2010/main" val="1133976534"/>
      </p:ext>
    </p:extLst>
  </p:cSld>
  <p:clrMapOvr>
    <a:masterClrMapping/>
  </p:clrMapOvr>
</p:notes>
</file>

<file path=ppt/notesSlides/notesSlide1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1899</a:t>
            </a:fld>
            <a:endParaRPr lang="en-US" dirty="0"/>
          </a:p>
        </p:txBody>
      </p:sp>
    </p:spTree>
    <p:extLst>
      <p:ext uri="{BB962C8B-B14F-4D97-AF65-F5344CB8AC3E}">
        <p14:creationId xmlns:p14="http://schemas.microsoft.com/office/powerpoint/2010/main" val="3080618303"/>
      </p:ext>
    </p:extLst>
  </p:cSld>
  <p:clrMapOvr>
    <a:masterClrMapping/>
  </p:clrMapOvr>
</p:notes>
</file>

<file path=ppt/notesSlides/notesSlide1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1900</a:t>
            </a:fld>
            <a:endParaRPr lang="en-US" dirty="0"/>
          </a:p>
        </p:txBody>
      </p:sp>
    </p:spTree>
    <p:extLst>
      <p:ext uri="{BB962C8B-B14F-4D97-AF65-F5344CB8AC3E}">
        <p14:creationId xmlns:p14="http://schemas.microsoft.com/office/powerpoint/2010/main" val="2516754098"/>
      </p:ext>
    </p:extLst>
  </p:cSld>
  <p:clrMapOvr>
    <a:masterClrMapping/>
  </p:clrMapOvr>
</p:notes>
</file>

<file path=ppt/notesSlides/notesSlide1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1901</a:t>
            </a:fld>
            <a:endParaRPr lang="en-US" dirty="0"/>
          </a:p>
        </p:txBody>
      </p:sp>
    </p:spTree>
    <p:extLst>
      <p:ext uri="{BB962C8B-B14F-4D97-AF65-F5344CB8AC3E}">
        <p14:creationId xmlns:p14="http://schemas.microsoft.com/office/powerpoint/2010/main" val="1907534576"/>
      </p:ext>
    </p:extLst>
  </p:cSld>
  <p:clrMapOvr>
    <a:masterClrMapping/>
  </p:clrMapOvr>
</p:notes>
</file>

<file path=ppt/notesSlides/notesSlide1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1902</a:t>
            </a:fld>
            <a:endParaRPr lang="en-US" dirty="0"/>
          </a:p>
        </p:txBody>
      </p:sp>
    </p:spTree>
    <p:extLst>
      <p:ext uri="{BB962C8B-B14F-4D97-AF65-F5344CB8AC3E}">
        <p14:creationId xmlns:p14="http://schemas.microsoft.com/office/powerpoint/2010/main" val="763815416"/>
      </p:ext>
    </p:extLst>
  </p:cSld>
  <p:clrMapOvr>
    <a:masterClrMapping/>
  </p:clrMapOvr>
</p:notes>
</file>

<file path=ppt/notesSlides/notesSlide1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1903</a:t>
            </a:fld>
            <a:endParaRPr lang="en-US" dirty="0"/>
          </a:p>
        </p:txBody>
      </p:sp>
    </p:spTree>
    <p:extLst>
      <p:ext uri="{BB962C8B-B14F-4D97-AF65-F5344CB8AC3E}">
        <p14:creationId xmlns:p14="http://schemas.microsoft.com/office/powerpoint/2010/main" val="4087476854"/>
      </p:ext>
    </p:extLst>
  </p:cSld>
  <p:clrMapOvr>
    <a:masterClrMapping/>
  </p:clrMapOvr>
</p:notes>
</file>

<file path=ppt/notesSlides/notesSlide1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1904</a:t>
            </a:fld>
            <a:endParaRPr lang="en-US" dirty="0"/>
          </a:p>
        </p:txBody>
      </p:sp>
    </p:spTree>
    <p:extLst>
      <p:ext uri="{BB962C8B-B14F-4D97-AF65-F5344CB8AC3E}">
        <p14:creationId xmlns:p14="http://schemas.microsoft.com/office/powerpoint/2010/main" val="3117151583"/>
      </p:ext>
    </p:extLst>
  </p:cSld>
  <p:clrMapOvr>
    <a:masterClrMapping/>
  </p:clrMapOvr>
</p:notes>
</file>

<file path=ppt/notesSlides/notesSlide1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1905</a:t>
            </a:fld>
            <a:endParaRPr lang="en-US" dirty="0"/>
          </a:p>
        </p:txBody>
      </p:sp>
    </p:spTree>
    <p:extLst>
      <p:ext uri="{BB962C8B-B14F-4D97-AF65-F5344CB8AC3E}">
        <p14:creationId xmlns:p14="http://schemas.microsoft.com/office/powerpoint/2010/main" val="2561789835"/>
      </p:ext>
    </p:extLst>
  </p:cSld>
  <p:clrMapOvr>
    <a:masterClrMapping/>
  </p:clrMapOvr>
</p:notes>
</file>

<file path=ppt/notesSlides/notesSlide1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1906</a:t>
            </a:fld>
            <a:endParaRPr lang="en-US" dirty="0"/>
          </a:p>
        </p:txBody>
      </p:sp>
    </p:spTree>
    <p:extLst>
      <p:ext uri="{BB962C8B-B14F-4D97-AF65-F5344CB8AC3E}">
        <p14:creationId xmlns:p14="http://schemas.microsoft.com/office/powerpoint/2010/main" val="1629686546"/>
      </p:ext>
    </p:extLst>
  </p:cSld>
  <p:clrMapOvr>
    <a:masterClrMapping/>
  </p:clrMapOvr>
</p:notes>
</file>

<file path=ppt/notesSlides/notesSlide1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1907</a:t>
            </a:fld>
            <a:endParaRPr lang="en-US" dirty="0"/>
          </a:p>
        </p:txBody>
      </p:sp>
    </p:spTree>
    <p:extLst>
      <p:ext uri="{BB962C8B-B14F-4D97-AF65-F5344CB8AC3E}">
        <p14:creationId xmlns:p14="http://schemas.microsoft.com/office/powerpoint/2010/main" val="272310967"/>
      </p:ext>
    </p:extLst>
  </p:cSld>
  <p:clrMapOvr>
    <a:masterClrMapping/>
  </p:clrMapOvr>
</p:notes>
</file>

<file path=ppt/notesSlides/notesSlide1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1908</a:t>
            </a:fld>
            <a:endParaRPr lang="en-US" dirty="0"/>
          </a:p>
        </p:txBody>
      </p:sp>
    </p:spTree>
    <p:extLst>
      <p:ext uri="{BB962C8B-B14F-4D97-AF65-F5344CB8AC3E}">
        <p14:creationId xmlns:p14="http://schemas.microsoft.com/office/powerpoint/2010/main" val="519925033"/>
      </p:ext>
    </p:extLst>
  </p:cSld>
  <p:clrMapOvr>
    <a:masterClrMapping/>
  </p:clrMapOvr>
</p:notes>
</file>

<file path=ppt/notesSlides/notesSlide1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1909</a:t>
            </a:fld>
            <a:endParaRPr lang="en-US" dirty="0"/>
          </a:p>
        </p:txBody>
      </p:sp>
    </p:spTree>
    <p:extLst>
      <p:ext uri="{BB962C8B-B14F-4D97-AF65-F5344CB8AC3E}">
        <p14:creationId xmlns:p14="http://schemas.microsoft.com/office/powerpoint/2010/main" val="3068282469"/>
      </p:ext>
    </p:extLst>
  </p:cSld>
  <p:clrMapOvr>
    <a:masterClrMapping/>
  </p:clrMapOvr>
</p:notes>
</file>

<file path=ppt/notesSlides/notesSlide1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1910</a:t>
            </a:fld>
            <a:endParaRPr lang="en-US" dirty="0"/>
          </a:p>
        </p:txBody>
      </p:sp>
    </p:spTree>
    <p:extLst>
      <p:ext uri="{BB962C8B-B14F-4D97-AF65-F5344CB8AC3E}">
        <p14:creationId xmlns:p14="http://schemas.microsoft.com/office/powerpoint/2010/main" val="1808441272"/>
      </p:ext>
    </p:extLst>
  </p:cSld>
  <p:clrMapOvr>
    <a:masterClrMapping/>
  </p:clrMapOvr>
</p:notes>
</file>

<file path=ppt/notesSlides/notesSlide1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1911</a:t>
            </a:fld>
            <a:endParaRPr lang="en-US" dirty="0"/>
          </a:p>
        </p:txBody>
      </p:sp>
    </p:spTree>
    <p:extLst>
      <p:ext uri="{BB962C8B-B14F-4D97-AF65-F5344CB8AC3E}">
        <p14:creationId xmlns:p14="http://schemas.microsoft.com/office/powerpoint/2010/main" val="2727618105"/>
      </p:ext>
    </p:extLst>
  </p:cSld>
  <p:clrMapOvr>
    <a:masterClrMapping/>
  </p:clrMapOvr>
</p:notes>
</file>

<file path=ppt/notesSlides/notesSlide1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1912</a:t>
            </a:fld>
            <a:endParaRPr lang="en-US" dirty="0"/>
          </a:p>
        </p:txBody>
      </p:sp>
    </p:spTree>
    <p:extLst>
      <p:ext uri="{BB962C8B-B14F-4D97-AF65-F5344CB8AC3E}">
        <p14:creationId xmlns:p14="http://schemas.microsoft.com/office/powerpoint/2010/main" val="2650080242"/>
      </p:ext>
    </p:extLst>
  </p:cSld>
  <p:clrMapOvr>
    <a:masterClrMapping/>
  </p:clrMapOvr>
</p:notes>
</file>

<file path=ppt/notesSlides/notesSlide1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1913</a:t>
            </a:fld>
            <a:endParaRPr lang="en-US" dirty="0"/>
          </a:p>
        </p:txBody>
      </p:sp>
    </p:spTree>
    <p:extLst>
      <p:ext uri="{BB962C8B-B14F-4D97-AF65-F5344CB8AC3E}">
        <p14:creationId xmlns:p14="http://schemas.microsoft.com/office/powerpoint/2010/main" val="4172020970"/>
      </p:ext>
    </p:extLst>
  </p:cSld>
  <p:clrMapOvr>
    <a:masterClrMapping/>
  </p:clrMapOvr>
</p:notes>
</file>

<file path=ppt/notesSlides/notesSlide1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1914</a:t>
            </a:fld>
            <a:endParaRPr lang="en-US" dirty="0"/>
          </a:p>
        </p:txBody>
      </p:sp>
    </p:spTree>
    <p:extLst>
      <p:ext uri="{BB962C8B-B14F-4D97-AF65-F5344CB8AC3E}">
        <p14:creationId xmlns:p14="http://schemas.microsoft.com/office/powerpoint/2010/main" val="648422399"/>
      </p:ext>
    </p:extLst>
  </p:cSld>
  <p:clrMapOvr>
    <a:masterClrMapping/>
  </p:clrMapOvr>
</p:notes>
</file>

<file path=ppt/notesSlides/notesSlide1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1915</a:t>
            </a:fld>
            <a:endParaRPr lang="en-US" dirty="0"/>
          </a:p>
        </p:txBody>
      </p:sp>
    </p:spTree>
    <p:extLst>
      <p:ext uri="{BB962C8B-B14F-4D97-AF65-F5344CB8AC3E}">
        <p14:creationId xmlns:p14="http://schemas.microsoft.com/office/powerpoint/2010/main" val="1903222088"/>
      </p:ext>
    </p:extLst>
  </p:cSld>
  <p:clrMapOvr>
    <a:masterClrMapping/>
  </p:clrMapOvr>
</p:notes>
</file>

<file path=ppt/notesSlides/notesSlide1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1916</a:t>
            </a:fld>
            <a:endParaRPr lang="en-US" dirty="0"/>
          </a:p>
        </p:txBody>
      </p:sp>
    </p:spTree>
    <p:extLst>
      <p:ext uri="{BB962C8B-B14F-4D97-AF65-F5344CB8AC3E}">
        <p14:creationId xmlns:p14="http://schemas.microsoft.com/office/powerpoint/2010/main" val="3669375734"/>
      </p:ext>
    </p:extLst>
  </p:cSld>
  <p:clrMapOvr>
    <a:masterClrMapping/>
  </p:clrMapOvr>
</p:notes>
</file>

<file path=ppt/notesSlides/notesSlide1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1917</a:t>
            </a:fld>
            <a:endParaRPr lang="en-US" dirty="0"/>
          </a:p>
        </p:txBody>
      </p:sp>
    </p:spTree>
    <p:extLst>
      <p:ext uri="{BB962C8B-B14F-4D97-AF65-F5344CB8AC3E}">
        <p14:creationId xmlns:p14="http://schemas.microsoft.com/office/powerpoint/2010/main" val="3598465262"/>
      </p:ext>
    </p:extLst>
  </p:cSld>
  <p:clrMapOvr>
    <a:masterClrMapping/>
  </p:clrMapOvr>
</p:notes>
</file>

<file path=ppt/notesSlides/notesSlide1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1918</a:t>
            </a:fld>
            <a:endParaRPr lang="en-US" dirty="0"/>
          </a:p>
        </p:txBody>
      </p:sp>
    </p:spTree>
    <p:extLst>
      <p:ext uri="{BB962C8B-B14F-4D97-AF65-F5344CB8AC3E}">
        <p14:creationId xmlns:p14="http://schemas.microsoft.com/office/powerpoint/2010/main" val="1839357328"/>
      </p:ext>
    </p:extLst>
  </p:cSld>
  <p:clrMapOvr>
    <a:masterClrMapping/>
  </p:clrMapOvr>
</p:notes>
</file>

<file path=ppt/notesSlides/notesSlide1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1919</a:t>
            </a:fld>
            <a:endParaRPr lang="en-US" dirty="0"/>
          </a:p>
        </p:txBody>
      </p:sp>
    </p:spTree>
    <p:extLst>
      <p:ext uri="{BB962C8B-B14F-4D97-AF65-F5344CB8AC3E}">
        <p14:creationId xmlns:p14="http://schemas.microsoft.com/office/powerpoint/2010/main" val="1926220056"/>
      </p:ext>
    </p:extLst>
  </p:cSld>
  <p:clrMapOvr>
    <a:masterClrMapping/>
  </p:clrMapOvr>
</p:notes>
</file>

<file path=ppt/notesSlides/notesSlide1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1920</a:t>
            </a:fld>
            <a:endParaRPr lang="en-US" dirty="0"/>
          </a:p>
        </p:txBody>
      </p:sp>
    </p:spTree>
    <p:extLst>
      <p:ext uri="{BB962C8B-B14F-4D97-AF65-F5344CB8AC3E}">
        <p14:creationId xmlns:p14="http://schemas.microsoft.com/office/powerpoint/2010/main" val="4083161239"/>
      </p:ext>
    </p:extLst>
  </p:cSld>
  <p:clrMapOvr>
    <a:masterClrMapping/>
  </p:clrMapOvr>
</p:notes>
</file>

<file path=ppt/notesSlides/notesSlide1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1921</a:t>
            </a:fld>
            <a:endParaRPr lang="en-US" dirty="0"/>
          </a:p>
        </p:txBody>
      </p:sp>
    </p:spTree>
    <p:extLst>
      <p:ext uri="{BB962C8B-B14F-4D97-AF65-F5344CB8AC3E}">
        <p14:creationId xmlns:p14="http://schemas.microsoft.com/office/powerpoint/2010/main" val="3632838780"/>
      </p:ext>
    </p:extLst>
  </p:cSld>
  <p:clrMapOvr>
    <a:masterClrMapping/>
  </p:clrMapOvr>
</p:notes>
</file>

<file path=ppt/notesSlides/notesSlide1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1922</a:t>
            </a:fld>
            <a:endParaRPr lang="en-US" dirty="0"/>
          </a:p>
        </p:txBody>
      </p:sp>
    </p:spTree>
    <p:extLst>
      <p:ext uri="{BB962C8B-B14F-4D97-AF65-F5344CB8AC3E}">
        <p14:creationId xmlns:p14="http://schemas.microsoft.com/office/powerpoint/2010/main" val="3720553808"/>
      </p:ext>
    </p:extLst>
  </p:cSld>
  <p:clrMapOvr>
    <a:masterClrMapping/>
  </p:clrMapOvr>
</p:notes>
</file>

<file path=ppt/notesSlides/notesSlide1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1923</a:t>
            </a:fld>
            <a:endParaRPr lang="en-US" dirty="0"/>
          </a:p>
        </p:txBody>
      </p:sp>
    </p:spTree>
    <p:extLst>
      <p:ext uri="{BB962C8B-B14F-4D97-AF65-F5344CB8AC3E}">
        <p14:creationId xmlns:p14="http://schemas.microsoft.com/office/powerpoint/2010/main" val="2167575302"/>
      </p:ext>
    </p:extLst>
  </p:cSld>
  <p:clrMapOvr>
    <a:masterClrMapping/>
  </p:clrMapOvr>
</p:notes>
</file>

<file path=ppt/notesSlides/notesSlide1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1924</a:t>
            </a:fld>
            <a:endParaRPr lang="en-US" dirty="0"/>
          </a:p>
        </p:txBody>
      </p:sp>
    </p:spTree>
    <p:extLst>
      <p:ext uri="{BB962C8B-B14F-4D97-AF65-F5344CB8AC3E}">
        <p14:creationId xmlns:p14="http://schemas.microsoft.com/office/powerpoint/2010/main" val="1700904503"/>
      </p:ext>
    </p:extLst>
  </p:cSld>
  <p:clrMapOvr>
    <a:masterClrMapping/>
  </p:clrMapOvr>
</p:notes>
</file>

<file path=ppt/notesSlides/notesSlide1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1925</a:t>
            </a:fld>
            <a:endParaRPr lang="en-US" dirty="0"/>
          </a:p>
        </p:txBody>
      </p:sp>
    </p:spTree>
    <p:extLst>
      <p:ext uri="{BB962C8B-B14F-4D97-AF65-F5344CB8AC3E}">
        <p14:creationId xmlns:p14="http://schemas.microsoft.com/office/powerpoint/2010/main" val="384738505"/>
      </p:ext>
    </p:extLst>
  </p:cSld>
  <p:clrMapOvr>
    <a:masterClrMapping/>
  </p:clrMapOvr>
</p:notes>
</file>

<file path=ppt/notesSlides/notesSlide1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1926</a:t>
            </a:fld>
            <a:endParaRPr lang="en-US" dirty="0"/>
          </a:p>
        </p:txBody>
      </p:sp>
    </p:spTree>
    <p:extLst>
      <p:ext uri="{BB962C8B-B14F-4D97-AF65-F5344CB8AC3E}">
        <p14:creationId xmlns:p14="http://schemas.microsoft.com/office/powerpoint/2010/main" val="4273321956"/>
      </p:ext>
    </p:extLst>
  </p:cSld>
  <p:clrMapOvr>
    <a:masterClrMapping/>
  </p:clrMapOvr>
</p:notes>
</file>

<file path=ppt/notesSlides/notesSlide1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1927</a:t>
            </a:fld>
            <a:endParaRPr lang="en-US" dirty="0"/>
          </a:p>
        </p:txBody>
      </p:sp>
    </p:spTree>
    <p:extLst>
      <p:ext uri="{BB962C8B-B14F-4D97-AF65-F5344CB8AC3E}">
        <p14:creationId xmlns:p14="http://schemas.microsoft.com/office/powerpoint/2010/main" val="432908481"/>
      </p:ext>
    </p:extLst>
  </p:cSld>
  <p:clrMapOvr>
    <a:masterClrMapping/>
  </p:clrMapOvr>
</p:notes>
</file>

<file path=ppt/notesSlides/notesSlide1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1928</a:t>
            </a:fld>
            <a:endParaRPr lang="en-US" dirty="0"/>
          </a:p>
        </p:txBody>
      </p:sp>
    </p:spTree>
    <p:extLst>
      <p:ext uri="{BB962C8B-B14F-4D97-AF65-F5344CB8AC3E}">
        <p14:creationId xmlns:p14="http://schemas.microsoft.com/office/powerpoint/2010/main" val="3236580398"/>
      </p:ext>
    </p:extLst>
  </p:cSld>
  <p:clrMapOvr>
    <a:masterClrMapping/>
  </p:clrMapOvr>
</p:notes>
</file>

<file path=ppt/notesSlides/notesSlide1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1929</a:t>
            </a:fld>
            <a:endParaRPr lang="en-US" dirty="0"/>
          </a:p>
        </p:txBody>
      </p:sp>
    </p:spTree>
    <p:extLst>
      <p:ext uri="{BB962C8B-B14F-4D97-AF65-F5344CB8AC3E}">
        <p14:creationId xmlns:p14="http://schemas.microsoft.com/office/powerpoint/2010/main" val="1181749136"/>
      </p:ext>
    </p:extLst>
  </p:cSld>
  <p:clrMapOvr>
    <a:masterClrMapping/>
  </p:clrMapOvr>
</p:notes>
</file>

<file path=ppt/notesSlides/notesSlide1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1930</a:t>
            </a:fld>
            <a:endParaRPr lang="en-US" dirty="0"/>
          </a:p>
        </p:txBody>
      </p:sp>
    </p:spTree>
    <p:extLst>
      <p:ext uri="{BB962C8B-B14F-4D97-AF65-F5344CB8AC3E}">
        <p14:creationId xmlns:p14="http://schemas.microsoft.com/office/powerpoint/2010/main" val="3351468844"/>
      </p:ext>
    </p:extLst>
  </p:cSld>
  <p:clrMapOvr>
    <a:masterClrMapping/>
  </p:clrMapOvr>
</p:notes>
</file>

<file path=ppt/notesSlides/notesSlide1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1931</a:t>
            </a:fld>
            <a:endParaRPr lang="en-US" dirty="0"/>
          </a:p>
        </p:txBody>
      </p:sp>
    </p:spTree>
    <p:extLst>
      <p:ext uri="{BB962C8B-B14F-4D97-AF65-F5344CB8AC3E}">
        <p14:creationId xmlns:p14="http://schemas.microsoft.com/office/powerpoint/2010/main" val="1554721254"/>
      </p:ext>
    </p:extLst>
  </p:cSld>
  <p:clrMapOvr>
    <a:masterClrMapping/>
  </p:clrMapOvr>
</p:notes>
</file>

<file path=ppt/notesSlides/notesSlide1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1932</a:t>
            </a:fld>
            <a:endParaRPr lang="en-US" dirty="0"/>
          </a:p>
        </p:txBody>
      </p:sp>
    </p:spTree>
    <p:extLst>
      <p:ext uri="{BB962C8B-B14F-4D97-AF65-F5344CB8AC3E}">
        <p14:creationId xmlns:p14="http://schemas.microsoft.com/office/powerpoint/2010/main" val="2693852018"/>
      </p:ext>
    </p:extLst>
  </p:cSld>
  <p:clrMapOvr>
    <a:masterClrMapping/>
  </p:clrMapOvr>
</p:notes>
</file>

<file path=ppt/notesSlides/notesSlide1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1935</a:t>
            </a:fld>
            <a:endParaRPr lang="en-US" dirty="0"/>
          </a:p>
        </p:txBody>
      </p:sp>
    </p:spTree>
    <p:extLst>
      <p:ext uri="{BB962C8B-B14F-4D97-AF65-F5344CB8AC3E}">
        <p14:creationId xmlns:p14="http://schemas.microsoft.com/office/powerpoint/2010/main" val="130472853"/>
      </p:ext>
    </p:extLst>
  </p:cSld>
  <p:clrMapOvr>
    <a:masterClrMapping/>
  </p:clrMapOvr>
</p:notes>
</file>

<file path=ppt/notesSlides/notesSlide1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1936</a:t>
            </a:fld>
            <a:endParaRPr lang="en-US" dirty="0"/>
          </a:p>
        </p:txBody>
      </p:sp>
    </p:spTree>
    <p:extLst>
      <p:ext uri="{BB962C8B-B14F-4D97-AF65-F5344CB8AC3E}">
        <p14:creationId xmlns:p14="http://schemas.microsoft.com/office/powerpoint/2010/main" val="2625495459"/>
      </p:ext>
    </p:extLst>
  </p:cSld>
  <p:clrMapOvr>
    <a:masterClrMapping/>
  </p:clrMapOvr>
</p:notes>
</file>

<file path=ppt/notesSlides/notesSlide1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1937</a:t>
            </a:fld>
            <a:endParaRPr lang="en-US" dirty="0"/>
          </a:p>
        </p:txBody>
      </p:sp>
    </p:spTree>
    <p:extLst>
      <p:ext uri="{BB962C8B-B14F-4D97-AF65-F5344CB8AC3E}">
        <p14:creationId xmlns:p14="http://schemas.microsoft.com/office/powerpoint/2010/main" val="4175424433"/>
      </p:ext>
    </p:extLst>
  </p:cSld>
  <p:clrMapOvr>
    <a:masterClrMapping/>
  </p:clrMapOvr>
</p:notes>
</file>

<file path=ppt/notesSlides/notesSlide1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1938</a:t>
            </a:fld>
            <a:endParaRPr lang="en-US" dirty="0"/>
          </a:p>
        </p:txBody>
      </p:sp>
    </p:spTree>
    <p:extLst>
      <p:ext uri="{BB962C8B-B14F-4D97-AF65-F5344CB8AC3E}">
        <p14:creationId xmlns:p14="http://schemas.microsoft.com/office/powerpoint/2010/main" val="3055539628"/>
      </p:ext>
    </p:extLst>
  </p:cSld>
  <p:clrMapOvr>
    <a:masterClrMapping/>
  </p:clrMapOvr>
</p:notes>
</file>

<file path=ppt/notesSlides/notesSlide1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1939</a:t>
            </a:fld>
            <a:endParaRPr lang="en-US" dirty="0"/>
          </a:p>
        </p:txBody>
      </p:sp>
    </p:spTree>
    <p:extLst>
      <p:ext uri="{BB962C8B-B14F-4D97-AF65-F5344CB8AC3E}">
        <p14:creationId xmlns:p14="http://schemas.microsoft.com/office/powerpoint/2010/main" val="3755164713"/>
      </p:ext>
    </p:extLst>
  </p:cSld>
  <p:clrMapOvr>
    <a:masterClrMapping/>
  </p:clrMapOvr>
</p:notes>
</file>

<file path=ppt/notesSlides/notesSlide1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1940</a:t>
            </a:fld>
            <a:endParaRPr lang="en-US" dirty="0"/>
          </a:p>
        </p:txBody>
      </p:sp>
    </p:spTree>
    <p:extLst>
      <p:ext uri="{BB962C8B-B14F-4D97-AF65-F5344CB8AC3E}">
        <p14:creationId xmlns:p14="http://schemas.microsoft.com/office/powerpoint/2010/main" val="4196322362"/>
      </p:ext>
    </p:extLst>
  </p:cSld>
  <p:clrMapOvr>
    <a:masterClrMapping/>
  </p:clrMapOvr>
</p:notes>
</file>

<file path=ppt/notesSlides/notesSlide1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1941</a:t>
            </a:fld>
            <a:endParaRPr lang="en-US" dirty="0"/>
          </a:p>
        </p:txBody>
      </p:sp>
    </p:spTree>
    <p:extLst>
      <p:ext uri="{BB962C8B-B14F-4D97-AF65-F5344CB8AC3E}">
        <p14:creationId xmlns:p14="http://schemas.microsoft.com/office/powerpoint/2010/main" val="3248519461"/>
      </p:ext>
    </p:extLst>
  </p:cSld>
  <p:clrMapOvr>
    <a:masterClrMapping/>
  </p:clrMapOvr>
</p:notes>
</file>

<file path=ppt/notesSlides/notesSlide1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1942</a:t>
            </a:fld>
            <a:endParaRPr lang="en-US" dirty="0"/>
          </a:p>
        </p:txBody>
      </p:sp>
    </p:spTree>
    <p:extLst>
      <p:ext uri="{BB962C8B-B14F-4D97-AF65-F5344CB8AC3E}">
        <p14:creationId xmlns:p14="http://schemas.microsoft.com/office/powerpoint/2010/main" val="2212196557"/>
      </p:ext>
    </p:extLst>
  </p:cSld>
  <p:clrMapOvr>
    <a:masterClrMapping/>
  </p:clrMapOvr>
</p:notes>
</file>

<file path=ppt/notesSlides/notesSlide1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1943</a:t>
            </a:fld>
            <a:endParaRPr lang="en-US" dirty="0"/>
          </a:p>
        </p:txBody>
      </p:sp>
    </p:spTree>
    <p:extLst>
      <p:ext uri="{BB962C8B-B14F-4D97-AF65-F5344CB8AC3E}">
        <p14:creationId xmlns:p14="http://schemas.microsoft.com/office/powerpoint/2010/main" val="1337742113"/>
      </p:ext>
    </p:extLst>
  </p:cSld>
  <p:clrMapOvr>
    <a:masterClrMapping/>
  </p:clrMapOvr>
</p:notes>
</file>

<file path=ppt/notesSlides/notesSlide1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1944</a:t>
            </a:fld>
            <a:endParaRPr lang="en-US" dirty="0"/>
          </a:p>
        </p:txBody>
      </p:sp>
    </p:spTree>
    <p:extLst>
      <p:ext uri="{BB962C8B-B14F-4D97-AF65-F5344CB8AC3E}">
        <p14:creationId xmlns:p14="http://schemas.microsoft.com/office/powerpoint/2010/main" val="261282065"/>
      </p:ext>
    </p:extLst>
  </p:cSld>
  <p:clrMapOvr>
    <a:masterClrMapping/>
  </p:clrMapOvr>
</p:notes>
</file>

<file path=ppt/notesSlides/notesSlide1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1945</a:t>
            </a:fld>
            <a:endParaRPr lang="en-US" dirty="0"/>
          </a:p>
        </p:txBody>
      </p:sp>
    </p:spTree>
    <p:extLst>
      <p:ext uri="{BB962C8B-B14F-4D97-AF65-F5344CB8AC3E}">
        <p14:creationId xmlns:p14="http://schemas.microsoft.com/office/powerpoint/2010/main" val="2720956042"/>
      </p:ext>
    </p:extLst>
  </p:cSld>
  <p:clrMapOvr>
    <a:masterClrMapping/>
  </p:clrMapOvr>
</p:notes>
</file>

<file path=ppt/notesSlides/notesSlide1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1946</a:t>
            </a:fld>
            <a:endParaRPr lang="en-US" dirty="0"/>
          </a:p>
        </p:txBody>
      </p:sp>
    </p:spTree>
    <p:extLst>
      <p:ext uri="{BB962C8B-B14F-4D97-AF65-F5344CB8AC3E}">
        <p14:creationId xmlns:p14="http://schemas.microsoft.com/office/powerpoint/2010/main" val="1533318760"/>
      </p:ext>
    </p:extLst>
  </p:cSld>
  <p:clrMapOvr>
    <a:masterClrMapping/>
  </p:clrMapOvr>
</p:notes>
</file>

<file path=ppt/notesSlides/notesSlide1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1947</a:t>
            </a:fld>
            <a:endParaRPr lang="en-US" dirty="0"/>
          </a:p>
        </p:txBody>
      </p:sp>
    </p:spTree>
    <p:extLst>
      <p:ext uri="{BB962C8B-B14F-4D97-AF65-F5344CB8AC3E}">
        <p14:creationId xmlns:p14="http://schemas.microsoft.com/office/powerpoint/2010/main" val="2349334019"/>
      </p:ext>
    </p:extLst>
  </p:cSld>
  <p:clrMapOvr>
    <a:masterClrMapping/>
  </p:clrMapOvr>
</p:notes>
</file>

<file path=ppt/notesSlides/notesSlide1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1948</a:t>
            </a:fld>
            <a:endParaRPr lang="en-US" dirty="0"/>
          </a:p>
        </p:txBody>
      </p:sp>
    </p:spTree>
    <p:extLst>
      <p:ext uri="{BB962C8B-B14F-4D97-AF65-F5344CB8AC3E}">
        <p14:creationId xmlns:p14="http://schemas.microsoft.com/office/powerpoint/2010/main" val="3524262068"/>
      </p:ext>
    </p:extLst>
  </p:cSld>
  <p:clrMapOvr>
    <a:masterClrMapping/>
  </p:clrMapOvr>
</p:notes>
</file>

<file path=ppt/notesSlides/notesSlide1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1951</a:t>
            </a:fld>
            <a:endParaRPr lang="en-US" dirty="0"/>
          </a:p>
        </p:txBody>
      </p:sp>
    </p:spTree>
    <p:extLst>
      <p:ext uri="{BB962C8B-B14F-4D97-AF65-F5344CB8AC3E}">
        <p14:creationId xmlns:p14="http://schemas.microsoft.com/office/powerpoint/2010/main" val="622295096"/>
      </p:ext>
    </p:extLst>
  </p:cSld>
  <p:clrMapOvr>
    <a:masterClrMapping/>
  </p:clrMapOvr>
</p:notes>
</file>

<file path=ppt/notesSlides/notesSlide1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1952</a:t>
            </a:fld>
            <a:endParaRPr lang="en-US" dirty="0"/>
          </a:p>
        </p:txBody>
      </p:sp>
    </p:spTree>
    <p:extLst>
      <p:ext uri="{BB962C8B-B14F-4D97-AF65-F5344CB8AC3E}">
        <p14:creationId xmlns:p14="http://schemas.microsoft.com/office/powerpoint/2010/main" val="1148540735"/>
      </p:ext>
    </p:extLst>
  </p:cSld>
  <p:clrMapOvr>
    <a:masterClrMapping/>
  </p:clrMapOvr>
</p:notes>
</file>

<file path=ppt/notesSlides/notesSlide1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1953</a:t>
            </a:fld>
            <a:endParaRPr lang="en-US" dirty="0"/>
          </a:p>
        </p:txBody>
      </p:sp>
    </p:spTree>
    <p:extLst>
      <p:ext uri="{BB962C8B-B14F-4D97-AF65-F5344CB8AC3E}">
        <p14:creationId xmlns:p14="http://schemas.microsoft.com/office/powerpoint/2010/main" val="3324765986"/>
      </p:ext>
    </p:extLst>
  </p:cSld>
  <p:clrMapOvr>
    <a:masterClrMapping/>
  </p:clrMapOvr>
</p:notes>
</file>

<file path=ppt/notesSlides/notesSlide1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1954</a:t>
            </a:fld>
            <a:endParaRPr lang="en-US" dirty="0"/>
          </a:p>
        </p:txBody>
      </p:sp>
    </p:spTree>
    <p:extLst>
      <p:ext uri="{BB962C8B-B14F-4D97-AF65-F5344CB8AC3E}">
        <p14:creationId xmlns:p14="http://schemas.microsoft.com/office/powerpoint/2010/main" val="2312486632"/>
      </p:ext>
    </p:extLst>
  </p:cSld>
  <p:clrMapOvr>
    <a:masterClrMapping/>
  </p:clrMapOvr>
</p:notes>
</file>

<file path=ppt/notesSlides/notesSlide1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1955</a:t>
            </a:fld>
            <a:endParaRPr lang="en-US" dirty="0"/>
          </a:p>
        </p:txBody>
      </p:sp>
    </p:spTree>
    <p:extLst>
      <p:ext uri="{BB962C8B-B14F-4D97-AF65-F5344CB8AC3E}">
        <p14:creationId xmlns:p14="http://schemas.microsoft.com/office/powerpoint/2010/main" val="2381547119"/>
      </p:ext>
    </p:extLst>
  </p:cSld>
  <p:clrMapOvr>
    <a:masterClrMapping/>
  </p:clrMapOvr>
</p:notes>
</file>

<file path=ppt/notesSlides/notesSlide1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1956</a:t>
            </a:fld>
            <a:endParaRPr lang="en-US" dirty="0"/>
          </a:p>
        </p:txBody>
      </p:sp>
    </p:spTree>
    <p:extLst>
      <p:ext uri="{BB962C8B-B14F-4D97-AF65-F5344CB8AC3E}">
        <p14:creationId xmlns:p14="http://schemas.microsoft.com/office/powerpoint/2010/main" val="1161607716"/>
      </p:ext>
    </p:extLst>
  </p:cSld>
  <p:clrMapOvr>
    <a:masterClrMapping/>
  </p:clrMapOvr>
</p:notes>
</file>

<file path=ppt/notesSlides/notesSlide1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1957</a:t>
            </a:fld>
            <a:endParaRPr lang="en-US" dirty="0"/>
          </a:p>
        </p:txBody>
      </p:sp>
    </p:spTree>
    <p:extLst>
      <p:ext uri="{BB962C8B-B14F-4D97-AF65-F5344CB8AC3E}">
        <p14:creationId xmlns:p14="http://schemas.microsoft.com/office/powerpoint/2010/main" val="3978991335"/>
      </p:ext>
    </p:extLst>
  </p:cSld>
  <p:clrMapOvr>
    <a:masterClrMapping/>
  </p:clrMapOvr>
</p:notes>
</file>

<file path=ppt/notesSlides/notesSlide1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1958</a:t>
            </a:fld>
            <a:endParaRPr lang="en-US" dirty="0"/>
          </a:p>
        </p:txBody>
      </p:sp>
    </p:spTree>
    <p:extLst>
      <p:ext uri="{BB962C8B-B14F-4D97-AF65-F5344CB8AC3E}">
        <p14:creationId xmlns:p14="http://schemas.microsoft.com/office/powerpoint/2010/main" val="1903311820"/>
      </p:ext>
    </p:extLst>
  </p:cSld>
  <p:clrMapOvr>
    <a:masterClrMapping/>
  </p:clrMapOvr>
</p:notes>
</file>

<file path=ppt/notesSlides/notesSlide1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1959</a:t>
            </a:fld>
            <a:endParaRPr lang="en-US" dirty="0"/>
          </a:p>
        </p:txBody>
      </p:sp>
    </p:spTree>
    <p:extLst>
      <p:ext uri="{BB962C8B-B14F-4D97-AF65-F5344CB8AC3E}">
        <p14:creationId xmlns:p14="http://schemas.microsoft.com/office/powerpoint/2010/main" val="1755433513"/>
      </p:ext>
    </p:extLst>
  </p:cSld>
  <p:clrMapOvr>
    <a:masterClrMapping/>
  </p:clrMapOvr>
</p:notes>
</file>

<file path=ppt/notesSlides/notesSlide1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1960</a:t>
            </a:fld>
            <a:endParaRPr lang="en-US" dirty="0"/>
          </a:p>
        </p:txBody>
      </p:sp>
    </p:spTree>
    <p:extLst>
      <p:ext uri="{BB962C8B-B14F-4D97-AF65-F5344CB8AC3E}">
        <p14:creationId xmlns:p14="http://schemas.microsoft.com/office/powerpoint/2010/main" val="2145654321"/>
      </p:ext>
    </p:extLst>
  </p:cSld>
  <p:clrMapOvr>
    <a:masterClrMapping/>
  </p:clrMapOvr>
</p:notes>
</file>

<file path=ppt/notesSlides/notesSlide1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1961</a:t>
            </a:fld>
            <a:endParaRPr lang="en-US" dirty="0"/>
          </a:p>
        </p:txBody>
      </p:sp>
    </p:spTree>
    <p:extLst>
      <p:ext uri="{BB962C8B-B14F-4D97-AF65-F5344CB8AC3E}">
        <p14:creationId xmlns:p14="http://schemas.microsoft.com/office/powerpoint/2010/main" val="1116597346"/>
      </p:ext>
    </p:extLst>
  </p:cSld>
  <p:clrMapOvr>
    <a:masterClrMapping/>
  </p:clrMapOvr>
</p:notes>
</file>

<file path=ppt/notesSlides/notesSlide1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1962</a:t>
            </a:fld>
            <a:endParaRPr lang="en-US" dirty="0"/>
          </a:p>
        </p:txBody>
      </p:sp>
    </p:spTree>
    <p:extLst>
      <p:ext uri="{BB962C8B-B14F-4D97-AF65-F5344CB8AC3E}">
        <p14:creationId xmlns:p14="http://schemas.microsoft.com/office/powerpoint/2010/main" val="4161363136"/>
      </p:ext>
    </p:extLst>
  </p:cSld>
  <p:clrMapOvr>
    <a:masterClrMapping/>
  </p:clrMapOvr>
</p:notes>
</file>

<file path=ppt/notesSlides/notesSlide1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1963</a:t>
            </a:fld>
            <a:endParaRPr lang="en-US" dirty="0"/>
          </a:p>
        </p:txBody>
      </p:sp>
    </p:spTree>
    <p:extLst>
      <p:ext uri="{BB962C8B-B14F-4D97-AF65-F5344CB8AC3E}">
        <p14:creationId xmlns:p14="http://schemas.microsoft.com/office/powerpoint/2010/main" val="3039652096"/>
      </p:ext>
    </p:extLst>
  </p:cSld>
  <p:clrMapOvr>
    <a:masterClrMapping/>
  </p:clrMapOvr>
</p:notes>
</file>

<file path=ppt/notesSlides/notesSlide1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1964</a:t>
            </a:fld>
            <a:endParaRPr lang="en-US" dirty="0"/>
          </a:p>
        </p:txBody>
      </p:sp>
    </p:spTree>
    <p:extLst>
      <p:ext uri="{BB962C8B-B14F-4D97-AF65-F5344CB8AC3E}">
        <p14:creationId xmlns:p14="http://schemas.microsoft.com/office/powerpoint/2010/main" val="815365183"/>
      </p:ext>
    </p:extLst>
  </p:cSld>
  <p:clrMapOvr>
    <a:masterClrMapping/>
  </p:clrMapOvr>
</p:notes>
</file>

<file path=ppt/notesSlides/notesSlide1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1967</a:t>
            </a:fld>
            <a:endParaRPr lang="en-US" dirty="0"/>
          </a:p>
        </p:txBody>
      </p:sp>
    </p:spTree>
    <p:extLst>
      <p:ext uri="{BB962C8B-B14F-4D97-AF65-F5344CB8AC3E}">
        <p14:creationId xmlns:p14="http://schemas.microsoft.com/office/powerpoint/2010/main" val="1844669344"/>
      </p:ext>
    </p:extLst>
  </p:cSld>
  <p:clrMapOvr>
    <a:masterClrMapping/>
  </p:clrMapOvr>
</p:notes>
</file>

<file path=ppt/notesSlides/notesSlide1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1968</a:t>
            </a:fld>
            <a:endParaRPr lang="en-US" dirty="0"/>
          </a:p>
        </p:txBody>
      </p:sp>
    </p:spTree>
    <p:extLst>
      <p:ext uri="{BB962C8B-B14F-4D97-AF65-F5344CB8AC3E}">
        <p14:creationId xmlns:p14="http://schemas.microsoft.com/office/powerpoint/2010/main" val="4166276869"/>
      </p:ext>
    </p:extLst>
  </p:cSld>
  <p:clrMapOvr>
    <a:masterClrMapping/>
  </p:clrMapOvr>
</p:notes>
</file>

<file path=ppt/notesSlides/notesSlide1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1969</a:t>
            </a:fld>
            <a:endParaRPr lang="en-US" dirty="0"/>
          </a:p>
        </p:txBody>
      </p:sp>
    </p:spTree>
    <p:extLst>
      <p:ext uri="{BB962C8B-B14F-4D97-AF65-F5344CB8AC3E}">
        <p14:creationId xmlns:p14="http://schemas.microsoft.com/office/powerpoint/2010/main" val="856080394"/>
      </p:ext>
    </p:extLst>
  </p:cSld>
  <p:clrMapOvr>
    <a:masterClrMapping/>
  </p:clrMapOvr>
</p:notes>
</file>

<file path=ppt/notesSlides/notesSlide1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1970</a:t>
            </a:fld>
            <a:endParaRPr lang="en-US" dirty="0"/>
          </a:p>
        </p:txBody>
      </p:sp>
    </p:spTree>
    <p:extLst>
      <p:ext uri="{BB962C8B-B14F-4D97-AF65-F5344CB8AC3E}">
        <p14:creationId xmlns:p14="http://schemas.microsoft.com/office/powerpoint/2010/main" val="2162119004"/>
      </p:ext>
    </p:extLst>
  </p:cSld>
  <p:clrMapOvr>
    <a:masterClrMapping/>
  </p:clrMapOvr>
</p:notes>
</file>

<file path=ppt/notesSlides/notesSlide1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1971</a:t>
            </a:fld>
            <a:endParaRPr lang="en-US" dirty="0"/>
          </a:p>
        </p:txBody>
      </p:sp>
    </p:spTree>
    <p:extLst>
      <p:ext uri="{BB962C8B-B14F-4D97-AF65-F5344CB8AC3E}">
        <p14:creationId xmlns:p14="http://schemas.microsoft.com/office/powerpoint/2010/main" val="2668541489"/>
      </p:ext>
    </p:extLst>
  </p:cSld>
  <p:clrMapOvr>
    <a:masterClrMapping/>
  </p:clrMapOvr>
</p:notes>
</file>

<file path=ppt/notesSlides/notesSlide1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1972</a:t>
            </a:fld>
            <a:endParaRPr lang="en-US" dirty="0"/>
          </a:p>
        </p:txBody>
      </p:sp>
    </p:spTree>
    <p:extLst>
      <p:ext uri="{BB962C8B-B14F-4D97-AF65-F5344CB8AC3E}">
        <p14:creationId xmlns:p14="http://schemas.microsoft.com/office/powerpoint/2010/main" val="2143161956"/>
      </p:ext>
    </p:extLst>
  </p:cSld>
  <p:clrMapOvr>
    <a:masterClrMapping/>
  </p:clrMapOvr>
</p:notes>
</file>

<file path=ppt/notesSlides/notesSlide1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1973</a:t>
            </a:fld>
            <a:endParaRPr lang="en-US" dirty="0"/>
          </a:p>
        </p:txBody>
      </p:sp>
    </p:spTree>
    <p:extLst>
      <p:ext uri="{BB962C8B-B14F-4D97-AF65-F5344CB8AC3E}">
        <p14:creationId xmlns:p14="http://schemas.microsoft.com/office/powerpoint/2010/main" val="211648718"/>
      </p:ext>
    </p:extLst>
  </p:cSld>
  <p:clrMapOvr>
    <a:masterClrMapping/>
  </p:clrMapOvr>
</p:notes>
</file>

<file path=ppt/notesSlides/notesSlide1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1974</a:t>
            </a:fld>
            <a:endParaRPr lang="en-US" dirty="0"/>
          </a:p>
        </p:txBody>
      </p:sp>
    </p:spTree>
    <p:extLst>
      <p:ext uri="{BB962C8B-B14F-4D97-AF65-F5344CB8AC3E}">
        <p14:creationId xmlns:p14="http://schemas.microsoft.com/office/powerpoint/2010/main" val="578409965"/>
      </p:ext>
    </p:extLst>
  </p:cSld>
  <p:clrMapOvr>
    <a:masterClrMapping/>
  </p:clrMapOvr>
</p:notes>
</file>

<file path=ppt/notesSlides/notesSlide1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1975</a:t>
            </a:fld>
            <a:endParaRPr lang="en-US" dirty="0"/>
          </a:p>
        </p:txBody>
      </p:sp>
    </p:spTree>
    <p:extLst>
      <p:ext uri="{BB962C8B-B14F-4D97-AF65-F5344CB8AC3E}">
        <p14:creationId xmlns:p14="http://schemas.microsoft.com/office/powerpoint/2010/main" val="2516247677"/>
      </p:ext>
    </p:extLst>
  </p:cSld>
  <p:clrMapOvr>
    <a:masterClrMapping/>
  </p:clrMapOvr>
</p:notes>
</file>

<file path=ppt/notesSlides/notesSlide1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1976</a:t>
            </a:fld>
            <a:endParaRPr lang="en-US" dirty="0"/>
          </a:p>
        </p:txBody>
      </p:sp>
    </p:spTree>
    <p:extLst>
      <p:ext uri="{BB962C8B-B14F-4D97-AF65-F5344CB8AC3E}">
        <p14:creationId xmlns:p14="http://schemas.microsoft.com/office/powerpoint/2010/main" val="4294883065"/>
      </p:ext>
    </p:extLst>
  </p:cSld>
  <p:clrMapOvr>
    <a:masterClrMapping/>
  </p:clrMapOvr>
</p:notes>
</file>

<file path=ppt/notesSlides/notesSlide1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1977</a:t>
            </a:fld>
            <a:endParaRPr lang="en-US" dirty="0"/>
          </a:p>
        </p:txBody>
      </p:sp>
    </p:spTree>
    <p:extLst>
      <p:ext uri="{BB962C8B-B14F-4D97-AF65-F5344CB8AC3E}">
        <p14:creationId xmlns:p14="http://schemas.microsoft.com/office/powerpoint/2010/main" val="2600164164"/>
      </p:ext>
    </p:extLst>
  </p:cSld>
  <p:clrMapOvr>
    <a:masterClrMapping/>
  </p:clrMapOvr>
</p:notes>
</file>

<file path=ppt/notesSlides/notesSlide1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1978</a:t>
            </a:fld>
            <a:endParaRPr lang="en-US" dirty="0"/>
          </a:p>
        </p:txBody>
      </p:sp>
    </p:spTree>
    <p:extLst>
      <p:ext uri="{BB962C8B-B14F-4D97-AF65-F5344CB8AC3E}">
        <p14:creationId xmlns:p14="http://schemas.microsoft.com/office/powerpoint/2010/main" val="371804876"/>
      </p:ext>
    </p:extLst>
  </p:cSld>
  <p:clrMapOvr>
    <a:masterClrMapping/>
  </p:clrMapOvr>
</p:notes>
</file>

<file path=ppt/notesSlides/notesSlide1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1979</a:t>
            </a:fld>
            <a:endParaRPr lang="en-US" dirty="0"/>
          </a:p>
        </p:txBody>
      </p:sp>
    </p:spTree>
    <p:extLst>
      <p:ext uri="{BB962C8B-B14F-4D97-AF65-F5344CB8AC3E}">
        <p14:creationId xmlns:p14="http://schemas.microsoft.com/office/powerpoint/2010/main" val="1951677230"/>
      </p:ext>
    </p:extLst>
  </p:cSld>
  <p:clrMapOvr>
    <a:masterClrMapping/>
  </p:clrMapOvr>
</p:notes>
</file>

<file path=ppt/notesSlides/notesSlide1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1980</a:t>
            </a:fld>
            <a:endParaRPr lang="en-US" dirty="0"/>
          </a:p>
        </p:txBody>
      </p:sp>
    </p:spTree>
    <p:extLst>
      <p:ext uri="{BB962C8B-B14F-4D97-AF65-F5344CB8AC3E}">
        <p14:creationId xmlns:p14="http://schemas.microsoft.com/office/powerpoint/2010/main" val="3941078560"/>
      </p:ext>
    </p:extLst>
  </p:cSld>
  <p:clrMapOvr>
    <a:masterClrMapping/>
  </p:clrMapOvr>
</p:notes>
</file>

<file path=ppt/notesSlides/notesSlide1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1983</a:t>
            </a:fld>
            <a:endParaRPr lang="en-US" dirty="0"/>
          </a:p>
        </p:txBody>
      </p:sp>
    </p:spTree>
    <p:extLst>
      <p:ext uri="{BB962C8B-B14F-4D97-AF65-F5344CB8AC3E}">
        <p14:creationId xmlns:p14="http://schemas.microsoft.com/office/powerpoint/2010/main" val="263020017"/>
      </p:ext>
    </p:extLst>
  </p:cSld>
  <p:clrMapOvr>
    <a:masterClrMapping/>
  </p:clrMapOvr>
</p:notes>
</file>

<file path=ppt/notesSlides/notesSlide1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1984</a:t>
            </a:fld>
            <a:endParaRPr lang="en-US" dirty="0"/>
          </a:p>
        </p:txBody>
      </p:sp>
    </p:spTree>
    <p:extLst>
      <p:ext uri="{BB962C8B-B14F-4D97-AF65-F5344CB8AC3E}">
        <p14:creationId xmlns:p14="http://schemas.microsoft.com/office/powerpoint/2010/main" val="2770850259"/>
      </p:ext>
    </p:extLst>
  </p:cSld>
  <p:clrMapOvr>
    <a:masterClrMapping/>
  </p:clrMapOvr>
</p:notes>
</file>

<file path=ppt/notesSlides/notesSlide1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1985</a:t>
            </a:fld>
            <a:endParaRPr lang="en-US" dirty="0"/>
          </a:p>
        </p:txBody>
      </p:sp>
    </p:spTree>
    <p:extLst>
      <p:ext uri="{BB962C8B-B14F-4D97-AF65-F5344CB8AC3E}">
        <p14:creationId xmlns:p14="http://schemas.microsoft.com/office/powerpoint/2010/main" val="3268405056"/>
      </p:ext>
    </p:extLst>
  </p:cSld>
  <p:clrMapOvr>
    <a:masterClrMapping/>
  </p:clrMapOvr>
</p:notes>
</file>

<file path=ppt/notesSlides/notesSlide1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1986</a:t>
            </a:fld>
            <a:endParaRPr lang="en-US" dirty="0"/>
          </a:p>
        </p:txBody>
      </p:sp>
    </p:spTree>
    <p:extLst>
      <p:ext uri="{BB962C8B-B14F-4D97-AF65-F5344CB8AC3E}">
        <p14:creationId xmlns:p14="http://schemas.microsoft.com/office/powerpoint/2010/main" val="4045633993"/>
      </p:ext>
    </p:extLst>
  </p:cSld>
  <p:clrMapOvr>
    <a:masterClrMapping/>
  </p:clrMapOvr>
</p:notes>
</file>

<file path=ppt/notesSlides/notesSlide1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1987</a:t>
            </a:fld>
            <a:endParaRPr lang="en-US" dirty="0"/>
          </a:p>
        </p:txBody>
      </p:sp>
    </p:spTree>
    <p:extLst>
      <p:ext uri="{BB962C8B-B14F-4D97-AF65-F5344CB8AC3E}">
        <p14:creationId xmlns:p14="http://schemas.microsoft.com/office/powerpoint/2010/main" val="1487613716"/>
      </p:ext>
    </p:extLst>
  </p:cSld>
  <p:clrMapOvr>
    <a:masterClrMapping/>
  </p:clrMapOvr>
</p:notes>
</file>

<file path=ppt/notesSlides/notesSlide1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1988</a:t>
            </a:fld>
            <a:endParaRPr lang="en-US" dirty="0"/>
          </a:p>
        </p:txBody>
      </p:sp>
    </p:spTree>
    <p:extLst>
      <p:ext uri="{BB962C8B-B14F-4D97-AF65-F5344CB8AC3E}">
        <p14:creationId xmlns:p14="http://schemas.microsoft.com/office/powerpoint/2010/main" val="1664678425"/>
      </p:ext>
    </p:extLst>
  </p:cSld>
  <p:clrMapOvr>
    <a:masterClrMapping/>
  </p:clrMapOvr>
</p:notes>
</file>

<file path=ppt/notesSlides/notesSlide1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1989</a:t>
            </a:fld>
            <a:endParaRPr lang="en-US" dirty="0"/>
          </a:p>
        </p:txBody>
      </p:sp>
    </p:spTree>
    <p:extLst>
      <p:ext uri="{BB962C8B-B14F-4D97-AF65-F5344CB8AC3E}">
        <p14:creationId xmlns:p14="http://schemas.microsoft.com/office/powerpoint/2010/main" val="2672357323"/>
      </p:ext>
    </p:extLst>
  </p:cSld>
  <p:clrMapOvr>
    <a:masterClrMapping/>
  </p:clrMapOvr>
</p:notes>
</file>

<file path=ppt/notesSlides/notesSlide1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1990</a:t>
            </a:fld>
            <a:endParaRPr lang="en-US" dirty="0"/>
          </a:p>
        </p:txBody>
      </p:sp>
    </p:spTree>
    <p:extLst>
      <p:ext uri="{BB962C8B-B14F-4D97-AF65-F5344CB8AC3E}">
        <p14:creationId xmlns:p14="http://schemas.microsoft.com/office/powerpoint/2010/main" val="1831648087"/>
      </p:ext>
    </p:extLst>
  </p:cSld>
  <p:clrMapOvr>
    <a:masterClrMapping/>
  </p:clrMapOvr>
</p:notes>
</file>

<file path=ppt/notesSlides/notesSlide1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1991</a:t>
            </a:fld>
            <a:endParaRPr lang="en-US" dirty="0"/>
          </a:p>
        </p:txBody>
      </p:sp>
    </p:spTree>
    <p:extLst>
      <p:ext uri="{BB962C8B-B14F-4D97-AF65-F5344CB8AC3E}">
        <p14:creationId xmlns:p14="http://schemas.microsoft.com/office/powerpoint/2010/main" val="4283024874"/>
      </p:ext>
    </p:extLst>
  </p:cSld>
  <p:clrMapOvr>
    <a:masterClrMapping/>
  </p:clrMapOvr>
</p:notes>
</file>

<file path=ppt/notesSlides/notesSlide1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1992</a:t>
            </a:fld>
            <a:endParaRPr lang="en-US" dirty="0"/>
          </a:p>
        </p:txBody>
      </p:sp>
    </p:spTree>
    <p:extLst>
      <p:ext uri="{BB962C8B-B14F-4D97-AF65-F5344CB8AC3E}">
        <p14:creationId xmlns:p14="http://schemas.microsoft.com/office/powerpoint/2010/main" val="1538211060"/>
      </p:ext>
    </p:extLst>
  </p:cSld>
  <p:clrMapOvr>
    <a:masterClrMapping/>
  </p:clrMapOvr>
</p:notes>
</file>

<file path=ppt/notesSlides/notesSlide1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1993</a:t>
            </a:fld>
            <a:endParaRPr lang="en-US" dirty="0"/>
          </a:p>
        </p:txBody>
      </p:sp>
    </p:spTree>
    <p:extLst>
      <p:ext uri="{BB962C8B-B14F-4D97-AF65-F5344CB8AC3E}">
        <p14:creationId xmlns:p14="http://schemas.microsoft.com/office/powerpoint/2010/main" val="1578890748"/>
      </p:ext>
    </p:extLst>
  </p:cSld>
  <p:clrMapOvr>
    <a:masterClrMapping/>
  </p:clrMapOvr>
</p:notes>
</file>

<file path=ppt/notesSlides/notesSlide1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1994</a:t>
            </a:fld>
            <a:endParaRPr lang="en-US" dirty="0"/>
          </a:p>
        </p:txBody>
      </p:sp>
    </p:spTree>
    <p:extLst>
      <p:ext uri="{BB962C8B-B14F-4D97-AF65-F5344CB8AC3E}">
        <p14:creationId xmlns:p14="http://schemas.microsoft.com/office/powerpoint/2010/main" val="841600797"/>
      </p:ext>
    </p:extLst>
  </p:cSld>
  <p:clrMapOvr>
    <a:masterClrMapping/>
  </p:clrMapOvr>
</p:notes>
</file>

<file path=ppt/notesSlides/notesSlide1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1995</a:t>
            </a:fld>
            <a:endParaRPr lang="en-US" dirty="0"/>
          </a:p>
        </p:txBody>
      </p:sp>
    </p:spTree>
    <p:extLst>
      <p:ext uri="{BB962C8B-B14F-4D97-AF65-F5344CB8AC3E}">
        <p14:creationId xmlns:p14="http://schemas.microsoft.com/office/powerpoint/2010/main" val="317735554"/>
      </p:ext>
    </p:extLst>
  </p:cSld>
  <p:clrMapOvr>
    <a:masterClrMapping/>
  </p:clrMapOvr>
</p:notes>
</file>

<file path=ppt/notesSlides/notesSlide1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1996</a:t>
            </a:fld>
            <a:endParaRPr lang="en-US" dirty="0"/>
          </a:p>
        </p:txBody>
      </p:sp>
    </p:spTree>
    <p:extLst>
      <p:ext uri="{BB962C8B-B14F-4D97-AF65-F5344CB8AC3E}">
        <p14:creationId xmlns:p14="http://schemas.microsoft.com/office/powerpoint/2010/main" val="3385818105"/>
      </p:ext>
    </p:extLst>
  </p:cSld>
  <p:clrMapOvr>
    <a:masterClrMapping/>
  </p:clrMapOvr>
</p:notes>
</file>

<file path=ppt/notesSlides/notesSlide1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1999</a:t>
            </a:fld>
            <a:endParaRPr lang="en-US" dirty="0"/>
          </a:p>
        </p:txBody>
      </p:sp>
    </p:spTree>
    <p:extLst>
      <p:ext uri="{BB962C8B-B14F-4D97-AF65-F5344CB8AC3E}">
        <p14:creationId xmlns:p14="http://schemas.microsoft.com/office/powerpoint/2010/main" val="4162106128"/>
      </p:ext>
    </p:extLst>
  </p:cSld>
  <p:clrMapOvr>
    <a:masterClrMapping/>
  </p:clrMapOvr>
</p:notes>
</file>

<file path=ppt/notesSlides/notesSlide1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2000</a:t>
            </a:fld>
            <a:endParaRPr lang="en-US" dirty="0"/>
          </a:p>
        </p:txBody>
      </p:sp>
    </p:spTree>
    <p:extLst>
      <p:ext uri="{BB962C8B-B14F-4D97-AF65-F5344CB8AC3E}">
        <p14:creationId xmlns:p14="http://schemas.microsoft.com/office/powerpoint/2010/main" val="3749237867"/>
      </p:ext>
    </p:extLst>
  </p:cSld>
  <p:clrMapOvr>
    <a:masterClrMapping/>
  </p:clrMapOvr>
</p:notes>
</file>

<file path=ppt/notesSlides/notesSlide1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2001</a:t>
            </a:fld>
            <a:endParaRPr lang="en-US" dirty="0"/>
          </a:p>
        </p:txBody>
      </p:sp>
    </p:spTree>
    <p:extLst>
      <p:ext uri="{BB962C8B-B14F-4D97-AF65-F5344CB8AC3E}">
        <p14:creationId xmlns:p14="http://schemas.microsoft.com/office/powerpoint/2010/main" val="1832508238"/>
      </p:ext>
    </p:extLst>
  </p:cSld>
  <p:clrMapOvr>
    <a:masterClrMapping/>
  </p:clrMapOvr>
</p:notes>
</file>

<file path=ppt/notesSlides/notesSlide1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2002</a:t>
            </a:fld>
            <a:endParaRPr lang="en-US" dirty="0"/>
          </a:p>
        </p:txBody>
      </p:sp>
    </p:spTree>
    <p:extLst>
      <p:ext uri="{BB962C8B-B14F-4D97-AF65-F5344CB8AC3E}">
        <p14:creationId xmlns:p14="http://schemas.microsoft.com/office/powerpoint/2010/main" val="3739290479"/>
      </p:ext>
    </p:extLst>
  </p:cSld>
  <p:clrMapOvr>
    <a:masterClrMapping/>
  </p:clrMapOvr>
</p:notes>
</file>

<file path=ppt/notesSlides/notesSlide1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2003</a:t>
            </a:fld>
            <a:endParaRPr lang="en-US" dirty="0"/>
          </a:p>
        </p:txBody>
      </p:sp>
    </p:spTree>
    <p:extLst>
      <p:ext uri="{BB962C8B-B14F-4D97-AF65-F5344CB8AC3E}">
        <p14:creationId xmlns:p14="http://schemas.microsoft.com/office/powerpoint/2010/main" val="3595294626"/>
      </p:ext>
    </p:extLst>
  </p:cSld>
  <p:clrMapOvr>
    <a:masterClrMapping/>
  </p:clrMapOvr>
</p:notes>
</file>

<file path=ppt/notesSlides/notesSlide1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2004</a:t>
            </a:fld>
            <a:endParaRPr lang="en-US" dirty="0"/>
          </a:p>
        </p:txBody>
      </p:sp>
    </p:spTree>
    <p:extLst>
      <p:ext uri="{BB962C8B-B14F-4D97-AF65-F5344CB8AC3E}">
        <p14:creationId xmlns:p14="http://schemas.microsoft.com/office/powerpoint/2010/main" val="447303152"/>
      </p:ext>
    </p:extLst>
  </p:cSld>
  <p:clrMapOvr>
    <a:masterClrMapping/>
  </p:clrMapOvr>
</p:notes>
</file>

<file path=ppt/notesSlides/notesSlide1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2005</a:t>
            </a:fld>
            <a:endParaRPr lang="en-US" dirty="0"/>
          </a:p>
        </p:txBody>
      </p:sp>
    </p:spTree>
    <p:extLst>
      <p:ext uri="{BB962C8B-B14F-4D97-AF65-F5344CB8AC3E}">
        <p14:creationId xmlns:p14="http://schemas.microsoft.com/office/powerpoint/2010/main" val="1357876093"/>
      </p:ext>
    </p:extLst>
  </p:cSld>
  <p:clrMapOvr>
    <a:masterClrMapping/>
  </p:clrMapOvr>
</p:notes>
</file>

<file path=ppt/notesSlides/notesSlide1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2006</a:t>
            </a:fld>
            <a:endParaRPr lang="en-US" dirty="0"/>
          </a:p>
        </p:txBody>
      </p:sp>
    </p:spTree>
    <p:extLst>
      <p:ext uri="{BB962C8B-B14F-4D97-AF65-F5344CB8AC3E}">
        <p14:creationId xmlns:p14="http://schemas.microsoft.com/office/powerpoint/2010/main" val="2019156626"/>
      </p:ext>
    </p:extLst>
  </p:cSld>
  <p:clrMapOvr>
    <a:masterClrMapping/>
  </p:clrMapOvr>
</p:notes>
</file>

<file path=ppt/notesSlides/notesSlide1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2007</a:t>
            </a:fld>
            <a:endParaRPr lang="en-US" dirty="0"/>
          </a:p>
        </p:txBody>
      </p:sp>
    </p:spTree>
    <p:extLst>
      <p:ext uri="{BB962C8B-B14F-4D97-AF65-F5344CB8AC3E}">
        <p14:creationId xmlns:p14="http://schemas.microsoft.com/office/powerpoint/2010/main" val="3368074555"/>
      </p:ext>
    </p:extLst>
  </p:cSld>
  <p:clrMapOvr>
    <a:masterClrMapping/>
  </p:clrMapOvr>
</p:notes>
</file>

<file path=ppt/notesSlides/notesSlide1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2008</a:t>
            </a:fld>
            <a:endParaRPr lang="en-US" dirty="0"/>
          </a:p>
        </p:txBody>
      </p:sp>
    </p:spTree>
    <p:extLst>
      <p:ext uri="{BB962C8B-B14F-4D97-AF65-F5344CB8AC3E}">
        <p14:creationId xmlns:p14="http://schemas.microsoft.com/office/powerpoint/2010/main" val="940235475"/>
      </p:ext>
    </p:extLst>
  </p:cSld>
  <p:clrMapOvr>
    <a:masterClrMapping/>
  </p:clrMapOvr>
</p:notes>
</file>

<file path=ppt/notesSlides/notesSlide1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2009</a:t>
            </a:fld>
            <a:endParaRPr lang="en-US" dirty="0"/>
          </a:p>
        </p:txBody>
      </p:sp>
    </p:spTree>
    <p:extLst>
      <p:ext uri="{BB962C8B-B14F-4D97-AF65-F5344CB8AC3E}">
        <p14:creationId xmlns:p14="http://schemas.microsoft.com/office/powerpoint/2010/main" val="3358434077"/>
      </p:ext>
    </p:extLst>
  </p:cSld>
  <p:clrMapOvr>
    <a:masterClrMapping/>
  </p:clrMapOvr>
</p:notes>
</file>

<file path=ppt/notesSlides/notesSlide1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2010</a:t>
            </a:fld>
            <a:endParaRPr lang="en-US" dirty="0"/>
          </a:p>
        </p:txBody>
      </p:sp>
    </p:spTree>
    <p:extLst>
      <p:ext uri="{BB962C8B-B14F-4D97-AF65-F5344CB8AC3E}">
        <p14:creationId xmlns:p14="http://schemas.microsoft.com/office/powerpoint/2010/main" val="318687565"/>
      </p:ext>
    </p:extLst>
  </p:cSld>
  <p:clrMapOvr>
    <a:masterClrMapping/>
  </p:clrMapOvr>
</p:notes>
</file>

<file path=ppt/notesSlides/notesSlide1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2011</a:t>
            </a:fld>
            <a:endParaRPr lang="en-US" dirty="0"/>
          </a:p>
        </p:txBody>
      </p:sp>
    </p:spTree>
    <p:extLst>
      <p:ext uri="{BB962C8B-B14F-4D97-AF65-F5344CB8AC3E}">
        <p14:creationId xmlns:p14="http://schemas.microsoft.com/office/powerpoint/2010/main" val="1263840678"/>
      </p:ext>
    </p:extLst>
  </p:cSld>
  <p:clrMapOvr>
    <a:masterClrMapping/>
  </p:clrMapOvr>
</p:notes>
</file>

<file path=ppt/notesSlides/notesSlide1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2012</a:t>
            </a:fld>
            <a:endParaRPr lang="en-US" dirty="0"/>
          </a:p>
        </p:txBody>
      </p:sp>
    </p:spTree>
    <p:extLst>
      <p:ext uri="{BB962C8B-B14F-4D97-AF65-F5344CB8AC3E}">
        <p14:creationId xmlns:p14="http://schemas.microsoft.com/office/powerpoint/2010/main" val="1509711131"/>
      </p:ext>
    </p:extLst>
  </p:cSld>
  <p:clrMapOvr>
    <a:masterClrMapping/>
  </p:clrMapOvr>
</p:notes>
</file>

<file path=ppt/notesSlides/notesSlide1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2015</a:t>
            </a:fld>
            <a:endParaRPr lang="en-US" dirty="0"/>
          </a:p>
        </p:txBody>
      </p:sp>
    </p:spTree>
    <p:extLst>
      <p:ext uri="{BB962C8B-B14F-4D97-AF65-F5344CB8AC3E}">
        <p14:creationId xmlns:p14="http://schemas.microsoft.com/office/powerpoint/2010/main" val="2988522419"/>
      </p:ext>
    </p:extLst>
  </p:cSld>
  <p:clrMapOvr>
    <a:masterClrMapping/>
  </p:clrMapOvr>
</p:notes>
</file>

<file path=ppt/notesSlides/notesSlide1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2016</a:t>
            </a:fld>
            <a:endParaRPr lang="en-US" dirty="0"/>
          </a:p>
        </p:txBody>
      </p:sp>
    </p:spTree>
    <p:extLst>
      <p:ext uri="{BB962C8B-B14F-4D97-AF65-F5344CB8AC3E}">
        <p14:creationId xmlns:p14="http://schemas.microsoft.com/office/powerpoint/2010/main" val="1186626662"/>
      </p:ext>
    </p:extLst>
  </p:cSld>
  <p:clrMapOvr>
    <a:masterClrMapping/>
  </p:clrMapOvr>
</p:notes>
</file>

<file path=ppt/notesSlides/notesSlide1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2017</a:t>
            </a:fld>
            <a:endParaRPr lang="en-US" dirty="0"/>
          </a:p>
        </p:txBody>
      </p:sp>
    </p:spTree>
    <p:extLst>
      <p:ext uri="{BB962C8B-B14F-4D97-AF65-F5344CB8AC3E}">
        <p14:creationId xmlns:p14="http://schemas.microsoft.com/office/powerpoint/2010/main" val="1293527581"/>
      </p:ext>
    </p:extLst>
  </p:cSld>
  <p:clrMapOvr>
    <a:masterClrMapping/>
  </p:clrMapOvr>
</p:notes>
</file>

<file path=ppt/notesSlides/notesSlide1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2018</a:t>
            </a:fld>
            <a:endParaRPr lang="en-US" dirty="0"/>
          </a:p>
        </p:txBody>
      </p:sp>
    </p:spTree>
    <p:extLst>
      <p:ext uri="{BB962C8B-B14F-4D97-AF65-F5344CB8AC3E}">
        <p14:creationId xmlns:p14="http://schemas.microsoft.com/office/powerpoint/2010/main" val="3623914698"/>
      </p:ext>
    </p:extLst>
  </p:cSld>
  <p:clrMapOvr>
    <a:masterClrMapping/>
  </p:clrMapOvr>
</p:notes>
</file>

<file path=ppt/notesSlides/notesSlide1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2019</a:t>
            </a:fld>
            <a:endParaRPr lang="en-US" dirty="0"/>
          </a:p>
        </p:txBody>
      </p:sp>
    </p:spTree>
    <p:extLst>
      <p:ext uri="{BB962C8B-B14F-4D97-AF65-F5344CB8AC3E}">
        <p14:creationId xmlns:p14="http://schemas.microsoft.com/office/powerpoint/2010/main" val="109659821"/>
      </p:ext>
    </p:extLst>
  </p:cSld>
  <p:clrMapOvr>
    <a:masterClrMapping/>
  </p:clrMapOvr>
</p:notes>
</file>

<file path=ppt/notesSlides/notesSlide1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2020</a:t>
            </a:fld>
            <a:endParaRPr lang="en-US" dirty="0"/>
          </a:p>
        </p:txBody>
      </p:sp>
    </p:spTree>
    <p:extLst>
      <p:ext uri="{BB962C8B-B14F-4D97-AF65-F5344CB8AC3E}">
        <p14:creationId xmlns:p14="http://schemas.microsoft.com/office/powerpoint/2010/main" val="139338540"/>
      </p:ext>
    </p:extLst>
  </p:cSld>
  <p:clrMapOvr>
    <a:masterClrMapping/>
  </p:clrMapOvr>
</p:notes>
</file>

<file path=ppt/notesSlides/notesSlide1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2021</a:t>
            </a:fld>
            <a:endParaRPr lang="en-US" dirty="0"/>
          </a:p>
        </p:txBody>
      </p:sp>
    </p:spTree>
    <p:extLst>
      <p:ext uri="{BB962C8B-B14F-4D97-AF65-F5344CB8AC3E}">
        <p14:creationId xmlns:p14="http://schemas.microsoft.com/office/powerpoint/2010/main" val="1004723639"/>
      </p:ext>
    </p:extLst>
  </p:cSld>
  <p:clrMapOvr>
    <a:masterClrMapping/>
  </p:clrMapOvr>
</p:notes>
</file>

<file path=ppt/notesSlides/notesSlide1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2022</a:t>
            </a:fld>
            <a:endParaRPr lang="en-US" dirty="0"/>
          </a:p>
        </p:txBody>
      </p:sp>
    </p:spTree>
    <p:extLst>
      <p:ext uri="{BB962C8B-B14F-4D97-AF65-F5344CB8AC3E}">
        <p14:creationId xmlns:p14="http://schemas.microsoft.com/office/powerpoint/2010/main" val="2613025015"/>
      </p:ext>
    </p:extLst>
  </p:cSld>
  <p:clrMapOvr>
    <a:masterClrMapping/>
  </p:clrMapOvr>
</p:notes>
</file>

<file path=ppt/notesSlides/notesSlide1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2023</a:t>
            </a:fld>
            <a:endParaRPr lang="en-US" dirty="0"/>
          </a:p>
        </p:txBody>
      </p:sp>
    </p:spTree>
    <p:extLst>
      <p:ext uri="{BB962C8B-B14F-4D97-AF65-F5344CB8AC3E}">
        <p14:creationId xmlns:p14="http://schemas.microsoft.com/office/powerpoint/2010/main" val="739055074"/>
      </p:ext>
    </p:extLst>
  </p:cSld>
  <p:clrMapOvr>
    <a:masterClrMapping/>
  </p:clrMapOvr>
</p:notes>
</file>

<file path=ppt/notesSlides/notesSlide1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2024</a:t>
            </a:fld>
            <a:endParaRPr lang="en-US" dirty="0"/>
          </a:p>
        </p:txBody>
      </p:sp>
    </p:spTree>
    <p:extLst>
      <p:ext uri="{BB962C8B-B14F-4D97-AF65-F5344CB8AC3E}">
        <p14:creationId xmlns:p14="http://schemas.microsoft.com/office/powerpoint/2010/main" val="3138616889"/>
      </p:ext>
    </p:extLst>
  </p:cSld>
  <p:clrMapOvr>
    <a:masterClrMapping/>
  </p:clrMapOvr>
</p:notes>
</file>

<file path=ppt/notesSlides/notesSlide1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2025</a:t>
            </a:fld>
            <a:endParaRPr lang="en-US" dirty="0"/>
          </a:p>
        </p:txBody>
      </p:sp>
    </p:spTree>
    <p:extLst>
      <p:ext uri="{BB962C8B-B14F-4D97-AF65-F5344CB8AC3E}">
        <p14:creationId xmlns:p14="http://schemas.microsoft.com/office/powerpoint/2010/main" val="200274200"/>
      </p:ext>
    </p:extLst>
  </p:cSld>
  <p:clrMapOvr>
    <a:masterClrMapping/>
  </p:clrMapOvr>
</p:notes>
</file>

<file path=ppt/notesSlides/notesSlide1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2026</a:t>
            </a:fld>
            <a:endParaRPr lang="en-US" dirty="0"/>
          </a:p>
        </p:txBody>
      </p:sp>
    </p:spTree>
    <p:extLst>
      <p:ext uri="{BB962C8B-B14F-4D97-AF65-F5344CB8AC3E}">
        <p14:creationId xmlns:p14="http://schemas.microsoft.com/office/powerpoint/2010/main" val="862835323"/>
      </p:ext>
    </p:extLst>
  </p:cSld>
  <p:clrMapOvr>
    <a:masterClrMapping/>
  </p:clrMapOvr>
</p:notes>
</file>

<file path=ppt/notesSlides/notesSlide1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2027</a:t>
            </a:fld>
            <a:endParaRPr lang="en-US" dirty="0"/>
          </a:p>
        </p:txBody>
      </p:sp>
    </p:spTree>
    <p:extLst>
      <p:ext uri="{BB962C8B-B14F-4D97-AF65-F5344CB8AC3E}">
        <p14:creationId xmlns:p14="http://schemas.microsoft.com/office/powerpoint/2010/main" val="989705275"/>
      </p:ext>
    </p:extLst>
  </p:cSld>
  <p:clrMapOvr>
    <a:masterClrMapping/>
  </p:clrMapOvr>
</p:notes>
</file>

<file path=ppt/notesSlides/notesSlide1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2028</a:t>
            </a:fld>
            <a:endParaRPr lang="en-US" dirty="0"/>
          </a:p>
        </p:txBody>
      </p:sp>
    </p:spTree>
    <p:extLst>
      <p:ext uri="{BB962C8B-B14F-4D97-AF65-F5344CB8AC3E}">
        <p14:creationId xmlns:p14="http://schemas.microsoft.com/office/powerpoint/2010/main" val="2894909239"/>
      </p:ext>
    </p:extLst>
  </p:cSld>
  <p:clrMapOvr>
    <a:masterClrMapping/>
  </p:clrMapOvr>
</p:notes>
</file>

<file path=ppt/notesSlides/notesSlide1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2031</a:t>
            </a:fld>
            <a:endParaRPr lang="en-US" dirty="0"/>
          </a:p>
        </p:txBody>
      </p:sp>
    </p:spTree>
    <p:extLst>
      <p:ext uri="{BB962C8B-B14F-4D97-AF65-F5344CB8AC3E}">
        <p14:creationId xmlns:p14="http://schemas.microsoft.com/office/powerpoint/2010/main" val="405782440"/>
      </p:ext>
    </p:extLst>
  </p:cSld>
  <p:clrMapOvr>
    <a:masterClrMapping/>
  </p:clrMapOvr>
</p:notes>
</file>

<file path=ppt/notesSlides/notesSlide1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2032</a:t>
            </a:fld>
            <a:endParaRPr lang="en-US" dirty="0"/>
          </a:p>
        </p:txBody>
      </p:sp>
    </p:spTree>
    <p:extLst>
      <p:ext uri="{BB962C8B-B14F-4D97-AF65-F5344CB8AC3E}">
        <p14:creationId xmlns:p14="http://schemas.microsoft.com/office/powerpoint/2010/main" val="3787101686"/>
      </p:ext>
    </p:extLst>
  </p:cSld>
  <p:clrMapOvr>
    <a:masterClrMapping/>
  </p:clrMapOvr>
</p:notes>
</file>

<file path=ppt/notesSlides/notesSlide1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2033</a:t>
            </a:fld>
            <a:endParaRPr lang="en-US" dirty="0"/>
          </a:p>
        </p:txBody>
      </p:sp>
    </p:spTree>
    <p:extLst>
      <p:ext uri="{BB962C8B-B14F-4D97-AF65-F5344CB8AC3E}">
        <p14:creationId xmlns:p14="http://schemas.microsoft.com/office/powerpoint/2010/main" val="3023871461"/>
      </p:ext>
    </p:extLst>
  </p:cSld>
  <p:clrMapOvr>
    <a:masterClrMapping/>
  </p:clrMapOvr>
</p:notes>
</file>

<file path=ppt/notesSlides/notesSlide1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2034</a:t>
            </a:fld>
            <a:endParaRPr lang="en-US" dirty="0"/>
          </a:p>
        </p:txBody>
      </p:sp>
    </p:spTree>
    <p:extLst>
      <p:ext uri="{BB962C8B-B14F-4D97-AF65-F5344CB8AC3E}">
        <p14:creationId xmlns:p14="http://schemas.microsoft.com/office/powerpoint/2010/main" val="416557844"/>
      </p:ext>
    </p:extLst>
  </p:cSld>
  <p:clrMapOvr>
    <a:masterClrMapping/>
  </p:clrMapOvr>
</p:notes>
</file>

<file path=ppt/notesSlides/notesSlide1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2035</a:t>
            </a:fld>
            <a:endParaRPr lang="en-US" dirty="0"/>
          </a:p>
        </p:txBody>
      </p:sp>
    </p:spTree>
    <p:extLst>
      <p:ext uri="{BB962C8B-B14F-4D97-AF65-F5344CB8AC3E}">
        <p14:creationId xmlns:p14="http://schemas.microsoft.com/office/powerpoint/2010/main" val="2696947344"/>
      </p:ext>
    </p:extLst>
  </p:cSld>
  <p:clrMapOvr>
    <a:masterClrMapping/>
  </p:clrMapOvr>
</p:notes>
</file>

<file path=ppt/notesSlides/notesSlide1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2036</a:t>
            </a:fld>
            <a:endParaRPr lang="en-US" dirty="0"/>
          </a:p>
        </p:txBody>
      </p:sp>
    </p:spTree>
    <p:extLst>
      <p:ext uri="{BB962C8B-B14F-4D97-AF65-F5344CB8AC3E}">
        <p14:creationId xmlns:p14="http://schemas.microsoft.com/office/powerpoint/2010/main" val="212671998"/>
      </p:ext>
    </p:extLst>
  </p:cSld>
  <p:clrMapOvr>
    <a:masterClrMapping/>
  </p:clrMapOvr>
</p:notes>
</file>

<file path=ppt/notesSlides/notesSlide1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2037</a:t>
            </a:fld>
            <a:endParaRPr lang="en-US" dirty="0"/>
          </a:p>
        </p:txBody>
      </p:sp>
    </p:spTree>
    <p:extLst>
      <p:ext uri="{BB962C8B-B14F-4D97-AF65-F5344CB8AC3E}">
        <p14:creationId xmlns:p14="http://schemas.microsoft.com/office/powerpoint/2010/main" val="1271507845"/>
      </p:ext>
    </p:extLst>
  </p:cSld>
  <p:clrMapOvr>
    <a:masterClrMapping/>
  </p:clrMapOvr>
</p:notes>
</file>

<file path=ppt/notesSlides/notesSlide1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2038</a:t>
            </a:fld>
            <a:endParaRPr lang="en-US" dirty="0"/>
          </a:p>
        </p:txBody>
      </p:sp>
    </p:spTree>
    <p:extLst>
      <p:ext uri="{BB962C8B-B14F-4D97-AF65-F5344CB8AC3E}">
        <p14:creationId xmlns:p14="http://schemas.microsoft.com/office/powerpoint/2010/main" val="4035952760"/>
      </p:ext>
    </p:extLst>
  </p:cSld>
  <p:clrMapOvr>
    <a:masterClrMapping/>
  </p:clrMapOvr>
</p:notes>
</file>

<file path=ppt/notesSlides/notesSlide1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2039</a:t>
            </a:fld>
            <a:endParaRPr lang="en-US" dirty="0"/>
          </a:p>
        </p:txBody>
      </p:sp>
    </p:spTree>
    <p:extLst>
      <p:ext uri="{BB962C8B-B14F-4D97-AF65-F5344CB8AC3E}">
        <p14:creationId xmlns:p14="http://schemas.microsoft.com/office/powerpoint/2010/main" val="2806891107"/>
      </p:ext>
    </p:extLst>
  </p:cSld>
  <p:clrMapOvr>
    <a:masterClrMapping/>
  </p:clrMapOvr>
</p:notes>
</file>

<file path=ppt/notesSlides/notesSlide1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2040</a:t>
            </a:fld>
            <a:endParaRPr lang="en-US" dirty="0"/>
          </a:p>
        </p:txBody>
      </p:sp>
    </p:spTree>
    <p:extLst>
      <p:ext uri="{BB962C8B-B14F-4D97-AF65-F5344CB8AC3E}">
        <p14:creationId xmlns:p14="http://schemas.microsoft.com/office/powerpoint/2010/main" val="86214917"/>
      </p:ext>
    </p:extLst>
  </p:cSld>
  <p:clrMapOvr>
    <a:masterClrMapping/>
  </p:clrMapOvr>
</p:notes>
</file>

<file path=ppt/notesSlides/notesSlide1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2041</a:t>
            </a:fld>
            <a:endParaRPr lang="en-US" dirty="0"/>
          </a:p>
        </p:txBody>
      </p:sp>
    </p:spTree>
    <p:extLst>
      <p:ext uri="{BB962C8B-B14F-4D97-AF65-F5344CB8AC3E}">
        <p14:creationId xmlns:p14="http://schemas.microsoft.com/office/powerpoint/2010/main" val="3667480875"/>
      </p:ext>
    </p:extLst>
  </p:cSld>
  <p:clrMapOvr>
    <a:masterClrMapping/>
  </p:clrMapOvr>
</p:notes>
</file>

<file path=ppt/notesSlides/notesSlide1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2042</a:t>
            </a:fld>
            <a:endParaRPr lang="en-US" dirty="0"/>
          </a:p>
        </p:txBody>
      </p:sp>
    </p:spTree>
    <p:extLst>
      <p:ext uri="{BB962C8B-B14F-4D97-AF65-F5344CB8AC3E}">
        <p14:creationId xmlns:p14="http://schemas.microsoft.com/office/powerpoint/2010/main" val="3175900310"/>
      </p:ext>
    </p:extLst>
  </p:cSld>
  <p:clrMapOvr>
    <a:masterClrMapping/>
  </p:clrMapOvr>
</p:notes>
</file>

<file path=ppt/notesSlides/notesSlide1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2043</a:t>
            </a:fld>
            <a:endParaRPr lang="en-US" dirty="0"/>
          </a:p>
        </p:txBody>
      </p:sp>
    </p:spTree>
    <p:extLst>
      <p:ext uri="{BB962C8B-B14F-4D97-AF65-F5344CB8AC3E}">
        <p14:creationId xmlns:p14="http://schemas.microsoft.com/office/powerpoint/2010/main" val="2800752997"/>
      </p:ext>
    </p:extLst>
  </p:cSld>
  <p:clrMapOvr>
    <a:masterClrMapping/>
  </p:clrMapOvr>
</p:notes>
</file>

<file path=ppt/notesSlides/notesSlide1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2044</a:t>
            </a:fld>
            <a:endParaRPr lang="en-US" dirty="0"/>
          </a:p>
        </p:txBody>
      </p:sp>
    </p:spTree>
    <p:extLst>
      <p:ext uri="{BB962C8B-B14F-4D97-AF65-F5344CB8AC3E}">
        <p14:creationId xmlns:p14="http://schemas.microsoft.com/office/powerpoint/2010/main" val="442909082"/>
      </p:ext>
    </p:extLst>
  </p:cSld>
  <p:clrMapOvr>
    <a:masterClrMapping/>
  </p:clrMapOvr>
</p:notes>
</file>

<file path=ppt/notesSlides/notesSlide1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2047</a:t>
            </a:fld>
            <a:endParaRPr lang="en-US" dirty="0"/>
          </a:p>
        </p:txBody>
      </p:sp>
    </p:spTree>
    <p:extLst>
      <p:ext uri="{BB962C8B-B14F-4D97-AF65-F5344CB8AC3E}">
        <p14:creationId xmlns:p14="http://schemas.microsoft.com/office/powerpoint/2010/main" val="1888306974"/>
      </p:ext>
    </p:extLst>
  </p:cSld>
  <p:clrMapOvr>
    <a:masterClrMapping/>
  </p:clrMapOvr>
</p:notes>
</file>

<file path=ppt/notesSlides/notesSlide1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2048</a:t>
            </a:fld>
            <a:endParaRPr lang="en-US" dirty="0"/>
          </a:p>
        </p:txBody>
      </p:sp>
    </p:spTree>
    <p:extLst>
      <p:ext uri="{BB962C8B-B14F-4D97-AF65-F5344CB8AC3E}">
        <p14:creationId xmlns:p14="http://schemas.microsoft.com/office/powerpoint/2010/main" val="3869763718"/>
      </p:ext>
    </p:extLst>
  </p:cSld>
  <p:clrMapOvr>
    <a:masterClrMapping/>
  </p:clrMapOvr>
</p:notes>
</file>

<file path=ppt/notesSlides/notesSlide1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2049</a:t>
            </a:fld>
            <a:endParaRPr lang="en-US" dirty="0"/>
          </a:p>
        </p:txBody>
      </p:sp>
    </p:spTree>
    <p:extLst>
      <p:ext uri="{BB962C8B-B14F-4D97-AF65-F5344CB8AC3E}">
        <p14:creationId xmlns:p14="http://schemas.microsoft.com/office/powerpoint/2010/main" val="516150282"/>
      </p:ext>
    </p:extLst>
  </p:cSld>
  <p:clrMapOvr>
    <a:masterClrMapping/>
  </p:clrMapOvr>
</p:notes>
</file>

<file path=ppt/notesSlides/notesSlide1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2050</a:t>
            </a:fld>
            <a:endParaRPr lang="en-US" dirty="0"/>
          </a:p>
        </p:txBody>
      </p:sp>
    </p:spTree>
    <p:extLst>
      <p:ext uri="{BB962C8B-B14F-4D97-AF65-F5344CB8AC3E}">
        <p14:creationId xmlns:p14="http://schemas.microsoft.com/office/powerpoint/2010/main" val="1698694945"/>
      </p:ext>
    </p:extLst>
  </p:cSld>
  <p:clrMapOvr>
    <a:masterClrMapping/>
  </p:clrMapOvr>
</p:notes>
</file>

<file path=ppt/notesSlides/notesSlide1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2051</a:t>
            </a:fld>
            <a:endParaRPr lang="en-US" dirty="0"/>
          </a:p>
        </p:txBody>
      </p:sp>
    </p:spTree>
    <p:extLst>
      <p:ext uri="{BB962C8B-B14F-4D97-AF65-F5344CB8AC3E}">
        <p14:creationId xmlns:p14="http://schemas.microsoft.com/office/powerpoint/2010/main" val="1203457685"/>
      </p:ext>
    </p:extLst>
  </p:cSld>
  <p:clrMapOvr>
    <a:masterClrMapping/>
  </p:clrMapOvr>
</p:notes>
</file>

<file path=ppt/notesSlides/notesSlide1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2052</a:t>
            </a:fld>
            <a:endParaRPr lang="en-US" dirty="0"/>
          </a:p>
        </p:txBody>
      </p:sp>
    </p:spTree>
    <p:extLst>
      <p:ext uri="{BB962C8B-B14F-4D97-AF65-F5344CB8AC3E}">
        <p14:creationId xmlns:p14="http://schemas.microsoft.com/office/powerpoint/2010/main" val="2762222824"/>
      </p:ext>
    </p:extLst>
  </p:cSld>
  <p:clrMapOvr>
    <a:masterClrMapping/>
  </p:clrMapOvr>
</p:notes>
</file>

<file path=ppt/notesSlides/notesSlide1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2053</a:t>
            </a:fld>
            <a:endParaRPr lang="en-US" dirty="0"/>
          </a:p>
        </p:txBody>
      </p:sp>
    </p:spTree>
    <p:extLst>
      <p:ext uri="{BB962C8B-B14F-4D97-AF65-F5344CB8AC3E}">
        <p14:creationId xmlns:p14="http://schemas.microsoft.com/office/powerpoint/2010/main" val="1033955261"/>
      </p:ext>
    </p:extLst>
  </p:cSld>
  <p:clrMapOvr>
    <a:masterClrMapping/>
  </p:clrMapOvr>
</p:notes>
</file>

<file path=ppt/notesSlides/notesSlide1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2054</a:t>
            </a:fld>
            <a:endParaRPr lang="en-US" dirty="0"/>
          </a:p>
        </p:txBody>
      </p:sp>
    </p:spTree>
    <p:extLst>
      <p:ext uri="{BB962C8B-B14F-4D97-AF65-F5344CB8AC3E}">
        <p14:creationId xmlns:p14="http://schemas.microsoft.com/office/powerpoint/2010/main" val="2903795478"/>
      </p:ext>
    </p:extLst>
  </p:cSld>
  <p:clrMapOvr>
    <a:masterClrMapping/>
  </p:clrMapOvr>
</p:notes>
</file>

<file path=ppt/notesSlides/notesSlide1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2055</a:t>
            </a:fld>
            <a:endParaRPr lang="en-US" dirty="0"/>
          </a:p>
        </p:txBody>
      </p:sp>
    </p:spTree>
    <p:extLst>
      <p:ext uri="{BB962C8B-B14F-4D97-AF65-F5344CB8AC3E}">
        <p14:creationId xmlns:p14="http://schemas.microsoft.com/office/powerpoint/2010/main" val="663913856"/>
      </p:ext>
    </p:extLst>
  </p:cSld>
  <p:clrMapOvr>
    <a:masterClrMapping/>
  </p:clrMapOvr>
</p:notes>
</file>

<file path=ppt/notesSlides/notesSlide1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2056</a:t>
            </a:fld>
            <a:endParaRPr lang="en-US" dirty="0"/>
          </a:p>
        </p:txBody>
      </p:sp>
    </p:spTree>
    <p:extLst>
      <p:ext uri="{BB962C8B-B14F-4D97-AF65-F5344CB8AC3E}">
        <p14:creationId xmlns:p14="http://schemas.microsoft.com/office/powerpoint/2010/main" val="2900406681"/>
      </p:ext>
    </p:extLst>
  </p:cSld>
  <p:clrMapOvr>
    <a:masterClrMapping/>
  </p:clrMapOvr>
</p:notes>
</file>

<file path=ppt/notesSlides/notesSlide1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2057</a:t>
            </a:fld>
            <a:endParaRPr lang="en-US" dirty="0"/>
          </a:p>
        </p:txBody>
      </p:sp>
    </p:spTree>
    <p:extLst>
      <p:ext uri="{BB962C8B-B14F-4D97-AF65-F5344CB8AC3E}">
        <p14:creationId xmlns:p14="http://schemas.microsoft.com/office/powerpoint/2010/main" val="207236767"/>
      </p:ext>
    </p:extLst>
  </p:cSld>
  <p:clrMapOvr>
    <a:masterClrMapping/>
  </p:clrMapOvr>
</p:notes>
</file>

<file path=ppt/notesSlides/notesSlide1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2058</a:t>
            </a:fld>
            <a:endParaRPr lang="en-US" dirty="0"/>
          </a:p>
        </p:txBody>
      </p:sp>
    </p:spTree>
    <p:extLst>
      <p:ext uri="{BB962C8B-B14F-4D97-AF65-F5344CB8AC3E}">
        <p14:creationId xmlns:p14="http://schemas.microsoft.com/office/powerpoint/2010/main" val="2366873688"/>
      </p:ext>
    </p:extLst>
  </p:cSld>
  <p:clrMapOvr>
    <a:masterClrMapping/>
  </p:clrMapOvr>
</p:notes>
</file>

<file path=ppt/notesSlides/notesSlide1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2059</a:t>
            </a:fld>
            <a:endParaRPr lang="en-US" dirty="0"/>
          </a:p>
        </p:txBody>
      </p:sp>
    </p:spTree>
    <p:extLst>
      <p:ext uri="{BB962C8B-B14F-4D97-AF65-F5344CB8AC3E}">
        <p14:creationId xmlns:p14="http://schemas.microsoft.com/office/powerpoint/2010/main" val="3672578902"/>
      </p:ext>
    </p:extLst>
  </p:cSld>
  <p:clrMapOvr>
    <a:masterClrMapping/>
  </p:clrMapOvr>
</p:notes>
</file>

<file path=ppt/notesSlides/notesSlide1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2060</a:t>
            </a:fld>
            <a:endParaRPr lang="en-US" dirty="0"/>
          </a:p>
        </p:txBody>
      </p:sp>
    </p:spTree>
    <p:extLst>
      <p:ext uri="{BB962C8B-B14F-4D97-AF65-F5344CB8AC3E}">
        <p14:creationId xmlns:p14="http://schemas.microsoft.com/office/powerpoint/2010/main" val="2535386171"/>
      </p:ext>
    </p:extLst>
  </p:cSld>
  <p:clrMapOvr>
    <a:masterClrMapping/>
  </p:clrMapOvr>
</p:notes>
</file>

<file path=ppt/notesSlides/notesSlide1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2063</a:t>
            </a:fld>
            <a:endParaRPr lang="en-US" dirty="0"/>
          </a:p>
        </p:txBody>
      </p:sp>
    </p:spTree>
    <p:extLst>
      <p:ext uri="{BB962C8B-B14F-4D97-AF65-F5344CB8AC3E}">
        <p14:creationId xmlns:p14="http://schemas.microsoft.com/office/powerpoint/2010/main" val="3856301277"/>
      </p:ext>
    </p:extLst>
  </p:cSld>
  <p:clrMapOvr>
    <a:masterClrMapping/>
  </p:clrMapOvr>
</p:notes>
</file>

<file path=ppt/notesSlides/notesSlide1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2064</a:t>
            </a:fld>
            <a:endParaRPr lang="en-US" dirty="0"/>
          </a:p>
        </p:txBody>
      </p:sp>
    </p:spTree>
    <p:extLst>
      <p:ext uri="{BB962C8B-B14F-4D97-AF65-F5344CB8AC3E}">
        <p14:creationId xmlns:p14="http://schemas.microsoft.com/office/powerpoint/2010/main" val="2113542463"/>
      </p:ext>
    </p:extLst>
  </p:cSld>
  <p:clrMapOvr>
    <a:masterClrMapping/>
  </p:clrMapOvr>
</p:notes>
</file>

<file path=ppt/notesSlides/notesSlide1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2065</a:t>
            </a:fld>
            <a:endParaRPr lang="en-US" dirty="0"/>
          </a:p>
        </p:txBody>
      </p:sp>
    </p:spTree>
    <p:extLst>
      <p:ext uri="{BB962C8B-B14F-4D97-AF65-F5344CB8AC3E}">
        <p14:creationId xmlns:p14="http://schemas.microsoft.com/office/powerpoint/2010/main" val="888461670"/>
      </p:ext>
    </p:extLst>
  </p:cSld>
  <p:clrMapOvr>
    <a:masterClrMapping/>
  </p:clrMapOvr>
</p:notes>
</file>

<file path=ppt/notesSlides/notesSlide1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2066</a:t>
            </a:fld>
            <a:endParaRPr lang="en-US" dirty="0"/>
          </a:p>
        </p:txBody>
      </p:sp>
    </p:spTree>
    <p:extLst>
      <p:ext uri="{BB962C8B-B14F-4D97-AF65-F5344CB8AC3E}">
        <p14:creationId xmlns:p14="http://schemas.microsoft.com/office/powerpoint/2010/main" val="2984793658"/>
      </p:ext>
    </p:extLst>
  </p:cSld>
  <p:clrMapOvr>
    <a:masterClrMapping/>
  </p:clrMapOvr>
</p:notes>
</file>

<file path=ppt/notesSlides/notesSlide1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2067</a:t>
            </a:fld>
            <a:endParaRPr lang="en-US" dirty="0"/>
          </a:p>
        </p:txBody>
      </p:sp>
    </p:spTree>
    <p:extLst>
      <p:ext uri="{BB962C8B-B14F-4D97-AF65-F5344CB8AC3E}">
        <p14:creationId xmlns:p14="http://schemas.microsoft.com/office/powerpoint/2010/main" val="2732878111"/>
      </p:ext>
    </p:extLst>
  </p:cSld>
  <p:clrMapOvr>
    <a:masterClrMapping/>
  </p:clrMapOvr>
</p:notes>
</file>

<file path=ppt/notesSlides/notesSlide1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2068</a:t>
            </a:fld>
            <a:endParaRPr lang="en-US" dirty="0"/>
          </a:p>
        </p:txBody>
      </p:sp>
    </p:spTree>
    <p:extLst>
      <p:ext uri="{BB962C8B-B14F-4D97-AF65-F5344CB8AC3E}">
        <p14:creationId xmlns:p14="http://schemas.microsoft.com/office/powerpoint/2010/main" val="591481186"/>
      </p:ext>
    </p:extLst>
  </p:cSld>
  <p:clrMapOvr>
    <a:masterClrMapping/>
  </p:clrMapOvr>
</p:notes>
</file>

<file path=ppt/notesSlides/notesSlide2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2069</a:t>
            </a:fld>
            <a:endParaRPr lang="en-US" dirty="0"/>
          </a:p>
        </p:txBody>
      </p:sp>
    </p:spTree>
    <p:extLst>
      <p:ext uri="{BB962C8B-B14F-4D97-AF65-F5344CB8AC3E}">
        <p14:creationId xmlns:p14="http://schemas.microsoft.com/office/powerpoint/2010/main" val="2660427044"/>
      </p:ext>
    </p:extLst>
  </p:cSld>
  <p:clrMapOvr>
    <a:masterClrMapping/>
  </p:clrMapOvr>
</p:notes>
</file>

<file path=ppt/notesSlides/notesSlide2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2070</a:t>
            </a:fld>
            <a:endParaRPr lang="en-US" dirty="0"/>
          </a:p>
        </p:txBody>
      </p:sp>
    </p:spTree>
    <p:extLst>
      <p:ext uri="{BB962C8B-B14F-4D97-AF65-F5344CB8AC3E}">
        <p14:creationId xmlns:p14="http://schemas.microsoft.com/office/powerpoint/2010/main" val="2802129198"/>
      </p:ext>
    </p:extLst>
  </p:cSld>
  <p:clrMapOvr>
    <a:masterClrMapping/>
  </p:clrMapOvr>
</p:notes>
</file>

<file path=ppt/notesSlides/notesSlide2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2071</a:t>
            </a:fld>
            <a:endParaRPr lang="en-US" dirty="0"/>
          </a:p>
        </p:txBody>
      </p:sp>
    </p:spTree>
    <p:extLst>
      <p:ext uri="{BB962C8B-B14F-4D97-AF65-F5344CB8AC3E}">
        <p14:creationId xmlns:p14="http://schemas.microsoft.com/office/powerpoint/2010/main" val="2892289390"/>
      </p:ext>
    </p:extLst>
  </p:cSld>
  <p:clrMapOvr>
    <a:masterClrMapping/>
  </p:clrMapOvr>
</p:notes>
</file>

<file path=ppt/notesSlides/notesSlide2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2072</a:t>
            </a:fld>
            <a:endParaRPr lang="en-US" dirty="0"/>
          </a:p>
        </p:txBody>
      </p:sp>
    </p:spTree>
    <p:extLst>
      <p:ext uri="{BB962C8B-B14F-4D97-AF65-F5344CB8AC3E}">
        <p14:creationId xmlns:p14="http://schemas.microsoft.com/office/powerpoint/2010/main" val="3677759783"/>
      </p:ext>
    </p:extLst>
  </p:cSld>
  <p:clrMapOvr>
    <a:masterClrMapping/>
  </p:clrMapOvr>
</p:notes>
</file>

<file path=ppt/notesSlides/notesSlide2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2073</a:t>
            </a:fld>
            <a:endParaRPr lang="en-US" dirty="0"/>
          </a:p>
        </p:txBody>
      </p:sp>
    </p:spTree>
    <p:extLst>
      <p:ext uri="{BB962C8B-B14F-4D97-AF65-F5344CB8AC3E}">
        <p14:creationId xmlns:p14="http://schemas.microsoft.com/office/powerpoint/2010/main" val="3601014917"/>
      </p:ext>
    </p:extLst>
  </p:cSld>
  <p:clrMapOvr>
    <a:masterClrMapping/>
  </p:clrMapOvr>
</p:notes>
</file>

<file path=ppt/notesSlides/notesSlide2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2074</a:t>
            </a:fld>
            <a:endParaRPr lang="en-US" dirty="0"/>
          </a:p>
        </p:txBody>
      </p:sp>
    </p:spTree>
    <p:extLst>
      <p:ext uri="{BB962C8B-B14F-4D97-AF65-F5344CB8AC3E}">
        <p14:creationId xmlns:p14="http://schemas.microsoft.com/office/powerpoint/2010/main" val="2344289903"/>
      </p:ext>
    </p:extLst>
  </p:cSld>
  <p:clrMapOvr>
    <a:masterClrMapping/>
  </p:clrMapOvr>
</p:notes>
</file>

<file path=ppt/notesSlides/notesSlide2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2075</a:t>
            </a:fld>
            <a:endParaRPr lang="en-US" dirty="0"/>
          </a:p>
        </p:txBody>
      </p:sp>
    </p:spTree>
    <p:extLst>
      <p:ext uri="{BB962C8B-B14F-4D97-AF65-F5344CB8AC3E}">
        <p14:creationId xmlns:p14="http://schemas.microsoft.com/office/powerpoint/2010/main" val="1833075489"/>
      </p:ext>
    </p:extLst>
  </p:cSld>
  <p:clrMapOvr>
    <a:masterClrMapping/>
  </p:clrMapOvr>
</p:notes>
</file>

<file path=ppt/notesSlides/notesSlide2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2076</a:t>
            </a:fld>
            <a:endParaRPr lang="en-US" dirty="0"/>
          </a:p>
        </p:txBody>
      </p:sp>
    </p:spTree>
    <p:extLst>
      <p:ext uri="{BB962C8B-B14F-4D97-AF65-F5344CB8AC3E}">
        <p14:creationId xmlns:p14="http://schemas.microsoft.com/office/powerpoint/2010/main" val="1471533777"/>
      </p:ext>
    </p:extLst>
  </p:cSld>
  <p:clrMapOvr>
    <a:masterClrMapping/>
  </p:clrMapOvr>
</p:notes>
</file>

<file path=ppt/notesSlides/notesSlide2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2079</a:t>
            </a:fld>
            <a:endParaRPr lang="en-US" dirty="0"/>
          </a:p>
        </p:txBody>
      </p:sp>
    </p:spTree>
    <p:extLst>
      <p:ext uri="{BB962C8B-B14F-4D97-AF65-F5344CB8AC3E}">
        <p14:creationId xmlns:p14="http://schemas.microsoft.com/office/powerpoint/2010/main" val="1696219274"/>
      </p:ext>
    </p:extLst>
  </p:cSld>
  <p:clrMapOvr>
    <a:masterClrMapping/>
  </p:clrMapOvr>
</p:notes>
</file>

<file path=ppt/notesSlides/notesSlide2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2080</a:t>
            </a:fld>
            <a:endParaRPr lang="en-US" dirty="0"/>
          </a:p>
        </p:txBody>
      </p:sp>
    </p:spTree>
    <p:extLst>
      <p:ext uri="{BB962C8B-B14F-4D97-AF65-F5344CB8AC3E}">
        <p14:creationId xmlns:p14="http://schemas.microsoft.com/office/powerpoint/2010/main" val="1444287673"/>
      </p:ext>
    </p:extLst>
  </p:cSld>
  <p:clrMapOvr>
    <a:masterClrMapping/>
  </p:clrMapOvr>
</p:notes>
</file>

<file path=ppt/notesSlides/notesSlide2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2081</a:t>
            </a:fld>
            <a:endParaRPr lang="en-US" dirty="0"/>
          </a:p>
        </p:txBody>
      </p:sp>
    </p:spTree>
    <p:extLst>
      <p:ext uri="{BB962C8B-B14F-4D97-AF65-F5344CB8AC3E}">
        <p14:creationId xmlns:p14="http://schemas.microsoft.com/office/powerpoint/2010/main" val="2300567657"/>
      </p:ext>
    </p:extLst>
  </p:cSld>
  <p:clrMapOvr>
    <a:masterClrMapping/>
  </p:clrMapOvr>
</p:notes>
</file>

<file path=ppt/notesSlides/notesSlide2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2082</a:t>
            </a:fld>
            <a:endParaRPr lang="en-US" dirty="0"/>
          </a:p>
        </p:txBody>
      </p:sp>
    </p:spTree>
    <p:extLst>
      <p:ext uri="{BB962C8B-B14F-4D97-AF65-F5344CB8AC3E}">
        <p14:creationId xmlns:p14="http://schemas.microsoft.com/office/powerpoint/2010/main" val="2135342069"/>
      </p:ext>
    </p:extLst>
  </p:cSld>
  <p:clrMapOvr>
    <a:masterClrMapping/>
  </p:clrMapOvr>
</p:notes>
</file>

<file path=ppt/notesSlides/notesSlide2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2083</a:t>
            </a:fld>
            <a:endParaRPr lang="en-US" dirty="0"/>
          </a:p>
        </p:txBody>
      </p:sp>
    </p:spTree>
    <p:extLst>
      <p:ext uri="{BB962C8B-B14F-4D97-AF65-F5344CB8AC3E}">
        <p14:creationId xmlns:p14="http://schemas.microsoft.com/office/powerpoint/2010/main" val="3882037783"/>
      </p:ext>
    </p:extLst>
  </p:cSld>
  <p:clrMapOvr>
    <a:masterClrMapping/>
  </p:clrMapOvr>
</p:notes>
</file>

<file path=ppt/notesSlides/notesSlide2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2084</a:t>
            </a:fld>
            <a:endParaRPr lang="en-US" dirty="0"/>
          </a:p>
        </p:txBody>
      </p:sp>
    </p:spTree>
    <p:extLst>
      <p:ext uri="{BB962C8B-B14F-4D97-AF65-F5344CB8AC3E}">
        <p14:creationId xmlns:p14="http://schemas.microsoft.com/office/powerpoint/2010/main" val="489857119"/>
      </p:ext>
    </p:extLst>
  </p:cSld>
  <p:clrMapOvr>
    <a:masterClrMapping/>
  </p:clrMapOvr>
</p:notes>
</file>

<file path=ppt/notesSlides/notesSlide2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2085</a:t>
            </a:fld>
            <a:endParaRPr lang="en-US" dirty="0"/>
          </a:p>
        </p:txBody>
      </p:sp>
    </p:spTree>
    <p:extLst>
      <p:ext uri="{BB962C8B-B14F-4D97-AF65-F5344CB8AC3E}">
        <p14:creationId xmlns:p14="http://schemas.microsoft.com/office/powerpoint/2010/main" val="1579950124"/>
      </p:ext>
    </p:extLst>
  </p:cSld>
  <p:clrMapOvr>
    <a:masterClrMapping/>
  </p:clrMapOvr>
</p:notes>
</file>

<file path=ppt/notesSlides/notesSlide2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2086</a:t>
            </a:fld>
            <a:endParaRPr lang="en-US" dirty="0"/>
          </a:p>
        </p:txBody>
      </p:sp>
    </p:spTree>
    <p:extLst>
      <p:ext uri="{BB962C8B-B14F-4D97-AF65-F5344CB8AC3E}">
        <p14:creationId xmlns:p14="http://schemas.microsoft.com/office/powerpoint/2010/main" val="3397510635"/>
      </p:ext>
    </p:extLst>
  </p:cSld>
  <p:clrMapOvr>
    <a:masterClrMapping/>
  </p:clrMapOvr>
</p:notes>
</file>

<file path=ppt/notesSlides/notesSlide2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2087</a:t>
            </a:fld>
            <a:endParaRPr lang="en-US" dirty="0"/>
          </a:p>
        </p:txBody>
      </p:sp>
    </p:spTree>
    <p:extLst>
      <p:ext uri="{BB962C8B-B14F-4D97-AF65-F5344CB8AC3E}">
        <p14:creationId xmlns:p14="http://schemas.microsoft.com/office/powerpoint/2010/main" val="3249283409"/>
      </p:ext>
    </p:extLst>
  </p:cSld>
  <p:clrMapOvr>
    <a:masterClrMapping/>
  </p:clrMapOvr>
</p:notes>
</file>

<file path=ppt/notesSlides/notesSlide2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2088</a:t>
            </a:fld>
            <a:endParaRPr lang="en-US" dirty="0"/>
          </a:p>
        </p:txBody>
      </p:sp>
    </p:spTree>
    <p:extLst>
      <p:ext uri="{BB962C8B-B14F-4D97-AF65-F5344CB8AC3E}">
        <p14:creationId xmlns:p14="http://schemas.microsoft.com/office/powerpoint/2010/main" val="3046959833"/>
      </p:ext>
    </p:extLst>
  </p:cSld>
  <p:clrMapOvr>
    <a:masterClrMapping/>
  </p:clrMapOvr>
</p:notes>
</file>

<file path=ppt/notesSlides/notesSlide2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2089</a:t>
            </a:fld>
            <a:endParaRPr lang="en-US" dirty="0"/>
          </a:p>
        </p:txBody>
      </p:sp>
    </p:spTree>
    <p:extLst>
      <p:ext uri="{BB962C8B-B14F-4D97-AF65-F5344CB8AC3E}">
        <p14:creationId xmlns:p14="http://schemas.microsoft.com/office/powerpoint/2010/main" val="2258324460"/>
      </p:ext>
    </p:extLst>
  </p:cSld>
  <p:clrMapOvr>
    <a:masterClrMapping/>
  </p:clrMapOvr>
</p:notes>
</file>

<file path=ppt/notesSlides/notesSlide2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2090</a:t>
            </a:fld>
            <a:endParaRPr lang="en-US" dirty="0"/>
          </a:p>
        </p:txBody>
      </p:sp>
    </p:spTree>
    <p:extLst>
      <p:ext uri="{BB962C8B-B14F-4D97-AF65-F5344CB8AC3E}">
        <p14:creationId xmlns:p14="http://schemas.microsoft.com/office/powerpoint/2010/main" val="2918402506"/>
      </p:ext>
    </p:extLst>
  </p:cSld>
  <p:clrMapOvr>
    <a:masterClrMapping/>
  </p:clrMapOvr>
</p:notes>
</file>

<file path=ppt/notesSlides/notesSlide2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2091</a:t>
            </a:fld>
            <a:endParaRPr lang="en-US" dirty="0"/>
          </a:p>
        </p:txBody>
      </p:sp>
    </p:spTree>
    <p:extLst>
      <p:ext uri="{BB962C8B-B14F-4D97-AF65-F5344CB8AC3E}">
        <p14:creationId xmlns:p14="http://schemas.microsoft.com/office/powerpoint/2010/main" val="712433504"/>
      </p:ext>
    </p:extLst>
  </p:cSld>
  <p:clrMapOvr>
    <a:masterClrMapping/>
  </p:clrMapOvr>
</p:notes>
</file>

<file path=ppt/notesSlides/notesSlide2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2092</a:t>
            </a:fld>
            <a:endParaRPr lang="en-US" dirty="0"/>
          </a:p>
        </p:txBody>
      </p:sp>
    </p:spTree>
    <p:extLst>
      <p:ext uri="{BB962C8B-B14F-4D97-AF65-F5344CB8AC3E}">
        <p14:creationId xmlns:p14="http://schemas.microsoft.com/office/powerpoint/2010/main" val="895488489"/>
      </p:ext>
    </p:extLst>
  </p:cSld>
  <p:clrMapOvr>
    <a:masterClrMapping/>
  </p:clrMapOvr>
</p:notes>
</file>

<file path=ppt/notesSlides/notesSlide2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2095</a:t>
            </a:fld>
            <a:endParaRPr lang="en-US" dirty="0"/>
          </a:p>
        </p:txBody>
      </p:sp>
    </p:spTree>
    <p:extLst>
      <p:ext uri="{BB962C8B-B14F-4D97-AF65-F5344CB8AC3E}">
        <p14:creationId xmlns:p14="http://schemas.microsoft.com/office/powerpoint/2010/main" val="3363247392"/>
      </p:ext>
    </p:extLst>
  </p:cSld>
  <p:clrMapOvr>
    <a:masterClrMapping/>
  </p:clrMapOvr>
</p:notes>
</file>

<file path=ppt/notesSlides/notesSlide2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2096</a:t>
            </a:fld>
            <a:endParaRPr lang="en-US" dirty="0"/>
          </a:p>
        </p:txBody>
      </p:sp>
    </p:spTree>
    <p:extLst>
      <p:ext uri="{BB962C8B-B14F-4D97-AF65-F5344CB8AC3E}">
        <p14:creationId xmlns:p14="http://schemas.microsoft.com/office/powerpoint/2010/main" val="2057565136"/>
      </p:ext>
    </p:extLst>
  </p:cSld>
  <p:clrMapOvr>
    <a:masterClrMapping/>
  </p:clrMapOvr>
</p:notes>
</file>

<file path=ppt/notesSlides/notesSlide2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2097</a:t>
            </a:fld>
            <a:endParaRPr lang="en-US" dirty="0"/>
          </a:p>
        </p:txBody>
      </p:sp>
    </p:spTree>
    <p:extLst>
      <p:ext uri="{BB962C8B-B14F-4D97-AF65-F5344CB8AC3E}">
        <p14:creationId xmlns:p14="http://schemas.microsoft.com/office/powerpoint/2010/main" val="3271325221"/>
      </p:ext>
    </p:extLst>
  </p:cSld>
  <p:clrMapOvr>
    <a:masterClrMapping/>
  </p:clrMapOvr>
</p:notes>
</file>

<file path=ppt/notesSlides/notesSlide2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2098</a:t>
            </a:fld>
            <a:endParaRPr lang="en-US" dirty="0"/>
          </a:p>
        </p:txBody>
      </p:sp>
    </p:spTree>
    <p:extLst>
      <p:ext uri="{BB962C8B-B14F-4D97-AF65-F5344CB8AC3E}">
        <p14:creationId xmlns:p14="http://schemas.microsoft.com/office/powerpoint/2010/main" val="3592174319"/>
      </p:ext>
    </p:extLst>
  </p:cSld>
  <p:clrMapOvr>
    <a:masterClrMapping/>
  </p:clrMapOvr>
</p:notes>
</file>

<file path=ppt/notesSlides/notesSlide2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2099</a:t>
            </a:fld>
            <a:endParaRPr lang="en-US" dirty="0"/>
          </a:p>
        </p:txBody>
      </p:sp>
    </p:spTree>
    <p:extLst>
      <p:ext uri="{BB962C8B-B14F-4D97-AF65-F5344CB8AC3E}">
        <p14:creationId xmlns:p14="http://schemas.microsoft.com/office/powerpoint/2010/main" val="2451433204"/>
      </p:ext>
    </p:extLst>
  </p:cSld>
  <p:clrMapOvr>
    <a:masterClrMapping/>
  </p:clrMapOvr>
</p:notes>
</file>

<file path=ppt/notesSlides/notesSlide2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2100</a:t>
            </a:fld>
            <a:endParaRPr lang="en-US" dirty="0"/>
          </a:p>
        </p:txBody>
      </p:sp>
    </p:spTree>
    <p:extLst>
      <p:ext uri="{BB962C8B-B14F-4D97-AF65-F5344CB8AC3E}">
        <p14:creationId xmlns:p14="http://schemas.microsoft.com/office/powerpoint/2010/main" val="2672370790"/>
      </p:ext>
    </p:extLst>
  </p:cSld>
  <p:clrMapOvr>
    <a:masterClrMapping/>
  </p:clrMapOvr>
</p:notes>
</file>

<file path=ppt/notesSlides/notesSlide2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2101</a:t>
            </a:fld>
            <a:endParaRPr lang="en-US" dirty="0"/>
          </a:p>
        </p:txBody>
      </p:sp>
    </p:spTree>
    <p:extLst>
      <p:ext uri="{BB962C8B-B14F-4D97-AF65-F5344CB8AC3E}">
        <p14:creationId xmlns:p14="http://schemas.microsoft.com/office/powerpoint/2010/main" val="1221184401"/>
      </p:ext>
    </p:extLst>
  </p:cSld>
  <p:clrMapOvr>
    <a:masterClrMapping/>
  </p:clrMapOvr>
</p:notes>
</file>

<file path=ppt/notesSlides/notesSlide2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2102</a:t>
            </a:fld>
            <a:endParaRPr lang="en-US" dirty="0"/>
          </a:p>
        </p:txBody>
      </p:sp>
    </p:spTree>
    <p:extLst>
      <p:ext uri="{BB962C8B-B14F-4D97-AF65-F5344CB8AC3E}">
        <p14:creationId xmlns:p14="http://schemas.microsoft.com/office/powerpoint/2010/main" val="2003189387"/>
      </p:ext>
    </p:extLst>
  </p:cSld>
  <p:clrMapOvr>
    <a:masterClrMapping/>
  </p:clrMapOvr>
</p:notes>
</file>

<file path=ppt/notesSlides/notesSlide2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2103</a:t>
            </a:fld>
            <a:endParaRPr lang="en-US" dirty="0"/>
          </a:p>
        </p:txBody>
      </p:sp>
    </p:spTree>
    <p:extLst>
      <p:ext uri="{BB962C8B-B14F-4D97-AF65-F5344CB8AC3E}">
        <p14:creationId xmlns:p14="http://schemas.microsoft.com/office/powerpoint/2010/main" val="1719492912"/>
      </p:ext>
    </p:extLst>
  </p:cSld>
  <p:clrMapOvr>
    <a:masterClrMapping/>
  </p:clrMapOvr>
</p:notes>
</file>

<file path=ppt/notesSlides/notesSlide2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2104</a:t>
            </a:fld>
            <a:endParaRPr lang="en-US" dirty="0"/>
          </a:p>
        </p:txBody>
      </p:sp>
    </p:spTree>
    <p:extLst>
      <p:ext uri="{BB962C8B-B14F-4D97-AF65-F5344CB8AC3E}">
        <p14:creationId xmlns:p14="http://schemas.microsoft.com/office/powerpoint/2010/main" val="3440075695"/>
      </p:ext>
    </p:extLst>
  </p:cSld>
  <p:clrMapOvr>
    <a:masterClrMapping/>
  </p:clrMapOvr>
</p:notes>
</file>

<file path=ppt/notesSlides/notesSlide2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2105</a:t>
            </a:fld>
            <a:endParaRPr lang="en-US" dirty="0"/>
          </a:p>
        </p:txBody>
      </p:sp>
    </p:spTree>
    <p:extLst>
      <p:ext uri="{BB962C8B-B14F-4D97-AF65-F5344CB8AC3E}">
        <p14:creationId xmlns:p14="http://schemas.microsoft.com/office/powerpoint/2010/main" val="174250660"/>
      </p:ext>
    </p:extLst>
  </p:cSld>
  <p:clrMapOvr>
    <a:masterClrMapping/>
  </p:clrMapOvr>
</p:notes>
</file>

<file path=ppt/notesSlides/notesSlide2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2106</a:t>
            </a:fld>
            <a:endParaRPr lang="en-US" dirty="0"/>
          </a:p>
        </p:txBody>
      </p:sp>
    </p:spTree>
    <p:extLst>
      <p:ext uri="{BB962C8B-B14F-4D97-AF65-F5344CB8AC3E}">
        <p14:creationId xmlns:p14="http://schemas.microsoft.com/office/powerpoint/2010/main" val="758415707"/>
      </p:ext>
    </p:extLst>
  </p:cSld>
  <p:clrMapOvr>
    <a:masterClrMapping/>
  </p:clrMapOvr>
</p:notes>
</file>

<file path=ppt/notesSlides/notesSlide2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2107</a:t>
            </a:fld>
            <a:endParaRPr lang="en-US" dirty="0"/>
          </a:p>
        </p:txBody>
      </p:sp>
    </p:spTree>
    <p:extLst>
      <p:ext uri="{BB962C8B-B14F-4D97-AF65-F5344CB8AC3E}">
        <p14:creationId xmlns:p14="http://schemas.microsoft.com/office/powerpoint/2010/main" val="3980911952"/>
      </p:ext>
    </p:extLst>
  </p:cSld>
  <p:clrMapOvr>
    <a:masterClrMapping/>
  </p:clrMapOvr>
</p:notes>
</file>

<file path=ppt/notesSlides/notesSlide2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2108</a:t>
            </a:fld>
            <a:endParaRPr lang="en-US" dirty="0"/>
          </a:p>
        </p:txBody>
      </p:sp>
    </p:spTree>
    <p:extLst>
      <p:ext uri="{BB962C8B-B14F-4D97-AF65-F5344CB8AC3E}">
        <p14:creationId xmlns:p14="http://schemas.microsoft.com/office/powerpoint/2010/main" val="988926935"/>
      </p:ext>
    </p:extLst>
  </p:cSld>
  <p:clrMapOvr>
    <a:masterClrMapping/>
  </p:clrMapOvr>
</p:notes>
</file>

<file path=ppt/notesSlides/notesSlide2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2112</a:t>
            </a:fld>
            <a:endParaRPr lang="en-US" dirty="0"/>
          </a:p>
        </p:txBody>
      </p:sp>
    </p:spTree>
    <p:extLst>
      <p:ext uri="{BB962C8B-B14F-4D97-AF65-F5344CB8AC3E}">
        <p14:creationId xmlns:p14="http://schemas.microsoft.com/office/powerpoint/2010/main" val="3283307985"/>
      </p:ext>
    </p:extLst>
  </p:cSld>
  <p:clrMapOvr>
    <a:masterClrMapping/>
  </p:clrMapOvr>
</p:notes>
</file>

<file path=ppt/notesSlides/notesSlide2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2113</a:t>
            </a:fld>
            <a:endParaRPr lang="en-US" dirty="0"/>
          </a:p>
        </p:txBody>
      </p:sp>
    </p:spTree>
    <p:extLst>
      <p:ext uri="{BB962C8B-B14F-4D97-AF65-F5344CB8AC3E}">
        <p14:creationId xmlns:p14="http://schemas.microsoft.com/office/powerpoint/2010/main" val="1112776760"/>
      </p:ext>
    </p:extLst>
  </p:cSld>
  <p:clrMapOvr>
    <a:masterClrMapping/>
  </p:clrMapOvr>
</p:notes>
</file>

<file path=ppt/notesSlides/notesSlide2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2114</a:t>
            </a:fld>
            <a:endParaRPr lang="en-US" dirty="0"/>
          </a:p>
        </p:txBody>
      </p:sp>
    </p:spTree>
    <p:extLst>
      <p:ext uri="{BB962C8B-B14F-4D97-AF65-F5344CB8AC3E}">
        <p14:creationId xmlns:p14="http://schemas.microsoft.com/office/powerpoint/2010/main" val="578328994"/>
      </p:ext>
    </p:extLst>
  </p:cSld>
  <p:clrMapOvr>
    <a:masterClrMapping/>
  </p:clrMapOvr>
</p:notes>
</file>

<file path=ppt/notesSlides/notesSlide2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2115</a:t>
            </a:fld>
            <a:endParaRPr lang="en-US" dirty="0"/>
          </a:p>
        </p:txBody>
      </p:sp>
    </p:spTree>
    <p:extLst>
      <p:ext uri="{BB962C8B-B14F-4D97-AF65-F5344CB8AC3E}">
        <p14:creationId xmlns:p14="http://schemas.microsoft.com/office/powerpoint/2010/main" val="624082595"/>
      </p:ext>
    </p:extLst>
  </p:cSld>
  <p:clrMapOvr>
    <a:masterClrMapping/>
  </p:clrMapOvr>
</p:notes>
</file>

<file path=ppt/notesSlides/notesSlide2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2116</a:t>
            </a:fld>
            <a:endParaRPr lang="en-US" dirty="0"/>
          </a:p>
        </p:txBody>
      </p:sp>
    </p:spTree>
    <p:extLst>
      <p:ext uri="{BB962C8B-B14F-4D97-AF65-F5344CB8AC3E}">
        <p14:creationId xmlns:p14="http://schemas.microsoft.com/office/powerpoint/2010/main" val="2929672981"/>
      </p:ext>
    </p:extLst>
  </p:cSld>
  <p:clrMapOvr>
    <a:masterClrMapping/>
  </p:clrMapOvr>
</p:notes>
</file>

<file path=ppt/notesSlides/notesSlide2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2117</a:t>
            </a:fld>
            <a:endParaRPr lang="en-US" dirty="0"/>
          </a:p>
        </p:txBody>
      </p:sp>
    </p:spTree>
    <p:extLst>
      <p:ext uri="{BB962C8B-B14F-4D97-AF65-F5344CB8AC3E}">
        <p14:creationId xmlns:p14="http://schemas.microsoft.com/office/powerpoint/2010/main" val="788392540"/>
      </p:ext>
    </p:extLst>
  </p:cSld>
  <p:clrMapOvr>
    <a:masterClrMapping/>
  </p:clrMapOvr>
</p:notes>
</file>

<file path=ppt/notesSlides/notesSlide2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2118</a:t>
            </a:fld>
            <a:endParaRPr lang="en-US" dirty="0"/>
          </a:p>
        </p:txBody>
      </p:sp>
    </p:spTree>
    <p:extLst>
      <p:ext uri="{BB962C8B-B14F-4D97-AF65-F5344CB8AC3E}">
        <p14:creationId xmlns:p14="http://schemas.microsoft.com/office/powerpoint/2010/main" val="1645957813"/>
      </p:ext>
    </p:extLst>
  </p:cSld>
  <p:clrMapOvr>
    <a:masterClrMapping/>
  </p:clrMapOvr>
</p:notes>
</file>

<file path=ppt/notesSlides/notesSlide2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2119</a:t>
            </a:fld>
            <a:endParaRPr lang="en-US" dirty="0"/>
          </a:p>
        </p:txBody>
      </p:sp>
    </p:spTree>
    <p:extLst>
      <p:ext uri="{BB962C8B-B14F-4D97-AF65-F5344CB8AC3E}">
        <p14:creationId xmlns:p14="http://schemas.microsoft.com/office/powerpoint/2010/main" val="638724839"/>
      </p:ext>
    </p:extLst>
  </p:cSld>
  <p:clrMapOvr>
    <a:masterClrMapping/>
  </p:clrMapOvr>
</p:notes>
</file>

<file path=ppt/notesSlides/notesSlide2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2120</a:t>
            </a:fld>
            <a:endParaRPr lang="en-US" dirty="0"/>
          </a:p>
        </p:txBody>
      </p:sp>
    </p:spTree>
    <p:extLst>
      <p:ext uri="{BB962C8B-B14F-4D97-AF65-F5344CB8AC3E}">
        <p14:creationId xmlns:p14="http://schemas.microsoft.com/office/powerpoint/2010/main" val="794026227"/>
      </p:ext>
    </p:extLst>
  </p:cSld>
  <p:clrMapOvr>
    <a:masterClrMapping/>
  </p:clrMapOvr>
</p:notes>
</file>

<file path=ppt/notesSlides/notesSlide2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2121</a:t>
            </a:fld>
            <a:endParaRPr lang="en-US" dirty="0"/>
          </a:p>
        </p:txBody>
      </p:sp>
    </p:spTree>
    <p:extLst>
      <p:ext uri="{BB962C8B-B14F-4D97-AF65-F5344CB8AC3E}">
        <p14:creationId xmlns:p14="http://schemas.microsoft.com/office/powerpoint/2010/main" val="2031150045"/>
      </p:ext>
    </p:extLst>
  </p:cSld>
  <p:clrMapOvr>
    <a:masterClrMapping/>
  </p:clrMapOvr>
</p:notes>
</file>

<file path=ppt/notesSlides/notesSlide2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2122</a:t>
            </a:fld>
            <a:endParaRPr lang="en-US" dirty="0"/>
          </a:p>
        </p:txBody>
      </p:sp>
    </p:spTree>
    <p:extLst>
      <p:ext uri="{BB962C8B-B14F-4D97-AF65-F5344CB8AC3E}">
        <p14:creationId xmlns:p14="http://schemas.microsoft.com/office/powerpoint/2010/main" val="169406626"/>
      </p:ext>
    </p:extLst>
  </p:cSld>
  <p:clrMapOvr>
    <a:masterClrMapping/>
  </p:clrMapOvr>
</p:notes>
</file>

<file path=ppt/notesSlides/notesSlide2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2123</a:t>
            </a:fld>
            <a:endParaRPr lang="en-US" dirty="0"/>
          </a:p>
        </p:txBody>
      </p:sp>
    </p:spTree>
    <p:extLst>
      <p:ext uri="{BB962C8B-B14F-4D97-AF65-F5344CB8AC3E}">
        <p14:creationId xmlns:p14="http://schemas.microsoft.com/office/powerpoint/2010/main" val="2446650181"/>
      </p:ext>
    </p:extLst>
  </p:cSld>
  <p:clrMapOvr>
    <a:masterClrMapping/>
  </p:clrMapOvr>
</p:notes>
</file>

<file path=ppt/notesSlides/notesSlide2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2124</a:t>
            </a:fld>
            <a:endParaRPr lang="en-US" dirty="0"/>
          </a:p>
        </p:txBody>
      </p:sp>
    </p:spTree>
    <p:extLst>
      <p:ext uri="{BB962C8B-B14F-4D97-AF65-F5344CB8AC3E}">
        <p14:creationId xmlns:p14="http://schemas.microsoft.com/office/powerpoint/2010/main" val="1232421773"/>
      </p:ext>
    </p:extLst>
  </p:cSld>
  <p:clrMapOvr>
    <a:masterClrMapping/>
  </p:clrMapOvr>
</p:notes>
</file>

<file path=ppt/notesSlides/notesSlide2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2125</a:t>
            </a:fld>
            <a:endParaRPr lang="en-US" dirty="0"/>
          </a:p>
        </p:txBody>
      </p:sp>
    </p:spTree>
    <p:extLst>
      <p:ext uri="{BB962C8B-B14F-4D97-AF65-F5344CB8AC3E}">
        <p14:creationId xmlns:p14="http://schemas.microsoft.com/office/powerpoint/2010/main" val="1498037190"/>
      </p:ext>
    </p:extLst>
  </p:cSld>
  <p:clrMapOvr>
    <a:masterClrMapping/>
  </p:clrMapOvr>
</p:notes>
</file>

<file path=ppt/notesSlides/notesSlide2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2128</a:t>
            </a:fld>
            <a:endParaRPr lang="en-US" dirty="0"/>
          </a:p>
        </p:txBody>
      </p:sp>
    </p:spTree>
    <p:extLst>
      <p:ext uri="{BB962C8B-B14F-4D97-AF65-F5344CB8AC3E}">
        <p14:creationId xmlns:p14="http://schemas.microsoft.com/office/powerpoint/2010/main" val="1810260374"/>
      </p:ext>
    </p:extLst>
  </p:cSld>
  <p:clrMapOvr>
    <a:masterClrMapping/>
  </p:clrMapOvr>
</p:notes>
</file>

<file path=ppt/notesSlides/notesSlide2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2129</a:t>
            </a:fld>
            <a:endParaRPr lang="en-US" dirty="0"/>
          </a:p>
        </p:txBody>
      </p:sp>
    </p:spTree>
    <p:extLst>
      <p:ext uri="{BB962C8B-B14F-4D97-AF65-F5344CB8AC3E}">
        <p14:creationId xmlns:p14="http://schemas.microsoft.com/office/powerpoint/2010/main" val="1280122561"/>
      </p:ext>
    </p:extLst>
  </p:cSld>
  <p:clrMapOvr>
    <a:masterClrMapping/>
  </p:clrMapOvr>
</p:notes>
</file>

<file path=ppt/notesSlides/notesSlide2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2130</a:t>
            </a:fld>
            <a:endParaRPr lang="en-US" dirty="0"/>
          </a:p>
        </p:txBody>
      </p:sp>
    </p:spTree>
    <p:extLst>
      <p:ext uri="{BB962C8B-B14F-4D97-AF65-F5344CB8AC3E}">
        <p14:creationId xmlns:p14="http://schemas.microsoft.com/office/powerpoint/2010/main" val="2946010222"/>
      </p:ext>
    </p:extLst>
  </p:cSld>
  <p:clrMapOvr>
    <a:masterClrMapping/>
  </p:clrMapOvr>
</p:notes>
</file>

<file path=ppt/notesSlides/notesSlide2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2131</a:t>
            </a:fld>
            <a:endParaRPr lang="en-US" dirty="0"/>
          </a:p>
        </p:txBody>
      </p:sp>
    </p:spTree>
    <p:extLst>
      <p:ext uri="{BB962C8B-B14F-4D97-AF65-F5344CB8AC3E}">
        <p14:creationId xmlns:p14="http://schemas.microsoft.com/office/powerpoint/2010/main" val="2388415806"/>
      </p:ext>
    </p:extLst>
  </p:cSld>
  <p:clrMapOvr>
    <a:masterClrMapping/>
  </p:clrMapOvr>
</p:notes>
</file>

<file path=ppt/notesSlides/notesSlide2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2132</a:t>
            </a:fld>
            <a:endParaRPr lang="en-US" dirty="0"/>
          </a:p>
        </p:txBody>
      </p:sp>
    </p:spTree>
    <p:extLst>
      <p:ext uri="{BB962C8B-B14F-4D97-AF65-F5344CB8AC3E}">
        <p14:creationId xmlns:p14="http://schemas.microsoft.com/office/powerpoint/2010/main" val="634588787"/>
      </p:ext>
    </p:extLst>
  </p:cSld>
  <p:clrMapOvr>
    <a:masterClrMapping/>
  </p:clrMapOvr>
</p:notes>
</file>

<file path=ppt/notesSlides/notesSlide2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2133</a:t>
            </a:fld>
            <a:endParaRPr lang="en-US" dirty="0"/>
          </a:p>
        </p:txBody>
      </p:sp>
    </p:spTree>
    <p:extLst>
      <p:ext uri="{BB962C8B-B14F-4D97-AF65-F5344CB8AC3E}">
        <p14:creationId xmlns:p14="http://schemas.microsoft.com/office/powerpoint/2010/main" val="2964192379"/>
      </p:ext>
    </p:extLst>
  </p:cSld>
  <p:clrMapOvr>
    <a:masterClrMapping/>
  </p:clrMapOvr>
</p:notes>
</file>

<file path=ppt/notesSlides/notesSlide2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2134</a:t>
            </a:fld>
            <a:endParaRPr lang="en-US" dirty="0"/>
          </a:p>
        </p:txBody>
      </p:sp>
    </p:spTree>
    <p:extLst>
      <p:ext uri="{BB962C8B-B14F-4D97-AF65-F5344CB8AC3E}">
        <p14:creationId xmlns:p14="http://schemas.microsoft.com/office/powerpoint/2010/main" val="1787114746"/>
      </p:ext>
    </p:extLst>
  </p:cSld>
  <p:clrMapOvr>
    <a:masterClrMapping/>
  </p:clrMapOvr>
</p:notes>
</file>

<file path=ppt/notesSlides/notesSlide2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2135</a:t>
            </a:fld>
            <a:endParaRPr lang="en-US" dirty="0"/>
          </a:p>
        </p:txBody>
      </p:sp>
    </p:spTree>
    <p:extLst>
      <p:ext uri="{BB962C8B-B14F-4D97-AF65-F5344CB8AC3E}">
        <p14:creationId xmlns:p14="http://schemas.microsoft.com/office/powerpoint/2010/main" val="471607807"/>
      </p:ext>
    </p:extLst>
  </p:cSld>
  <p:clrMapOvr>
    <a:masterClrMapping/>
  </p:clrMapOvr>
</p:notes>
</file>

<file path=ppt/notesSlides/notesSlide2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2136</a:t>
            </a:fld>
            <a:endParaRPr lang="en-US" dirty="0"/>
          </a:p>
        </p:txBody>
      </p:sp>
    </p:spTree>
    <p:extLst>
      <p:ext uri="{BB962C8B-B14F-4D97-AF65-F5344CB8AC3E}">
        <p14:creationId xmlns:p14="http://schemas.microsoft.com/office/powerpoint/2010/main" val="3653577073"/>
      </p:ext>
    </p:extLst>
  </p:cSld>
  <p:clrMapOvr>
    <a:masterClrMapping/>
  </p:clrMapOvr>
</p:notes>
</file>

<file path=ppt/notesSlides/notesSlide2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2137</a:t>
            </a:fld>
            <a:endParaRPr lang="en-US" dirty="0"/>
          </a:p>
        </p:txBody>
      </p:sp>
    </p:spTree>
    <p:extLst>
      <p:ext uri="{BB962C8B-B14F-4D97-AF65-F5344CB8AC3E}">
        <p14:creationId xmlns:p14="http://schemas.microsoft.com/office/powerpoint/2010/main" val="3263476700"/>
      </p:ext>
    </p:extLst>
  </p:cSld>
  <p:clrMapOvr>
    <a:masterClrMapping/>
  </p:clrMapOvr>
</p:notes>
</file>

<file path=ppt/notesSlides/notesSlide2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2138</a:t>
            </a:fld>
            <a:endParaRPr lang="en-US" dirty="0"/>
          </a:p>
        </p:txBody>
      </p:sp>
    </p:spTree>
    <p:extLst>
      <p:ext uri="{BB962C8B-B14F-4D97-AF65-F5344CB8AC3E}">
        <p14:creationId xmlns:p14="http://schemas.microsoft.com/office/powerpoint/2010/main" val="3599028695"/>
      </p:ext>
    </p:extLst>
  </p:cSld>
  <p:clrMapOvr>
    <a:masterClrMapping/>
  </p:clrMapOvr>
</p:notes>
</file>

<file path=ppt/notesSlides/notesSlide2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2139</a:t>
            </a:fld>
            <a:endParaRPr lang="en-US" dirty="0"/>
          </a:p>
        </p:txBody>
      </p:sp>
    </p:spTree>
    <p:extLst>
      <p:ext uri="{BB962C8B-B14F-4D97-AF65-F5344CB8AC3E}">
        <p14:creationId xmlns:p14="http://schemas.microsoft.com/office/powerpoint/2010/main" val="2830876106"/>
      </p:ext>
    </p:extLst>
  </p:cSld>
  <p:clrMapOvr>
    <a:masterClrMapping/>
  </p:clrMapOvr>
</p:notes>
</file>

<file path=ppt/notesSlides/notesSlide2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2140</a:t>
            </a:fld>
            <a:endParaRPr lang="en-US" dirty="0"/>
          </a:p>
        </p:txBody>
      </p:sp>
    </p:spTree>
    <p:extLst>
      <p:ext uri="{BB962C8B-B14F-4D97-AF65-F5344CB8AC3E}">
        <p14:creationId xmlns:p14="http://schemas.microsoft.com/office/powerpoint/2010/main" val="157311735"/>
      </p:ext>
    </p:extLst>
  </p:cSld>
  <p:clrMapOvr>
    <a:masterClrMapping/>
  </p:clrMapOvr>
</p:notes>
</file>

<file path=ppt/notesSlides/notesSlide2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2141</a:t>
            </a:fld>
            <a:endParaRPr lang="en-US" dirty="0"/>
          </a:p>
        </p:txBody>
      </p:sp>
    </p:spTree>
    <p:extLst>
      <p:ext uri="{BB962C8B-B14F-4D97-AF65-F5344CB8AC3E}">
        <p14:creationId xmlns:p14="http://schemas.microsoft.com/office/powerpoint/2010/main" val="3028409321"/>
      </p:ext>
    </p:extLst>
  </p:cSld>
  <p:clrMapOvr>
    <a:masterClrMapping/>
  </p:clrMapOvr>
</p:notes>
</file>

<file path=ppt/notesSlides/notesSlide2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2144</a:t>
            </a:fld>
            <a:endParaRPr lang="en-US" dirty="0"/>
          </a:p>
        </p:txBody>
      </p:sp>
    </p:spTree>
    <p:extLst>
      <p:ext uri="{BB962C8B-B14F-4D97-AF65-F5344CB8AC3E}">
        <p14:creationId xmlns:p14="http://schemas.microsoft.com/office/powerpoint/2010/main" val="1795250839"/>
      </p:ext>
    </p:extLst>
  </p:cSld>
  <p:clrMapOvr>
    <a:masterClrMapping/>
  </p:clrMapOvr>
</p:notes>
</file>

<file path=ppt/notesSlides/notesSlide2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2145</a:t>
            </a:fld>
            <a:endParaRPr lang="en-US" dirty="0"/>
          </a:p>
        </p:txBody>
      </p:sp>
    </p:spTree>
    <p:extLst>
      <p:ext uri="{BB962C8B-B14F-4D97-AF65-F5344CB8AC3E}">
        <p14:creationId xmlns:p14="http://schemas.microsoft.com/office/powerpoint/2010/main" val="2080201347"/>
      </p:ext>
    </p:extLst>
  </p:cSld>
  <p:clrMapOvr>
    <a:masterClrMapping/>
  </p:clrMapOvr>
</p:notes>
</file>

<file path=ppt/notesSlides/notesSlide2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2146</a:t>
            </a:fld>
            <a:endParaRPr lang="en-US" dirty="0"/>
          </a:p>
        </p:txBody>
      </p:sp>
    </p:spTree>
    <p:extLst>
      <p:ext uri="{BB962C8B-B14F-4D97-AF65-F5344CB8AC3E}">
        <p14:creationId xmlns:p14="http://schemas.microsoft.com/office/powerpoint/2010/main" val="3062675065"/>
      </p:ext>
    </p:extLst>
  </p:cSld>
  <p:clrMapOvr>
    <a:masterClrMapping/>
  </p:clrMapOvr>
</p:notes>
</file>

<file path=ppt/notesSlides/notesSlide2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2147</a:t>
            </a:fld>
            <a:endParaRPr lang="en-US" dirty="0"/>
          </a:p>
        </p:txBody>
      </p:sp>
    </p:spTree>
    <p:extLst>
      <p:ext uri="{BB962C8B-B14F-4D97-AF65-F5344CB8AC3E}">
        <p14:creationId xmlns:p14="http://schemas.microsoft.com/office/powerpoint/2010/main" val="2710776330"/>
      </p:ext>
    </p:extLst>
  </p:cSld>
  <p:clrMapOvr>
    <a:masterClrMapping/>
  </p:clrMapOvr>
</p:notes>
</file>

<file path=ppt/notesSlides/notesSlide2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2148</a:t>
            </a:fld>
            <a:endParaRPr lang="en-US" dirty="0"/>
          </a:p>
        </p:txBody>
      </p:sp>
    </p:spTree>
    <p:extLst>
      <p:ext uri="{BB962C8B-B14F-4D97-AF65-F5344CB8AC3E}">
        <p14:creationId xmlns:p14="http://schemas.microsoft.com/office/powerpoint/2010/main" val="422754065"/>
      </p:ext>
    </p:extLst>
  </p:cSld>
  <p:clrMapOvr>
    <a:masterClrMapping/>
  </p:clrMapOvr>
</p:notes>
</file>

<file path=ppt/notesSlides/notesSlide2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2149</a:t>
            </a:fld>
            <a:endParaRPr lang="en-US" dirty="0"/>
          </a:p>
        </p:txBody>
      </p:sp>
    </p:spTree>
    <p:extLst>
      <p:ext uri="{BB962C8B-B14F-4D97-AF65-F5344CB8AC3E}">
        <p14:creationId xmlns:p14="http://schemas.microsoft.com/office/powerpoint/2010/main" val="331015000"/>
      </p:ext>
    </p:extLst>
  </p:cSld>
  <p:clrMapOvr>
    <a:masterClrMapping/>
  </p:clrMapOvr>
</p:notes>
</file>

<file path=ppt/notesSlides/notesSlide2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2150</a:t>
            </a:fld>
            <a:endParaRPr lang="en-US" dirty="0"/>
          </a:p>
        </p:txBody>
      </p:sp>
    </p:spTree>
    <p:extLst>
      <p:ext uri="{BB962C8B-B14F-4D97-AF65-F5344CB8AC3E}">
        <p14:creationId xmlns:p14="http://schemas.microsoft.com/office/powerpoint/2010/main" val="2842745357"/>
      </p:ext>
    </p:extLst>
  </p:cSld>
  <p:clrMapOvr>
    <a:masterClrMapping/>
  </p:clrMapOvr>
</p:notes>
</file>

<file path=ppt/notesSlides/notesSlide2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2151</a:t>
            </a:fld>
            <a:endParaRPr lang="en-US" dirty="0"/>
          </a:p>
        </p:txBody>
      </p:sp>
    </p:spTree>
    <p:extLst>
      <p:ext uri="{BB962C8B-B14F-4D97-AF65-F5344CB8AC3E}">
        <p14:creationId xmlns:p14="http://schemas.microsoft.com/office/powerpoint/2010/main" val="3667541653"/>
      </p:ext>
    </p:extLst>
  </p:cSld>
  <p:clrMapOvr>
    <a:masterClrMapping/>
  </p:clrMapOvr>
</p:notes>
</file>

<file path=ppt/notesSlides/notesSlide2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2152</a:t>
            </a:fld>
            <a:endParaRPr lang="en-US" dirty="0"/>
          </a:p>
        </p:txBody>
      </p:sp>
    </p:spTree>
    <p:extLst>
      <p:ext uri="{BB962C8B-B14F-4D97-AF65-F5344CB8AC3E}">
        <p14:creationId xmlns:p14="http://schemas.microsoft.com/office/powerpoint/2010/main" val="3007448908"/>
      </p:ext>
    </p:extLst>
  </p:cSld>
  <p:clrMapOvr>
    <a:masterClrMapping/>
  </p:clrMapOvr>
</p:notes>
</file>

<file path=ppt/notesSlides/notesSlide2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2153</a:t>
            </a:fld>
            <a:endParaRPr lang="en-US" dirty="0"/>
          </a:p>
        </p:txBody>
      </p:sp>
    </p:spTree>
    <p:extLst>
      <p:ext uri="{BB962C8B-B14F-4D97-AF65-F5344CB8AC3E}">
        <p14:creationId xmlns:p14="http://schemas.microsoft.com/office/powerpoint/2010/main" val="3239772600"/>
      </p:ext>
    </p:extLst>
  </p:cSld>
  <p:clrMapOvr>
    <a:masterClrMapping/>
  </p:clrMapOvr>
</p:notes>
</file>

<file path=ppt/notesSlides/notesSlide2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2154</a:t>
            </a:fld>
            <a:endParaRPr lang="en-US" dirty="0"/>
          </a:p>
        </p:txBody>
      </p:sp>
    </p:spTree>
    <p:extLst>
      <p:ext uri="{BB962C8B-B14F-4D97-AF65-F5344CB8AC3E}">
        <p14:creationId xmlns:p14="http://schemas.microsoft.com/office/powerpoint/2010/main" val="3773463216"/>
      </p:ext>
    </p:extLst>
  </p:cSld>
  <p:clrMapOvr>
    <a:masterClrMapping/>
  </p:clrMapOvr>
</p:notes>
</file>

<file path=ppt/notesSlides/notesSlide2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2155</a:t>
            </a:fld>
            <a:endParaRPr lang="en-US" dirty="0"/>
          </a:p>
        </p:txBody>
      </p:sp>
    </p:spTree>
    <p:extLst>
      <p:ext uri="{BB962C8B-B14F-4D97-AF65-F5344CB8AC3E}">
        <p14:creationId xmlns:p14="http://schemas.microsoft.com/office/powerpoint/2010/main" val="484533677"/>
      </p:ext>
    </p:extLst>
  </p:cSld>
  <p:clrMapOvr>
    <a:masterClrMapping/>
  </p:clrMapOvr>
</p:notes>
</file>

<file path=ppt/notesSlides/notesSlide2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2156</a:t>
            </a:fld>
            <a:endParaRPr lang="en-US" dirty="0"/>
          </a:p>
        </p:txBody>
      </p:sp>
    </p:spTree>
    <p:extLst>
      <p:ext uri="{BB962C8B-B14F-4D97-AF65-F5344CB8AC3E}">
        <p14:creationId xmlns:p14="http://schemas.microsoft.com/office/powerpoint/2010/main" val="2143907415"/>
      </p:ext>
    </p:extLst>
  </p:cSld>
  <p:clrMapOvr>
    <a:masterClrMapping/>
  </p:clrMapOvr>
</p:notes>
</file>

<file path=ppt/notesSlides/notesSlide2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2157</a:t>
            </a:fld>
            <a:endParaRPr lang="en-US" dirty="0"/>
          </a:p>
        </p:txBody>
      </p:sp>
    </p:spTree>
    <p:extLst>
      <p:ext uri="{BB962C8B-B14F-4D97-AF65-F5344CB8AC3E}">
        <p14:creationId xmlns:p14="http://schemas.microsoft.com/office/powerpoint/2010/main" val="2087541060"/>
      </p:ext>
    </p:extLst>
  </p:cSld>
  <p:clrMapOvr>
    <a:masterClrMapping/>
  </p:clrMapOvr>
</p:notes>
</file>

<file path=ppt/notesSlides/notesSlide2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2160</a:t>
            </a:fld>
            <a:endParaRPr lang="en-US" dirty="0"/>
          </a:p>
        </p:txBody>
      </p:sp>
    </p:spTree>
    <p:extLst>
      <p:ext uri="{BB962C8B-B14F-4D97-AF65-F5344CB8AC3E}">
        <p14:creationId xmlns:p14="http://schemas.microsoft.com/office/powerpoint/2010/main" val="670287896"/>
      </p:ext>
    </p:extLst>
  </p:cSld>
  <p:clrMapOvr>
    <a:masterClrMapping/>
  </p:clrMapOvr>
</p:notes>
</file>

<file path=ppt/notesSlides/notesSlide2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2161</a:t>
            </a:fld>
            <a:endParaRPr lang="en-US" dirty="0"/>
          </a:p>
        </p:txBody>
      </p:sp>
    </p:spTree>
    <p:extLst>
      <p:ext uri="{BB962C8B-B14F-4D97-AF65-F5344CB8AC3E}">
        <p14:creationId xmlns:p14="http://schemas.microsoft.com/office/powerpoint/2010/main" val="900370231"/>
      </p:ext>
    </p:extLst>
  </p:cSld>
  <p:clrMapOvr>
    <a:masterClrMapping/>
  </p:clrMapOvr>
</p:notes>
</file>

<file path=ppt/notesSlides/notesSlide2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2162</a:t>
            </a:fld>
            <a:endParaRPr lang="en-US" dirty="0"/>
          </a:p>
        </p:txBody>
      </p:sp>
    </p:spTree>
    <p:extLst>
      <p:ext uri="{BB962C8B-B14F-4D97-AF65-F5344CB8AC3E}">
        <p14:creationId xmlns:p14="http://schemas.microsoft.com/office/powerpoint/2010/main" val="3080292125"/>
      </p:ext>
    </p:extLst>
  </p:cSld>
  <p:clrMapOvr>
    <a:masterClrMapping/>
  </p:clrMapOvr>
</p:notes>
</file>

<file path=ppt/notesSlides/notesSlide2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2163</a:t>
            </a:fld>
            <a:endParaRPr lang="en-US" dirty="0"/>
          </a:p>
        </p:txBody>
      </p:sp>
    </p:spTree>
    <p:extLst>
      <p:ext uri="{BB962C8B-B14F-4D97-AF65-F5344CB8AC3E}">
        <p14:creationId xmlns:p14="http://schemas.microsoft.com/office/powerpoint/2010/main" val="2525217918"/>
      </p:ext>
    </p:extLst>
  </p:cSld>
  <p:clrMapOvr>
    <a:masterClrMapping/>
  </p:clrMapOvr>
</p:notes>
</file>

<file path=ppt/notesSlides/notesSlide2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2164</a:t>
            </a:fld>
            <a:endParaRPr lang="en-US" dirty="0"/>
          </a:p>
        </p:txBody>
      </p:sp>
    </p:spTree>
    <p:extLst>
      <p:ext uri="{BB962C8B-B14F-4D97-AF65-F5344CB8AC3E}">
        <p14:creationId xmlns:p14="http://schemas.microsoft.com/office/powerpoint/2010/main" val="747796874"/>
      </p:ext>
    </p:extLst>
  </p:cSld>
  <p:clrMapOvr>
    <a:masterClrMapping/>
  </p:clrMapOvr>
</p:notes>
</file>

<file path=ppt/notesSlides/notesSlide2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2165</a:t>
            </a:fld>
            <a:endParaRPr lang="en-US" dirty="0"/>
          </a:p>
        </p:txBody>
      </p:sp>
    </p:spTree>
    <p:extLst>
      <p:ext uri="{BB962C8B-B14F-4D97-AF65-F5344CB8AC3E}">
        <p14:creationId xmlns:p14="http://schemas.microsoft.com/office/powerpoint/2010/main" val="4270086309"/>
      </p:ext>
    </p:extLst>
  </p:cSld>
  <p:clrMapOvr>
    <a:masterClrMapping/>
  </p:clrMapOvr>
</p:notes>
</file>

<file path=ppt/notesSlides/notesSlide2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2166</a:t>
            </a:fld>
            <a:endParaRPr lang="en-US" dirty="0"/>
          </a:p>
        </p:txBody>
      </p:sp>
    </p:spTree>
    <p:extLst>
      <p:ext uri="{BB962C8B-B14F-4D97-AF65-F5344CB8AC3E}">
        <p14:creationId xmlns:p14="http://schemas.microsoft.com/office/powerpoint/2010/main" val="2614920225"/>
      </p:ext>
    </p:extLst>
  </p:cSld>
  <p:clrMapOvr>
    <a:masterClrMapping/>
  </p:clrMapOvr>
</p:notes>
</file>

<file path=ppt/notesSlides/notesSlide2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2167</a:t>
            </a:fld>
            <a:endParaRPr lang="en-US" dirty="0"/>
          </a:p>
        </p:txBody>
      </p:sp>
    </p:spTree>
    <p:extLst>
      <p:ext uri="{BB962C8B-B14F-4D97-AF65-F5344CB8AC3E}">
        <p14:creationId xmlns:p14="http://schemas.microsoft.com/office/powerpoint/2010/main" val="3017164635"/>
      </p:ext>
    </p:extLst>
  </p:cSld>
  <p:clrMapOvr>
    <a:masterClrMapping/>
  </p:clrMapOvr>
</p:notes>
</file>

<file path=ppt/notesSlides/notesSlide2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2168</a:t>
            </a:fld>
            <a:endParaRPr lang="en-US" dirty="0"/>
          </a:p>
        </p:txBody>
      </p:sp>
    </p:spTree>
    <p:extLst>
      <p:ext uri="{BB962C8B-B14F-4D97-AF65-F5344CB8AC3E}">
        <p14:creationId xmlns:p14="http://schemas.microsoft.com/office/powerpoint/2010/main" val="429148146"/>
      </p:ext>
    </p:extLst>
  </p:cSld>
  <p:clrMapOvr>
    <a:masterClrMapping/>
  </p:clrMapOvr>
</p:notes>
</file>

<file path=ppt/notesSlides/notesSlide2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2169</a:t>
            </a:fld>
            <a:endParaRPr lang="en-US" dirty="0"/>
          </a:p>
        </p:txBody>
      </p:sp>
    </p:spTree>
    <p:extLst>
      <p:ext uri="{BB962C8B-B14F-4D97-AF65-F5344CB8AC3E}">
        <p14:creationId xmlns:p14="http://schemas.microsoft.com/office/powerpoint/2010/main" val="918893402"/>
      </p:ext>
    </p:extLst>
  </p:cSld>
  <p:clrMapOvr>
    <a:masterClrMapping/>
  </p:clrMapOvr>
</p:notes>
</file>

<file path=ppt/notesSlides/notesSlide2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2170</a:t>
            </a:fld>
            <a:endParaRPr lang="en-US" dirty="0"/>
          </a:p>
        </p:txBody>
      </p:sp>
    </p:spTree>
    <p:extLst>
      <p:ext uri="{BB962C8B-B14F-4D97-AF65-F5344CB8AC3E}">
        <p14:creationId xmlns:p14="http://schemas.microsoft.com/office/powerpoint/2010/main" val="4141505251"/>
      </p:ext>
    </p:extLst>
  </p:cSld>
  <p:clrMapOvr>
    <a:masterClrMapping/>
  </p:clrMapOvr>
</p:notes>
</file>

<file path=ppt/notesSlides/notesSlide2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2171</a:t>
            </a:fld>
            <a:endParaRPr lang="en-US" dirty="0"/>
          </a:p>
        </p:txBody>
      </p:sp>
    </p:spTree>
    <p:extLst>
      <p:ext uri="{BB962C8B-B14F-4D97-AF65-F5344CB8AC3E}">
        <p14:creationId xmlns:p14="http://schemas.microsoft.com/office/powerpoint/2010/main" val="2730190357"/>
      </p:ext>
    </p:extLst>
  </p:cSld>
  <p:clrMapOvr>
    <a:masterClrMapping/>
  </p:clrMapOvr>
</p:notes>
</file>

<file path=ppt/notesSlides/notesSlide2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2172</a:t>
            </a:fld>
            <a:endParaRPr lang="en-US" dirty="0"/>
          </a:p>
        </p:txBody>
      </p:sp>
    </p:spTree>
    <p:extLst>
      <p:ext uri="{BB962C8B-B14F-4D97-AF65-F5344CB8AC3E}">
        <p14:creationId xmlns:p14="http://schemas.microsoft.com/office/powerpoint/2010/main" val="752739310"/>
      </p:ext>
    </p:extLst>
  </p:cSld>
  <p:clrMapOvr>
    <a:masterClrMapping/>
  </p:clrMapOvr>
</p:notes>
</file>

<file path=ppt/notesSlides/notesSlide2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2173</a:t>
            </a:fld>
            <a:endParaRPr lang="en-US" dirty="0"/>
          </a:p>
        </p:txBody>
      </p:sp>
    </p:spTree>
    <p:extLst>
      <p:ext uri="{BB962C8B-B14F-4D97-AF65-F5344CB8AC3E}">
        <p14:creationId xmlns:p14="http://schemas.microsoft.com/office/powerpoint/2010/main" val="2788140299"/>
      </p:ext>
    </p:extLst>
  </p:cSld>
  <p:clrMapOvr>
    <a:masterClrMapping/>
  </p:clrMapOvr>
</p:notes>
</file>

<file path=ppt/notesSlides/notesSlide2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2175</a:t>
            </a:fld>
            <a:endParaRPr lang="en-US" dirty="0"/>
          </a:p>
        </p:txBody>
      </p:sp>
    </p:spTree>
    <p:extLst>
      <p:ext uri="{BB962C8B-B14F-4D97-AF65-F5344CB8AC3E}">
        <p14:creationId xmlns:p14="http://schemas.microsoft.com/office/powerpoint/2010/main" val="2653306180"/>
      </p:ext>
    </p:extLst>
  </p:cSld>
  <p:clrMapOvr>
    <a:masterClrMapping/>
  </p:clrMapOvr>
</p:notes>
</file>

<file path=ppt/notesSlides/notesSlide2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2176</a:t>
            </a:fld>
            <a:endParaRPr lang="en-US" dirty="0"/>
          </a:p>
        </p:txBody>
      </p:sp>
    </p:spTree>
    <p:extLst>
      <p:ext uri="{BB962C8B-B14F-4D97-AF65-F5344CB8AC3E}">
        <p14:creationId xmlns:p14="http://schemas.microsoft.com/office/powerpoint/2010/main" val="2694195041"/>
      </p:ext>
    </p:extLst>
  </p:cSld>
  <p:clrMapOvr>
    <a:masterClrMapping/>
  </p:clrMapOvr>
</p:notes>
</file>

<file path=ppt/notesSlides/notesSlide2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2177</a:t>
            </a:fld>
            <a:endParaRPr lang="en-US" dirty="0"/>
          </a:p>
        </p:txBody>
      </p:sp>
    </p:spTree>
    <p:extLst>
      <p:ext uri="{BB962C8B-B14F-4D97-AF65-F5344CB8AC3E}">
        <p14:creationId xmlns:p14="http://schemas.microsoft.com/office/powerpoint/2010/main" val="1657092897"/>
      </p:ext>
    </p:extLst>
  </p:cSld>
  <p:clrMapOvr>
    <a:masterClrMapping/>
  </p:clrMapOvr>
</p:notes>
</file>

<file path=ppt/notesSlides/notesSlide2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2178</a:t>
            </a:fld>
            <a:endParaRPr lang="en-US" dirty="0"/>
          </a:p>
        </p:txBody>
      </p:sp>
    </p:spTree>
    <p:extLst>
      <p:ext uri="{BB962C8B-B14F-4D97-AF65-F5344CB8AC3E}">
        <p14:creationId xmlns:p14="http://schemas.microsoft.com/office/powerpoint/2010/main" val="2961625126"/>
      </p:ext>
    </p:extLst>
  </p:cSld>
  <p:clrMapOvr>
    <a:masterClrMapping/>
  </p:clrMapOvr>
</p:notes>
</file>

<file path=ppt/notesSlides/notesSlide2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2179</a:t>
            </a:fld>
            <a:endParaRPr lang="en-US" dirty="0"/>
          </a:p>
        </p:txBody>
      </p:sp>
    </p:spTree>
    <p:extLst>
      <p:ext uri="{BB962C8B-B14F-4D97-AF65-F5344CB8AC3E}">
        <p14:creationId xmlns:p14="http://schemas.microsoft.com/office/powerpoint/2010/main" val="2892375718"/>
      </p:ext>
    </p:extLst>
  </p:cSld>
  <p:clrMapOvr>
    <a:masterClrMapping/>
  </p:clrMapOvr>
</p:notes>
</file>

<file path=ppt/notesSlides/notesSlide2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2180</a:t>
            </a:fld>
            <a:endParaRPr lang="en-US" dirty="0"/>
          </a:p>
        </p:txBody>
      </p:sp>
    </p:spTree>
    <p:extLst>
      <p:ext uri="{BB962C8B-B14F-4D97-AF65-F5344CB8AC3E}">
        <p14:creationId xmlns:p14="http://schemas.microsoft.com/office/powerpoint/2010/main" val="3381592592"/>
      </p:ext>
    </p:extLst>
  </p:cSld>
  <p:clrMapOvr>
    <a:masterClrMapping/>
  </p:clrMapOvr>
</p:notes>
</file>

<file path=ppt/notesSlides/notesSlide2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2181</a:t>
            </a:fld>
            <a:endParaRPr lang="en-US" dirty="0"/>
          </a:p>
        </p:txBody>
      </p:sp>
    </p:spTree>
    <p:extLst>
      <p:ext uri="{BB962C8B-B14F-4D97-AF65-F5344CB8AC3E}">
        <p14:creationId xmlns:p14="http://schemas.microsoft.com/office/powerpoint/2010/main" val="4124187808"/>
      </p:ext>
    </p:extLst>
  </p:cSld>
  <p:clrMapOvr>
    <a:masterClrMapping/>
  </p:clrMapOvr>
</p:notes>
</file>

<file path=ppt/notesSlides/notesSlide2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2182</a:t>
            </a:fld>
            <a:endParaRPr lang="en-US" dirty="0"/>
          </a:p>
        </p:txBody>
      </p:sp>
    </p:spTree>
    <p:extLst>
      <p:ext uri="{BB962C8B-B14F-4D97-AF65-F5344CB8AC3E}">
        <p14:creationId xmlns:p14="http://schemas.microsoft.com/office/powerpoint/2010/main" val="6280931"/>
      </p:ext>
    </p:extLst>
  </p:cSld>
  <p:clrMapOvr>
    <a:masterClrMapping/>
  </p:clrMapOvr>
</p:notes>
</file>

<file path=ppt/notesSlides/notesSlide2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2183</a:t>
            </a:fld>
            <a:endParaRPr lang="en-US" dirty="0"/>
          </a:p>
        </p:txBody>
      </p:sp>
    </p:spTree>
    <p:extLst>
      <p:ext uri="{BB962C8B-B14F-4D97-AF65-F5344CB8AC3E}">
        <p14:creationId xmlns:p14="http://schemas.microsoft.com/office/powerpoint/2010/main" val="2423684566"/>
      </p:ext>
    </p:extLst>
  </p:cSld>
  <p:clrMapOvr>
    <a:masterClrMapping/>
  </p:clrMapOvr>
</p:notes>
</file>

<file path=ppt/notesSlides/notesSlide2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2184</a:t>
            </a:fld>
            <a:endParaRPr lang="en-US" dirty="0"/>
          </a:p>
        </p:txBody>
      </p:sp>
    </p:spTree>
    <p:extLst>
      <p:ext uri="{BB962C8B-B14F-4D97-AF65-F5344CB8AC3E}">
        <p14:creationId xmlns:p14="http://schemas.microsoft.com/office/powerpoint/2010/main" val="491747453"/>
      </p:ext>
    </p:extLst>
  </p:cSld>
  <p:clrMapOvr>
    <a:masterClrMapping/>
  </p:clrMapOvr>
</p:notes>
</file>

<file path=ppt/notesSlides/notesSlide2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2185</a:t>
            </a:fld>
            <a:endParaRPr lang="en-US" dirty="0"/>
          </a:p>
        </p:txBody>
      </p:sp>
    </p:spTree>
    <p:extLst>
      <p:ext uri="{BB962C8B-B14F-4D97-AF65-F5344CB8AC3E}">
        <p14:creationId xmlns:p14="http://schemas.microsoft.com/office/powerpoint/2010/main" val="4237106793"/>
      </p:ext>
    </p:extLst>
  </p:cSld>
  <p:clrMapOvr>
    <a:masterClrMapping/>
  </p:clrMapOvr>
</p:notes>
</file>

<file path=ppt/notesSlides/notesSlide2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2186</a:t>
            </a:fld>
            <a:endParaRPr lang="en-US" dirty="0"/>
          </a:p>
        </p:txBody>
      </p:sp>
    </p:spTree>
    <p:extLst>
      <p:ext uri="{BB962C8B-B14F-4D97-AF65-F5344CB8AC3E}">
        <p14:creationId xmlns:p14="http://schemas.microsoft.com/office/powerpoint/2010/main" val="1730841434"/>
      </p:ext>
    </p:extLst>
  </p:cSld>
  <p:clrMapOvr>
    <a:masterClrMapping/>
  </p:clrMapOvr>
</p:notes>
</file>

<file path=ppt/notesSlides/notesSlide2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2187</a:t>
            </a:fld>
            <a:endParaRPr lang="en-US" dirty="0"/>
          </a:p>
        </p:txBody>
      </p:sp>
    </p:spTree>
    <p:extLst>
      <p:ext uri="{BB962C8B-B14F-4D97-AF65-F5344CB8AC3E}">
        <p14:creationId xmlns:p14="http://schemas.microsoft.com/office/powerpoint/2010/main" val="798528310"/>
      </p:ext>
    </p:extLst>
  </p:cSld>
  <p:clrMapOvr>
    <a:masterClrMapping/>
  </p:clrMapOvr>
</p:notes>
</file>

<file path=ppt/notesSlides/notesSlide2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2188</a:t>
            </a:fld>
            <a:endParaRPr lang="en-US" dirty="0"/>
          </a:p>
        </p:txBody>
      </p:sp>
    </p:spTree>
    <p:extLst>
      <p:ext uri="{BB962C8B-B14F-4D97-AF65-F5344CB8AC3E}">
        <p14:creationId xmlns:p14="http://schemas.microsoft.com/office/powerpoint/2010/main" val="2709013730"/>
      </p:ext>
    </p:extLst>
  </p:cSld>
  <p:clrMapOvr>
    <a:masterClrMapping/>
  </p:clrMapOvr>
</p:notes>
</file>

<file path=ppt/notesSlides/notesSlide2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2189</a:t>
            </a:fld>
            <a:endParaRPr lang="en-US" dirty="0"/>
          </a:p>
        </p:txBody>
      </p:sp>
    </p:spTree>
    <p:extLst>
      <p:ext uri="{BB962C8B-B14F-4D97-AF65-F5344CB8AC3E}">
        <p14:creationId xmlns:p14="http://schemas.microsoft.com/office/powerpoint/2010/main" val="96790971"/>
      </p:ext>
    </p:extLst>
  </p:cSld>
  <p:clrMapOvr>
    <a:masterClrMapping/>
  </p:clrMapOvr>
</p:notes>
</file>

<file path=ppt/notesSlides/notesSlide2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2192</a:t>
            </a:fld>
            <a:endParaRPr lang="en-US" dirty="0"/>
          </a:p>
        </p:txBody>
      </p:sp>
    </p:spTree>
    <p:extLst>
      <p:ext uri="{BB962C8B-B14F-4D97-AF65-F5344CB8AC3E}">
        <p14:creationId xmlns:p14="http://schemas.microsoft.com/office/powerpoint/2010/main" val="3960461644"/>
      </p:ext>
    </p:extLst>
  </p:cSld>
  <p:clrMapOvr>
    <a:masterClrMapping/>
  </p:clrMapOvr>
</p:notes>
</file>

<file path=ppt/notesSlides/notesSlide2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2193</a:t>
            </a:fld>
            <a:endParaRPr lang="en-US" dirty="0"/>
          </a:p>
        </p:txBody>
      </p:sp>
    </p:spTree>
    <p:extLst>
      <p:ext uri="{BB962C8B-B14F-4D97-AF65-F5344CB8AC3E}">
        <p14:creationId xmlns:p14="http://schemas.microsoft.com/office/powerpoint/2010/main" val="2701264885"/>
      </p:ext>
    </p:extLst>
  </p:cSld>
  <p:clrMapOvr>
    <a:masterClrMapping/>
  </p:clrMapOvr>
</p:notes>
</file>

<file path=ppt/notesSlides/notesSlide2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2194</a:t>
            </a:fld>
            <a:endParaRPr lang="en-US" dirty="0"/>
          </a:p>
        </p:txBody>
      </p:sp>
    </p:spTree>
    <p:extLst>
      <p:ext uri="{BB962C8B-B14F-4D97-AF65-F5344CB8AC3E}">
        <p14:creationId xmlns:p14="http://schemas.microsoft.com/office/powerpoint/2010/main" val="2242039997"/>
      </p:ext>
    </p:extLst>
  </p:cSld>
  <p:clrMapOvr>
    <a:masterClrMapping/>
  </p:clrMapOvr>
</p:notes>
</file>

<file path=ppt/notesSlides/notesSlide2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2195</a:t>
            </a:fld>
            <a:endParaRPr lang="en-US" dirty="0"/>
          </a:p>
        </p:txBody>
      </p:sp>
    </p:spTree>
    <p:extLst>
      <p:ext uri="{BB962C8B-B14F-4D97-AF65-F5344CB8AC3E}">
        <p14:creationId xmlns:p14="http://schemas.microsoft.com/office/powerpoint/2010/main" val="2720093137"/>
      </p:ext>
    </p:extLst>
  </p:cSld>
  <p:clrMapOvr>
    <a:masterClrMapping/>
  </p:clrMapOvr>
</p:notes>
</file>

<file path=ppt/notesSlides/notesSlide2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2196</a:t>
            </a:fld>
            <a:endParaRPr lang="en-US" dirty="0"/>
          </a:p>
        </p:txBody>
      </p:sp>
    </p:spTree>
    <p:extLst>
      <p:ext uri="{BB962C8B-B14F-4D97-AF65-F5344CB8AC3E}">
        <p14:creationId xmlns:p14="http://schemas.microsoft.com/office/powerpoint/2010/main" val="3762393760"/>
      </p:ext>
    </p:extLst>
  </p:cSld>
  <p:clrMapOvr>
    <a:masterClrMapping/>
  </p:clrMapOvr>
</p:notes>
</file>

<file path=ppt/notesSlides/notesSlide2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2197</a:t>
            </a:fld>
            <a:endParaRPr lang="en-US" dirty="0"/>
          </a:p>
        </p:txBody>
      </p:sp>
    </p:spTree>
    <p:extLst>
      <p:ext uri="{BB962C8B-B14F-4D97-AF65-F5344CB8AC3E}">
        <p14:creationId xmlns:p14="http://schemas.microsoft.com/office/powerpoint/2010/main" val="249783505"/>
      </p:ext>
    </p:extLst>
  </p:cSld>
  <p:clrMapOvr>
    <a:masterClrMapping/>
  </p:clrMapOvr>
</p:notes>
</file>

<file path=ppt/notesSlides/notesSlide2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2198</a:t>
            </a:fld>
            <a:endParaRPr lang="en-US" dirty="0"/>
          </a:p>
        </p:txBody>
      </p:sp>
    </p:spTree>
    <p:extLst>
      <p:ext uri="{BB962C8B-B14F-4D97-AF65-F5344CB8AC3E}">
        <p14:creationId xmlns:p14="http://schemas.microsoft.com/office/powerpoint/2010/main" val="2482426339"/>
      </p:ext>
    </p:extLst>
  </p:cSld>
  <p:clrMapOvr>
    <a:masterClrMapping/>
  </p:clrMapOvr>
</p:notes>
</file>

<file path=ppt/notesSlides/notesSlide2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2199</a:t>
            </a:fld>
            <a:endParaRPr lang="en-US" dirty="0"/>
          </a:p>
        </p:txBody>
      </p:sp>
    </p:spTree>
    <p:extLst>
      <p:ext uri="{BB962C8B-B14F-4D97-AF65-F5344CB8AC3E}">
        <p14:creationId xmlns:p14="http://schemas.microsoft.com/office/powerpoint/2010/main" val="1648155236"/>
      </p:ext>
    </p:extLst>
  </p:cSld>
  <p:clrMapOvr>
    <a:masterClrMapping/>
  </p:clrMapOvr>
</p:notes>
</file>

<file path=ppt/notesSlides/notesSlide2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2200</a:t>
            </a:fld>
            <a:endParaRPr lang="en-US" dirty="0"/>
          </a:p>
        </p:txBody>
      </p:sp>
    </p:spTree>
    <p:extLst>
      <p:ext uri="{BB962C8B-B14F-4D97-AF65-F5344CB8AC3E}">
        <p14:creationId xmlns:p14="http://schemas.microsoft.com/office/powerpoint/2010/main" val="534539619"/>
      </p:ext>
    </p:extLst>
  </p:cSld>
  <p:clrMapOvr>
    <a:masterClrMapping/>
  </p:clrMapOvr>
</p:notes>
</file>

<file path=ppt/notesSlides/notesSlide2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2201</a:t>
            </a:fld>
            <a:endParaRPr lang="en-US" dirty="0"/>
          </a:p>
        </p:txBody>
      </p:sp>
    </p:spTree>
    <p:extLst>
      <p:ext uri="{BB962C8B-B14F-4D97-AF65-F5344CB8AC3E}">
        <p14:creationId xmlns:p14="http://schemas.microsoft.com/office/powerpoint/2010/main" val="457746068"/>
      </p:ext>
    </p:extLst>
  </p:cSld>
  <p:clrMapOvr>
    <a:masterClrMapping/>
  </p:clrMapOvr>
</p:notes>
</file>

<file path=ppt/notesSlides/notesSlide2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2202</a:t>
            </a:fld>
            <a:endParaRPr lang="en-US" dirty="0"/>
          </a:p>
        </p:txBody>
      </p:sp>
    </p:spTree>
    <p:extLst>
      <p:ext uri="{BB962C8B-B14F-4D97-AF65-F5344CB8AC3E}">
        <p14:creationId xmlns:p14="http://schemas.microsoft.com/office/powerpoint/2010/main" val="2128798966"/>
      </p:ext>
    </p:extLst>
  </p:cSld>
  <p:clrMapOvr>
    <a:masterClrMapping/>
  </p:clrMapOvr>
</p:notes>
</file>

<file path=ppt/notesSlides/notesSlide2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2203</a:t>
            </a:fld>
            <a:endParaRPr lang="en-US" dirty="0"/>
          </a:p>
        </p:txBody>
      </p:sp>
    </p:spTree>
    <p:extLst>
      <p:ext uri="{BB962C8B-B14F-4D97-AF65-F5344CB8AC3E}">
        <p14:creationId xmlns:p14="http://schemas.microsoft.com/office/powerpoint/2010/main" val="288182498"/>
      </p:ext>
    </p:extLst>
  </p:cSld>
  <p:clrMapOvr>
    <a:masterClrMapping/>
  </p:clrMapOvr>
</p:notes>
</file>

<file path=ppt/notesSlides/notesSlide2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2204</a:t>
            </a:fld>
            <a:endParaRPr lang="en-US" dirty="0"/>
          </a:p>
        </p:txBody>
      </p:sp>
    </p:spTree>
    <p:extLst>
      <p:ext uri="{BB962C8B-B14F-4D97-AF65-F5344CB8AC3E}">
        <p14:creationId xmlns:p14="http://schemas.microsoft.com/office/powerpoint/2010/main" val="3558989463"/>
      </p:ext>
    </p:extLst>
  </p:cSld>
  <p:clrMapOvr>
    <a:masterClrMapping/>
  </p:clrMapOvr>
</p:notes>
</file>

<file path=ppt/notesSlides/notesSlide2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2205</a:t>
            </a:fld>
            <a:endParaRPr lang="en-US" dirty="0"/>
          </a:p>
        </p:txBody>
      </p:sp>
    </p:spTree>
    <p:extLst>
      <p:ext uri="{BB962C8B-B14F-4D97-AF65-F5344CB8AC3E}">
        <p14:creationId xmlns:p14="http://schemas.microsoft.com/office/powerpoint/2010/main" val="3350072396"/>
      </p:ext>
    </p:extLst>
  </p:cSld>
  <p:clrMapOvr>
    <a:masterClrMapping/>
  </p:clrMapOvr>
</p:notes>
</file>

<file path=ppt/notesSlides/notesSlide2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2208</a:t>
            </a:fld>
            <a:endParaRPr lang="en-US" dirty="0"/>
          </a:p>
        </p:txBody>
      </p:sp>
    </p:spTree>
    <p:extLst>
      <p:ext uri="{BB962C8B-B14F-4D97-AF65-F5344CB8AC3E}">
        <p14:creationId xmlns:p14="http://schemas.microsoft.com/office/powerpoint/2010/main" val="2962337703"/>
      </p:ext>
    </p:extLst>
  </p:cSld>
  <p:clrMapOvr>
    <a:masterClrMapping/>
  </p:clrMapOvr>
</p:notes>
</file>

<file path=ppt/notesSlides/notesSlide2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2209</a:t>
            </a:fld>
            <a:endParaRPr lang="en-US" dirty="0"/>
          </a:p>
        </p:txBody>
      </p:sp>
    </p:spTree>
    <p:extLst>
      <p:ext uri="{BB962C8B-B14F-4D97-AF65-F5344CB8AC3E}">
        <p14:creationId xmlns:p14="http://schemas.microsoft.com/office/powerpoint/2010/main" val="2770960689"/>
      </p:ext>
    </p:extLst>
  </p:cSld>
  <p:clrMapOvr>
    <a:masterClrMapping/>
  </p:clrMapOvr>
</p:notes>
</file>

<file path=ppt/notesSlides/notesSlide2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2210</a:t>
            </a:fld>
            <a:endParaRPr lang="en-US" dirty="0"/>
          </a:p>
        </p:txBody>
      </p:sp>
    </p:spTree>
    <p:extLst>
      <p:ext uri="{BB962C8B-B14F-4D97-AF65-F5344CB8AC3E}">
        <p14:creationId xmlns:p14="http://schemas.microsoft.com/office/powerpoint/2010/main" val="3084339166"/>
      </p:ext>
    </p:extLst>
  </p:cSld>
  <p:clrMapOvr>
    <a:masterClrMapping/>
  </p:clrMapOvr>
</p:notes>
</file>

<file path=ppt/notesSlides/notesSlide2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2211</a:t>
            </a:fld>
            <a:endParaRPr lang="en-US" dirty="0"/>
          </a:p>
        </p:txBody>
      </p:sp>
    </p:spTree>
    <p:extLst>
      <p:ext uri="{BB962C8B-B14F-4D97-AF65-F5344CB8AC3E}">
        <p14:creationId xmlns:p14="http://schemas.microsoft.com/office/powerpoint/2010/main" val="853192991"/>
      </p:ext>
    </p:extLst>
  </p:cSld>
  <p:clrMapOvr>
    <a:masterClrMapping/>
  </p:clrMapOvr>
</p:notes>
</file>

<file path=ppt/notesSlides/notesSlide2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2212</a:t>
            </a:fld>
            <a:endParaRPr lang="en-US" dirty="0"/>
          </a:p>
        </p:txBody>
      </p:sp>
    </p:spTree>
    <p:extLst>
      <p:ext uri="{BB962C8B-B14F-4D97-AF65-F5344CB8AC3E}">
        <p14:creationId xmlns:p14="http://schemas.microsoft.com/office/powerpoint/2010/main" val="1434577425"/>
      </p:ext>
    </p:extLst>
  </p:cSld>
  <p:clrMapOvr>
    <a:masterClrMapping/>
  </p:clrMapOvr>
</p:notes>
</file>

<file path=ppt/notesSlides/notesSlide2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2213</a:t>
            </a:fld>
            <a:endParaRPr lang="en-US" dirty="0"/>
          </a:p>
        </p:txBody>
      </p:sp>
    </p:spTree>
    <p:extLst>
      <p:ext uri="{BB962C8B-B14F-4D97-AF65-F5344CB8AC3E}">
        <p14:creationId xmlns:p14="http://schemas.microsoft.com/office/powerpoint/2010/main" val="1872405328"/>
      </p:ext>
    </p:extLst>
  </p:cSld>
  <p:clrMapOvr>
    <a:masterClrMapping/>
  </p:clrMapOvr>
</p:notes>
</file>

<file path=ppt/notesSlides/notesSlide2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2214</a:t>
            </a:fld>
            <a:endParaRPr lang="en-US" dirty="0"/>
          </a:p>
        </p:txBody>
      </p:sp>
    </p:spTree>
    <p:extLst>
      <p:ext uri="{BB962C8B-B14F-4D97-AF65-F5344CB8AC3E}">
        <p14:creationId xmlns:p14="http://schemas.microsoft.com/office/powerpoint/2010/main" val="281582903"/>
      </p:ext>
    </p:extLst>
  </p:cSld>
  <p:clrMapOvr>
    <a:masterClrMapping/>
  </p:clrMapOvr>
</p:notes>
</file>

<file path=ppt/notesSlides/notesSlide2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2215</a:t>
            </a:fld>
            <a:endParaRPr lang="en-US" dirty="0"/>
          </a:p>
        </p:txBody>
      </p:sp>
    </p:spTree>
    <p:extLst>
      <p:ext uri="{BB962C8B-B14F-4D97-AF65-F5344CB8AC3E}">
        <p14:creationId xmlns:p14="http://schemas.microsoft.com/office/powerpoint/2010/main" val="1580958902"/>
      </p:ext>
    </p:extLst>
  </p:cSld>
  <p:clrMapOvr>
    <a:masterClrMapping/>
  </p:clrMapOvr>
</p:notes>
</file>

<file path=ppt/notesSlides/notesSlide2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2216</a:t>
            </a:fld>
            <a:endParaRPr lang="en-US" dirty="0"/>
          </a:p>
        </p:txBody>
      </p:sp>
    </p:spTree>
    <p:extLst>
      <p:ext uri="{BB962C8B-B14F-4D97-AF65-F5344CB8AC3E}">
        <p14:creationId xmlns:p14="http://schemas.microsoft.com/office/powerpoint/2010/main" val="3511449361"/>
      </p:ext>
    </p:extLst>
  </p:cSld>
  <p:clrMapOvr>
    <a:masterClrMapping/>
  </p:clrMapOvr>
</p:notes>
</file>

<file path=ppt/notesSlides/notesSlide2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2217</a:t>
            </a:fld>
            <a:endParaRPr lang="en-US" dirty="0"/>
          </a:p>
        </p:txBody>
      </p:sp>
    </p:spTree>
    <p:extLst>
      <p:ext uri="{BB962C8B-B14F-4D97-AF65-F5344CB8AC3E}">
        <p14:creationId xmlns:p14="http://schemas.microsoft.com/office/powerpoint/2010/main" val="580034052"/>
      </p:ext>
    </p:extLst>
  </p:cSld>
  <p:clrMapOvr>
    <a:masterClrMapping/>
  </p:clrMapOvr>
</p:notes>
</file>

<file path=ppt/notesSlides/notesSlide2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2218</a:t>
            </a:fld>
            <a:endParaRPr lang="en-US" dirty="0"/>
          </a:p>
        </p:txBody>
      </p:sp>
    </p:spTree>
    <p:extLst>
      <p:ext uri="{BB962C8B-B14F-4D97-AF65-F5344CB8AC3E}">
        <p14:creationId xmlns:p14="http://schemas.microsoft.com/office/powerpoint/2010/main" val="3517259671"/>
      </p:ext>
    </p:extLst>
  </p:cSld>
  <p:clrMapOvr>
    <a:masterClrMapping/>
  </p:clrMapOvr>
</p:notes>
</file>

<file path=ppt/notesSlides/notesSlide2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2219</a:t>
            </a:fld>
            <a:endParaRPr lang="en-US" dirty="0"/>
          </a:p>
        </p:txBody>
      </p:sp>
    </p:spTree>
    <p:extLst>
      <p:ext uri="{BB962C8B-B14F-4D97-AF65-F5344CB8AC3E}">
        <p14:creationId xmlns:p14="http://schemas.microsoft.com/office/powerpoint/2010/main" val="3463398696"/>
      </p:ext>
    </p:extLst>
  </p:cSld>
  <p:clrMapOvr>
    <a:masterClrMapping/>
  </p:clrMapOvr>
</p:notes>
</file>

<file path=ppt/notesSlides/notesSlide2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2220</a:t>
            </a:fld>
            <a:endParaRPr lang="en-US" dirty="0"/>
          </a:p>
        </p:txBody>
      </p:sp>
    </p:spTree>
    <p:extLst>
      <p:ext uri="{BB962C8B-B14F-4D97-AF65-F5344CB8AC3E}">
        <p14:creationId xmlns:p14="http://schemas.microsoft.com/office/powerpoint/2010/main" val="1077610025"/>
      </p:ext>
    </p:extLst>
  </p:cSld>
  <p:clrMapOvr>
    <a:masterClrMapping/>
  </p:clrMapOvr>
</p:notes>
</file>

<file path=ppt/notesSlides/notesSlide2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2221</a:t>
            </a:fld>
            <a:endParaRPr lang="en-US" dirty="0"/>
          </a:p>
        </p:txBody>
      </p:sp>
    </p:spTree>
    <p:extLst>
      <p:ext uri="{BB962C8B-B14F-4D97-AF65-F5344CB8AC3E}">
        <p14:creationId xmlns:p14="http://schemas.microsoft.com/office/powerpoint/2010/main" val="923328111"/>
      </p:ext>
    </p:extLst>
  </p:cSld>
  <p:clrMapOvr>
    <a:masterClrMapping/>
  </p:clrMapOvr>
</p:notes>
</file>

<file path=ppt/notesSlides/notesSlide2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2224</a:t>
            </a:fld>
            <a:endParaRPr lang="en-US" dirty="0"/>
          </a:p>
        </p:txBody>
      </p:sp>
    </p:spTree>
    <p:extLst>
      <p:ext uri="{BB962C8B-B14F-4D97-AF65-F5344CB8AC3E}">
        <p14:creationId xmlns:p14="http://schemas.microsoft.com/office/powerpoint/2010/main" val="2761036249"/>
      </p:ext>
    </p:extLst>
  </p:cSld>
  <p:clrMapOvr>
    <a:masterClrMapping/>
  </p:clrMapOvr>
</p:notes>
</file>

<file path=ppt/notesSlides/notesSlide2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2225</a:t>
            </a:fld>
            <a:endParaRPr lang="en-US" dirty="0"/>
          </a:p>
        </p:txBody>
      </p:sp>
    </p:spTree>
    <p:extLst>
      <p:ext uri="{BB962C8B-B14F-4D97-AF65-F5344CB8AC3E}">
        <p14:creationId xmlns:p14="http://schemas.microsoft.com/office/powerpoint/2010/main" val="3294082562"/>
      </p:ext>
    </p:extLst>
  </p:cSld>
  <p:clrMapOvr>
    <a:masterClrMapping/>
  </p:clrMapOvr>
</p:notes>
</file>

<file path=ppt/notesSlides/notesSlide2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2226</a:t>
            </a:fld>
            <a:endParaRPr lang="en-US" dirty="0"/>
          </a:p>
        </p:txBody>
      </p:sp>
    </p:spTree>
    <p:extLst>
      <p:ext uri="{BB962C8B-B14F-4D97-AF65-F5344CB8AC3E}">
        <p14:creationId xmlns:p14="http://schemas.microsoft.com/office/powerpoint/2010/main" val="3325553975"/>
      </p:ext>
    </p:extLst>
  </p:cSld>
  <p:clrMapOvr>
    <a:masterClrMapping/>
  </p:clrMapOvr>
</p:notes>
</file>

<file path=ppt/notesSlides/notesSlide2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2227</a:t>
            </a:fld>
            <a:endParaRPr lang="en-US" dirty="0"/>
          </a:p>
        </p:txBody>
      </p:sp>
    </p:spTree>
    <p:extLst>
      <p:ext uri="{BB962C8B-B14F-4D97-AF65-F5344CB8AC3E}">
        <p14:creationId xmlns:p14="http://schemas.microsoft.com/office/powerpoint/2010/main" val="155762614"/>
      </p:ext>
    </p:extLst>
  </p:cSld>
  <p:clrMapOvr>
    <a:masterClrMapping/>
  </p:clrMapOvr>
</p:notes>
</file>

<file path=ppt/notesSlides/notesSlide2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2228</a:t>
            </a:fld>
            <a:endParaRPr lang="en-US" dirty="0"/>
          </a:p>
        </p:txBody>
      </p:sp>
    </p:spTree>
    <p:extLst>
      <p:ext uri="{BB962C8B-B14F-4D97-AF65-F5344CB8AC3E}">
        <p14:creationId xmlns:p14="http://schemas.microsoft.com/office/powerpoint/2010/main" val="102989316"/>
      </p:ext>
    </p:extLst>
  </p:cSld>
  <p:clrMapOvr>
    <a:masterClrMapping/>
  </p:clrMapOvr>
</p:notes>
</file>

<file path=ppt/notesSlides/notesSlide2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2229</a:t>
            </a:fld>
            <a:endParaRPr lang="en-US" dirty="0"/>
          </a:p>
        </p:txBody>
      </p:sp>
    </p:spTree>
    <p:extLst>
      <p:ext uri="{BB962C8B-B14F-4D97-AF65-F5344CB8AC3E}">
        <p14:creationId xmlns:p14="http://schemas.microsoft.com/office/powerpoint/2010/main" val="564891593"/>
      </p:ext>
    </p:extLst>
  </p:cSld>
  <p:clrMapOvr>
    <a:masterClrMapping/>
  </p:clrMapOvr>
</p:notes>
</file>

<file path=ppt/notesSlides/notesSlide2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2230</a:t>
            </a:fld>
            <a:endParaRPr lang="en-US" dirty="0"/>
          </a:p>
        </p:txBody>
      </p:sp>
    </p:spTree>
    <p:extLst>
      <p:ext uri="{BB962C8B-B14F-4D97-AF65-F5344CB8AC3E}">
        <p14:creationId xmlns:p14="http://schemas.microsoft.com/office/powerpoint/2010/main" val="3350205190"/>
      </p:ext>
    </p:extLst>
  </p:cSld>
  <p:clrMapOvr>
    <a:masterClrMapping/>
  </p:clrMapOvr>
</p:notes>
</file>

<file path=ppt/notesSlides/notesSlide2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2231</a:t>
            </a:fld>
            <a:endParaRPr lang="en-US" dirty="0"/>
          </a:p>
        </p:txBody>
      </p:sp>
    </p:spTree>
    <p:extLst>
      <p:ext uri="{BB962C8B-B14F-4D97-AF65-F5344CB8AC3E}">
        <p14:creationId xmlns:p14="http://schemas.microsoft.com/office/powerpoint/2010/main" val="828673297"/>
      </p:ext>
    </p:extLst>
  </p:cSld>
  <p:clrMapOvr>
    <a:masterClrMapping/>
  </p:clrMapOvr>
</p:notes>
</file>

<file path=ppt/notesSlides/notesSlide2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2232</a:t>
            </a:fld>
            <a:endParaRPr lang="en-US" dirty="0"/>
          </a:p>
        </p:txBody>
      </p:sp>
    </p:spTree>
    <p:extLst>
      <p:ext uri="{BB962C8B-B14F-4D97-AF65-F5344CB8AC3E}">
        <p14:creationId xmlns:p14="http://schemas.microsoft.com/office/powerpoint/2010/main" val="173622335"/>
      </p:ext>
    </p:extLst>
  </p:cSld>
  <p:clrMapOvr>
    <a:masterClrMapping/>
  </p:clrMapOvr>
</p:notes>
</file>

<file path=ppt/notesSlides/notesSlide2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2233</a:t>
            </a:fld>
            <a:endParaRPr lang="en-US" dirty="0"/>
          </a:p>
        </p:txBody>
      </p:sp>
    </p:spTree>
    <p:extLst>
      <p:ext uri="{BB962C8B-B14F-4D97-AF65-F5344CB8AC3E}">
        <p14:creationId xmlns:p14="http://schemas.microsoft.com/office/powerpoint/2010/main" val="1419876805"/>
      </p:ext>
    </p:extLst>
  </p:cSld>
  <p:clrMapOvr>
    <a:masterClrMapping/>
  </p:clrMapOvr>
</p:notes>
</file>

<file path=ppt/notesSlides/notesSlide2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2234</a:t>
            </a:fld>
            <a:endParaRPr lang="en-US" dirty="0"/>
          </a:p>
        </p:txBody>
      </p:sp>
    </p:spTree>
    <p:extLst>
      <p:ext uri="{BB962C8B-B14F-4D97-AF65-F5344CB8AC3E}">
        <p14:creationId xmlns:p14="http://schemas.microsoft.com/office/powerpoint/2010/main" val="554390362"/>
      </p:ext>
    </p:extLst>
  </p:cSld>
  <p:clrMapOvr>
    <a:masterClrMapping/>
  </p:clrMapOvr>
</p:notes>
</file>

<file path=ppt/notesSlides/notesSlide2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2235</a:t>
            </a:fld>
            <a:endParaRPr lang="en-US" dirty="0"/>
          </a:p>
        </p:txBody>
      </p:sp>
    </p:spTree>
    <p:extLst>
      <p:ext uri="{BB962C8B-B14F-4D97-AF65-F5344CB8AC3E}">
        <p14:creationId xmlns:p14="http://schemas.microsoft.com/office/powerpoint/2010/main" val="887036722"/>
      </p:ext>
    </p:extLst>
  </p:cSld>
  <p:clrMapOvr>
    <a:masterClrMapping/>
  </p:clrMapOvr>
</p:notes>
</file>

<file path=ppt/notesSlides/notesSlide2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2236</a:t>
            </a:fld>
            <a:endParaRPr lang="en-US" dirty="0"/>
          </a:p>
        </p:txBody>
      </p:sp>
    </p:spTree>
    <p:extLst>
      <p:ext uri="{BB962C8B-B14F-4D97-AF65-F5344CB8AC3E}">
        <p14:creationId xmlns:p14="http://schemas.microsoft.com/office/powerpoint/2010/main" val="1181266034"/>
      </p:ext>
    </p:extLst>
  </p:cSld>
  <p:clrMapOvr>
    <a:masterClrMapping/>
  </p:clrMapOvr>
</p:notes>
</file>

<file path=ppt/notesSlides/notesSlide2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2237</a:t>
            </a:fld>
            <a:endParaRPr lang="en-US" dirty="0"/>
          </a:p>
        </p:txBody>
      </p:sp>
    </p:spTree>
    <p:extLst>
      <p:ext uri="{BB962C8B-B14F-4D97-AF65-F5344CB8AC3E}">
        <p14:creationId xmlns:p14="http://schemas.microsoft.com/office/powerpoint/2010/main" val="1084600777"/>
      </p:ext>
    </p:extLst>
  </p:cSld>
  <p:clrMapOvr>
    <a:masterClrMapping/>
  </p:clrMapOvr>
</p:notes>
</file>

<file path=ppt/notesSlides/notesSlide2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2240</a:t>
            </a:fld>
            <a:endParaRPr lang="en-US" dirty="0"/>
          </a:p>
        </p:txBody>
      </p:sp>
    </p:spTree>
    <p:extLst>
      <p:ext uri="{BB962C8B-B14F-4D97-AF65-F5344CB8AC3E}">
        <p14:creationId xmlns:p14="http://schemas.microsoft.com/office/powerpoint/2010/main" val="3120102761"/>
      </p:ext>
    </p:extLst>
  </p:cSld>
  <p:clrMapOvr>
    <a:masterClrMapping/>
  </p:clrMapOvr>
</p:notes>
</file>

<file path=ppt/notesSlides/notesSlide2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2241</a:t>
            </a:fld>
            <a:endParaRPr lang="en-US" dirty="0"/>
          </a:p>
        </p:txBody>
      </p:sp>
    </p:spTree>
    <p:extLst>
      <p:ext uri="{BB962C8B-B14F-4D97-AF65-F5344CB8AC3E}">
        <p14:creationId xmlns:p14="http://schemas.microsoft.com/office/powerpoint/2010/main" val="301496926"/>
      </p:ext>
    </p:extLst>
  </p:cSld>
  <p:clrMapOvr>
    <a:masterClrMapping/>
  </p:clrMapOvr>
</p:notes>
</file>

<file path=ppt/notesSlides/notesSlide2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2242</a:t>
            </a:fld>
            <a:endParaRPr lang="en-US" dirty="0"/>
          </a:p>
        </p:txBody>
      </p:sp>
    </p:spTree>
    <p:extLst>
      <p:ext uri="{BB962C8B-B14F-4D97-AF65-F5344CB8AC3E}">
        <p14:creationId xmlns:p14="http://schemas.microsoft.com/office/powerpoint/2010/main" val="1299181773"/>
      </p:ext>
    </p:extLst>
  </p:cSld>
  <p:clrMapOvr>
    <a:masterClrMapping/>
  </p:clrMapOvr>
</p:notes>
</file>

<file path=ppt/notesSlides/notesSlide2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2243</a:t>
            </a:fld>
            <a:endParaRPr lang="en-US" dirty="0"/>
          </a:p>
        </p:txBody>
      </p:sp>
    </p:spTree>
    <p:extLst>
      <p:ext uri="{BB962C8B-B14F-4D97-AF65-F5344CB8AC3E}">
        <p14:creationId xmlns:p14="http://schemas.microsoft.com/office/powerpoint/2010/main" val="1542490749"/>
      </p:ext>
    </p:extLst>
  </p:cSld>
  <p:clrMapOvr>
    <a:masterClrMapping/>
  </p:clrMapOvr>
</p:notes>
</file>

<file path=ppt/notesSlides/notesSlide2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2244</a:t>
            </a:fld>
            <a:endParaRPr lang="en-US" dirty="0"/>
          </a:p>
        </p:txBody>
      </p:sp>
    </p:spTree>
    <p:extLst>
      <p:ext uri="{BB962C8B-B14F-4D97-AF65-F5344CB8AC3E}">
        <p14:creationId xmlns:p14="http://schemas.microsoft.com/office/powerpoint/2010/main" val="4007388401"/>
      </p:ext>
    </p:extLst>
  </p:cSld>
  <p:clrMapOvr>
    <a:masterClrMapping/>
  </p:clrMapOvr>
</p:notes>
</file>

<file path=ppt/notesSlides/notesSlide2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2245</a:t>
            </a:fld>
            <a:endParaRPr lang="en-US" dirty="0"/>
          </a:p>
        </p:txBody>
      </p:sp>
    </p:spTree>
    <p:extLst>
      <p:ext uri="{BB962C8B-B14F-4D97-AF65-F5344CB8AC3E}">
        <p14:creationId xmlns:p14="http://schemas.microsoft.com/office/powerpoint/2010/main" val="2993613643"/>
      </p:ext>
    </p:extLst>
  </p:cSld>
  <p:clrMapOvr>
    <a:masterClrMapping/>
  </p:clrMapOvr>
</p:notes>
</file>

<file path=ppt/notesSlides/notesSlide2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2246</a:t>
            </a:fld>
            <a:endParaRPr lang="en-US" dirty="0"/>
          </a:p>
        </p:txBody>
      </p:sp>
    </p:spTree>
    <p:extLst>
      <p:ext uri="{BB962C8B-B14F-4D97-AF65-F5344CB8AC3E}">
        <p14:creationId xmlns:p14="http://schemas.microsoft.com/office/powerpoint/2010/main" val="1701888187"/>
      </p:ext>
    </p:extLst>
  </p:cSld>
  <p:clrMapOvr>
    <a:masterClrMapping/>
  </p:clrMapOvr>
</p:notes>
</file>

<file path=ppt/notesSlides/notesSlide2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2247</a:t>
            </a:fld>
            <a:endParaRPr lang="en-US" dirty="0"/>
          </a:p>
        </p:txBody>
      </p:sp>
    </p:spTree>
    <p:extLst>
      <p:ext uri="{BB962C8B-B14F-4D97-AF65-F5344CB8AC3E}">
        <p14:creationId xmlns:p14="http://schemas.microsoft.com/office/powerpoint/2010/main" val="3483173671"/>
      </p:ext>
    </p:extLst>
  </p:cSld>
  <p:clrMapOvr>
    <a:masterClrMapping/>
  </p:clrMapOvr>
</p:notes>
</file>

<file path=ppt/notesSlides/notesSlide2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2248</a:t>
            </a:fld>
            <a:endParaRPr lang="en-US" dirty="0"/>
          </a:p>
        </p:txBody>
      </p:sp>
    </p:spTree>
    <p:extLst>
      <p:ext uri="{BB962C8B-B14F-4D97-AF65-F5344CB8AC3E}">
        <p14:creationId xmlns:p14="http://schemas.microsoft.com/office/powerpoint/2010/main" val="2447027370"/>
      </p:ext>
    </p:extLst>
  </p:cSld>
  <p:clrMapOvr>
    <a:masterClrMapping/>
  </p:clrMapOvr>
</p:notes>
</file>

<file path=ppt/notesSlides/notesSlide2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2249</a:t>
            </a:fld>
            <a:endParaRPr lang="en-US" dirty="0"/>
          </a:p>
        </p:txBody>
      </p:sp>
    </p:spTree>
    <p:extLst>
      <p:ext uri="{BB962C8B-B14F-4D97-AF65-F5344CB8AC3E}">
        <p14:creationId xmlns:p14="http://schemas.microsoft.com/office/powerpoint/2010/main" val="3876720955"/>
      </p:ext>
    </p:extLst>
  </p:cSld>
  <p:clrMapOvr>
    <a:masterClrMapping/>
  </p:clrMapOvr>
</p:notes>
</file>

<file path=ppt/notesSlides/notesSlide2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2250</a:t>
            </a:fld>
            <a:endParaRPr lang="en-US" dirty="0"/>
          </a:p>
        </p:txBody>
      </p:sp>
    </p:spTree>
    <p:extLst>
      <p:ext uri="{BB962C8B-B14F-4D97-AF65-F5344CB8AC3E}">
        <p14:creationId xmlns:p14="http://schemas.microsoft.com/office/powerpoint/2010/main" val="938962389"/>
      </p:ext>
    </p:extLst>
  </p:cSld>
  <p:clrMapOvr>
    <a:masterClrMapping/>
  </p:clrMapOvr>
</p:notes>
</file>

<file path=ppt/notesSlides/notesSlide2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2251</a:t>
            </a:fld>
            <a:endParaRPr lang="en-US" dirty="0"/>
          </a:p>
        </p:txBody>
      </p:sp>
    </p:spTree>
    <p:extLst>
      <p:ext uri="{BB962C8B-B14F-4D97-AF65-F5344CB8AC3E}">
        <p14:creationId xmlns:p14="http://schemas.microsoft.com/office/powerpoint/2010/main" val="4200979612"/>
      </p:ext>
    </p:extLst>
  </p:cSld>
  <p:clrMapOvr>
    <a:masterClrMapping/>
  </p:clrMapOvr>
</p:notes>
</file>

<file path=ppt/notesSlides/notesSlide2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2252</a:t>
            </a:fld>
            <a:endParaRPr lang="en-US" dirty="0"/>
          </a:p>
        </p:txBody>
      </p:sp>
    </p:spTree>
    <p:extLst>
      <p:ext uri="{BB962C8B-B14F-4D97-AF65-F5344CB8AC3E}">
        <p14:creationId xmlns:p14="http://schemas.microsoft.com/office/powerpoint/2010/main" val="2014754153"/>
      </p:ext>
    </p:extLst>
  </p:cSld>
  <p:clrMapOvr>
    <a:masterClrMapping/>
  </p:clrMapOvr>
</p:notes>
</file>

<file path=ppt/notesSlides/notesSlide2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2253</a:t>
            </a:fld>
            <a:endParaRPr lang="en-US" dirty="0"/>
          </a:p>
        </p:txBody>
      </p:sp>
    </p:spTree>
    <p:extLst>
      <p:ext uri="{BB962C8B-B14F-4D97-AF65-F5344CB8AC3E}">
        <p14:creationId xmlns:p14="http://schemas.microsoft.com/office/powerpoint/2010/main" val="3439828158"/>
      </p:ext>
    </p:extLst>
  </p:cSld>
  <p:clrMapOvr>
    <a:masterClrMapping/>
  </p:clrMapOvr>
</p:notes>
</file>

<file path=ppt/notesSlides/notesSlide2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2256</a:t>
            </a:fld>
            <a:endParaRPr lang="en-US" dirty="0"/>
          </a:p>
        </p:txBody>
      </p:sp>
    </p:spTree>
    <p:extLst>
      <p:ext uri="{BB962C8B-B14F-4D97-AF65-F5344CB8AC3E}">
        <p14:creationId xmlns:p14="http://schemas.microsoft.com/office/powerpoint/2010/main" val="2114418724"/>
      </p:ext>
    </p:extLst>
  </p:cSld>
  <p:clrMapOvr>
    <a:masterClrMapping/>
  </p:clrMapOvr>
</p:notes>
</file>

<file path=ppt/notesSlides/notesSlide2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2257</a:t>
            </a:fld>
            <a:endParaRPr lang="en-US" dirty="0"/>
          </a:p>
        </p:txBody>
      </p:sp>
    </p:spTree>
    <p:extLst>
      <p:ext uri="{BB962C8B-B14F-4D97-AF65-F5344CB8AC3E}">
        <p14:creationId xmlns:p14="http://schemas.microsoft.com/office/powerpoint/2010/main" val="2083093404"/>
      </p:ext>
    </p:extLst>
  </p:cSld>
  <p:clrMapOvr>
    <a:masterClrMapping/>
  </p:clrMapOvr>
</p:notes>
</file>

<file path=ppt/notesSlides/notesSlide2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2258</a:t>
            </a:fld>
            <a:endParaRPr lang="en-US" dirty="0"/>
          </a:p>
        </p:txBody>
      </p:sp>
    </p:spTree>
    <p:extLst>
      <p:ext uri="{BB962C8B-B14F-4D97-AF65-F5344CB8AC3E}">
        <p14:creationId xmlns:p14="http://schemas.microsoft.com/office/powerpoint/2010/main" val="4130493186"/>
      </p:ext>
    </p:extLst>
  </p:cSld>
  <p:clrMapOvr>
    <a:masterClrMapping/>
  </p:clrMapOvr>
</p:notes>
</file>

<file path=ppt/notesSlides/notesSlide2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2259</a:t>
            </a:fld>
            <a:endParaRPr lang="en-US" dirty="0"/>
          </a:p>
        </p:txBody>
      </p:sp>
    </p:spTree>
    <p:extLst>
      <p:ext uri="{BB962C8B-B14F-4D97-AF65-F5344CB8AC3E}">
        <p14:creationId xmlns:p14="http://schemas.microsoft.com/office/powerpoint/2010/main" val="2817578754"/>
      </p:ext>
    </p:extLst>
  </p:cSld>
  <p:clrMapOvr>
    <a:masterClrMapping/>
  </p:clrMapOvr>
</p:notes>
</file>

<file path=ppt/notesSlides/notesSlide2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2260</a:t>
            </a:fld>
            <a:endParaRPr lang="en-US" dirty="0"/>
          </a:p>
        </p:txBody>
      </p:sp>
    </p:spTree>
    <p:extLst>
      <p:ext uri="{BB962C8B-B14F-4D97-AF65-F5344CB8AC3E}">
        <p14:creationId xmlns:p14="http://schemas.microsoft.com/office/powerpoint/2010/main" val="3548887746"/>
      </p:ext>
    </p:extLst>
  </p:cSld>
  <p:clrMapOvr>
    <a:masterClrMapping/>
  </p:clrMapOvr>
</p:notes>
</file>

<file path=ppt/notesSlides/notesSlide2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2261</a:t>
            </a:fld>
            <a:endParaRPr lang="en-US" dirty="0"/>
          </a:p>
        </p:txBody>
      </p:sp>
    </p:spTree>
    <p:extLst>
      <p:ext uri="{BB962C8B-B14F-4D97-AF65-F5344CB8AC3E}">
        <p14:creationId xmlns:p14="http://schemas.microsoft.com/office/powerpoint/2010/main" val="2504783975"/>
      </p:ext>
    </p:extLst>
  </p:cSld>
  <p:clrMapOvr>
    <a:masterClrMapping/>
  </p:clrMapOvr>
</p:notes>
</file>

<file path=ppt/notesSlides/notesSlide2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2262</a:t>
            </a:fld>
            <a:endParaRPr lang="en-US" dirty="0"/>
          </a:p>
        </p:txBody>
      </p:sp>
    </p:spTree>
    <p:extLst>
      <p:ext uri="{BB962C8B-B14F-4D97-AF65-F5344CB8AC3E}">
        <p14:creationId xmlns:p14="http://schemas.microsoft.com/office/powerpoint/2010/main" val="4116210703"/>
      </p:ext>
    </p:extLst>
  </p:cSld>
  <p:clrMapOvr>
    <a:masterClrMapping/>
  </p:clrMapOvr>
</p:notes>
</file>

<file path=ppt/notesSlides/notesSlide2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2263</a:t>
            </a:fld>
            <a:endParaRPr lang="en-US" dirty="0"/>
          </a:p>
        </p:txBody>
      </p:sp>
    </p:spTree>
    <p:extLst>
      <p:ext uri="{BB962C8B-B14F-4D97-AF65-F5344CB8AC3E}">
        <p14:creationId xmlns:p14="http://schemas.microsoft.com/office/powerpoint/2010/main" val="2184338500"/>
      </p:ext>
    </p:extLst>
  </p:cSld>
  <p:clrMapOvr>
    <a:masterClrMapping/>
  </p:clrMapOvr>
</p:notes>
</file>

<file path=ppt/notesSlides/notesSlide2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2264</a:t>
            </a:fld>
            <a:endParaRPr lang="en-US" dirty="0"/>
          </a:p>
        </p:txBody>
      </p:sp>
    </p:spTree>
    <p:extLst>
      <p:ext uri="{BB962C8B-B14F-4D97-AF65-F5344CB8AC3E}">
        <p14:creationId xmlns:p14="http://schemas.microsoft.com/office/powerpoint/2010/main" val="865264433"/>
      </p:ext>
    </p:extLst>
  </p:cSld>
  <p:clrMapOvr>
    <a:masterClrMapping/>
  </p:clrMapOvr>
</p:notes>
</file>

<file path=ppt/notesSlides/notesSlide2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2265</a:t>
            </a:fld>
            <a:endParaRPr lang="en-US" dirty="0"/>
          </a:p>
        </p:txBody>
      </p:sp>
    </p:spTree>
    <p:extLst>
      <p:ext uri="{BB962C8B-B14F-4D97-AF65-F5344CB8AC3E}">
        <p14:creationId xmlns:p14="http://schemas.microsoft.com/office/powerpoint/2010/main" val="2912034051"/>
      </p:ext>
    </p:extLst>
  </p:cSld>
  <p:clrMapOvr>
    <a:masterClrMapping/>
  </p:clrMapOvr>
</p:notes>
</file>

<file path=ppt/notesSlides/notesSlide2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2266</a:t>
            </a:fld>
            <a:endParaRPr lang="en-US" dirty="0"/>
          </a:p>
        </p:txBody>
      </p:sp>
    </p:spTree>
    <p:extLst>
      <p:ext uri="{BB962C8B-B14F-4D97-AF65-F5344CB8AC3E}">
        <p14:creationId xmlns:p14="http://schemas.microsoft.com/office/powerpoint/2010/main" val="3556000192"/>
      </p:ext>
    </p:extLst>
  </p:cSld>
  <p:clrMapOvr>
    <a:masterClrMapping/>
  </p:clrMapOvr>
</p:notes>
</file>

<file path=ppt/notesSlides/notesSlide2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2267</a:t>
            </a:fld>
            <a:endParaRPr lang="en-US" dirty="0"/>
          </a:p>
        </p:txBody>
      </p:sp>
    </p:spTree>
    <p:extLst>
      <p:ext uri="{BB962C8B-B14F-4D97-AF65-F5344CB8AC3E}">
        <p14:creationId xmlns:p14="http://schemas.microsoft.com/office/powerpoint/2010/main" val="2796307405"/>
      </p:ext>
    </p:extLst>
  </p:cSld>
  <p:clrMapOvr>
    <a:masterClrMapping/>
  </p:clrMapOvr>
</p:notes>
</file>

<file path=ppt/notesSlides/notesSlide2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2268</a:t>
            </a:fld>
            <a:endParaRPr lang="en-US" dirty="0"/>
          </a:p>
        </p:txBody>
      </p:sp>
    </p:spTree>
    <p:extLst>
      <p:ext uri="{BB962C8B-B14F-4D97-AF65-F5344CB8AC3E}">
        <p14:creationId xmlns:p14="http://schemas.microsoft.com/office/powerpoint/2010/main" val="4010777423"/>
      </p:ext>
    </p:extLst>
  </p:cSld>
  <p:clrMapOvr>
    <a:masterClrMapping/>
  </p:clrMapOvr>
</p:notes>
</file>

<file path=ppt/notesSlides/notesSlide2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2269</a:t>
            </a:fld>
            <a:endParaRPr lang="en-US" dirty="0"/>
          </a:p>
        </p:txBody>
      </p:sp>
    </p:spTree>
    <p:extLst>
      <p:ext uri="{BB962C8B-B14F-4D97-AF65-F5344CB8AC3E}">
        <p14:creationId xmlns:p14="http://schemas.microsoft.com/office/powerpoint/2010/main" val="3745679373"/>
      </p:ext>
    </p:extLst>
  </p:cSld>
  <p:clrMapOvr>
    <a:masterClrMapping/>
  </p:clrMapOvr>
</p:notes>
</file>

<file path=ppt/notesSlides/notesSlide2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2272</a:t>
            </a:fld>
            <a:endParaRPr lang="en-US" dirty="0"/>
          </a:p>
        </p:txBody>
      </p:sp>
    </p:spTree>
    <p:extLst>
      <p:ext uri="{BB962C8B-B14F-4D97-AF65-F5344CB8AC3E}">
        <p14:creationId xmlns:p14="http://schemas.microsoft.com/office/powerpoint/2010/main" val="716281397"/>
      </p:ext>
    </p:extLst>
  </p:cSld>
  <p:clrMapOvr>
    <a:masterClrMapping/>
  </p:clrMapOvr>
</p:notes>
</file>

<file path=ppt/notesSlides/notesSlide2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2273</a:t>
            </a:fld>
            <a:endParaRPr lang="en-US" dirty="0"/>
          </a:p>
        </p:txBody>
      </p:sp>
    </p:spTree>
    <p:extLst>
      <p:ext uri="{BB962C8B-B14F-4D97-AF65-F5344CB8AC3E}">
        <p14:creationId xmlns:p14="http://schemas.microsoft.com/office/powerpoint/2010/main" val="2963471695"/>
      </p:ext>
    </p:extLst>
  </p:cSld>
  <p:clrMapOvr>
    <a:masterClrMapping/>
  </p:clrMapOvr>
</p:notes>
</file>

<file path=ppt/notesSlides/notesSlide2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2274</a:t>
            </a:fld>
            <a:endParaRPr lang="en-US" dirty="0"/>
          </a:p>
        </p:txBody>
      </p:sp>
    </p:spTree>
    <p:extLst>
      <p:ext uri="{BB962C8B-B14F-4D97-AF65-F5344CB8AC3E}">
        <p14:creationId xmlns:p14="http://schemas.microsoft.com/office/powerpoint/2010/main" val="2635149094"/>
      </p:ext>
    </p:extLst>
  </p:cSld>
  <p:clrMapOvr>
    <a:masterClrMapping/>
  </p:clrMapOvr>
</p:notes>
</file>

<file path=ppt/notesSlides/notesSlide2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2275</a:t>
            </a:fld>
            <a:endParaRPr lang="en-US" dirty="0"/>
          </a:p>
        </p:txBody>
      </p:sp>
    </p:spTree>
    <p:extLst>
      <p:ext uri="{BB962C8B-B14F-4D97-AF65-F5344CB8AC3E}">
        <p14:creationId xmlns:p14="http://schemas.microsoft.com/office/powerpoint/2010/main" val="2816344087"/>
      </p:ext>
    </p:extLst>
  </p:cSld>
  <p:clrMapOvr>
    <a:masterClrMapping/>
  </p:clrMapOvr>
</p:notes>
</file>

<file path=ppt/notesSlides/notesSlide2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2276</a:t>
            </a:fld>
            <a:endParaRPr lang="en-US" dirty="0"/>
          </a:p>
        </p:txBody>
      </p:sp>
    </p:spTree>
    <p:extLst>
      <p:ext uri="{BB962C8B-B14F-4D97-AF65-F5344CB8AC3E}">
        <p14:creationId xmlns:p14="http://schemas.microsoft.com/office/powerpoint/2010/main" val="950584504"/>
      </p:ext>
    </p:extLst>
  </p:cSld>
  <p:clrMapOvr>
    <a:masterClrMapping/>
  </p:clrMapOvr>
</p:notes>
</file>

<file path=ppt/notesSlides/notesSlide2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2277</a:t>
            </a:fld>
            <a:endParaRPr lang="en-US" dirty="0"/>
          </a:p>
        </p:txBody>
      </p:sp>
    </p:spTree>
    <p:extLst>
      <p:ext uri="{BB962C8B-B14F-4D97-AF65-F5344CB8AC3E}">
        <p14:creationId xmlns:p14="http://schemas.microsoft.com/office/powerpoint/2010/main" val="1041828205"/>
      </p:ext>
    </p:extLst>
  </p:cSld>
  <p:clrMapOvr>
    <a:masterClrMapping/>
  </p:clrMapOvr>
</p:notes>
</file>

<file path=ppt/notesSlides/notesSlide2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2278</a:t>
            </a:fld>
            <a:endParaRPr lang="en-US" dirty="0"/>
          </a:p>
        </p:txBody>
      </p:sp>
    </p:spTree>
    <p:extLst>
      <p:ext uri="{BB962C8B-B14F-4D97-AF65-F5344CB8AC3E}">
        <p14:creationId xmlns:p14="http://schemas.microsoft.com/office/powerpoint/2010/main" val="857342368"/>
      </p:ext>
    </p:extLst>
  </p:cSld>
  <p:clrMapOvr>
    <a:masterClrMapping/>
  </p:clrMapOvr>
</p:notes>
</file>

<file path=ppt/notesSlides/notesSlide2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2279</a:t>
            </a:fld>
            <a:endParaRPr lang="en-US" dirty="0"/>
          </a:p>
        </p:txBody>
      </p:sp>
    </p:spTree>
    <p:extLst>
      <p:ext uri="{BB962C8B-B14F-4D97-AF65-F5344CB8AC3E}">
        <p14:creationId xmlns:p14="http://schemas.microsoft.com/office/powerpoint/2010/main" val="3781627166"/>
      </p:ext>
    </p:extLst>
  </p:cSld>
  <p:clrMapOvr>
    <a:masterClrMapping/>
  </p:clrMapOvr>
</p:notes>
</file>

<file path=ppt/notesSlides/notesSlide2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2280</a:t>
            </a:fld>
            <a:endParaRPr lang="en-US" dirty="0"/>
          </a:p>
        </p:txBody>
      </p:sp>
    </p:spTree>
    <p:extLst>
      <p:ext uri="{BB962C8B-B14F-4D97-AF65-F5344CB8AC3E}">
        <p14:creationId xmlns:p14="http://schemas.microsoft.com/office/powerpoint/2010/main" val="3405730588"/>
      </p:ext>
    </p:extLst>
  </p:cSld>
  <p:clrMapOvr>
    <a:masterClrMapping/>
  </p:clrMapOvr>
</p:notes>
</file>

<file path=ppt/notesSlides/notesSlide2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2281</a:t>
            </a:fld>
            <a:endParaRPr lang="en-US" dirty="0"/>
          </a:p>
        </p:txBody>
      </p:sp>
    </p:spTree>
    <p:extLst>
      <p:ext uri="{BB962C8B-B14F-4D97-AF65-F5344CB8AC3E}">
        <p14:creationId xmlns:p14="http://schemas.microsoft.com/office/powerpoint/2010/main" val="652686359"/>
      </p:ext>
    </p:extLst>
  </p:cSld>
  <p:clrMapOvr>
    <a:masterClrMapping/>
  </p:clrMapOvr>
</p:notes>
</file>

<file path=ppt/notesSlides/notesSlide2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2282</a:t>
            </a:fld>
            <a:endParaRPr lang="en-US" dirty="0"/>
          </a:p>
        </p:txBody>
      </p:sp>
    </p:spTree>
    <p:extLst>
      <p:ext uri="{BB962C8B-B14F-4D97-AF65-F5344CB8AC3E}">
        <p14:creationId xmlns:p14="http://schemas.microsoft.com/office/powerpoint/2010/main" val="1664519788"/>
      </p:ext>
    </p:extLst>
  </p:cSld>
  <p:clrMapOvr>
    <a:masterClrMapping/>
  </p:clrMapOvr>
</p:notes>
</file>

<file path=ppt/notesSlides/notesSlide2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2283</a:t>
            </a:fld>
            <a:endParaRPr lang="en-US" dirty="0"/>
          </a:p>
        </p:txBody>
      </p:sp>
    </p:spTree>
    <p:extLst>
      <p:ext uri="{BB962C8B-B14F-4D97-AF65-F5344CB8AC3E}">
        <p14:creationId xmlns:p14="http://schemas.microsoft.com/office/powerpoint/2010/main" val="1735731195"/>
      </p:ext>
    </p:extLst>
  </p:cSld>
  <p:clrMapOvr>
    <a:masterClrMapping/>
  </p:clrMapOvr>
</p:notes>
</file>

<file path=ppt/notesSlides/notesSlide2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2284</a:t>
            </a:fld>
            <a:endParaRPr lang="en-US" dirty="0"/>
          </a:p>
        </p:txBody>
      </p:sp>
    </p:spTree>
    <p:extLst>
      <p:ext uri="{BB962C8B-B14F-4D97-AF65-F5344CB8AC3E}">
        <p14:creationId xmlns:p14="http://schemas.microsoft.com/office/powerpoint/2010/main" val="338224280"/>
      </p:ext>
    </p:extLst>
  </p:cSld>
  <p:clrMapOvr>
    <a:masterClrMapping/>
  </p:clrMapOvr>
</p:notes>
</file>

<file path=ppt/notesSlides/notesSlide2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2285</a:t>
            </a:fld>
            <a:endParaRPr lang="en-US" dirty="0"/>
          </a:p>
        </p:txBody>
      </p:sp>
    </p:spTree>
    <p:extLst>
      <p:ext uri="{BB962C8B-B14F-4D97-AF65-F5344CB8AC3E}">
        <p14:creationId xmlns:p14="http://schemas.microsoft.com/office/powerpoint/2010/main" val="61439507"/>
      </p:ext>
    </p:extLst>
  </p:cSld>
  <p:clrMapOvr>
    <a:masterClrMapping/>
  </p:clrMapOvr>
</p:notes>
</file>

<file path=ppt/notesSlides/notesSlide2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2288</a:t>
            </a:fld>
            <a:endParaRPr lang="en-US" dirty="0"/>
          </a:p>
        </p:txBody>
      </p:sp>
    </p:spTree>
    <p:extLst>
      <p:ext uri="{BB962C8B-B14F-4D97-AF65-F5344CB8AC3E}">
        <p14:creationId xmlns:p14="http://schemas.microsoft.com/office/powerpoint/2010/main" val="3692232445"/>
      </p:ext>
    </p:extLst>
  </p:cSld>
  <p:clrMapOvr>
    <a:masterClrMapping/>
  </p:clrMapOvr>
</p:notes>
</file>

<file path=ppt/notesSlides/notesSlide2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2289</a:t>
            </a:fld>
            <a:endParaRPr lang="en-US" dirty="0"/>
          </a:p>
        </p:txBody>
      </p:sp>
    </p:spTree>
    <p:extLst>
      <p:ext uri="{BB962C8B-B14F-4D97-AF65-F5344CB8AC3E}">
        <p14:creationId xmlns:p14="http://schemas.microsoft.com/office/powerpoint/2010/main" val="451746938"/>
      </p:ext>
    </p:extLst>
  </p:cSld>
  <p:clrMapOvr>
    <a:masterClrMapping/>
  </p:clrMapOvr>
</p:notes>
</file>

<file path=ppt/notesSlides/notesSlide2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2290</a:t>
            </a:fld>
            <a:endParaRPr lang="en-US" dirty="0"/>
          </a:p>
        </p:txBody>
      </p:sp>
    </p:spTree>
    <p:extLst>
      <p:ext uri="{BB962C8B-B14F-4D97-AF65-F5344CB8AC3E}">
        <p14:creationId xmlns:p14="http://schemas.microsoft.com/office/powerpoint/2010/main" val="2059503040"/>
      </p:ext>
    </p:extLst>
  </p:cSld>
  <p:clrMapOvr>
    <a:masterClrMapping/>
  </p:clrMapOvr>
</p:notes>
</file>

<file path=ppt/notesSlides/notesSlide2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2291</a:t>
            </a:fld>
            <a:endParaRPr lang="en-US" dirty="0"/>
          </a:p>
        </p:txBody>
      </p:sp>
    </p:spTree>
    <p:extLst>
      <p:ext uri="{BB962C8B-B14F-4D97-AF65-F5344CB8AC3E}">
        <p14:creationId xmlns:p14="http://schemas.microsoft.com/office/powerpoint/2010/main" val="1084589679"/>
      </p:ext>
    </p:extLst>
  </p:cSld>
  <p:clrMapOvr>
    <a:masterClrMapping/>
  </p:clrMapOvr>
</p:notes>
</file>

<file path=ppt/notesSlides/notesSlide2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2292</a:t>
            </a:fld>
            <a:endParaRPr lang="en-US" dirty="0"/>
          </a:p>
        </p:txBody>
      </p:sp>
    </p:spTree>
    <p:extLst>
      <p:ext uri="{BB962C8B-B14F-4D97-AF65-F5344CB8AC3E}">
        <p14:creationId xmlns:p14="http://schemas.microsoft.com/office/powerpoint/2010/main" val="3213822088"/>
      </p:ext>
    </p:extLst>
  </p:cSld>
  <p:clrMapOvr>
    <a:masterClrMapping/>
  </p:clrMapOvr>
</p:notes>
</file>

<file path=ppt/notesSlides/notesSlide2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2293</a:t>
            </a:fld>
            <a:endParaRPr lang="en-US" dirty="0"/>
          </a:p>
        </p:txBody>
      </p:sp>
    </p:spTree>
    <p:extLst>
      <p:ext uri="{BB962C8B-B14F-4D97-AF65-F5344CB8AC3E}">
        <p14:creationId xmlns:p14="http://schemas.microsoft.com/office/powerpoint/2010/main" val="650420322"/>
      </p:ext>
    </p:extLst>
  </p:cSld>
  <p:clrMapOvr>
    <a:masterClrMapping/>
  </p:clrMapOvr>
</p:notes>
</file>

<file path=ppt/notesSlides/notesSlide2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2294</a:t>
            </a:fld>
            <a:endParaRPr lang="en-US" dirty="0"/>
          </a:p>
        </p:txBody>
      </p:sp>
    </p:spTree>
    <p:extLst>
      <p:ext uri="{BB962C8B-B14F-4D97-AF65-F5344CB8AC3E}">
        <p14:creationId xmlns:p14="http://schemas.microsoft.com/office/powerpoint/2010/main" val="3644120396"/>
      </p:ext>
    </p:extLst>
  </p:cSld>
  <p:clrMapOvr>
    <a:masterClrMapping/>
  </p:clrMapOvr>
</p:notes>
</file>

<file path=ppt/notesSlides/notesSlide2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2295</a:t>
            </a:fld>
            <a:endParaRPr lang="en-US" dirty="0"/>
          </a:p>
        </p:txBody>
      </p:sp>
    </p:spTree>
    <p:extLst>
      <p:ext uri="{BB962C8B-B14F-4D97-AF65-F5344CB8AC3E}">
        <p14:creationId xmlns:p14="http://schemas.microsoft.com/office/powerpoint/2010/main" val="2148287191"/>
      </p:ext>
    </p:extLst>
  </p:cSld>
  <p:clrMapOvr>
    <a:masterClrMapping/>
  </p:clrMapOvr>
</p:notes>
</file>

<file path=ppt/notesSlides/notesSlide2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2296</a:t>
            </a:fld>
            <a:endParaRPr lang="en-US" dirty="0"/>
          </a:p>
        </p:txBody>
      </p:sp>
    </p:spTree>
    <p:extLst>
      <p:ext uri="{BB962C8B-B14F-4D97-AF65-F5344CB8AC3E}">
        <p14:creationId xmlns:p14="http://schemas.microsoft.com/office/powerpoint/2010/main" val="2776892383"/>
      </p:ext>
    </p:extLst>
  </p:cSld>
  <p:clrMapOvr>
    <a:masterClrMapping/>
  </p:clrMapOvr>
</p:notes>
</file>

<file path=ppt/notesSlides/notesSlide2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2297</a:t>
            </a:fld>
            <a:endParaRPr lang="en-US" dirty="0"/>
          </a:p>
        </p:txBody>
      </p:sp>
    </p:spTree>
    <p:extLst>
      <p:ext uri="{BB962C8B-B14F-4D97-AF65-F5344CB8AC3E}">
        <p14:creationId xmlns:p14="http://schemas.microsoft.com/office/powerpoint/2010/main" val="444240395"/>
      </p:ext>
    </p:extLst>
  </p:cSld>
  <p:clrMapOvr>
    <a:masterClrMapping/>
  </p:clrMapOvr>
</p:notes>
</file>

<file path=ppt/notesSlides/notesSlide2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2298</a:t>
            </a:fld>
            <a:endParaRPr lang="en-US" dirty="0"/>
          </a:p>
        </p:txBody>
      </p:sp>
    </p:spTree>
    <p:extLst>
      <p:ext uri="{BB962C8B-B14F-4D97-AF65-F5344CB8AC3E}">
        <p14:creationId xmlns:p14="http://schemas.microsoft.com/office/powerpoint/2010/main" val="4251849462"/>
      </p:ext>
    </p:extLst>
  </p:cSld>
  <p:clrMapOvr>
    <a:masterClrMapping/>
  </p:clrMapOvr>
</p:notes>
</file>

<file path=ppt/notesSlides/notesSlide2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2299</a:t>
            </a:fld>
            <a:endParaRPr lang="en-US" dirty="0"/>
          </a:p>
        </p:txBody>
      </p:sp>
    </p:spTree>
    <p:extLst>
      <p:ext uri="{BB962C8B-B14F-4D97-AF65-F5344CB8AC3E}">
        <p14:creationId xmlns:p14="http://schemas.microsoft.com/office/powerpoint/2010/main" val="2093113582"/>
      </p:ext>
    </p:extLst>
  </p:cSld>
  <p:clrMapOvr>
    <a:masterClrMapping/>
  </p:clrMapOvr>
</p:notes>
</file>

<file path=ppt/notesSlides/notesSlide2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2300</a:t>
            </a:fld>
            <a:endParaRPr lang="en-US" dirty="0"/>
          </a:p>
        </p:txBody>
      </p:sp>
    </p:spTree>
    <p:extLst>
      <p:ext uri="{BB962C8B-B14F-4D97-AF65-F5344CB8AC3E}">
        <p14:creationId xmlns:p14="http://schemas.microsoft.com/office/powerpoint/2010/main" val="1107569504"/>
      </p:ext>
    </p:extLst>
  </p:cSld>
  <p:clrMapOvr>
    <a:masterClrMapping/>
  </p:clrMapOvr>
</p:notes>
</file>

<file path=ppt/notesSlides/notesSlide2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2301</a:t>
            </a:fld>
            <a:endParaRPr lang="en-US" dirty="0"/>
          </a:p>
        </p:txBody>
      </p:sp>
    </p:spTree>
    <p:extLst>
      <p:ext uri="{BB962C8B-B14F-4D97-AF65-F5344CB8AC3E}">
        <p14:creationId xmlns:p14="http://schemas.microsoft.com/office/powerpoint/2010/main" val="1159779921"/>
      </p:ext>
    </p:extLst>
  </p:cSld>
  <p:clrMapOvr>
    <a:masterClrMapping/>
  </p:clrMapOvr>
</p:notes>
</file>

<file path=ppt/notesSlides/notesSlide2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2305</a:t>
            </a:fld>
            <a:endParaRPr lang="en-US" dirty="0"/>
          </a:p>
        </p:txBody>
      </p:sp>
    </p:spTree>
    <p:extLst>
      <p:ext uri="{BB962C8B-B14F-4D97-AF65-F5344CB8AC3E}">
        <p14:creationId xmlns:p14="http://schemas.microsoft.com/office/powerpoint/2010/main" val="910268715"/>
      </p:ext>
    </p:extLst>
  </p:cSld>
  <p:clrMapOvr>
    <a:masterClrMapping/>
  </p:clrMapOvr>
</p:notes>
</file>

<file path=ppt/notesSlides/notesSlide2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2306</a:t>
            </a:fld>
            <a:endParaRPr lang="en-US" dirty="0"/>
          </a:p>
        </p:txBody>
      </p:sp>
    </p:spTree>
    <p:extLst>
      <p:ext uri="{BB962C8B-B14F-4D97-AF65-F5344CB8AC3E}">
        <p14:creationId xmlns:p14="http://schemas.microsoft.com/office/powerpoint/2010/main" val="2198003756"/>
      </p:ext>
    </p:extLst>
  </p:cSld>
  <p:clrMapOvr>
    <a:masterClrMapping/>
  </p:clrMapOvr>
</p:notes>
</file>

<file path=ppt/notesSlides/notesSlide2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2307</a:t>
            </a:fld>
            <a:endParaRPr lang="en-US" dirty="0"/>
          </a:p>
        </p:txBody>
      </p:sp>
    </p:spTree>
    <p:extLst>
      <p:ext uri="{BB962C8B-B14F-4D97-AF65-F5344CB8AC3E}">
        <p14:creationId xmlns:p14="http://schemas.microsoft.com/office/powerpoint/2010/main" val="2734207525"/>
      </p:ext>
    </p:extLst>
  </p:cSld>
  <p:clrMapOvr>
    <a:masterClrMapping/>
  </p:clrMapOvr>
</p:notes>
</file>

<file path=ppt/notesSlides/notesSlide2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2308</a:t>
            </a:fld>
            <a:endParaRPr lang="en-US" dirty="0"/>
          </a:p>
        </p:txBody>
      </p:sp>
    </p:spTree>
    <p:extLst>
      <p:ext uri="{BB962C8B-B14F-4D97-AF65-F5344CB8AC3E}">
        <p14:creationId xmlns:p14="http://schemas.microsoft.com/office/powerpoint/2010/main" val="3204576521"/>
      </p:ext>
    </p:extLst>
  </p:cSld>
  <p:clrMapOvr>
    <a:masterClrMapping/>
  </p:clrMapOvr>
</p:notes>
</file>

<file path=ppt/notesSlides/notesSlide2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2309</a:t>
            </a:fld>
            <a:endParaRPr lang="en-US" dirty="0"/>
          </a:p>
        </p:txBody>
      </p:sp>
    </p:spTree>
    <p:extLst>
      <p:ext uri="{BB962C8B-B14F-4D97-AF65-F5344CB8AC3E}">
        <p14:creationId xmlns:p14="http://schemas.microsoft.com/office/powerpoint/2010/main" val="2249600902"/>
      </p:ext>
    </p:extLst>
  </p:cSld>
  <p:clrMapOvr>
    <a:masterClrMapping/>
  </p:clrMapOvr>
</p:notes>
</file>

<file path=ppt/notesSlides/notesSlide2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2310</a:t>
            </a:fld>
            <a:endParaRPr lang="en-US" dirty="0"/>
          </a:p>
        </p:txBody>
      </p:sp>
    </p:spTree>
    <p:extLst>
      <p:ext uri="{BB962C8B-B14F-4D97-AF65-F5344CB8AC3E}">
        <p14:creationId xmlns:p14="http://schemas.microsoft.com/office/powerpoint/2010/main" val="1176973747"/>
      </p:ext>
    </p:extLst>
  </p:cSld>
  <p:clrMapOvr>
    <a:masterClrMapping/>
  </p:clrMapOvr>
</p:notes>
</file>

<file path=ppt/notesSlides/notesSlide2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2311</a:t>
            </a:fld>
            <a:endParaRPr lang="en-US" dirty="0"/>
          </a:p>
        </p:txBody>
      </p:sp>
    </p:spTree>
    <p:extLst>
      <p:ext uri="{BB962C8B-B14F-4D97-AF65-F5344CB8AC3E}">
        <p14:creationId xmlns:p14="http://schemas.microsoft.com/office/powerpoint/2010/main" val="2106181069"/>
      </p:ext>
    </p:extLst>
  </p:cSld>
  <p:clrMapOvr>
    <a:masterClrMapping/>
  </p:clrMapOvr>
</p:notes>
</file>

<file path=ppt/notesSlides/notesSlide2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2312</a:t>
            </a:fld>
            <a:endParaRPr lang="en-US" dirty="0"/>
          </a:p>
        </p:txBody>
      </p:sp>
    </p:spTree>
    <p:extLst>
      <p:ext uri="{BB962C8B-B14F-4D97-AF65-F5344CB8AC3E}">
        <p14:creationId xmlns:p14="http://schemas.microsoft.com/office/powerpoint/2010/main" val="906355512"/>
      </p:ext>
    </p:extLst>
  </p:cSld>
  <p:clrMapOvr>
    <a:masterClrMapping/>
  </p:clrMapOvr>
</p:notes>
</file>

<file path=ppt/notesSlides/notesSlide2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2313</a:t>
            </a:fld>
            <a:endParaRPr lang="en-US" dirty="0"/>
          </a:p>
        </p:txBody>
      </p:sp>
    </p:spTree>
    <p:extLst>
      <p:ext uri="{BB962C8B-B14F-4D97-AF65-F5344CB8AC3E}">
        <p14:creationId xmlns:p14="http://schemas.microsoft.com/office/powerpoint/2010/main" val="1271708406"/>
      </p:ext>
    </p:extLst>
  </p:cSld>
  <p:clrMapOvr>
    <a:masterClrMapping/>
  </p:clrMapOvr>
</p:notes>
</file>

<file path=ppt/notesSlides/notesSlide2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2314</a:t>
            </a:fld>
            <a:endParaRPr lang="en-US" dirty="0"/>
          </a:p>
        </p:txBody>
      </p:sp>
    </p:spTree>
    <p:extLst>
      <p:ext uri="{BB962C8B-B14F-4D97-AF65-F5344CB8AC3E}">
        <p14:creationId xmlns:p14="http://schemas.microsoft.com/office/powerpoint/2010/main" val="2271726778"/>
      </p:ext>
    </p:extLst>
  </p:cSld>
  <p:clrMapOvr>
    <a:masterClrMapping/>
  </p:clrMapOvr>
</p:notes>
</file>

<file path=ppt/notesSlides/notesSlide2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2315</a:t>
            </a:fld>
            <a:endParaRPr lang="en-US" dirty="0"/>
          </a:p>
        </p:txBody>
      </p:sp>
    </p:spTree>
    <p:extLst>
      <p:ext uri="{BB962C8B-B14F-4D97-AF65-F5344CB8AC3E}">
        <p14:creationId xmlns:p14="http://schemas.microsoft.com/office/powerpoint/2010/main" val="2705263847"/>
      </p:ext>
    </p:extLst>
  </p:cSld>
  <p:clrMapOvr>
    <a:masterClrMapping/>
  </p:clrMapOvr>
</p:notes>
</file>

<file path=ppt/notesSlides/notesSlide2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2316</a:t>
            </a:fld>
            <a:endParaRPr lang="en-US" dirty="0"/>
          </a:p>
        </p:txBody>
      </p:sp>
    </p:spTree>
    <p:extLst>
      <p:ext uri="{BB962C8B-B14F-4D97-AF65-F5344CB8AC3E}">
        <p14:creationId xmlns:p14="http://schemas.microsoft.com/office/powerpoint/2010/main" val="153567149"/>
      </p:ext>
    </p:extLst>
  </p:cSld>
  <p:clrMapOvr>
    <a:masterClrMapping/>
  </p:clrMapOvr>
</p:notes>
</file>

<file path=ppt/notesSlides/notesSlide2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2317</a:t>
            </a:fld>
            <a:endParaRPr lang="en-US" dirty="0"/>
          </a:p>
        </p:txBody>
      </p:sp>
    </p:spTree>
    <p:extLst>
      <p:ext uri="{BB962C8B-B14F-4D97-AF65-F5344CB8AC3E}">
        <p14:creationId xmlns:p14="http://schemas.microsoft.com/office/powerpoint/2010/main" val="3117998600"/>
      </p:ext>
    </p:extLst>
  </p:cSld>
  <p:clrMapOvr>
    <a:masterClrMapping/>
  </p:clrMapOvr>
</p:notes>
</file>

<file path=ppt/notesSlides/notesSlide2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2318</a:t>
            </a:fld>
            <a:endParaRPr lang="en-US" dirty="0"/>
          </a:p>
        </p:txBody>
      </p:sp>
    </p:spTree>
    <p:extLst>
      <p:ext uri="{BB962C8B-B14F-4D97-AF65-F5344CB8AC3E}">
        <p14:creationId xmlns:p14="http://schemas.microsoft.com/office/powerpoint/2010/main" val="1114240295"/>
      </p:ext>
    </p:extLst>
  </p:cSld>
  <p:clrMapOvr>
    <a:masterClrMapping/>
  </p:clrMapOvr>
</p:notes>
</file>

<file path=ppt/notesSlides/notesSlide2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2321</a:t>
            </a:fld>
            <a:endParaRPr lang="en-US" dirty="0"/>
          </a:p>
        </p:txBody>
      </p:sp>
    </p:spTree>
    <p:extLst>
      <p:ext uri="{BB962C8B-B14F-4D97-AF65-F5344CB8AC3E}">
        <p14:creationId xmlns:p14="http://schemas.microsoft.com/office/powerpoint/2010/main" val="1612119995"/>
      </p:ext>
    </p:extLst>
  </p:cSld>
  <p:clrMapOvr>
    <a:masterClrMapping/>
  </p:clrMapOvr>
</p:notes>
</file>

<file path=ppt/notesSlides/notesSlide2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2322</a:t>
            </a:fld>
            <a:endParaRPr lang="en-US" dirty="0"/>
          </a:p>
        </p:txBody>
      </p:sp>
    </p:spTree>
    <p:extLst>
      <p:ext uri="{BB962C8B-B14F-4D97-AF65-F5344CB8AC3E}">
        <p14:creationId xmlns:p14="http://schemas.microsoft.com/office/powerpoint/2010/main" val="1150513351"/>
      </p:ext>
    </p:extLst>
  </p:cSld>
  <p:clrMapOvr>
    <a:masterClrMapping/>
  </p:clrMapOvr>
</p:notes>
</file>

<file path=ppt/notesSlides/notesSlide2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2323</a:t>
            </a:fld>
            <a:endParaRPr lang="en-US" dirty="0"/>
          </a:p>
        </p:txBody>
      </p:sp>
    </p:spTree>
    <p:extLst>
      <p:ext uri="{BB962C8B-B14F-4D97-AF65-F5344CB8AC3E}">
        <p14:creationId xmlns:p14="http://schemas.microsoft.com/office/powerpoint/2010/main" val="2990701786"/>
      </p:ext>
    </p:extLst>
  </p:cSld>
  <p:clrMapOvr>
    <a:masterClrMapping/>
  </p:clrMapOvr>
</p:notes>
</file>

<file path=ppt/notesSlides/notesSlide2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2324</a:t>
            </a:fld>
            <a:endParaRPr lang="en-US" dirty="0"/>
          </a:p>
        </p:txBody>
      </p:sp>
    </p:spTree>
    <p:extLst>
      <p:ext uri="{BB962C8B-B14F-4D97-AF65-F5344CB8AC3E}">
        <p14:creationId xmlns:p14="http://schemas.microsoft.com/office/powerpoint/2010/main" val="3849444187"/>
      </p:ext>
    </p:extLst>
  </p:cSld>
  <p:clrMapOvr>
    <a:masterClrMapping/>
  </p:clrMapOvr>
</p:notes>
</file>

<file path=ppt/notesSlides/notesSlide2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2325</a:t>
            </a:fld>
            <a:endParaRPr lang="en-US" dirty="0"/>
          </a:p>
        </p:txBody>
      </p:sp>
    </p:spTree>
    <p:extLst>
      <p:ext uri="{BB962C8B-B14F-4D97-AF65-F5344CB8AC3E}">
        <p14:creationId xmlns:p14="http://schemas.microsoft.com/office/powerpoint/2010/main" val="3024639630"/>
      </p:ext>
    </p:extLst>
  </p:cSld>
  <p:clrMapOvr>
    <a:masterClrMapping/>
  </p:clrMapOvr>
</p:notes>
</file>

<file path=ppt/notesSlides/notesSlide2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2326</a:t>
            </a:fld>
            <a:endParaRPr lang="en-US" dirty="0"/>
          </a:p>
        </p:txBody>
      </p:sp>
    </p:spTree>
    <p:extLst>
      <p:ext uri="{BB962C8B-B14F-4D97-AF65-F5344CB8AC3E}">
        <p14:creationId xmlns:p14="http://schemas.microsoft.com/office/powerpoint/2010/main" val="2433782455"/>
      </p:ext>
    </p:extLst>
  </p:cSld>
  <p:clrMapOvr>
    <a:masterClrMapping/>
  </p:clrMapOvr>
</p:notes>
</file>

<file path=ppt/notesSlides/notesSlide2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2327</a:t>
            </a:fld>
            <a:endParaRPr lang="en-US" dirty="0"/>
          </a:p>
        </p:txBody>
      </p:sp>
    </p:spTree>
    <p:extLst>
      <p:ext uri="{BB962C8B-B14F-4D97-AF65-F5344CB8AC3E}">
        <p14:creationId xmlns:p14="http://schemas.microsoft.com/office/powerpoint/2010/main" val="2350760272"/>
      </p:ext>
    </p:extLst>
  </p:cSld>
  <p:clrMapOvr>
    <a:masterClrMapping/>
  </p:clrMapOvr>
</p:notes>
</file>

<file path=ppt/notesSlides/notesSlide2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2328</a:t>
            </a:fld>
            <a:endParaRPr lang="en-US" dirty="0"/>
          </a:p>
        </p:txBody>
      </p:sp>
    </p:spTree>
    <p:extLst>
      <p:ext uri="{BB962C8B-B14F-4D97-AF65-F5344CB8AC3E}">
        <p14:creationId xmlns:p14="http://schemas.microsoft.com/office/powerpoint/2010/main" val="279797149"/>
      </p:ext>
    </p:extLst>
  </p:cSld>
  <p:clrMapOvr>
    <a:masterClrMapping/>
  </p:clrMapOvr>
</p:notes>
</file>

<file path=ppt/notesSlides/notesSlide2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2329</a:t>
            </a:fld>
            <a:endParaRPr lang="en-US" dirty="0"/>
          </a:p>
        </p:txBody>
      </p:sp>
    </p:spTree>
    <p:extLst>
      <p:ext uri="{BB962C8B-B14F-4D97-AF65-F5344CB8AC3E}">
        <p14:creationId xmlns:p14="http://schemas.microsoft.com/office/powerpoint/2010/main" val="2175965017"/>
      </p:ext>
    </p:extLst>
  </p:cSld>
  <p:clrMapOvr>
    <a:masterClrMapping/>
  </p:clrMapOvr>
</p:notes>
</file>

<file path=ppt/notesSlides/notesSlide2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2330</a:t>
            </a:fld>
            <a:endParaRPr lang="en-US" dirty="0"/>
          </a:p>
        </p:txBody>
      </p:sp>
    </p:spTree>
    <p:extLst>
      <p:ext uri="{BB962C8B-B14F-4D97-AF65-F5344CB8AC3E}">
        <p14:creationId xmlns:p14="http://schemas.microsoft.com/office/powerpoint/2010/main" val="3313131323"/>
      </p:ext>
    </p:extLst>
  </p:cSld>
  <p:clrMapOvr>
    <a:masterClrMapping/>
  </p:clrMapOvr>
</p:notes>
</file>

<file path=ppt/notesSlides/notesSlide2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2331</a:t>
            </a:fld>
            <a:endParaRPr lang="en-US" dirty="0"/>
          </a:p>
        </p:txBody>
      </p:sp>
    </p:spTree>
    <p:extLst>
      <p:ext uri="{BB962C8B-B14F-4D97-AF65-F5344CB8AC3E}">
        <p14:creationId xmlns:p14="http://schemas.microsoft.com/office/powerpoint/2010/main" val="691405266"/>
      </p:ext>
    </p:extLst>
  </p:cSld>
  <p:clrMapOvr>
    <a:masterClrMapping/>
  </p:clrMapOvr>
</p:notes>
</file>

<file path=ppt/notesSlides/notesSlide2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2332</a:t>
            </a:fld>
            <a:endParaRPr lang="en-US" dirty="0"/>
          </a:p>
        </p:txBody>
      </p:sp>
    </p:spTree>
    <p:extLst>
      <p:ext uri="{BB962C8B-B14F-4D97-AF65-F5344CB8AC3E}">
        <p14:creationId xmlns:p14="http://schemas.microsoft.com/office/powerpoint/2010/main" val="2510692667"/>
      </p:ext>
    </p:extLst>
  </p:cSld>
  <p:clrMapOvr>
    <a:masterClrMapping/>
  </p:clrMapOvr>
</p:notes>
</file>

<file path=ppt/notesSlides/notesSlide2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2333</a:t>
            </a:fld>
            <a:endParaRPr lang="en-US" dirty="0"/>
          </a:p>
        </p:txBody>
      </p:sp>
    </p:spTree>
    <p:extLst>
      <p:ext uri="{BB962C8B-B14F-4D97-AF65-F5344CB8AC3E}">
        <p14:creationId xmlns:p14="http://schemas.microsoft.com/office/powerpoint/2010/main" val="3475279444"/>
      </p:ext>
    </p:extLst>
  </p:cSld>
  <p:clrMapOvr>
    <a:masterClrMapping/>
  </p:clrMapOvr>
</p:notes>
</file>

<file path=ppt/notesSlides/notesSlide2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2334</a:t>
            </a:fld>
            <a:endParaRPr lang="en-US" dirty="0"/>
          </a:p>
        </p:txBody>
      </p:sp>
    </p:spTree>
    <p:extLst>
      <p:ext uri="{BB962C8B-B14F-4D97-AF65-F5344CB8AC3E}">
        <p14:creationId xmlns:p14="http://schemas.microsoft.com/office/powerpoint/2010/main" val="3528059710"/>
      </p:ext>
    </p:extLst>
  </p:cSld>
  <p:clrMapOvr>
    <a:masterClrMapping/>
  </p:clrMapOvr>
</p:notes>
</file>

<file path=ppt/notesSlides/notesSlide2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2337</a:t>
            </a:fld>
            <a:endParaRPr lang="en-US" dirty="0"/>
          </a:p>
        </p:txBody>
      </p:sp>
    </p:spTree>
    <p:extLst>
      <p:ext uri="{BB962C8B-B14F-4D97-AF65-F5344CB8AC3E}">
        <p14:creationId xmlns:p14="http://schemas.microsoft.com/office/powerpoint/2010/main" val="156128131"/>
      </p:ext>
    </p:extLst>
  </p:cSld>
  <p:clrMapOvr>
    <a:masterClrMapping/>
  </p:clrMapOvr>
</p:notes>
</file>

<file path=ppt/notesSlides/notesSlide2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2338</a:t>
            </a:fld>
            <a:endParaRPr lang="en-US" dirty="0"/>
          </a:p>
        </p:txBody>
      </p:sp>
    </p:spTree>
    <p:extLst>
      <p:ext uri="{BB962C8B-B14F-4D97-AF65-F5344CB8AC3E}">
        <p14:creationId xmlns:p14="http://schemas.microsoft.com/office/powerpoint/2010/main" val="1697883709"/>
      </p:ext>
    </p:extLst>
  </p:cSld>
  <p:clrMapOvr>
    <a:masterClrMapping/>
  </p:clrMapOvr>
</p:notes>
</file>

<file path=ppt/notesSlides/notesSlide2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2339</a:t>
            </a:fld>
            <a:endParaRPr lang="en-US" dirty="0"/>
          </a:p>
        </p:txBody>
      </p:sp>
    </p:spTree>
    <p:extLst>
      <p:ext uri="{BB962C8B-B14F-4D97-AF65-F5344CB8AC3E}">
        <p14:creationId xmlns:p14="http://schemas.microsoft.com/office/powerpoint/2010/main" val="276381383"/>
      </p:ext>
    </p:extLst>
  </p:cSld>
  <p:clrMapOvr>
    <a:masterClrMapping/>
  </p:clrMapOvr>
</p:notes>
</file>

<file path=ppt/notesSlides/notesSlide2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2340</a:t>
            </a:fld>
            <a:endParaRPr lang="en-US" dirty="0"/>
          </a:p>
        </p:txBody>
      </p:sp>
    </p:spTree>
    <p:extLst>
      <p:ext uri="{BB962C8B-B14F-4D97-AF65-F5344CB8AC3E}">
        <p14:creationId xmlns:p14="http://schemas.microsoft.com/office/powerpoint/2010/main" val="198281320"/>
      </p:ext>
    </p:extLst>
  </p:cSld>
  <p:clrMapOvr>
    <a:masterClrMapping/>
  </p:clrMapOvr>
</p:notes>
</file>

<file path=ppt/notesSlides/notesSlide2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2341</a:t>
            </a:fld>
            <a:endParaRPr lang="en-US" dirty="0"/>
          </a:p>
        </p:txBody>
      </p:sp>
    </p:spTree>
    <p:extLst>
      <p:ext uri="{BB962C8B-B14F-4D97-AF65-F5344CB8AC3E}">
        <p14:creationId xmlns:p14="http://schemas.microsoft.com/office/powerpoint/2010/main" val="3395525410"/>
      </p:ext>
    </p:extLst>
  </p:cSld>
  <p:clrMapOvr>
    <a:masterClrMapping/>
  </p:clrMapOvr>
</p:notes>
</file>

<file path=ppt/notesSlides/notesSlide2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2342</a:t>
            </a:fld>
            <a:endParaRPr lang="en-US" dirty="0"/>
          </a:p>
        </p:txBody>
      </p:sp>
    </p:spTree>
    <p:extLst>
      <p:ext uri="{BB962C8B-B14F-4D97-AF65-F5344CB8AC3E}">
        <p14:creationId xmlns:p14="http://schemas.microsoft.com/office/powerpoint/2010/main" val="4006375524"/>
      </p:ext>
    </p:extLst>
  </p:cSld>
  <p:clrMapOvr>
    <a:masterClrMapping/>
  </p:clrMapOvr>
</p:notes>
</file>

<file path=ppt/notesSlides/notesSlide2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2343</a:t>
            </a:fld>
            <a:endParaRPr lang="en-US" dirty="0"/>
          </a:p>
        </p:txBody>
      </p:sp>
    </p:spTree>
    <p:extLst>
      <p:ext uri="{BB962C8B-B14F-4D97-AF65-F5344CB8AC3E}">
        <p14:creationId xmlns:p14="http://schemas.microsoft.com/office/powerpoint/2010/main" val="2503980115"/>
      </p:ext>
    </p:extLst>
  </p:cSld>
  <p:clrMapOvr>
    <a:masterClrMapping/>
  </p:clrMapOvr>
</p:notes>
</file>

<file path=ppt/notesSlides/notesSlide2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2344</a:t>
            </a:fld>
            <a:endParaRPr lang="en-US" dirty="0"/>
          </a:p>
        </p:txBody>
      </p:sp>
    </p:spTree>
    <p:extLst>
      <p:ext uri="{BB962C8B-B14F-4D97-AF65-F5344CB8AC3E}">
        <p14:creationId xmlns:p14="http://schemas.microsoft.com/office/powerpoint/2010/main" val="2336330084"/>
      </p:ext>
    </p:extLst>
  </p:cSld>
  <p:clrMapOvr>
    <a:masterClrMapping/>
  </p:clrMapOvr>
</p:notes>
</file>

<file path=ppt/notesSlides/notesSlide2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2345</a:t>
            </a:fld>
            <a:endParaRPr lang="en-US" dirty="0"/>
          </a:p>
        </p:txBody>
      </p:sp>
    </p:spTree>
    <p:extLst>
      <p:ext uri="{BB962C8B-B14F-4D97-AF65-F5344CB8AC3E}">
        <p14:creationId xmlns:p14="http://schemas.microsoft.com/office/powerpoint/2010/main" val="3063041628"/>
      </p:ext>
    </p:extLst>
  </p:cSld>
  <p:clrMapOvr>
    <a:masterClrMapping/>
  </p:clrMapOvr>
</p:notes>
</file>

<file path=ppt/notesSlides/notesSlide2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2346</a:t>
            </a:fld>
            <a:endParaRPr lang="en-US" dirty="0"/>
          </a:p>
        </p:txBody>
      </p:sp>
    </p:spTree>
    <p:extLst>
      <p:ext uri="{BB962C8B-B14F-4D97-AF65-F5344CB8AC3E}">
        <p14:creationId xmlns:p14="http://schemas.microsoft.com/office/powerpoint/2010/main" val="476122787"/>
      </p:ext>
    </p:extLst>
  </p:cSld>
  <p:clrMapOvr>
    <a:masterClrMapping/>
  </p:clrMapOvr>
</p:notes>
</file>

<file path=ppt/notesSlides/notesSlide2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2347</a:t>
            </a:fld>
            <a:endParaRPr lang="en-US" dirty="0"/>
          </a:p>
        </p:txBody>
      </p:sp>
    </p:spTree>
    <p:extLst>
      <p:ext uri="{BB962C8B-B14F-4D97-AF65-F5344CB8AC3E}">
        <p14:creationId xmlns:p14="http://schemas.microsoft.com/office/powerpoint/2010/main" val="1073992198"/>
      </p:ext>
    </p:extLst>
  </p:cSld>
  <p:clrMapOvr>
    <a:masterClrMapping/>
  </p:clrMapOvr>
</p:notes>
</file>

<file path=ppt/notesSlides/notesSlide2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2348</a:t>
            </a:fld>
            <a:endParaRPr lang="en-US" dirty="0"/>
          </a:p>
        </p:txBody>
      </p:sp>
    </p:spTree>
    <p:extLst>
      <p:ext uri="{BB962C8B-B14F-4D97-AF65-F5344CB8AC3E}">
        <p14:creationId xmlns:p14="http://schemas.microsoft.com/office/powerpoint/2010/main" val="3363677764"/>
      </p:ext>
    </p:extLst>
  </p:cSld>
  <p:clrMapOvr>
    <a:masterClrMapping/>
  </p:clrMapOvr>
</p:notes>
</file>

<file path=ppt/notesSlides/notesSlide2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2349</a:t>
            </a:fld>
            <a:endParaRPr lang="en-US" dirty="0"/>
          </a:p>
        </p:txBody>
      </p:sp>
    </p:spTree>
    <p:extLst>
      <p:ext uri="{BB962C8B-B14F-4D97-AF65-F5344CB8AC3E}">
        <p14:creationId xmlns:p14="http://schemas.microsoft.com/office/powerpoint/2010/main" val="901227966"/>
      </p:ext>
    </p:extLst>
  </p:cSld>
  <p:clrMapOvr>
    <a:masterClrMapping/>
  </p:clrMapOvr>
</p:notes>
</file>

<file path=ppt/notesSlides/notesSlide2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2350</a:t>
            </a:fld>
            <a:endParaRPr lang="en-US" dirty="0"/>
          </a:p>
        </p:txBody>
      </p:sp>
    </p:spTree>
    <p:extLst>
      <p:ext uri="{BB962C8B-B14F-4D97-AF65-F5344CB8AC3E}">
        <p14:creationId xmlns:p14="http://schemas.microsoft.com/office/powerpoint/2010/main" val="1241169753"/>
      </p:ext>
    </p:extLst>
  </p:cSld>
  <p:clrMapOvr>
    <a:masterClrMapping/>
  </p:clrMapOvr>
</p:notes>
</file>

<file path=ppt/notesSlides/notesSlide2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2353</a:t>
            </a:fld>
            <a:endParaRPr lang="en-US" dirty="0"/>
          </a:p>
        </p:txBody>
      </p:sp>
    </p:spTree>
    <p:extLst>
      <p:ext uri="{BB962C8B-B14F-4D97-AF65-F5344CB8AC3E}">
        <p14:creationId xmlns:p14="http://schemas.microsoft.com/office/powerpoint/2010/main" val="3743982899"/>
      </p:ext>
    </p:extLst>
  </p:cSld>
  <p:clrMapOvr>
    <a:masterClrMapping/>
  </p:clrMapOvr>
</p:notes>
</file>

<file path=ppt/notesSlides/notesSlide2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2354</a:t>
            </a:fld>
            <a:endParaRPr lang="en-US" dirty="0"/>
          </a:p>
        </p:txBody>
      </p:sp>
    </p:spTree>
    <p:extLst>
      <p:ext uri="{BB962C8B-B14F-4D97-AF65-F5344CB8AC3E}">
        <p14:creationId xmlns:p14="http://schemas.microsoft.com/office/powerpoint/2010/main" val="1750462620"/>
      </p:ext>
    </p:extLst>
  </p:cSld>
  <p:clrMapOvr>
    <a:masterClrMapping/>
  </p:clrMapOvr>
</p:notes>
</file>

<file path=ppt/notesSlides/notesSlide2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2355</a:t>
            </a:fld>
            <a:endParaRPr lang="en-US" dirty="0"/>
          </a:p>
        </p:txBody>
      </p:sp>
    </p:spTree>
    <p:extLst>
      <p:ext uri="{BB962C8B-B14F-4D97-AF65-F5344CB8AC3E}">
        <p14:creationId xmlns:p14="http://schemas.microsoft.com/office/powerpoint/2010/main" val="2581815989"/>
      </p:ext>
    </p:extLst>
  </p:cSld>
  <p:clrMapOvr>
    <a:masterClrMapping/>
  </p:clrMapOvr>
</p:notes>
</file>

<file path=ppt/notesSlides/notesSlide2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2356</a:t>
            </a:fld>
            <a:endParaRPr lang="en-US" dirty="0"/>
          </a:p>
        </p:txBody>
      </p:sp>
    </p:spTree>
    <p:extLst>
      <p:ext uri="{BB962C8B-B14F-4D97-AF65-F5344CB8AC3E}">
        <p14:creationId xmlns:p14="http://schemas.microsoft.com/office/powerpoint/2010/main" val="1000879312"/>
      </p:ext>
    </p:extLst>
  </p:cSld>
  <p:clrMapOvr>
    <a:masterClrMapping/>
  </p:clrMapOvr>
</p:notes>
</file>

<file path=ppt/notesSlides/notesSlide2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2357</a:t>
            </a:fld>
            <a:endParaRPr lang="en-US" dirty="0"/>
          </a:p>
        </p:txBody>
      </p:sp>
    </p:spTree>
    <p:extLst>
      <p:ext uri="{BB962C8B-B14F-4D97-AF65-F5344CB8AC3E}">
        <p14:creationId xmlns:p14="http://schemas.microsoft.com/office/powerpoint/2010/main" val="3498621451"/>
      </p:ext>
    </p:extLst>
  </p:cSld>
  <p:clrMapOvr>
    <a:masterClrMapping/>
  </p:clrMapOvr>
</p:notes>
</file>

<file path=ppt/notesSlides/notesSlide2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2358</a:t>
            </a:fld>
            <a:endParaRPr lang="en-US" dirty="0"/>
          </a:p>
        </p:txBody>
      </p:sp>
    </p:spTree>
    <p:extLst>
      <p:ext uri="{BB962C8B-B14F-4D97-AF65-F5344CB8AC3E}">
        <p14:creationId xmlns:p14="http://schemas.microsoft.com/office/powerpoint/2010/main" val="3627225411"/>
      </p:ext>
    </p:extLst>
  </p:cSld>
  <p:clrMapOvr>
    <a:masterClrMapping/>
  </p:clrMapOvr>
</p:notes>
</file>

<file path=ppt/notesSlides/notesSlide2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2359</a:t>
            </a:fld>
            <a:endParaRPr lang="en-US" dirty="0"/>
          </a:p>
        </p:txBody>
      </p:sp>
    </p:spTree>
    <p:extLst>
      <p:ext uri="{BB962C8B-B14F-4D97-AF65-F5344CB8AC3E}">
        <p14:creationId xmlns:p14="http://schemas.microsoft.com/office/powerpoint/2010/main" val="3184587842"/>
      </p:ext>
    </p:extLst>
  </p:cSld>
  <p:clrMapOvr>
    <a:masterClrMapping/>
  </p:clrMapOvr>
</p:notes>
</file>

<file path=ppt/notesSlides/notesSlide2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2360</a:t>
            </a:fld>
            <a:endParaRPr lang="en-US" dirty="0"/>
          </a:p>
        </p:txBody>
      </p:sp>
    </p:spTree>
    <p:extLst>
      <p:ext uri="{BB962C8B-B14F-4D97-AF65-F5344CB8AC3E}">
        <p14:creationId xmlns:p14="http://schemas.microsoft.com/office/powerpoint/2010/main" val="1228469974"/>
      </p:ext>
    </p:extLst>
  </p:cSld>
  <p:clrMapOvr>
    <a:masterClrMapping/>
  </p:clrMapOvr>
</p:notes>
</file>

<file path=ppt/notesSlides/notesSlide2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2361</a:t>
            </a:fld>
            <a:endParaRPr lang="en-US" dirty="0"/>
          </a:p>
        </p:txBody>
      </p:sp>
    </p:spTree>
    <p:extLst>
      <p:ext uri="{BB962C8B-B14F-4D97-AF65-F5344CB8AC3E}">
        <p14:creationId xmlns:p14="http://schemas.microsoft.com/office/powerpoint/2010/main" val="3504121407"/>
      </p:ext>
    </p:extLst>
  </p:cSld>
  <p:clrMapOvr>
    <a:masterClrMapping/>
  </p:clrMapOvr>
</p:notes>
</file>

<file path=ppt/notesSlides/notesSlide2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2362</a:t>
            </a:fld>
            <a:endParaRPr lang="en-US" dirty="0"/>
          </a:p>
        </p:txBody>
      </p:sp>
    </p:spTree>
    <p:extLst>
      <p:ext uri="{BB962C8B-B14F-4D97-AF65-F5344CB8AC3E}">
        <p14:creationId xmlns:p14="http://schemas.microsoft.com/office/powerpoint/2010/main" val="2482634733"/>
      </p:ext>
    </p:extLst>
  </p:cSld>
  <p:clrMapOvr>
    <a:masterClrMapping/>
  </p:clrMapOvr>
</p:notes>
</file>

<file path=ppt/notesSlides/notesSlide2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2363</a:t>
            </a:fld>
            <a:endParaRPr lang="en-US" dirty="0"/>
          </a:p>
        </p:txBody>
      </p:sp>
    </p:spTree>
    <p:extLst>
      <p:ext uri="{BB962C8B-B14F-4D97-AF65-F5344CB8AC3E}">
        <p14:creationId xmlns:p14="http://schemas.microsoft.com/office/powerpoint/2010/main" val="2540296368"/>
      </p:ext>
    </p:extLst>
  </p:cSld>
  <p:clrMapOvr>
    <a:masterClrMapping/>
  </p:clrMapOvr>
</p:notes>
</file>

<file path=ppt/notesSlides/notesSlide2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2364</a:t>
            </a:fld>
            <a:endParaRPr lang="en-US" dirty="0"/>
          </a:p>
        </p:txBody>
      </p:sp>
    </p:spTree>
    <p:extLst>
      <p:ext uri="{BB962C8B-B14F-4D97-AF65-F5344CB8AC3E}">
        <p14:creationId xmlns:p14="http://schemas.microsoft.com/office/powerpoint/2010/main" val="858263348"/>
      </p:ext>
    </p:extLst>
  </p:cSld>
  <p:clrMapOvr>
    <a:masterClrMapping/>
  </p:clrMapOvr>
</p:notes>
</file>

<file path=ppt/notesSlides/notesSlide2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2365</a:t>
            </a:fld>
            <a:endParaRPr lang="en-US" dirty="0"/>
          </a:p>
        </p:txBody>
      </p:sp>
    </p:spTree>
    <p:extLst>
      <p:ext uri="{BB962C8B-B14F-4D97-AF65-F5344CB8AC3E}">
        <p14:creationId xmlns:p14="http://schemas.microsoft.com/office/powerpoint/2010/main" val="334319189"/>
      </p:ext>
    </p:extLst>
  </p:cSld>
  <p:clrMapOvr>
    <a:masterClrMapping/>
  </p:clrMapOvr>
</p:notes>
</file>

<file path=ppt/notesSlides/notesSlide2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2366</a:t>
            </a:fld>
            <a:endParaRPr lang="en-US" dirty="0"/>
          </a:p>
        </p:txBody>
      </p:sp>
    </p:spTree>
    <p:extLst>
      <p:ext uri="{BB962C8B-B14F-4D97-AF65-F5344CB8AC3E}">
        <p14:creationId xmlns:p14="http://schemas.microsoft.com/office/powerpoint/2010/main" val="565358194"/>
      </p:ext>
    </p:extLst>
  </p:cSld>
  <p:clrMapOvr>
    <a:masterClrMapping/>
  </p:clrMapOvr>
</p:notes>
</file>

<file path=ppt/notesSlides/notesSlide2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2369</a:t>
            </a:fld>
            <a:endParaRPr lang="en-US" dirty="0"/>
          </a:p>
        </p:txBody>
      </p:sp>
    </p:spTree>
    <p:extLst>
      <p:ext uri="{BB962C8B-B14F-4D97-AF65-F5344CB8AC3E}">
        <p14:creationId xmlns:p14="http://schemas.microsoft.com/office/powerpoint/2010/main" val="2466634326"/>
      </p:ext>
    </p:extLst>
  </p:cSld>
  <p:clrMapOvr>
    <a:masterClrMapping/>
  </p:clrMapOvr>
</p:notes>
</file>

<file path=ppt/notesSlides/notesSlide2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2370</a:t>
            </a:fld>
            <a:endParaRPr lang="en-US" dirty="0"/>
          </a:p>
        </p:txBody>
      </p:sp>
    </p:spTree>
    <p:extLst>
      <p:ext uri="{BB962C8B-B14F-4D97-AF65-F5344CB8AC3E}">
        <p14:creationId xmlns:p14="http://schemas.microsoft.com/office/powerpoint/2010/main" val="2488274815"/>
      </p:ext>
    </p:extLst>
  </p:cSld>
  <p:clrMapOvr>
    <a:masterClrMapping/>
  </p:clrMapOvr>
</p:notes>
</file>

<file path=ppt/notesSlides/notesSlide2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2371</a:t>
            </a:fld>
            <a:endParaRPr lang="en-US" dirty="0"/>
          </a:p>
        </p:txBody>
      </p:sp>
    </p:spTree>
    <p:extLst>
      <p:ext uri="{BB962C8B-B14F-4D97-AF65-F5344CB8AC3E}">
        <p14:creationId xmlns:p14="http://schemas.microsoft.com/office/powerpoint/2010/main" val="1147552166"/>
      </p:ext>
    </p:extLst>
  </p:cSld>
  <p:clrMapOvr>
    <a:masterClrMapping/>
  </p:clrMapOvr>
</p:notes>
</file>

<file path=ppt/notesSlides/notesSlide2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2372</a:t>
            </a:fld>
            <a:endParaRPr lang="en-US" dirty="0"/>
          </a:p>
        </p:txBody>
      </p:sp>
    </p:spTree>
    <p:extLst>
      <p:ext uri="{BB962C8B-B14F-4D97-AF65-F5344CB8AC3E}">
        <p14:creationId xmlns:p14="http://schemas.microsoft.com/office/powerpoint/2010/main" val="161322000"/>
      </p:ext>
    </p:extLst>
  </p:cSld>
  <p:clrMapOvr>
    <a:masterClrMapping/>
  </p:clrMapOvr>
</p:notes>
</file>

<file path=ppt/notesSlides/notesSlide2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2373</a:t>
            </a:fld>
            <a:endParaRPr lang="en-US" dirty="0"/>
          </a:p>
        </p:txBody>
      </p:sp>
    </p:spTree>
    <p:extLst>
      <p:ext uri="{BB962C8B-B14F-4D97-AF65-F5344CB8AC3E}">
        <p14:creationId xmlns:p14="http://schemas.microsoft.com/office/powerpoint/2010/main" val="728161296"/>
      </p:ext>
    </p:extLst>
  </p:cSld>
  <p:clrMapOvr>
    <a:masterClrMapping/>
  </p:clrMapOvr>
</p:notes>
</file>

<file path=ppt/notesSlides/notesSlide2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2374</a:t>
            </a:fld>
            <a:endParaRPr lang="en-US" dirty="0"/>
          </a:p>
        </p:txBody>
      </p:sp>
    </p:spTree>
    <p:extLst>
      <p:ext uri="{BB962C8B-B14F-4D97-AF65-F5344CB8AC3E}">
        <p14:creationId xmlns:p14="http://schemas.microsoft.com/office/powerpoint/2010/main" val="1904871726"/>
      </p:ext>
    </p:extLst>
  </p:cSld>
  <p:clrMapOvr>
    <a:masterClrMapping/>
  </p:clrMapOvr>
</p:notes>
</file>

<file path=ppt/notesSlides/notesSlide2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2375</a:t>
            </a:fld>
            <a:endParaRPr lang="en-US" dirty="0"/>
          </a:p>
        </p:txBody>
      </p:sp>
    </p:spTree>
    <p:extLst>
      <p:ext uri="{BB962C8B-B14F-4D97-AF65-F5344CB8AC3E}">
        <p14:creationId xmlns:p14="http://schemas.microsoft.com/office/powerpoint/2010/main" val="4241658923"/>
      </p:ext>
    </p:extLst>
  </p:cSld>
  <p:clrMapOvr>
    <a:masterClrMapping/>
  </p:clrMapOvr>
</p:notes>
</file>

<file path=ppt/notesSlides/notesSlide2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2376</a:t>
            </a:fld>
            <a:endParaRPr lang="en-US" dirty="0"/>
          </a:p>
        </p:txBody>
      </p:sp>
    </p:spTree>
    <p:extLst>
      <p:ext uri="{BB962C8B-B14F-4D97-AF65-F5344CB8AC3E}">
        <p14:creationId xmlns:p14="http://schemas.microsoft.com/office/powerpoint/2010/main" val="3444238041"/>
      </p:ext>
    </p:extLst>
  </p:cSld>
  <p:clrMapOvr>
    <a:masterClrMapping/>
  </p:clrMapOvr>
</p:notes>
</file>

<file path=ppt/notesSlides/notesSlide2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2377</a:t>
            </a:fld>
            <a:endParaRPr lang="en-US" dirty="0"/>
          </a:p>
        </p:txBody>
      </p:sp>
    </p:spTree>
    <p:extLst>
      <p:ext uri="{BB962C8B-B14F-4D97-AF65-F5344CB8AC3E}">
        <p14:creationId xmlns:p14="http://schemas.microsoft.com/office/powerpoint/2010/main" val="152188705"/>
      </p:ext>
    </p:extLst>
  </p:cSld>
  <p:clrMapOvr>
    <a:masterClrMapping/>
  </p:clrMapOvr>
</p:notes>
</file>

<file path=ppt/notesSlides/notesSlide2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2378</a:t>
            </a:fld>
            <a:endParaRPr lang="en-US" dirty="0"/>
          </a:p>
        </p:txBody>
      </p:sp>
    </p:spTree>
    <p:extLst>
      <p:ext uri="{BB962C8B-B14F-4D97-AF65-F5344CB8AC3E}">
        <p14:creationId xmlns:p14="http://schemas.microsoft.com/office/powerpoint/2010/main" val="3516453652"/>
      </p:ext>
    </p:extLst>
  </p:cSld>
  <p:clrMapOvr>
    <a:masterClrMapping/>
  </p:clrMapOvr>
</p:notes>
</file>

<file path=ppt/notesSlides/notesSlide2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2379</a:t>
            </a:fld>
            <a:endParaRPr lang="en-US" dirty="0"/>
          </a:p>
        </p:txBody>
      </p:sp>
    </p:spTree>
    <p:extLst>
      <p:ext uri="{BB962C8B-B14F-4D97-AF65-F5344CB8AC3E}">
        <p14:creationId xmlns:p14="http://schemas.microsoft.com/office/powerpoint/2010/main" val="1325456334"/>
      </p:ext>
    </p:extLst>
  </p:cSld>
  <p:clrMapOvr>
    <a:masterClrMapping/>
  </p:clrMapOvr>
</p:notes>
</file>

<file path=ppt/notesSlides/notesSlide2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2380</a:t>
            </a:fld>
            <a:endParaRPr lang="en-US" dirty="0"/>
          </a:p>
        </p:txBody>
      </p:sp>
    </p:spTree>
    <p:extLst>
      <p:ext uri="{BB962C8B-B14F-4D97-AF65-F5344CB8AC3E}">
        <p14:creationId xmlns:p14="http://schemas.microsoft.com/office/powerpoint/2010/main" val="3184621997"/>
      </p:ext>
    </p:extLst>
  </p:cSld>
  <p:clrMapOvr>
    <a:masterClrMapping/>
  </p:clrMapOvr>
</p:notes>
</file>

<file path=ppt/notesSlides/notesSlide2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2381</a:t>
            </a:fld>
            <a:endParaRPr lang="en-US" dirty="0"/>
          </a:p>
        </p:txBody>
      </p:sp>
    </p:spTree>
    <p:extLst>
      <p:ext uri="{BB962C8B-B14F-4D97-AF65-F5344CB8AC3E}">
        <p14:creationId xmlns:p14="http://schemas.microsoft.com/office/powerpoint/2010/main" val="946202723"/>
      </p:ext>
    </p:extLst>
  </p:cSld>
  <p:clrMapOvr>
    <a:masterClrMapping/>
  </p:clrMapOvr>
</p:notes>
</file>

<file path=ppt/notesSlides/notesSlide2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2382</a:t>
            </a:fld>
            <a:endParaRPr lang="en-US" dirty="0"/>
          </a:p>
        </p:txBody>
      </p:sp>
    </p:spTree>
    <p:extLst>
      <p:ext uri="{BB962C8B-B14F-4D97-AF65-F5344CB8AC3E}">
        <p14:creationId xmlns:p14="http://schemas.microsoft.com/office/powerpoint/2010/main" val="3218554707"/>
      </p:ext>
    </p:extLst>
  </p:cSld>
  <p:clrMapOvr>
    <a:masterClrMapping/>
  </p:clrMapOvr>
</p:notes>
</file>

<file path=ppt/notesSlides/notesSlide2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2385</a:t>
            </a:fld>
            <a:endParaRPr lang="en-US" dirty="0"/>
          </a:p>
        </p:txBody>
      </p:sp>
    </p:spTree>
    <p:extLst>
      <p:ext uri="{BB962C8B-B14F-4D97-AF65-F5344CB8AC3E}">
        <p14:creationId xmlns:p14="http://schemas.microsoft.com/office/powerpoint/2010/main" val="696038019"/>
      </p:ext>
    </p:extLst>
  </p:cSld>
  <p:clrMapOvr>
    <a:masterClrMapping/>
  </p:clrMapOvr>
</p:notes>
</file>

<file path=ppt/notesSlides/notesSlide2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2386</a:t>
            </a:fld>
            <a:endParaRPr lang="en-US" dirty="0"/>
          </a:p>
        </p:txBody>
      </p:sp>
    </p:spTree>
    <p:extLst>
      <p:ext uri="{BB962C8B-B14F-4D97-AF65-F5344CB8AC3E}">
        <p14:creationId xmlns:p14="http://schemas.microsoft.com/office/powerpoint/2010/main" val="1281858870"/>
      </p:ext>
    </p:extLst>
  </p:cSld>
  <p:clrMapOvr>
    <a:masterClrMapping/>
  </p:clrMapOvr>
</p:notes>
</file>

<file path=ppt/notesSlides/notesSlide2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2387</a:t>
            </a:fld>
            <a:endParaRPr lang="en-US" dirty="0"/>
          </a:p>
        </p:txBody>
      </p:sp>
    </p:spTree>
    <p:extLst>
      <p:ext uri="{BB962C8B-B14F-4D97-AF65-F5344CB8AC3E}">
        <p14:creationId xmlns:p14="http://schemas.microsoft.com/office/powerpoint/2010/main" val="2510974766"/>
      </p:ext>
    </p:extLst>
  </p:cSld>
  <p:clrMapOvr>
    <a:masterClrMapping/>
  </p:clrMapOvr>
</p:notes>
</file>

<file path=ppt/notesSlides/notesSlide2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2388</a:t>
            </a:fld>
            <a:endParaRPr lang="en-US" dirty="0"/>
          </a:p>
        </p:txBody>
      </p:sp>
    </p:spTree>
    <p:extLst>
      <p:ext uri="{BB962C8B-B14F-4D97-AF65-F5344CB8AC3E}">
        <p14:creationId xmlns:p14="http://schemas.microsoft.com/office/powerpoint/2010/main" val="1769035462"/>
      </p:ext>
    </p:extLst>
  </p:cSld>
  <p:clrMapOvr>
    <a:masterClrMapping/>
  </p:clrMapOvr>
</p:notes>
</file>

<file path=ppt/notesSlides/notesSlide2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2389</a:t>
            </a:fld>
            <a:endParaRPr lang="en-US" dirty="0"/>
          </a:p>
        </p:txBody>
      </p:sp>
    </p:spTree>
    <p:extLst>
      <p:ext uri="{BB962C8B-B14F-4D97-AF65-F5344CB8AC3E}">
        <p14:creationId xmlns:p14="http://schemas.microsoft.com/office/powerpoint/2010/main" val="3582368731"/>
      </p:ext>
    </p:extLst>
  </p:cSld>
  <p:clrMapOvr>
    <a:masterClrMapping/>
  </p:clrMapOvr>
</p:notes>
</file>

<file path=ppt/notesSlides/notesSlide2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2390</a:t>
            </a:fld>
            <a:endParaRPr lang="en-US" dirty="0"/>
          </a:p>
        </p:txBody>
      </p:sp>
    </p:spTree>
    <p:extLst>
      <p:ext uri="{BB962C8B-B14F-4D97-AF65-F5344CB8AC3E}">
        <p14:creationId xmlns:p14="http://schemas.microsoft.com/office/powerpoint/2010/main" val="4136138870"/>
      </p:ext>
    </p:extLst>
  </p:cSld>
  <p:clrMapOvr>
    <a:masterClrMapping/>
  </p:clrMapOvr>
</p:notes>
</file>

<file path=ppt/notesSlides/notesSlide2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2391</a:t>
            </a:fld>
            <a:endParaRPr lang="en-US" dirty="0"/>
          </a:p>
        </p:txBody>
      </p:sp>
    </p:spTree>
    <p:extLst>
      <p:ext uri="{BB962C8B-B14F-4D97-AF65-F5344CB8AC3E}">
        <p14:creationId xmlns:p14="http://schemas.microsoft.com/office/powerpoint/2010/main" val="2303438978"/>
      </p:ext>
    </p:extLst>
  </p:cSld>
  <p:clrMapOvr>
    <a:masterClrMapping/>
  </p:clrMapOvr>
</p:notes>
</file>

<file path=ppt/notesSlides/notesSlide2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2392</a:t>
            </a:fld>
            <a:endParaRPr lang="en-US" dirty="0"/>
          </a:p>
        </p:txBody>
      </p:sp>
    </p:spTree>
    <p:extLst>
      <p:ext uri="{BB962C8B-B14F-4D97-AF65-F5344CB8AC3E}">
        <p14:creationId xmlns:p14="http://schemas.microsoft.com/office/powerpoint/2010/main" val="3662755550"/>
      </p:ext>
    </p:extLst>
  </p:cSld>
  <p:clrMapOvr>
    <a:masterClrMapping/>
  </p:clrMapOvr>
</p:notes>
</file>

<file path=ppt/notesSlides/notesSlide2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2393</a:t>
            </a:fld>
            <a:endParaRPr lang="en-US" dirty="0"/>
          </a:p>
        </p:txBody>
      </p:sp>
    </p:spTree>
    <p:extLst>
      <p:ext uri="{BB962C8B-B14F-4D97-AF65-F5344CB8AC3E}">
        <p14:creationId xmlns:p14="http://schemas.microsoft.com/office/powerpoint/2010/main" val="2386810103"/>
      </p:ext>
    </p:extLst>
  </p:cSld>
  <p:clrMapOvr>
    <a:masterClrMapping/>
  </p:clrMapOvr>
</p:notes>
</file>

<file path=ppt/notesSlides/notesSlide2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2394</a:t>
            </a:fld>
            <a:endParaRPr lang="en-US" dirty="0"/>
          </a:p>
        </p:txBody>
      </p:sp>
    </p:spTree>
    <p:extLst>
      <p:ext uri="{BB962C8B-B14F-4D97-AF65-F5344CB8AC3E}">
        <p14:creationId xmlns:p14="http://schemas.microsoft.com/office/powerpoint/2010/main" val="2563662841"/>
      </p:ext>
    </p:extLst>
  </p:cSld>
  <p:clrMapOvr>
    <a:masterClrMapping/>
  </p:clrMapOvr>
</p:notes>
</file>

<file path=ppt/notesSlides/notesSlide2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2395</a:t>
            </a:fld>
            <a:endParaRPr lang="en-US" dirty="0"/>
          </a:p>
        </p:txBody>
      </p:sp>
    </p:spTree>
    <p:extLst>
      <p:ext uri="{BB962C8B-B14F-4D97-AF65-F5344CB8AC3E}">
        <p14:creationId xmlns:p14="http://schemas.microsoft.com/office/powerpoint/2010/main" val="1269254144"/>
      </p:ext>
    </p:extLst>
  </p:cSld>
  <p:clrMapOvr>
    <a:masterClrMapping/>
  </p:clrMapOvr>
</p:notes>
</file>

<file path=ppt/notesSlides/notesSlide2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2396</a:t>
            </a:fld>
            <a:endParaRPr lang="en-US" dirty="0"/>
          </a:p>
        </p:txBody>
      </p:sp>
    </p:spTree>
    <p:extLst>
      <p:ext uri="{BB962C8B-B14F-4D97-AF65-F5344CB8AC3E}">
        <p14:creationId xmlns:p14="http://schemas.microsoft.com/office/powerpoint/2010/main" val="4144812627"/>
      </p:ext>
    </p:extLst>
  </p:cSld>
  <p:clrMapOvr>
    <a:masterClrMapping/>
  </p:clrMapOvr>
</p:notes>
</file>

<file path=ppt/notesSlides/notesSlide2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2397</a:t>
            </a:fld>
            <a:endParaRPr lang="en-US" dirty="0"/>
          </a:p>
        </p:txBody>
      </p:sp>
    </p:spTree>
    <p:extLst>
      <p:ext uri="{BB962C8B-B14F-4D97-AF65-F5344CB8AC3E}">
        <p14:creationId xmlns:p14="http://schemas.microsoft.com/office/powerpoint/2010/main" val="1118641036"/>
      </p:ext>
    </p:extLst>
  </p:cSld>
  <p:clrMapOvr>
    <a:masterClrMapping/>
  </p:clrMapOvr>
</p:notes>
</file>

<file path=ppt/notesSlides/notesSlide2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2398</a:t>
            </a:fld>
            <a:endParaRPr lang="en-US" dirty="0"/>
          </a:p>
        </p:txBody>
      </p:sp>
    </p:spTree>
    <p:extLst>
      <p:ext uri="{BB962C8B-B14F-4D97-AF65-F5344CB8AC3E}">
        <p14:creationId xmlns:p14="http://schemas.microsoft.com/office/powerpoint/2010/main" val="1196304174"/>
      </p:ext>
    </p:extLst>
  </p:cSld>
  <p:clrMapOvr>
    <a:masterClrMapping/>
  </p:clrMapOvr>
</p:notes>
</file>

<file path=ppt/notesSlides/notesSlide2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2401</a:t>
            </a:fld>
            <a:endParaRPr lang="en-US" dirty="0"/>
          </a:p>
        </p:txBody>
      </p:sp>
    </p:spTree>
    <p:extLst>
      <p:ext uri="{BB962C8B-B14F-4D97-AF65-F5344CB8AC3E}">
        <p14:creationId xmlns:p14="http://schemas.microsoft.com/office/powerpoint/2010/main" val="1784102467"/>
      </p:ext>
    </p:extLst>
  </p:cSld>
  <p:clrMapOvr>
    <a:masterClrMapping/>
  </p:clrMapOvr>
</p:notes>
</file>

<file path=ppt/notesSlides/notesSlide2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2402</a:t>
            </a:fld>
            <a:endParaRPr lang="en-US" dirty="0"/>
          </a:p>
        </p:txBody>
      </p:sp>
    </p:spTree>
    <p:extLst>
      <p:ext uri="{BB962C8B-B14F-4D97-AF65-F5344CB8AC3E}">
        <p14:creationId xmlns:p14="http://schemas.microsoft.com/office/powerpoint/2010/main" val="3137106372"/>
      </p:ext>
    </p:extLst>
  </p:cSld>
  <p:clrMapOvr>
    <a:masterClrMapping/>
  </p:clrMapOvr>
</p:notes>
</file>

<file path=ppt/notesSlides/notesSlide2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2403</a:t>
            </a:fld>
            <a:endParaRPr lang="en-US" dirty="0"/>
          </a:p>
        </p:txBody>
      </p:sp>
    </p:spTree>
    <p:extLst>
      <p:ext uri="{BB962C8B-B14F-4D97-AF65-F5344CB8AC3E}">
        <p14:creationId xmlns:p14="http://schemas.microsoft.com/office/powerpoint/2010/main" val="2901500329"/>
      </p:ext>
    </p:extLst>
  </p:cSld>
  <p:clrMapOvr>
    <a:masterClrMapping/>
  </p:clrMapOvr>
</p:notes>
</file>

<file path=ppt/notesSlides/notesSlide2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2404</a:t>
            </a:fld>
            <a:endParaRPr lang="en-US" dirty="0"/>
          </a:p>
        </p:txBody>
      </p:sp>
    </p:spTree>
    <p:extLst>
      <p:ext uri="{BB962C8B-B14F-4D97-AF65-F5344CB8AC3E}">
        <p14:creationId xmlns:p14="http://schemas.microsoft.com/office/powerpoint/2010/main" val="1693582989"/>
      </p:ext>
    </p:extLst>
  </p:cSld>
  <p:clrMapOvr>
    <a:masterClrMapping/>
  </p:clrMapOvr>
</p:notes>
</file>

<file path=ppt/notesSlides/notesSlide2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2405</a:t>
            </a:fld>
            <a:endParaRPr lang="en-US" dirty="0"/>
          </a:p>
        </p:txBody>
      </p:sp>
    </p:spTree>
    <p:extLst>
      <p:ext uri="{BB962C8B-B14F-4D97-AF65-F5344CB8AC3E}">
        <p14:creationId xmlns:p14="http://schemas.microsoft.com/office/powerpoint/2010/main" val="1557371424"/>
      </p:ext>
    </p:extLst>
  </p:cSld>
  <p:clrMapOvr>
    <a:masterClrMapping/>
  </p:clrMapOvr>
</p:notes>
</file>

<file path=ppt/notesSlides/notesSlide2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2406</a:t>
            </a:fld>
            <a:endParaRPr lang="en-US" dirty="0"/>
          </a:p>
        </p:txBody>
      </p:sp>
    </p:spTree>
    <p:extLst>
      <p:ext uri="{BB962C8B-B14F-4D97-AF65-F5344CB8AC3E}">
        <p14:creationId xmlns:p14="http://schemas.microsoft.com/office/powerpoint/2010/main" val="1503742413"/>
      </p:ext>
    </p:extLst>
  </p:cSld>
  <p:clrMapOvr>
    <a:masterClrMapping/>
  </p:clrMapOvr>
</p:notes>
</file>

<file path=ppt/notesSlides/notesSlide2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2407</a:t>
            </a:fld>
            <a:endParaRPr lang="en-US" dirty="0"/>
          </a:p>
        </p:txBody>
      </p:sp>
    </p:spTree>
    <p:extLst>
      <p:ext uri="{BB962C8B-B14F-4D97-AF65-F5344CB8AC3E}">
        <p14:creationId xmlns:p14="http://schemas.microsoft.com/office/powerpoint/2010/main" val="1045364835"/>
      </p:ext>
    </p:extLst>
  </p:cSld>
  <p:clrMapOvr>
    <a:masterClrMapping/>
  </p:clrMapOvr>
</p:notes>
</file>

<file path=ppt/notesSlides/notesSlide2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2408</a:t>
            </a:fld>
            <a:endParaRPr lang="en-US" dirty="0"/>
          </a:p>
        </p:txBody>
      </p:sp>
    </p:spTree>
    <p:extLst>
      <p:ext uri="{BB962C8B-B14F-4D97-AF65-F5344CB8AC3E}">
        <p14:creationId xmlns:p14="http://schemas.microsoft.com/office/powerpoint/2010/main" val="534136810"/>
      </p:ext>
    </p:extLst>
  </p:cSld>
  <p:clrMapOvr>
    <a:masterClrMapping/>
  </p:clrMapOvr>
</p:notes>
</file>

<file path=ppt/notesSlides/notesSlide2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2409</a:t>
            </a:fld>
            <a:endParaRPr lang="en-US" dirty="0"/>
          </a:p>
        </p:txBody>
      </p:sp>
    </p:spTree>
    <p:extLst>
      <p:ext uri="{BB962C8B-B14F-4D97-AF65-F5344CB8AC3E}">
        <p14:creationId xmlns:p14="http://schemas.microsoft.com/office/powerpoint/2010/main" val="2885571975"/>
      </p:ext>
    </p:extLst>
  </p:cSld>
  <p:clrMapOvr>
    <a:masterClrMapping/>
  </p:clrMapOvr>
</p:notes>
</file>

<file path=ppt/notesSlides/notesSlide2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2410</a:t>
            </a:fld>
            <a:endParaRPr lang="en-US" dirty="0"/>
          </a:p>
        </p:txBody>
      </p:sp>
    </p:spTree>
    <p:extLst>
      <p:ext uri="{BB962C8B-B14F-4D97-AF65-F5344CB8AC3E}">
        <p14:creationId xmlns:p14="http://schemas.microsoft.com/office/powerpoint/2010/main" val="1920634351"/>
      </p:ext>
    </p:extLst>
  </p:cSld>
  <p:clrMapOvr>
    <a:masterClrMapping/>
  </p:clrMapOvr>
</p:notes>
</file>

<file path=ppt/notesSlides/notesSlide2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2411</a:t>
            </a:fld>
            <a:endParaRPr lang="en-US" dirty="0"/>
          </a:p>
        </p:txBody>
      </p:sp>
    </p:spTree>
    <p:extLst>
      <p:ext uri="{BB962C8B-B14F-4D97-AF65-F5344CB8AC3E}">
        <p14:creationId xmlns:p14="http://schemas.microsoft.com/office/powerpoint/2010/main" val="1566595508"/>
      </p:ext>
    </p:extLst>
  </p:cSld>
  <p:clrMapOvr>
    <a:masterClrMapping/>
  </p:clrMapOvr>
</p:notes>
</file>

<file path=ppt/notesSlides/notesSlide2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2412</a:t>
            </a:fld>
            <a:endParaRPr lang="en-US" dirty="0"/>
          </a:p>
        </p:txBody>
      </p:sp>
    </p:spTree>
    <p:extLst>
      <p:ext uri="{BB962C8B-B14F-4D97-AF65-F5344CB8AC3E}">
        <p14:creationId xmlns:p14="http://schemas.microsoft.com/office/powerpoint/2010/main" val="3891598902"/>
      </p:ext>
    </p:extLst>
  </p:cSld>
  <p:clrMapOvr>
    <a:masterClrMapping/>
  </p:clrMapOvr>
</p:notes>
</file>

<file path=ppt/notesSlides/notesSlide2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2413</a:t>
            </a:fld>
            <a:endParaRPr lang="en-US" dirty="0"/>
          </a:p>
        </p:txBody>
      </p:sp>
    </p:spTree>
    <p:extLst>
      <p:ext uri="{BB962C8B-B14F-4D97-AF65-F5344CB8AC3E}">
        <p14:creationId xmlns:p14="http://schemas.microsoft.com/office/powerpoint/2010/main" val="115025777"/>
      </p:ext>
    </p:extLst>
  </p:cSld>
  <p:clrMapOvr>
    <a:masterClrMapping/>
  </p:clrMapOvr>
</p:notes>
</file>

<file path=ppt/notesSlides/notesSlide2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2414</a:t>
            </a:fld>
            <a:endParaRPr lang="en-US" dirty="0"/>
          </a:p>
        </p:txBody>
      </p:sp>
    </p:spTree>
    <p:extLst>
      <p:ext uri="{BB962C8B-B14F-4D97-AF65-F5344CB8AC3E}">
        <p14:creationId xmlns:p14="http://schemas.microsoft.com/office/powerpoint/2010/main" val="3385390990"/>
      </p:ext>
    </p:extLst>
  </p:cSld>
  <p:clrMapOvr>
    <a:masterClrMapping/>
  </p:clrMapOvr>
</p:notes>
</file>

<file path=ppt/notesSlides/notesSlide2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2417</a:t>
            </a:fld>
            <a:endParaRPr lang="en-US" dirty="0"/>
          </a:p>
        </p:txBody>
      </p:sp>
    </p:spTree>
    <p:extLst>
      <p:ext uri="{BB962C8B-B14F-4D97-AF65-F5344CB8AC3E}">
        <p14:creationId xmlns:p14="http://schemas.microsoft.com/office/powerpoint/2010/main" val="1985567774"/>
      </p:ext>
    </p:extLst>
  </p:cSld>
  <p:clrMapOvr>
    <a:masterClrMapping/>
  </p:clrMapOvr>
</p:notes>
</file>

<file path=ppt/notesSlides/notesSlide2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2418</a:t>
            </a:fld>
            <a:endParaRPr lang="en-US" dirty="0"/>
          </a:p>
        </p:txBody>
      </p:sp>
    </p:spTree>
    <p:extLst>
      <p:ext uri="{BB962C8B-B14F-4D97-AF65-F5344CB8AC3E}">
        <p14:creationId xmlns:p14="http://schemas.microsoft.com/office/powerpoint/2010/main" val="3189233350"/>
      </p:ext>
    </p:extLst>
  </p:cSld>
  <p:clrMapOvr>
    <a:masterClrMapping/>
  </p:clrMapOvr>
</p:notes>
</file>

<file path=ppt/notesSlides/notesSlide2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2419</a:t>
            </a:fld>
            <a:endParaRPr lang="en-US" dirty="0"/>
          </a:p>
        </p:txBody>
      </p:sp>
    </p:spTree>
    <p:extLst>
      <p:ext uri="{BB962C8B-B14F-4D97-AF65-F5344CB8AC3E}">
        <p14:creationId xmlns:p14="http://schemas.microsoft.com/office/powerpoint/2010/main" val="1493643815"/>
      </p:ext>
    </p:extLst>
  </p:cSld>
  <p:clrMapOvr>
    <a:masterClrMapping/>
  </p:clrMapOvr>
</p:notes>
</file>

<file path=ppt/notesSlides/notesSlide2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2420</a:t>
            </a:fld>
            <a:endParaRPr lang="en-US" dirty="0"/>
          </a:p>
        </p:txBody>
      </p:sp>
    </p:spTree>
    <p:extLst>
      <p:ext uri="{BB962C8B-B14F-4D97-AF65-F5344CB8AC3E}">
        <p14:creationId xmlns:p14="http://schemas.microsoft.com/office/powerpoint/2010/main" val="294885634"/>
      </p:ext>
    </p:extLst>
  </p:cSld>
  <p:clrMapOvr>
    <a:masterClrMapping/>
  </p:clrMapOvr>
</p:notes>
</file>

<file path=ppt/notesSlides/notesSlide2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2421</a:t>
            </a:fld>
            <a:endParaRPr lang="en-US" dirty="0"/>
          </a:p>
        </p:txBody>
      </p:sp>
    </p:spTree>
    <p:extLst>
      <p:ext uri="{BB962C8B-B14F-4D97-AF65-F5344CB8AC3E}">
        <p14:creationId xmlns:p14="http://schemas.microsoft.com/office/powerpoint/2010/main" val="3962027208"/>
      </p:ext>
    </p:extLst>
  </p:cSld>
  <p:clrMapOvr>
    <a:masterClrMapping/>
  </p:clrMapOvr>
</p:notes>
</file>

<file path=ppt/notesSlides/notesSlide2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2422</a:t>
            </a:fld>
            <a:endParaRPr lang="en-US" dirty="0"/>
          </a:p>
        </p:txBody>
      </p:sp>
    </p:spTree>
    <p:extLst>
      <p:ext uri="{BB962C8B-B14F-4D97-AF65-F5344CB8AC3E}">
        <p14:creationId xmlns:p14="http://schemas.microsoft.com/office/powerpoint/2010/main" val="1999813379"/>
      </p:ext>
    </p:extLst>
  </p:cSld>
  <p:clrMapOvr>
    <a:masterClrMapping/>
  </p:clrMapOvr>
</p:notes>
</file>

<file path=ppt/notesSlides/notesSlide2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2423</a:t>
            </a:fld>
            <a:endParaRPr lang="en-US" dirty="0"/>
          </a:p>
        </p:txBody>
      </p:sp>
    </p:spTree>
    <p:extLst>
      <p:ext uri="{BB962C8B-B14F-4D97-AF65-F5344CB8AC3E}">
        <p14:creationId xmlns:p14="http://schemas.microsoft.com/office/powerpoint/2010/main" val="585816949"/>
      </p:ext>
    </p:extLst>
  </p:cSld>
  <p:clrMapOvr>
    <a:masterClrMapping/>
  </p:clrMapOvr>
</p:notes>
</file>

<file path=ppt/notesSlides/notesSlide2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2424</a:t>
            </a:fld>
            <a:endParaRPr lang="en-US" dirty="0"/>
          </a:p>
        </p:txBody>
      </p:sp>
    </p:spTree>
    <p:extLst>
      <p:ext uri="{BB962C8B-B14F-4D97-AF65-F5344CB8AC3E}">
        <p14:creationId xmlns:p14="http://schemas.microsoft.com/office/powerpoint/2010/main" val="2425786288"/>
      </p:ext>
    </p:extLst>
  </p:cSld>
  <p:clrMapOvr>
    <a:masterClrMapping/>
  </p:clrMapOvr>
</p:notes>
</file>

<file path=ppt/notesSlides/notesSlide2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2425</a:t>
            </a:fld>
            <a:endParaRPr lang="en-US" dirty="0"/>
          </a:p>
        </p:txBody>
      </p:sp>
    </p:spTree>
    <p:extLst>
      <p:ext uri="{BB962C8B-B14F-4D97-AF65-F5344CB8AC3E}">
        <p14:creationId xmlns:p14="http://schemas.microsoft.com/office/powerpoint/2010/main" val="909253837"/>
      </p:ext>
    </p:extLst>
  </p:cSld>
  <p:clrMapOvr>
    <a:masterClrMapping/>
  </p:clrMapOvr>
</p:notes>
</file>

<file path=ppt/notesSlides/notesSlide2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2426</a:t>
            </a:fld>
            <a:endParaRPr lang="en-US" dirty="0"/>
          </a:p>
        </p:txBody>
      </p:sp>
    </p:spTree>
    <p:extLst>
      <p:ext uri="{BB962C8B-B14F-4D97-AF65-F5344CB8AC3E}">
        <p14:creationId xmlns:p14="http://schemas.microsoft.com/office/powerpoint/2010/main" val="706273587"/>
      </p:ext>
    </p:extLst>
  </p:cSld>
  <p:clrMapOvr>
    <a:masterClrMapping/>
  </p:clrMapOvr>
</p:notes>
</file>

<file path=ppt/notesSlides/notesSlide2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2427</a:t>
            </a:fld>
            <a:endParaRPr lang="en-US" dirty="0"/>
          </a:p>
        </p:txBody>
      </p:sp>
    </p:spTree>
    <p:extLst>
      <p:ext uri="{BB962C8B-B14F-4D97-AF65-F5344CB8AC3E}">
        <p14:creationId xmlns:p14="http://schemas.microsoft.com/office/powerpoint/2010/main" val="3801502791"/>
      </p:ext>
    </p:extLst>
  </p:cSld>
  <p:clrMapOvr>
    <a:masterClrMapping/>
  </p:clrMapOvr>
</p:notes>
</file>

<file path=ppt/notesSlides/notesSlide2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2428</a:t>
            </a:fld>
            <a:endParaRPr lang="en-US" dirty="0"/>
          </a:p>
        </p:txBody>
      </p:sp>
    </p:spTree>
    <p:extLst>
      <p:ext uri="{BB962C8B-B14F-4D97-AF65-F5344CB8AC3E}">
        <p14:creationId xmlns:p14="http://schemas.microsoft.com/office/powerpoint/2010/main" val="2991064013"/>
      </p:ext>
    </p:extLst>
  </p:cSld>
  <p:clrMapOvr>
    <a:masterClrMapping/>
  </p:clrMapOvr>
</p:notes>
</file>

<file path=ppt/notesSlides/notesSlide2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2429</a:t>
            </a:fld>
            <a:endParaRPr lang="en-US" dirty="0"/>
          </a:p>
        </p:txBody>
      </p:sp>
    </p:spTree>
    <p:extLst>
      <p:ext uri="{BB962C8B-B14F-4D97-AF65-F5344CB8AC3E}">
        <p14:creationId xmlns:p14="http://schemas.microsoft.com/office/powerpoint/2010/main" val="2385184788"/>
      </p:ext>
    </p:extLst>
  </p:cSld>
  <p:clrMapOvr>
    <a:masterClrMapping/>
  </p:clrMapOvr>
</p:notes>
</file>

<file path=ppt/notesSlides/notesSlide2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2430</a:t>
            </a:fld>
            <a:endParaRPr lang="en-US" dirty="0"/>
          </a:p>
        </p:txBody>
      </p:sp>
    </p:spTree>
    <p:extLst>
      <p:ext uri="{BB962C8B-B14F-4D97-AF65-F5344CB8AC3E}">
        <p14:creationId xmlns:p14="http://schemas.microsoft.com/office/powerpoint/2010/main" val="325357923"/>
      </p:ext>
    </p:extLst>
  </p:cSld>
  <p:clrMapOvr>
    <a:masterClrMapping/>
  </p:clrMapOvr>
</p:notes>
</file>

<file path=ppt/notesSlides/notesSlide2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2433</a:t>
            </a:fld>
            <a:endParaRPr lang="en-US" dirty="0"/>
          </a:p>
        </p:txBody>
      </p:sp>
    </p:spTree>
    <p:extLst>
      <p:ext uri="{BB962C8B-B14F-4D97-AF65-F5344CB8AC3E}">
        <p14:creationId xmlns:p14="http://schemas.microsoft.com/office/powerpoint/2010/main" val="1641850320"/>
      </p:ext>
    </p:extLst>
  </p:cSld>
  <p:clrMapOvr>
    <a:masterClrMapping/>
  </p:clrMapOvr>
</p:notes>
</file>

<file path=ppt/notesSlides/notesSlide2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2434</a:t>
            </a:fld>
            <a:endParaRPr lang="en-US" dirty="0"/>
          </a:p>
        </p:txBody>
      </p:sp>
    </p:spTree>
    <p:extLst>
      <p:ext uri="{BB962C8B-B14F-4D97-AF65-F5344CB8AC3E}">
        <p14:creationId xmlns:p14="http://schemas.microsoft.com/office/powerpoint/2010/main" val="3404689512"/>
      </p:ext>
    </p:extLst>
  </p:cSld>
  <p:clrMapOvr>
    <a:masterClrMapping/>
  </p:clrMapOvr>
</p:notes>
</file>

<file path=ppt/notesSlides/notesSlide2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2435</a:t>
            </a:fld>
            <a:endParaRPr lang="en-US" dirty="0"/>
          </a:p>
        </p:txBody>
      </p:sp>
    </p:spTree>
    <p:extLst>
      <p:ext uri="{BB962C8B-B14F-4D97-AF65-F5344CB8AC3E}">
        <p14:creationId xmlns:p14="http://schemas.microsoft.com/office/powerpoint/2010/main" val="3199729862"/>
      </p:ext>
    </p:extLst>
  </p:cSld>
  <p:clrMapOvr>
    <a:masterClrMapping/>
  </p:clrMapOvr>
</p:notes>
</file>

<file path=ppt/notesSlides/notesSlide2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2436</a:t>
            </a:fld>
            <a:endParaRPr lang="en-US" dirty="0"/>
          </a:p>
        </p:txBody>
      </p:sp>
    </p:spTree>
    <p:extLst>
      <p:ext uri="{BB962C8B-B14F-4D97-AF65-F5344CB8AC3E}">
        <p14:creationId xmlns:p14="http://schemas.microsoft.com/office/powerpoint/2010/main" val="2862393396"/>
      </p:ext>
    </p:extLst>
  </p:cSld>
  <p:clrMapOvr>
    <a:masterClrMapping/>
  </p:clrMapOvr>
</p:notes>
</file>

<file path=ppt/notesSlides/notesSlide2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2437</a:t>
            </a:fld>
            <a:endParaRPr lang="en-US" dirty="0"/>
          </a:p>
        </p:txBody>
      </p:sp>
    </p:spTree>
    <p:extLst>
      <p:ext uri="{BB962C8B-B14F-4D97-AF65-F5344CB8AC3E}">
        <p14:creationId xmlns:p14="http://schemas.microsoft.com/office/powerpoint/2010/main" val="2021702781"/>
      </p:ext>
    </p:extLst>
  </p:cSld>
  <p:clrMapOvr>
    <a:masterClrMapping/>
  </p:clrMapOvr>
</p:notes>
</file>

<file path=ppt/notesSlides/notesSlide2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2438</a:t>
            </a:fld>
            <a:endParaRPr lang="en-US" dirty="0"/>
          </a:p>
        </p:txBody>
      </p:sp>
    </p:spTree>
    <p:extLst>
      <p:ext uri="{BB962C8B-B14F-4D97-AF65-F5344CB8AC3E}">
        <p14:creationId xmlns:p14="http://schemas.microsoft.com/office/powerpoint/2010/main" val="2354848275"/>
      </p:ext>
    </p:extLst>
  </p:cSld>
  <p:clrMapOvr>
    <a:masterClrMapping/>
  </p:clrMapOvr>
</p:notes>
</file>

<file path=ppt/notesSlides/notesSlide2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2439</a:t>
            </a:fld>
            <a:endParaRPr lang="en-US" dirty="0"/>
          </a:p>
        </p:txBody>
      </p:sp>
    </p:spTree>
    <p:extLst>
      <p:ext uri="{BB962C8B-B14F-4D97-AF65-F5344CB8AC3E}">
        <p14:creationId xmlns:p14="http://schemas.microsoft.com/office/powerpoint/2010/main" val="1626913011"/>
      </p:ext>
    </p:extLst>
  </p:cSld>
  <p:clrMapOvr>
    <a:masterClrMapping/>
  </p:clrMapOvr>
</p:notes>
</file>

<file path=ppt/notesSlides/notesSlide2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2440</a:t>
            </a:fld>
            <a:endParaRPr lang="en-US" dirty="0"/>
          </a:p>
        </p:txBody>
      </p:sp>
    </p:spTree>
    <p:extLst>
      <p:ext uri="{BB962C8B-B14F-4D97-AF65-F5344CB8AC3E}">
        <p14:creationId xmlns:p14="http://schemas.microsoft.com/office/powerpoint/2010/main" val="764869592"/>
      </p:ext>
    </p:extLst>
  </p:cSld>
  <p:clrMapOvr>
    <a:masterClrMapping/>
  </p:clrMapOvr>
</p:notes>
</file>

<file path=ppt/notesSlides/notesSlide2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2441</a:t>
            </a:fld>
            <a:endParaRPr lang="en-US" dirty="0"/>
          </a:p>
        </p:txBody>
      </p:sp>
    </p:spTree>
    <p:extLst>
      <p:ext uri="{BB962C8B-B14F-4D97-AF65-F5344CB8AC3E}">
        <p14:creationId xmlns:p14="http://schemas.microsoft.com/office/powerpoint/2010/main" val="3258235170"/>
      </p:ext>
    </p:extLst>
  </p:cSld>
  <p:clrMapOvr>
    <a:masterClrMapping/>
  </p:clrMapOvr>
</p:notes>
</file>

<file path=ppt/notesSlides/notesSlide2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2442</a:t>
            </a:fld>
            <a:endParaRPr lang="en-US" dirty="0"/>
          </a:p>
        </p:txBody>
      </p:sp>
    </p:spTree>
    <p:extLst>
      <p:ext uri="{BB962C8B-B14F-4D97-AF65-F5344CB8AC3E}">
        <p14:creationId xmlns:p14="http://schemas.microsoft.com/office/powerpoint/2010/main" val="531252252"/>
      </p:ext>
    </p:extLst>
  </p:cSld>
  <p:clrMapOvr>
    <a:masterClrMapping/>
  </p:clrMapOvr>
</p:notes>
</file>

<file path=ppt/notesSlides/notesSlide2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2443</a:t>
            </a:fld>
            <a:endParaRPr lang="en-US" dirty="0"/>
          </a:p>
        </p:txBody>
      </p:sp>
    </p:spTree>
    <p:extLst>
      <p:ext uri="{BB962C8B-B14F-4D97-AF65-F5344CB8AC3E}">
        <p14:creationId xmlns:p14="http://schemas.microsoft.com/office/powerpoint/2010/main" val="1672799181"/>
      </p:ext>
    </p:extLst>
  </p:cSld>
  <p:clrMapOvr>
    <a:masterClrMapping/>
  </p:clrMapOvr>
</p:notes>
</file>

<file path=ppt/notesSlides/notesSlide2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2444</a:t>
            </a:fld>
            <a:endParaRPr lang="en-US" dirty="0"/>
          </a:p>
        </p:txBody>
      </p:sp>
    </p:spTree>
    <p:extLst>
      <p:ext uri="{BB962C8B-B14F-4D97-AF65-F5344CB8AC3E}">
        <p14:creationId xmlns:p14="http://schemas.microsoft.com/office/powerpoint/2010/main" val="24389582"/>
      </p:ext>
    </p:extLst>
  </p:cSld>
  <p:clrMapOvr>
    <a:masterClrMapping/>
  </p:clrMapOvr>
</p:notes>
</file>

<file path=ppt/notesSlides/notesSlide2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2445</a:t>
            </a:fld>
            <a:endParaRPr lang="en-US" dirty="0"/>
          </a:p>
        </p:txBody>
      </p:sp>
    </p:spTree>
    <p:extLst>
      <p:ext uri="{BB962C8B-B14F-4D97-AF65-F5344CB8AC3E}">
        <p14:creationId xmlns:p14="http://schemas.microsoft.com/office/powerpoint/2010/main" val="2601441104"/>
      </p:ext>
    </p:extLst>
  </p:cSld>
  <p:clrMapOvr>
    <a:masterClrMapping/>
  </p:clrMapOvr>
</p:notes>
</file>

<file path=ppt/notesSlides/notesSlide2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2446</a:t>
            </a:fld>
            <a:endParaRPr lang="en-US" dirty="0"/>
          </a:p>
        </p:txBody>
      </p:sp>
    </p:spTree>
    <p:extLst>
      <p:ext uri="{BB962C8B-B14F-4D97-AF65-F5344CB8AC3E}">
        <p14:creationId xmlns:p14="http://schemas.microsoft.com/office/powerpoint/2010/main" val="4129846367"/>
      </p:ext>
    </p:extLst>
  </p:cSld>
  <p:clrMapOvr>
    <a:masterClrMapping/>
  </p:clrMapOvr>
</p:notes>
</file>

<file path=ppt/notesSlides/notesSlide2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2449</a:t>
            </a:fld>
            <a:endParaRPr lang="en-US" dirty="0"/>
          </a:p>
        </p:txBody>
      </p:sp>
    </p:spTree>
    <p:extLst>
      <p:ext uri="{BB962C8B-B14F-4D97-AF65-F5344CB8AC3E}">
        <p14:creationId xmlns:p14="http://schemas.microsoft.com/office/powerpoint/2010/main" val="2977614200"/>
      </p:ext>
    </p:extLst>
  </p:cSld>
  <p:clrMapOvr>
    <a:masterClrMapping/>
  </p:clrMapOvr>
</p:notes>
</file>

<file path=ppt/notesSlides/notesSlide2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2450</a:t>
            </a:fld>
            <a:endParaRPr lang="en-US" dirty="0"/>
          </a:p>
        </p:txBody>
      </p:sp>
    </p:spTree>
    <p:extLst>
      <p:ext uri="{BB962C8B-B14F-4D97-AF65-F5344CB8AC3E}">
        <p14:creationId xmlns:p14="http://schemas.microsoft.com/office/powerpoint/2010/main" val="2473965317"/>
      </p:ext>
    </p:extLst>
  </p:cSld>
  <p:clrMapOvr>
    <a:masterClrMapping/>
  </p:clrMapOvr>
</p:notes>
</file>

<file path=ppt/notesSlides/notesSlide2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2451</a:t>
            </a:fld>
            <a:endParaRPr lang="en-US" dirty="0"/>
          </a:p>
        </p:txBody>
      </p:sp>
    </p:spTree>
    <p:extLst>
      <p:ext uri="{BB962C8B-B14F-4D97-AF65-F5344CB8AC3E}">
        <p14:creationId xmlns:p14="http://schemas.microsoft.com/office/powerpoint/2010/main" val="2686322027"/>
      </p:ext>
    </p:extLst>
  </p:cSld>
  <p:clrMapOvr>
    <a:masterClrMapping/>
  </p:clrMapOvr>
</p:notes>
</file>

<file path=ppt/notesSlides/notesSlide2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2452</a:t>
            </a:fld>
            <a:endParaRPr lang="en-US" dirty="0"/>
          </a:p>
        </p:txBody>
      </p:sp>
    </p:spTree>
    <p:extLst>
      <p:ext uri="{BB962C8B-B14F-4D97-AF65-F5344CB8AC3E}">
        <p14:creationId xmlns:p14="http://schemas.microsoft.com/office/powerpoint/2010/main" val="1802646342"/>
      </p:ext>
    </p:extLst>
  </p:cSld>
  <p:clrMapOvr>
    <a:masterClrMapping/>
  </p:clrMapOvr>
</p:notes>
</file>

<file path=ppt/notesSlides/notesSlide2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2453</a:t>
            </a:fld>
            <a:endParaRPr lang="en-US" dirty="0"/>
          </a:p>
        </p:txBody>
      </p:sp>
    </p:spTree>
    <p:extLst>
      <p:ext uri="{BB962C8B-B14F-4D97-AF65-F5344CB8AC3E}">
        <p14:creationId xmlns:p14="http://schemas.microsoft.com/office/powerpoint/2010/main" val="42530829"/>
      </p:ext>
    </p:extLst>
  </p:cSld>
  <p:clrMapOvr>
    <a:masterClrMapping/>
  </p:clrMapOvr>
</p:notes>
</file>

<file path=ppt/notesSlides/notesSlide2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2454</a:t>
            </a:fld>
            <a:endParaRPr lang="en-US" dirty="0"/>
          </a:p>
        </p:txBody>
      </p:sp>
    </p:spTree>
    <p:extLst>
      <p:ext uri="{BB962C8B-B14F-4D97-AF65-F5344CB8AC3E}">
        <p14:creationId xmlns:p14="http://schemas.microsoft.com/office/powerpoint/2010/main" val="1270092525"/>
      </p:ext>
    </p:extLst>
  </p:cSld>
  <p:clrMapOvr>
    <a:masterClrMapping/>
  </p:clrMapOvr>
</p:notes>
</file>

<file path=ppt/notesSlides/notesSlide2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2455</a:t>
            </a:fld>
            <a:endParaRPr lang="en-US" dirty="0"/>
          </a:p>
        </p:txBody>
      </p:sp>
    </p:spTree>
    <p:extLst>
      <p:ext uri="{BB962C8B-B14F-4D97-AF65-F5344CB8AC3E}">
        <p14:creationId xmlns:p14="http://schemas.microsoft.com/office/powerpoint/2010/main" val="282877319"/>
      </p:ext>
    </p:extLst>
  </p:cSld>
  <p:clrMapOvr>
    <a:masterClrMapping/>
  </p:clrMapOvr>
</p:notes>
</file>

<file path=ppt/notesSlides/notesSlide2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2456</a:t>
            </a:fld>
            <a:endParaRPr lang="en-US" dirty="0"/>
          </a:p>
        </p:txBody>
      </p:sp>
    </p:spTree>
    <p:extLst>
      <p:ext uri="{BB962C8B-B14F-4D97-AF65-F5344CB8AC3E}">
        <p14:creationId xmlns:p14="http://schemas.microsoft.com/office/powerpoint/2010/main" val="2111088698"/>
      </p:ext>
    </p:extLst>
  </p:cSld>
  <p:clrMapOvr>
    <a:masterClrMapping/>
  </p:clrMapOvr>
</p:notes>
</file>

<file path=ppt/notesSlides/notesSlide2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2457</a:t>
            </a:fld>
            <a:endParaRPr lang="en-US" dirty="0"/>
          </a:p>
        </p:txBody>
      </p:sp>
    </p:spTree>
    <p:extLst>
      <p:ext uri="{BB962C8B-B14F-4D97-AF65-F5344CB8AC3E}">
        <p14:creationId xmlns:p14="http://schemas.microsoft.com/office/powerpoint/2010/main" val="602381598"/>
      </p:ext>
    </p:extLst>
  </p:cSld>
  <p:clrMapOvr>
    <a:masterClrMapping/>
  </p:clrMapOvr>
</p:notes>
</file>

<file path=ppt/notesSlides/notesSlide2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2458</a:t>
            </a:fld>
            <a:endParaRPr lang="en-US" dirty="0"/>
          </a:p>
        </p:txBody>
      </p:sp>
    </p:spTree>
    <p:extLst>
      <p:ext uri="{BB962C8B-B14F-4D97-AF65-F5344CB8AC3E}">
        <p14:creationId xmlns:p14="http://schemas.microsoft.com/office/powerpoint/2010/main" val="1091769094"/>
      </p:ext>
    </p:extLst>
  </p:cSld>
  <p:clrMapOvr>
    <a:masterClrMapping/>
  </p:clrMapOvr>
</p:notes>
</file>

<file path=ppt/notesSlides/notesSlide2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2459</a:t>
            </a:fld>
            <a:endParaRPr lang="en-US" dirty="0"/>
          </a:p>
        </p:txBody>
      </p:sp>
    </p:spTree>
    <p:extLst>
      <p:ext uri="{BB962C8B-B14F-4D97-AF65-F5344CB8AC3E}">
        <p14:creationId xmlns:p14="http://schemas.microsoft.com/office/powerpoint/2010/main" val="2874825349"/>
      </p:ext>
    </p:extLst>
  </p:cSld>
  <p:clrMapOvr>
    <a:masterClrMapping/>
  </p:clrMapOvr>
</p:notes>
</file>

<file path=ppt/notesSlides/notesSlide2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2460</a:t>
            </a:fld>
            <a:endParaRPr lang="en-US" dirty="0"/>
          </a:p>
        </p:txBody>
      </p:sp>
    </p:spTree>
    <p:extLst>
      <p:ext uri="{BB962C8B-B14F-4D97-AF65-F5344CB8AC3E}">
        <p14:creationId xmlns:p14="http://schemas.microsoft.com/office/powerpoint/2010/main" val="4280266638"/>
      </p:ext>
    </p:extLst>
  </p:cSld>
  <p:clrMapOvr>
    <a:masterClrMapping/>
  </p:clrMapOvr>
</p:notes>
</file>

<file path=ppt/notesSlides/notesSlide2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2461</a:t>
            </a:fld>
            <a:endParaRPr lang="en-US" dirty="0"/>
          </a:p>
        </p:txBody>
      </p:sp>
    </p:spTree>
    <p:extLst>
      <p:ext uri="{BB962C8B-B14F-4D97-AF65-F5344CB8AC3E}">
        <p14:creationId xmlns:p14="http://schemas.microsoft.com/office/powerpoint/2010/main" val="2793740371"/>
      </p:ext>
    </p:extLst>
  </p:cSld>
  <p:clrMapOvr>
    <a:masterClrMapping/>
  </p:clrMapOvr>
</p:notes>
</file>

<file path=ppt/notesSlides/notesSlide2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2462</a:t>
            </a:fld>
            <a:endParaRPr lang="en-US" dirty="0"/>
          </a:p>
        </p:txBody>
      </p:sp>
    </p:spTree>
    <p:extLst>
      <p:ext uri="{BB962C8B-B14F-4D97-AF65-F5344CB8AC3E}">
        <p14:creationId xmlns:p14="http://schemas.microsoft.com/office/powerpoint/2010/main" val="3505460526"/>
      </p:ext>
    </p:extLst>
  </p:cSld>
  <p:clrMapOvr>
    <a:masterClrMapping/>
  </p:clrMapOvr>
</p:notes>
</file>

<file path=ppt/notesSlides/notesSlide2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2465</a:t>
            </a:fld>
            <a:endParaRPr lang="en-US" dirty="0"/>
          </a:p>
        </p:txBody>
      </p:sp>
    </p:spTree>
    <p:extLst>
      <p:ext uri="{BB962C8B-B14F-4D97-AF65-F5344CB8AC3E}">
        <p14:creationId xmlns:p14="http://schemas.microsoft.com/office/powerpoint/2010/main" val="534722398"/>
      </p:ext>
    </p:extLst>
  </p:cSld>
  <p:clrMapOvr>
    <a:masterClrMapping/>
  </p:clrMapOvr>
</p:notes>
</file>

<file path=ppt/notesSlides/notesSlide2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2466</a:t>
            </a:fld>
            <a:endParaRPr lang="en-US" dirty="0"/>
          </a:p>
        </p:txBody>
      </p:sp>
    </p:spTree>
    <p:extLst>
      <p:ext uri="{BB962C8B-B14F-4D97-AF65-F5344CB8AC3E}">
        <p14:creationId xmlns:p14="http://schemas.microsoft.com/office/powerpoint/2010/main" val="3135415930"/>
      </p:ext>
    </p:extLst>
  </p:cSld>
  <p:clrMapOvr>
    <a:masterClrMapping/>
  </p:clrMapOvr>
</p:notes>
</file>

<file path=ppt/notesSlides/notesSlide2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2467</a:t>
            </a:fld>
            <a:endParaRPr lang="en-US" dirty="0"/>
          </a:p>
        </p:txBody>
      </p:sp>
    </p:spTree>
    <p:extLst>
      <p:ext uri="{BB962C8B-B14F-4D97-AF65-F5344CB8AC3E}">
        <p14:creationId xmlns:p14="http://schemas.microsoft.com/office/powerpoint/2010/main" val="309371833"/>
      </p:ext>
    </p:extLst>
  </p:cSld>
  <p:clrMapOvr>
    <a:masterClrMapping/>
  </p:clrMapOvr>
</p:notes>
</file>

<file path=ppt/notesSlides/notesSlide2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2468</a:t>
            </a:fld>
            <a:endParaRPr lang="en-US" dirty="0"/>
          </a:p>
        </p:txBody>
      </p:sp>
    </p:spTree>
    <p:extLst>
      <p:ext uri="{BB962C8B-B14F-4D97-AF65-F5344CB8AC3E}">
        <p14:creationId xmlns:p14="http://schemas.microsoft.com/office/powerpoint/2010/main" val="1574624273"/>
      </p:ext>
    </p:extLst>
  </p:cSld>
  <p:clrMapOvr>
    <a:masterClrMapping/>
  </p:clrMapOvr>
</p:notes>
</file>

<file path=ppt/notesSlides/notesSlide2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2469</a:t>
            </a:fld>
            <a:endParaRPr lang="en-US" dirty="0"/>
          </a:p>
        </p:txBody>
      </p:sp>
    </p:spTree>
    <p:extLst>
      <p:ext uri="{BB962C8B-B14F-4D97-AF65-F5344CB8AC3E}">
        <p14:creationId xmlns:p14="http://schemas.microsoft.com/office/powerpoint/2010/main" val="1012845009"/>
      </p:ext>
    </p:extLst>
  </p:cSld>
  <p:clrMapOvr>
    <a:masterClrMapping/>
  </p:clrMapOvr>
</p:notes>
</file>

<file path=ppt/notesSlides/notesSlide2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2470</a:t>
            </a:fld>
            <a:endParaRPr lang="en-US" dirty="0"/>
          </a:p>
        </p:txBody>
      </p:sp>
    </p:spTree>
    <p:extLst>
      <p:ext uri="{BB962C8B-B14F-4D97-AF65-F5344CB8AC3E}">
        <p14:creationId xmlns:p14="http://schemas.microsoft.com/office/powerpoint/2010/main" val="238736895"/>
      </p:ext>
    </p:extLst>
  </p:cSld>
  <p:clrMapOvr>
    <a:masterClrMapping/>
  </p:clrMapOvr>
</p:notes>
</file>

<file path=ppt/notesSlides/notesSlide2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2471</a:t>
            </a:fld>
            <a:endParaRPr lang="en-US" dirty="0"/>
          </a:p>
        </p:txBody>
      </p:sp>
    </p:spTree>
    <p:extLst>
      <p:ext uri="{BB962C8B-B14F-4D97-AF65-F5344CB8AC3E}">
        <p14:creationId xmlns:p14="http://schemas.microsoft.com/office/powerpoint/2010/main" val="4258171655"/>
      </p:ext>
    </p:extLst>
  </p:cSld>
  <p:clrMapOvr>
    <a:masterClrMapping/>
  </p:clrMapOvr>
</p:notes>
</file>

<file path=ppt/notesSlides/notesSlide2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2472</a:t>
            </a:fld>
            <a:endParaRPr lang="en-US" dirty="0"/>
          </a:p>
        </p:txBody>
      </p:sp>
    </p:spTree>
    <p:extLst>
      <p:ext uri="{BB962C8B-B14F-4D97-AF65-F5344CB8AC3E}">
        <p14:creationId xmlns:p14="http://schemas.microsoft.com/office/powerpoint/2010/main" val="2555967541"/>
      </p:ext>
    </p:extLst>
  </p:cSld>
  <p:clrMapOvr>
    <a:masterClrMapping/>
  </p:clrMapOvr>
</p:notes>
</file>

<file path=ppt/notesSlides/notesSlide2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2473</a:t>
            </a:fld>
            <a:endParaRPr lang="en-US" dirty="0"/>
          </a:p>
        </p:txBody>
      </p:sp>
    </p:spTree>
    <p:extLst>
      <p:ext uri="{BB962C8B-B14F-4D97-AF65-F5344CB8AC3E}">
        <p14:creationId xmlns:p14="http://schemas.microsoft.com/office/powerpoint/2010/main" val="2313124698"/>
      </p:ext>
    </p:extLst>
  </p:cSld>
  <p:clrMapOvr>
    <a:masterClrMapping/>
  </p:clrMapOvr>
</p:notes>
</file>

<file path=ppt/notesSlides/notesSlide2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2474</a:t>
            </a:fld>
            <a:endParaRPr lang="en-US" dirty="0"/>
          </a:p>
        </p:txBody>
      </p:sp>
    </p:spTree>
    <p:extLst>
      <p:ext uri="{BB962C8B-B14F-4D97-AF65-F5344CB8AC3E}">
        <p14:creationId xmlns:p14="http://schemas.microsoft.com/office/powerpoint/2010/main" val="1176491970"/>
      </p:ext>
    </p:extLst>
  </p:cSld>
  <p:clrMapOvr>
    <a:masterClrMapping/>
  </p:clrMapOvr>
</p:notes>
</file>

<file path=ppt/notesSlides/notesSlide2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2475</a:t>
            </a:fld>
            <a:endParaRPr lang="en-US" dirty="0"/>
          </a:p>
        </p:txBody>
      </p:sp>
    </p:spTree>
    <p:extLst>
      <p:ext uri="{BB962C8B-B14F-4D97-AF65-F5344CB8AC3E}">
        <p14:creationId xmlns:p14="http://schemas.microsoft.com/office/powerpoint/2010/main" val="3875226128"/>
      </p:ext>
    </p:extLst>
  </p:cSld>
  <p:clrMapOvr>
    <a:masterClrMapping/>
  </p:clrMapOvr>
</p:notes>
</file>

<file path=ppt/notesSlides/notesSlide2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2476</a:t>
            </a:fld>
            <a:endParaRPr lang="en-US" dirty="0"/>
          </a:p>
        </p:txBody>
      </p:sp>
    </p:spTree>
    <p:extLst>
      <p:ext uri="{BB962C8B-B14F-4D97-AF65-F5344CB8AC3E}">
        <p14:creationId xmlns:p14="http://schemas.microsoft.com/office/powerpoint/2010/main" val="3714512562"/>
      </p:ext>
    </p:extLst>
  </p:cSld>
  <p:clrMapOvr>
    <a:masterClrMapping/>
  </p:clrMapOvr>
</p:notes>
</file>

<file path=ppt/notesSlides/notesSlide2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2477</a:t>
            </a:fld>
            <a:endParaRPr lang="en-US" dirty="0"/>
          </a:p>
        </p:txBody>
      </p:sp>
    </p:spTree>
    <p:extLst>
      <p:ext uri="{BB962C8B-B14F-4D97-AF65-F5344CB8AC3E}">
        <p14:creationId xmlns:p14="http://schemas.microsoft.com/office/powerpoint/2010/main" val="3599314446"/>
      </p:ext>
    </p:extLst>
  </p:cSld>
  <p:clrMapOvr>
    <a:masterClrMapping/>
  </p:clrMapOvr>
</p:notes>
</file>

<file path=ppt/notesSlides/notesSlide2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2478</a:t>
            </a:fld>
            <a:endParaRPr lang="en-US" dirty="0"/>
          </a:p>
        </p:txBody>
      </p:sp>
    </p:spTree>
    <p:extLst>
      <p:ext uri="{BB962C8B-B14F-4D97-AF65-F5344CB8AC3E}">
        <p14:creationId xmlns:p14="http://schemas.microsoft.com/office/powerpoint/2010/main" val="3876355024"/>
      </p:ext>
    </p:extLst>
  </p:cSld>
  <p:clrMapOvr>
    <a:masterClrMapping/>
  </p:clrMapOvr>
</p:notes>
</file>

<file path=ppt/notesSlides/notesSlide2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2481</a:t>
            </a:fld>
            <a:endParaRPr lang="en-US" dirty="0"/>
          </a:p>
        </p:txBody>
      </p:sp>
    </p:spTree>
    <p:extLst>
      <p:ext uri="{BB962C8B-B14F-4D97-AF65-F5344CB8AC3E}">
        <p14:creationId xmlns:p14="http://schemas.microsoft.com/office/powerpoint/2010/main" val="1666366849"/>
      </p:ext>
    </p:extLst>
  </p:cSld>
  <p:clrMapOvr>
    <a:masterClrMapping/>
  </p:clrMapOvr>
</p:notes>
</file>

<file path=ppt/notesSlides/notesSlide2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2482</a:t>
            </a:fld>
            <a:endParaRPr lang="en-US" dirty="0"/>
          </a:p>
        </p:txBody>
      </p:sp>
    </p:spTree>
    <p:extLst>
      <p:ext uri="{BB962C8B-B14F-4D97-AF65-F5344CB8AC3E}">
        <p14:creationId xmlns:p14="http://schemas.microsoft.com/office/powerpoint/2010/main" val="49330873"/>
      </p:ext>
    </p:extLst>
  </p:cSld>
  <p:clrMapOvr>
    <a:masterClrMapping/>
  </p:clrMapOvr>
</p:notes>
</file>

<file path=ppt/notesSlides/notesSlide2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2483</a:t>
            </a:fld>
            <a:endParaRPr lang="en-US" dirty="0"/>
          </a:p>
        </p:txBody>
      </p:sp>
    </p:spTree>
    <p:extLst>
      <p:ext uri="{BB962C8B-B14F-4D97-AF65-F5344CB8AC3E}">
        <p14:creationId xmlns:p14="http://schemas.microsoft.com/office/powerpoint/2010/main" val="3211372277"/>
      </p:ext>
    </p:extLst>
  </p:cSld>
  <p:clrMapOvr>
    <a:masterClrMapping/>
  </p:clrMapOvr>
</p:notes>
</file>

<file path=ppt/notesSlides/notesSlide2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2484</a:t>
            </a:fld>
            <a:endParaRPr lang="en-US" dirty="0"/>
          </a:p>
        </p:txBody>
      </p:sp>
    </p:spTree>
    <p:extLst>
      <p:ext uri="{BB962C8B-B14F-4D97-AF65-F5344CB8AC3E}">
        <p14:creationId xmlns:p14="http://schemas.microsoft.com/office/powerpoint/2010/main" val="1444619341"/>
      </p:ext>
    </p:extLst>
  </p:cSld>
  <p:clrMapOvr>
    <a:masterClrMapping/>
  </p:clrMapOvr>
</p:notes>
</file>

<file path=ppt/notesSlides/notesSlide2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2485</a:t>
            </a:fld>
            <a:endParaRPr lang="en-US" dirty="0"/>
          </a:p>
        </p:txBody>
      </p:sp>
    </p:spTree>
    <p:extLst>
      <p:ext uri="{BB962C8B-B14F-4D97-AF65-F5344CB8AC3E}">
        <p14:creationId xmlns:p14="http://schemas.microsoft.com/office/powerpoint/2010/main" val="2967894983"/>
      </p:ext>
    </p:extLst>
  </p:cSld>
  <p:clrMapOvr>
    <a:masterClrMapping/>
  </p:clrMapOvr>
</p:notes>
</file>

<file path=ppt/notesSlides/notesSlide2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2486</a:t>
            </a:fld>
            <a:endParaRPr lang="en-US" dirty="0"/>
          </a:p>
        </p:txBody>
      </p:sp>
    </p:spTree>
    <p:extLst>
      <p:ext uri="{BB962C8B-B14F-4D97-AF65-F5344CB8AC3E}">
        <p14:creationId xmlns:p14="http://schemas.microsoft.com/office/powerpoint/2010/main" val="1894181921"/>
      </p:ext>
    </p:extLst>
  </p:cSld>
  <p:clrMapOvr>
    <a:masterClrMapping/>
  </p:clrMapOvr>
</p:notes>
</file>

<file path=ppt/notesSlides/notesSlide2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2487</a:t>
            </a:fld>
            <a:endParaRPr lang="en-US" dirty="0"/>
          </a:p>
        </p:txBody>
      </p:sp>
    </p:spTree>
    <p:extLst>
      <p:ext uri="{BB962C8B-B14F-4D97-AF65-F5344CB8AC3E}">
        <p14:creationId xmlns:p14="http://schemas.microsoft.com/office/powerpoint/2010/main" val="1691554826"/>
      </p:ext>
    </p:extLst>
  </p:cSld>
  <p:clrMapOvr>
    <a:masterClrMapping/>
  </p:clrMapOvr>
</p:notes>
</file>

<file path=ppt/notesSlides/notesSlide2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2488</a:t>
            </a:fld>
            <a:endParaRPr lang="en-US" dirty="0"/>
          </a:p>
        </p:txBody>
      </p:sp>
    </p:spTree>
    <p:extLst>
      <p:ext uri="{BB962C8B-B14F-4D97-AF65-F5344CB8AC3E}">
        <p14:creationId xmlns:p14="http://schemas.microsoft.com/office/powerpoint/2010/main" val="839791215"/>
      </p:ext>
    </p:extLst>
  </p:cSld>
  <p:clrMapOvr>
    <a:masterClrMapping/>
  </p:clrMapOvr>
</p:notes>
</file>

<file path=ppt/notesSlides/notesSlide2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2489</a:t>
            </a:fld>
            <a:endParaRPr lang="en-US" dirty="0"/>
          </a:p>
        </p:txBody>
      </p:sp>
    </p:spTree>
    <p:extLst>
      <p:ext uri="{BB962C8B-B14F-4D97-AF65-F5344CB8AC3E}">
        <p14:creationId xmlns:p14="http://schemas.microsoft.com/office/powerpoint/2010/main" val="1182308501"/>
      </p:ext>
    </p:extLst>
  </p:cSld>
  <p:clrMapOvr>
    <a:masterClrMapping/>
  </p:clrMapOvr>
</p:notes>
</file>

<file path=ppt/notesSlides/notesSlide2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2490</a:t>
            </a:fld>
            <a:endParaRPr lang="en-US" dirty="0"/>
          </a:p>
        </p:txBody>
      </p:sp>
    </p:spTree>
    <p:extLst>
      <p:ext uri="{BB962C8B-B14F-4D97-AF65-F5344CB8AC3E}">
        <p14:creationId xmlns:p14="http://schemas.microsoft.com/office/powerpoint/2010/main" val="3022509648"/>
      </p:ext>
    </p:extLst>
  </p:cSld>
  <p:clrMapOvr>
    <a:masterClrMapping/>
  </p:clrMapOvr>
</p:notes>
</file>

<file path=ppt/notesSlides/notesSlide2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2491</a:t>
            </a:fld>
            <a:endParaRPr lang="en-US" dirty="0"/>
          </a:p>
        </p:txBody>
      </p:sp>
    </p:spTree>
    <p:extLst>
      <p:ext uri="{BB962C8B-B14F-4D97-AF65-F5344CB8AC3E}">
        <p14:creationId xmlns:p14="http://schemas.microsoft.com/office/powerpoint/2010/main" val="2501349373"/>
      </p:ext>
    </p:extLst>
  </p:cSld>
  <p:clrMapOvr>
    <a:masterClrMapping/>
  </p:clrMapOvr>
</p:notes>
</file>

<file path=ppt/notesSlides/notesSlide2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2492</a:t>
            </a:fld>
            <a:endParaRPr lang="en-US" dirty="0"/>
          </a:p>
        </p:txBody>
      </p:sp>
    </p:spTree>
    <p:extLst>
      <p:ext uri="{BB962C8B-B14F-4D97-AF65-F5344CB8AC3E}">
        <p14:creationId xmlns:p14="http://schemas.microsoft.com/office/powerpoint/2010/main" val="1566584967"/>
      </p:ext>
    </p:extLst>
  </p:cSld>
  <p:clrMapOvr>
    <a:masterClrMapping/>
  </p:clrMapOvr>
</p:notes>
</file>

<file path=ppt/notesSlides/notesSlide2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2493</a:t>
            </a:fld>
            <a:endParaRPr lang="en-US" dirty="0"/>
          </a:p>
        </p:txBody>
      </p:sp>
    </p:spTree>
    <p:extLst>
      <p:ext uri="{BB962C8B-B14F-4D97-AF65-F5344CB8AC3E}">
        <p14:creationId xmlns:p14="http://schemas.microsoft.com/office/powerpoint/2010/main" val="2232696551"/>
      </p:ext>
    </p:extLst>
  </p:cSld>
  <p:clrMapOvr>
    <a:masterClrMapping/>
  </p:clrMapOvr>
</p:notes>
</file>

<file path=ppt/notesSlides/notesSlide2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2494</a:t>
            </a:fld>
            <a:endParaRPr lang="en-US" dirty="0"/>
          </a:p>
        </p:txBody>
      </p:sp>
    </p:spTree>
    <p:extLst>
      <p:ext uri="{BB962C8B-B14F-4D97-AF65-F5344CB8AC3E}">
        <p14:creationId xmlns:p14="http://schemas.microsoft.com/office/powerpoint/2010/main" val="2600050146"/>
      </p:ext>
    </p:extLst>
  </p:cSld>
  <p:clrMapOvr>
    <a:masterClrMapping/>
  </p:clrMapOvr>
</p:notes>
</file>

<file path=ppt/notesSlides/notesSlide2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2497</a:t>
            </a:fld>
            <a:endParaRPr lang="en-US" dirty="0"/>
          </a:p>
        </p:txBody>
      </p:sp>
    </p:spTree>
    <p:extLst>
      <p:ext uri="{BB962C8B-B14F-4D97-AF65-F5344CB8AC3E}">
        <p14:creationId xmlns:p14="http://schemas.microsoft.com/office/powerpoint/2010/main" val="640587213"/>
      </p:ext>
    </p:extLst>
  </p:cSld>
  <p:clrMapOvr>
    <a:masterClrMapping/>
  </p:clrMapOvr>
</p:notes>
</file>

<file path=ppt/notesSlides/notesSlide2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2498</a:t>
            </a:fld>
            <a:endParaRPr lang="en-US" dirty="0"/>
          </a:p>
        </p:txBody>
      </p:sp>
    </p:spTree>
    <p:extLst>
      <p:ext uri="{BB962C8B-B14F-4D97-AF65-F5344CB8AC3E}">
        <p14:creationId xmlns:p14="http://schemas.microsoft.com/office/powerpoint/2010/main" val="3867075214"/>
      </p:ext>
    </p:extLst>
  </p:cSld>
  <p:clrMapOvr>
    <a:masterClrMapping/>
  </p:clrMapOvr>
</p:notes>
</file>

<file path=ppt/notesSlides/notesSlide2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2499</a:t>
            </a:fld>
            <a:endParaRPr lang="en-US" dirty="0"/>
          </a:p>
        </p:txBody>
      </p:sp>
    </p:spTree>
    <p:extLst>
      <p:ext uri="{BB962C8B-B14F-4D97-AF65-F5344CB8AC3E}">
        <p14:creationId xmlns:p14="http://schemas.microsoft.com/office/powerpoint/2010/main" val="1680775063"/>
      </p:ext>
    </p:extLst>
  </p:cSld>
  <p:clrMapOvr>
    <a:masterClrMapping/>
  </p:clrMapOvr>
</p:notes>
</file>

<file path=ppt/notesSlides/notesSlide2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2500</a:t>
            </a:fld>
            <a:endParaRPr lang="en-US" dirty="0"/>
          </a:p>
        </p:txBody>
      </p:sp>
    </p:spTree>
    <p:extLst>
      <p:ext uri="{BB962C8B-B14F-4D97-AF65-F5344CB8AC3E}">
        <p14:creationId xmlns:p14="http://schemas.microsoft.com/office/powerpoint/2010/main" val="1374480447"/>
      </p:ext>
    </p:extLst>
  </p:cSld>
  <p:clrMapOvr>
    <a:masterClrMapping/>
  </p:clrMapOvr>
</p:notes>
</file>

<file path=ppt/notesSlides/notesSlide2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2501</a:t>
            </a:fld>
            <a:endParaRPr lang="en-US" dirty="0"/>
          </a:p>
        </p:txBody>
      </p:sp>
    </p:spTree>
    <p:extLst>
      <p:ext uri="{BB962C8B-B14F-4D97-AF65-F5344CB8AC3E}">
        <p14:creationId xmlns:p14="http://schemas.microsoft.com/office/powerpoint/2010/main" val="3219492972"/>
      </p:ext>
    </p:extLst>
  </p:cSld>
  <p:clrMapOvr>
    <a:masterClrMapping/>
  </p:clrMapOvr>
</p:notes>
</file>

<file path=ppt/notesSlides/notesSlide2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2502</a:t>
            </a:fld>
            <a:endParaRPr lang="en-US" dirty="0"/>
          </a:p>
        </p:txBody>
      </p:sp>
    </p:spTree>
    <p:extLst>
      <p:ext uri="{BB962C8B-B14F-4D97-AF65-F5344CB8AC3E}">
        <p14:creationId xmlns:p14="http://schemas.microsoft.com/office/powerpoint/2010/main" val="3095468884"/>
      </p:ext>
    </p:extLst>
  </p:cSld>
  <p:clrMapOvr>
    <a:masterClrMapping/>
  </p:clrMapOvr>
</p:notes>
</file>

<file path=ppt/notesSlides/notesSlide2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2503</a:t>
            </a:fld>
            <a:endParaRPr lang="en-US" dirty="0"/>
          </a:p>
        </p:txBody>
      </p:sp>
    </p:spTree>
    <p:extLst>
      <p:ext uri="{BB962C8B-B14F-4D97-AF65-F5344CB8AC3E}">
        <p14:creationId xmlns:p14="http://schemas.microsoft.com/office/powerpoint/2010/main" val="3443494381"/>
      </p:ext>
    </p:extLst>
  </p:cSld>
  <p:clrMapOvr>
    <a:masterClrMapping/>
  </p:clrMapOvr>
</p:notes>
</file>

<file path=ppt/notesSlides/notesSlide2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2504</a:t>
            </a:fld>
            <a:endParaRPr lang="en-US" dirty="0"/>
          </a:p>
        </p:txBody>
      </p:sp>
    </p:spTree>
    <p:extLst>
      <p:ext uri="{BB962C8B-B14F-4D97-AF65-F5344CB8AC3E}">
        <p14:creationId xmlns:p14="http://schemas.microsoft.com/office/powerpoint/2010/main" val="3331842144"/>
      </p:ext>
    </p:extLst>
  </p:cSld>
  <p:clrMapOvr>
    <a:masterClrMapping/>
  </p:clrMapOvr>
</p:notes>
</file>

<file path=ppt/notesSlides/notesSlide2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2505</a:t>
            </a:fld>
            <a:endParaRPr lang="en-US" dirty="0"/>
          </a:p>
        </p:txBody>
      </p:sp>
    </p:spTree>
    <p:extLst>
      <p:ext uri="{BB962C8B-B14F-4D97-AF65-F5344CB8AC3E}">
        <p14:creationId xmlns:p14="http://schemas.microsoft.com/office/powerpoint/2010/main" val="1323400341"/>
      </p:ext>
    </p:extLst>
  </p:cSld>
  <p:clrMapOvr>
    <a:masterClrMapping/>
  </p:clrMapOvr>
</p:notes>
</file>

<file path=ppt/notesSlides/notesSlide2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2506</a:t>
            </a:fld>
            <a:endParaRPr lang="en-US" dirty="0"/>
          </a:p>
        </p:txBody>
      </p:sp>
    </p:spTree>
    <p:extLst>
      <p:ext uri="{BB962C8B-B14F-4D97-AF65-F5344CB8AC3E}">
        <p14:creationId xmlns:p14="http://schemas.microsoft.com/office/powerpoint/2010/main" val="118959172"/>
      </p:ext>
    </p:extLst>
  </p:cSld>
  <p:clrMapOvr>
    <a:masterClrMapping/>
  </p:clrMapOvr>
</p:notes>
</file>

<file path=ppt/notesSlides/notesSlide2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2507</a:t>
            </a:fld>
            <a:endParaRPr lang="en-US" dirty="0"/>
          </a:p>
        </p:txBody>
      </p:sp>
    </p:spTree>
    <p:extLst>
      <p:ext uri="{BB962C8B-B14F-4D97-AF65-F5344CB8AC3E}">
        <p14:creationId xmlns:p14="http://schemas.microsoft.com/office/powerpoint/2010/main" val="3010531373"/>
      </p:ext>
    </p:extLst>
  </p:cSld>
  <p:clrMapOvr>
    <a:masterClrMapping/>
  </p:clrMapOvr>
</p:notes>
</file>

<file path=ppt/notesSlides/notesSlide2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2508</a:t>
            </a:fld>
            <a:endParaRPr lang="en-US" dirty="0"/>
          </a:p>
        </p:txBody>
      </p:sp>
    </p:spTree>
    <p:extLst>
      <p:ext uri="{BB962C8B-B14F-4D97-AF65-F5344CB8AC3E}">
        <p14:creationId xmlns:p14="http://schemas.microsoft.com/office/powerpoint/2010/main" val="35851491"/>
      </p:ext>
    </p:extLst>
  </p:cSld>
  <p:clrMapOvr>
    <a:masterClrMapping/>
  </p:clrMapOvr>
</p:notes>
</file>

<file path=ppt/notesSlides/notesSlide2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2509</a:t>
            </a:fld>
            <a:endParaRPr lang="en-US" dirty="0"/>
          </a:p>
        </p:txBody>
      </p:sp>
    </p:spTree>
    <p:extLst>
      <p:ext uri="{BB962C8B-B14F-4D97-AF65-F5344CB8AC3E}">
        <p14:creationId xmlns:p14="http://schemas.microsoft.com/office/powerpoint/2010/main" val="952937878"/>
      </p:ext>
    </p:extLst>
  </p:cSld>
  <p:clrMapOvr>
    <a:masterClrMapping/>
  </p:clrMapOvr>
</p:notes>
</file>

<file path=ppt/notesSlides/notesSlide2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2510</a:t>
            </a:fld>
            <a:endParaRPr lang="en-US" dirty="0"/>
          </a:p>
        </p:txBody>
      </p:sp>
    </p:spTree>
    <p:extLst>
      <p:ext uri="{BB962C8B-B14F-4D97-AF65-F5344CB8AC3E}">
        <p14:creationId xmlns:p14="http://schemas.microsoft.com/office/powerpoint/2010/main" val="1525967260"/>
      </p:ext>
    </p:extLst>
  </p:cSld>
  <p:clrMapOvr>
    <a:masterClrMapping/>
  </p:clrMapOvr>
</p:notes>
</file>

<file path=ppt/notesSlides/notesSlide2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2512</a:t>
            </a:fld>
            <a:endParaRPr lang="en-US" dirty="0"/>
          </a:p>
        </p:txBody>
      </p:sp>
    </p:spTree>
    <p:extLst>
      <p:ext uri="{BB962C8B-B14F-4D97-AF65-F5344CB8AC3E}">
        <p14:creationId xmlns:p14="http://schemas.microsoft.com/office/powerpoint/2010/main" val="3803444073"/>
      </p:ext>
    </p:extLst>
  </p:cSld>
  <p:clrMapOvr>
    <a:masterClrMapping/>
  </p:clrMapOvr>
</p:notes>
</file>

<file path=ppt/notesSlides/notesSlide2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2513</a:t>
            </a:fld>
            <a:endParaRPr lang="en-US" dirty="0"/>
          </a:p>
        </p:txBody>
      </p:sp>
    </p:spTree>
    <p:extLst>
      <p:ext uri="{BB962C8B-B14F-4D97-AF65-F5344CB8AC3E}">
        <p14:creationId xmlns:p14="http://schemas.microsoft.com/office/powerpoint/2010/main" val="4038810572"/>
      </p:ext>
    </p:extLst>
  </p:cSld>
  <p:clrMapOvr>
    <a:masterClrMapping/>
  </p:clrMapOvr>
</p:notes>
</file>

<file path=ppt/notesSlides/notesSlide2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2514</a:t>
            </a:fld>
            <a:endParaRPr lang="en-US" dirty="0"/>
          </a:p>
        </p:txBody>
      </p:sp>
    </p:spTree>
    <p:extLst>
      <p:ext uri="{BB962C8B-B14F-4D97-AF65-F5344CB8AC3E}">
        <p14:creationId xmlns:p14="http://schemas.microsoft.com/office/powerpoint/2010/main" val="3962131545"/>
      </p:ext>
    </p:extLst>
  </p:cSld>
  <p:clrMapOvr>
    <a:masterClrMapping/>
  </p:clrMapOvr>
</p:notes>
</file>

<file path=ppt/notesSlides/notesSlide2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2515</a:t>
            </a:fld>
            <a:endParaRPr lang="en-US" dirty="0"/>
          </a:p>
        </p:txBody>
      </p:sp>
    </p:spTree>
    <p:extLst>
      <p:ext uri="{BB962C8B-B14F-4D97-AF65-F5344CB8AC3E}">
        <p14:creationId xmlns:p14="http://schemas.microsoft.com/office/powerpoint/2010/main" val="1519090211"/>
      </p:ext>
    </p:extLst>
  </p:cSld>
  <p:clrMapOvr>
    <a:masterClrMapping/>
  </p:clrMapOvr>
</p:notes>
</file>

<file path=ppt/notesSlides/notesSlide2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2516</a:t>
            </a:fld>
            <a:endParaRPr lang="en-US" dirty="0"/>
          </a:p>
        </p:txBody>
      </p:sp>
    </p:spTree>
    <p:extLst>
      <p:ext uri="{BB962C8B-B14F-4D97-AF65-F5344CB8AC3E}">
        <p14:creationId xmlns:p14="http://schemas.microsoft.com/office/powerpoint/2010/main" val="3010860212"/>
      </p:ext>
    </p:extLst>
  </p:cSld>
  <p:clrMapOvr>
    <a:masterClrMapping/>
  </p:clrMapOvr>
</p:notes>
</file>

<file path=ppt/notesSlides/notesSlide2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2517</a:t>
            </a:fld>
            <a:endParaRPr lang="en-US" dirty="0"/>
          </a:p>
        </p:txBody>
      </p:sp>
    </p:spTree>
    <p:extLst>
      <p:ext uri="{BB962C8B-B14F-4D97-AF65-F5344CB8AC3E}">
        <p14:creationId xmlns:p14="http://schemas.microsoft.com/office/powerpoint/2010/main" val="2548415004"/>
      </p:ext>
    </p:extLst>
  </p:cSld>
  <p:clrMapOvr>
    <a:masterClrMapping/>
  </p:clrMapOvr>
</p:notes>
</file>

<file path=ppt/notesSlides/notesSlide2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2518</a:t>
            </a:fld>
            <a:endParaRPr lang="en-US" dirty="0"/>
          </a:p>
        </p:txBody>
      </p:sp>
    </p:spTree>
    <p:extLst>
      <p:ext uri="{BB962C8B-B14F-4D97-AF65-F5344CB8AC3E}">
        <p14:creationId xmlns:p14="http://schemas.microsoft.com/office/powerpoint/2010/main" val="1850780043"/>
      </p:ext>
    </p:extLst>
  </p:cSld>
  <p:clrMapOvr>
    <a:masterClrMapping/>
  </p:clrMapOvr>
</p:notes>
</file>

<file path=ppt/notesSlides/notesSlide2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2519</a:t>
            </a:fld>
            <a:endParaRPr lang="en-US" dirty="0"/>
          </a:p>
        </p:txBody>
      </p:sp>
    </p:spTree>
    <p:extLst>
      <p:ext uri="{BB962C8B-B14F-4D97-AF65-F5344CB8AC3E}">
        <p14:creationId xmlns:p14="http://schemas.microsoft.com/office/powerpoint/2010/main" val="3129849757"/>
      </p:ext>
    </p:extLst>
  </p:cSld>
  <p:clrMapOvr>
    <a:masterClrMapping/>
  </p:clrMapOvr>
</p:notes>
</file>

<file path=ppt/notesSlides/notesSlide2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2520</a:t>
            </a:fld>
            <a:endParaRPr lang="en-US" dirty="0"/>
          </a:p>
        </p:txBody>
      </p:sp>
    </p:spTree>
    <p:extLst>
      <p:ext uri="{BB962C8B-B14F-4D97-AF65-F5344CB8AC3E}">
        <p14:creationId xmlns:p14="http://schemas.microsoft.com/office/powerpoint/2010/main" val="4292447257"/>
      </p:ext>
    </p:extLst>
  </p:cSld>
  <p:clrMapOvr>
    <a:masterClrMapping/>
  </p:clrMapOvr>
</p:notes>
</file>

<file path=ppt/notesSlides/notesSlide2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2521</a:t>
            </a:fld>
            <a:endParaRPr lang="en-US" dirty="0"/>
          </a:p>
        </p:txBody>
      </p:sp>
    </p:spTree>
    <p:extLst>
      <p:ext uri="{BB962C8B-B14F-4D97-AF65-F5344CB8AC3E}">
        <p14:creationId xmlns:p14="http://schemas.microsoft.com/office/powerpoint/2010/main" val="2913277957"/>
      </p:ext>
    </p:extLst>
  </p:cSld>
  <p:clrMapOvr>
    <a:masterClrMapping/>
  </p:clrMapOvr>
</p:notes>
</file>

<file path=ppt/notesSlides/notesSlide2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2522</a:t>
            </a:fld>
            <a:endParaRPr lang="en-US" dirty="0"/>
          </a:p>
        </p:txBody>
      </p:sp>
    </p:spTree>
    <p:extLst>
      <p:ext uri="{BB962C8B-B14F-4D97-AF65-F5344CB8AC3E}">
        <p14:creationId xmlns:p14="http://schemas.microsoft.com/office/powerpoint/2010/main" val="4052530533"/>
      </p:ext>
    </p:extLst>
  </p:cSld>
  <p:clrMapOvr>
    <a:masterClrMapping/>
  </p:clrMapOvr>
</p:notes>
</file>

<file path=ppt/notesSlides/notesSlide2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2523</a:t>
            </a:fld>
            <a:endParaRPr lang="en-US" dirty="0"/>
          </a:p>
        </p:txBody>
      </p:sp>
    </p:spTree>
    <p:extLst>
      <p:ext uri="{BB962C8B-B14F-4D97-AF65-F5344CB8AC3E}">
        <p14:creationId xmlns:p14="http://schemas.microsoft.com/office/powerpoint/2010/main" val="792272522"/>
      </p:ext>
    </p:extLst>
  </p:cSld>
  <p:clrMapOvr>
    <a:masterClrMapping/>
  </p:clrMapOvr>
</p:notes>
</file>

<file path=ppt/notesSlides/notesSlide2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2524</a:t>
            </a:fld>
            <a:endParaRPr lang="en-US" dirty="0"/>
          </a:p>
        </p:txBody>
      </p:sp>
    </p:spTree>
    <p:extLst>
      <p:ext uri="{BB962C8B-B14F-4D97-AF65-F5344CB8AC3E}">
        <p14:creationId xmlns:p14="http://schemas.microsoft.com/office/powerpoint/2010/main" val="2082698490"/>
      </p:ext>
    </p:extLst>
  </p:cSld>
  <p:clrMapOvr>
    <a:masterClrMapping/>
  </p:clrMapOvr>
</p:notes>
</file>

<file path=ppt/notesSlides/notesSlide2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2525</a:t>
            </a:fld>
            <a:endParaRPr lang="en-US" dirty="0"/>
          </a:p>
        </p:txBody>
      </p:sp>
    </p:spTree>
    <p:extLst>
      <p:ext uri="{BB962C8B-B14F-4D97-AF65-F5344CB8AC3E}">
        <p14:creationId xmlns:p14="http://schemas.microsoft.com/office/powerpoint/2010/main" val="2941986362"/>
      </p:ext>
    </p:extLst>
  </p:cSld>
  <p:clrMapOvr>
    <a:masterClrMapping/>
  </p:clrMapOvr>
</p:notes>
</file>

<file path=ppt/notesSlides/notesSlide2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2528</a:t>
            </a:fld>
            <a:endParaRPr lang="en-US" dirty="0"/>
          </a:p>
        </p:txBody>
      </p:sp>
    </p:spTree>
    <p:extLst>
      <p:ext uri="{BB962C8B-B14F-4D97-AF65-F5344CB8AC3E}">
        <p14:creationId xmlns:p14="http://schemas.microsoft.com/office/powerpoint/2010/main" val="3087346026"/>
      </p:ext>
    </p:extLst>
  </p:cSld>
  <p:clrMapOvr>
    <a:masterClrMapping/>
  </p:clrMapOvr>
</p:notes>
</file>

<file path=ppt/notesSlides/notesSlide2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2529</a:t>
            </a:fld>
            <a:endParaRPr lang="en-US" dirty="0"/>
          </a:p>
        </p:txBody>
      </p:sp>
    </p:spTree>
    <p:extLst>
      <p:ext uri="{BB962C8B-B14F-4D97-AF65-F5344CB8AC3E}">
        <p14:creationId xmlns:p14="http://schemas.microsoft.com/office/powerpoint/2010/main" val="1925565512"/>
      </p:ext>
    </p:extLst>
  </p:cSld>
  <p:clrMapOvr>
    <a:masterClrMapping/>
  </p:clrMapOvr>
</p:notes>
</file>

<file path=ppt/notesSlides/notesSlide2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2530</a:t>
            </a:fld>
            <a:endParaRPr lang="en-US" dirty="0"/>
          </a:p>
        </p:txBody>
      </p:sp>
    </p:spTree>
    <p:extLst>
      <p:ext uri="{BB962C8B-B14F-4D97-AF65-F5344CB8AC3E}">
        <p14:creationId xmlns:p14="http://schemas.microsoft.com/office/powerpoint/2010/main" val="3734193452"/>
      </p:ext>
    </p:extLst>
  </p:cSld>
  <p:clrMapOvr>
    <a:masterClrMapping/>
  </p:clrMapOvr>
</p:notes>
</file>

<file path=ppt/notesSlides/notesSlide2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2531</a:t>
            </a:fld>
            <a:endParaRPr lang="en-US" dirty="0"/>
          </a:p>
        </p:txBody>
      </p:sp>
    </p:spTree>
    <p:extLst>
      <p:ext uri="{BB962C8B-B14F-4D97-AF65-F5344CB8AC3E}">
        <p14:creationId xmlns:p14="http://schemas.microsoft.com/office/powerpoint/2010/main" val="1786288638"/>
      </p:ext>
    </p:extLst>
  </p:cSld>
  <p:clrMapOvr>
    <a:masterClrMapping/>
  </p:clrMapOvr>
</p:notes>
</file>

<file path=ppt/notesSlides/notesSlide2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2532</a:t>
            </a:fld>
            <a:endParaRPr lang="en-US" dirty="0"/>
          </a:p>
        </p:txBody>
      </p:sp>
    </p:spTree>
    <p:extLst>
      <p:ext uri="{BB962C8B-B14F-4D97-AF65-F5344CB8AC3E}">
        <p14:creationId xmlns:p14="http://schemas.microsoft.com/office/powerpoint/2010/main" val="4243870367"/>
      </p:ext>
    </p:extLst>
  </p:cSld>
  <p:clrMapOvr>
    <a:masterClrMapping/>
  </p:clrMapOvr>
</p:notes>
</file>

<file path=ppt/notesSlides/notesSlide2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2533</a:t>
            </a:fld>
            <a:endParaRPr lang="en-US" dirty="0"/>
          </a:p>
        </p:txBody>
      </p:sp>
    </p:spTree>
    <p:extLst>
      <p:ext uri="{BB962C8B-B14F-4D97-AF65-F5344CB8AC3E}">
        <p14:creationId xmlns:p14="http://schemas.microsoft.com/office/powerpoint/2010/main" val="3723479268"/>
      </p:ext>
    </p:extLst>
  </p:cSld>
  <p:clrMapOvr>
    <a:masterClrMapping/>
  </p:clrMapOvr>
</p:notes>
</file>

<file path=ppt/notesSlides/notesSlide2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2534</a:t>
            </a:fld>
            <a:endParaRPr lang="en-US" dirty="0"/>
          </a:p>
        </p:txBody>
      </p:sp>
    </p:spTree>
    <p:extLst>
      <p:ext uri="{BB962C8B-B14F-4D97-AF65-F5344CB8AC3E}">
        <p14:creationId xmlns:p14="http://schemas.microsoft.com/office/powerpoint/2010/main" val="1453763170"/>
      </p:ext>
    </p:extLst>
  </p:cSld>
  <p:clrMapOvr>
    <a:masterClrMapping/>
  </p:clrMapOvr>
</p:notes>
</file>

<file path=ppt/notesSlides/notesSlide2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2535</a:t>
            </a:fld>
            <a:endParaRPr lang="en-US" dirty="0"/>
          </a:p>
        </p:txBody>
      </p:sp>
    </p:spTree>
    <p:extLst>
      <p:ext uri="{BB962C8B-B14F-4D97-AF65-F5344CB8AC3E}">
        <p14:creationId xmlns:p14="http://schemas.microsoft.com/office/powerpoint/2010/main" val="3318660770"/>
      </p:ext>
    </p:extLst>
  </p:cSld>
  <p:clrMapOvr>
    <a:masterClrMapping/>
  </p:clrMapOvr>
</p:notes>
</file>

<file path=ppt/notesSlides/notesSlide2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2536</a:t>
            </a:fld>
            <a:endParaRPr lang="en-US" dirty="0"/>
          </a:p>
        </p:txBody>
      </p:sp>
    </p:spTree>
    <p:extLst>
      <p:ext uri="{BB962C8B-B14F-4D97-AF65-F5344CB8AC3E}">
        <p14:creationId xmlns:p14="http://schemas.microsoft.com/office/powerpoint/2010/main" val="3851625703"/>
      </p:ext>
    </p:extLst>
  </p:cSld>
  <p:clrMapOvr>
    <a:masterClrMapping/>
  </p:clrMapOvr>
</p:notes>
</file>

<file path=ppt/notesSlides/notesSlide2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2537</a:t>
            </a:fld>
            <a:endParaRPr lang="en-US" dirty="0"/>
          </a:p>
        </p:txBody>
      </p:sp>
    </p:spTree>
    <p:extLst>
      <p:ext uri="{BB962C8B-B14F-4D97-AF65-F5344CB8AC3E}">
        <p14:creationId xmlns:p14="http://schemas.microsoft.com/office/powerpoint/2010/main" val="1184986060"/>
      </p:ext>
    </p:extLst>
  </p:cSld>
  <p:clrMapOvr>
    <a:masterClrMapping/>
  </p:clrMapOvr>
</p:notes>
</file>

<file path=ppt/notesSlides/notesSlide2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2538</a:t>
            </a:fld>
            <a:endParaRPr lang="en-US" dirty="0"/>
          </a:p>
        </p:txBody>
      </p:sp>
    </p:spTree>
    <p:extLst>
      <p:ext uri="{BB962C8B-B14F-4D97-AF65-F5344CB8AC3E}">
        <p14:creationId xmlns:p14="http://schemas.microsoft.com/office/powerpoint/2010/main" val="2925912226"/>
      </p:ext>
    </p:extLst>
  </p:cSld>
  <p:clrMapOvr>
    <a:masterClrMapping/>
  </p:clrMapOvr>
</p:notes>
</file>

<file path=ppt/notesSlides/notesSlide2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2539</a:t>
            </a:fld>
            <a:endParaRPr lang="en-US" dirty="0"/>
          </a:p>
        </p:txBody>
      </p:sp>
    </p:spTree>
    <p:extLst>
      <p:ext uri="{BB962C8B-B14F-4D97-AF65-F5344CB8AC3E}">
        <p14:creationId xmlns:p14="http://schemas.microsoft.com/office/powerpoint/2010/main" val="3322260899"/>
      </p:ext>
    </p:extLst>
  </p:cSld>
  <p:clrMapOvr>
    <a:masterClrMapping/>
  </p:clrMapOvr>
</p:notes>
</file>

<file path=ppt/notesSlides/notesSlide2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2540</a:t>
            </a:fld>
            <a:endParaRPr lang="en-US" dirty="0"/>
          </a:p>
        </p:txBody>
      </p:sp>
    </p:spTree>
    <p:extLst>
      <p:ext uri="{BB962C8B-B14F-4D97-AF65-F5344CB8AC3E}">
        <p14:creationId xmlns:p14="http://schemas.microsoft.com/office/powerpoint/2010/main" val="2374016592"/>
      </p:ext>
    </p:extLst>
  </p:cSld>
  <p:clrMapOvr>
    <a:masterClrMapping/>
  </p:clrMapOvr>
</p:notes>
</file>

<file path=ppt/notesSlides/notesSlide2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2541</a:t>
            </a:fld>
            <a:endParaRPr lang="en-US" dirty="0"/>
          </a:p>
        </p:txBody>
      </p:sp>
    </p:spTree>
    <p:extLst>
      <p:ext uri="{BB962C8B-B14F-4D97-AF65-F5344CB8AC3E}">
        <p14:creationId xmlns:p14="http://schemas.microsoft.com/office/powerpoint/2010/main" val="1446419057"/>
      </p:ext>
    </p:extLst>
  </p:cSld>
  <p:clrMapOvr>
    <a:masterClrMapping/>
  </p:clrMapOvr>
</p:notes>
</file>

<file path=ppt/notesSlides/notesSlide2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2542</a:t>
            </a:fld>
            <a:endParaRPr lang="en-US" dirty="0"/>
          </a:p>
        </p:txBody>
      </p:sp>
    </p:spTree>
    <p:extLst>
      <p:ext uri="{BB962C8B-B14F-4D97-AF65-F5344CB8AC3E}">
        <p14:creationId xmlns:p14="http://schemas.microsoft.com/office/powerpoint/2010/main" val="1207944889"/>
      </p:ext>
    </p:extLst>
  </p:cSld>
  <p:clrMapOvr>
    <a:masterClrMapping/>
  </p:clrMapOvr>
</p:notes>
</file>

<file path=ppt/notesSlides/notesSlide2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2543</a:t>
            </a:fld>
            <a:endParaRPr lang="en-US" dirty="0"/>
          </a:p>
        </p:txBody>
      </p:sp>
    </p:spTree>
    <p:extLst>
      <p:ext uri="{BB962C8B-B14F-4D97-AF65-F5344CB8AC3E}">
        <p14:creationId xmlns:p14="http://schemas.microsoft.com/office/powerpoint/2010/main" val="3253092534"/>
      </p:ext>
    </p:extLst>
  </p:cSld>
  <p:clrMapOvr>
    <a:masterClrMapping/>
  </p:clrMapOvr>
</p:notes>
</file>

<file path=ppt/notesSlides/notesSlide2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2544</a:t>
            </a:fld>
            <a:endParaRPr lang="en-US" dirty="0"/>
          </a:p>
        </p:txBody>
      </p:sp>
    </p:spTree>
    <p:extLst>
      <p:ext uri="{BB962C8B-B14F-4D97-AF65-F5344CB8AC3E}">
        <p14:creationId xmlns:p14="http://schemas.microsoft.com/office/powerpoint/2010/main" val="1203152284"/>
      </p:ext>
    </p:extLst>
  </p:cSld>
  <p:clrMapOvr>
    <a:masterClrMapping/>
  </p:clrMapOvr>
</p:notes>
</file>

<file path=ppt/notesSlides/notesSlide2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2545</a:t>
            </a:fld>
            <a:endParaRPr lang="en-US" dirty="0"/>
          </a:p>
        </p:txBody>
      </p:sp>
    </p:spTree>
    <p:extLst>
      <p:ext uri="{BB962C8B-B14F-4D97-AF65-F5344CB8AC3E}">
        <p14:creationId xmlns:p14="http://schemas.microsoft.com/office/powerpoint/2010/main" val="817303676"/>
      </p:ext>
    </p:extLst>
  </p:cSld>
  <p:clrMapOvr>
    <a:masterClrMapping/>
  </p:clrMapOvr>
</p:notes>
</file>

<file path=ppt/notesSlides/notesSlide2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2546</a:t>
            </a:fld>
            <a:endParaRPr lang="en-US" dirty="0"/>
          </a:p>
        </p:txBody>
      </p:sp>
    </p:spTree>
    <p:extLst>
      <p:ext uri="{BB962C8B-B14F-4D97-AF65-F5344CB8AC3E}">
        <p14:creationId xmlns:p14="http://schemas.microsoft.com/office/powerpoint/2010/main" val="2130535345"/>
      </p:ext>
    </p:extLst>
  </p:cSld>
  <p:clrMapOvr>
    <a:masterClrMapping/>
  </p:clrMapOvr>
</p:notes>
</file>

<file path=ppt/notesSlides/notesSlide2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2547</a:t>
            </a:fld>
            <a:endParaRPr lang="en-US" dirty="0"/>
          </a:p>
        </p:txBody>
      </p:sp>
    </p:spTree>
    <p:extLst>
      <p:ext uri="{BB962C8B-B14F-4D97-AF65-F5344CB8AC3E}">
        <p14:creationId xmlns:p14="http://schemas.microsoft.com/office/powerpoint/2010/main" val="4031640882"/>
      </p:ext>
    </p:extLst>
  </p:cSld>
  <p:clrMapOvr>
    <a:masterClrMapping/>
  </p:clrMapOvr>
</p:notes>
</file>

<file path=ppt/notesSlides/notesSlide2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2548</a:t>
            </a:fld>
            <a:endParaRPr lang="en-US" dirty="0"/>
          </a:p>
        </p:txBody>
      </p:sp>
    </p:spTree>
    <p:extLst>
      <p:ext uri="{BB962C8B-B14F-4D97-AF65-F5344CB8AC3E}">
        <p14:creationId xmlns:p14="http://schemas.microsoft.com/office/powerpoint/2010/main" val="1134267009"/>
      </p:ext>
    </p:extLst>
  </p:cSld>
  <p:clrMapOvr>
    <a:masterClrMapping/>
  </p:clrMapOvr>
</p:notes>
</file>

<file path=ppt/notesSlides/notesSlide2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2549</a:t>
            </a:fld>
            <a:endParaRPr lang="en-US" dirty="0"/>
          </a:p>
        </p:txBody>
      </p:sp>
    </p:spTree>
    <p:extLst>
      <p:ext uri="{BB962C8B-B14F-4D97-AF65-F5344CB8AC3E}">
        <p14:creationId xmlns:p14="http://schemas.microsoft.com/office/powerpoint/2010/main" val="2986972556"/>
      </p:ext>
    </p:extLst>
  </p:cSld>
  <p:clrMapOvr>
    <a:masterClrMapping/>
  </p:clrMapOvr>
</p:notes>
</file>

<file path=ppt/notesSlides/notesSlide2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2550</a:t>
            </a:fld>
            <a:endParaRPr lang="en-US" dirty="0"/>
          </a:p>
        </p:txBody>
      </p:sp>
    </p:spTree>
    <p:extLst>
      <p:ext uri="{BB962C8B-B14F-4D97-AF65-F5344CB8AC3E}">
        <p14:creationId xmlns:p14="http://schemas.microsoft.com/office/powerpoint/2010/main" val="4278697856"/>
      </p:ext>
    </p:extLst>
  </p:cSld>
  <p:clrMapOvr>
    <a:masterClrMapping/>
  </p:clrMapOvr>
</p:notes>
</file>

<file path=ppt/notesSlides/notesSlide2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2551</a:t>
            </a:fld>
            <a:endParaRPr lang="en-US" dirty="0"/>
          </a:p>
        </p:txBody>
      </p:sp>
    </p:spTree>
    <p:extLst>
      <p:ext uri="{BB962C8B-B14F-4D97-AF65-F5344CB8AC3E}">
        <p14:creationId xmlns:p14="http://schemas.microsoft.com/office/powerpoint/2010/main" val="810692411"/>
      </p:ext>
    </p:extLst>
  </p:cSld>
  <p:clrMapOvr>
    <a:masterClrMapping/>
  </p:clrMapOvr>
</p:notes>
</file>

<file path=ppt/notesSlides/notesSlide2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2552</a:t>
            </a:fld>
            <a:endParaRPr lang="en-US" dirty="0"/>
          </a:p>
        </p:txBody>
      </p:sp>
    </p:spTree>
    <p:extLst>
      <p:ext uri="{BB962C8B-B14F-4D97-AF65-F5344CB8AC3E}">
        <p14:creationId xmlns:p14="http://schemas.microsoft.com/office/powerpoint/2010/main" val="1191688299"/>
      </p:ext>
    </p:extLst>
  </p:cSld>
  <p:clrMapOvr>
    <a:masterClrMapping/>
  </p:clrMapOvr>
</p:notes>
</file>

<file path=ppt/notesSlides/notesSlide2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2553</a:t>
            </a:fld>
            <a:endParaRPr lang="en-US" dirty="0"/>
          </a:p>
        </p:txBody>
      </p:sp>
    </p:spTree>
    <p:extLst>
      <p:ext uri="{BB962C8B-B14F-4D97-AF65-F5344CB8AC3E}">
        <p14:creationId xmlns:p14="http://schemas.microsoft.com/office/powerpoint/2010/main" val="1278672488"/>
      </p:ext>
    </p:extLst>
  </p:cSld>
  <p:clrMapOvr>
    <a:masterClrMapping/>
  </p:clrMapOvr>
</p:notes>
</file>

<file path=ppt/notesSlides/notesSlide2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2554</a:t>
            </a:fld>
            <a:endParaRPr lang="en-US" dirty="0"/>
          </a:p>
        </p:txBody>
      </p:sp>
    </p:spTree>
    <p:extLst>
      <p:ext uri="{BB962C8B-B14F-4D97-AF65-F5344CB8AC3E}">
        <p14:creationId xmlns:p14="http://schemas.microsoft.com/office/powerpoint/2010/main" val="4012689966"/>
      </p:ext>
    </p:extLst>
  </p:cSld>
  <p:clrMapOvr>
    <a:masterClrMapping/>
  </p:clrMapOvr>
</p:notes>
</file>

<file path=ppt/notesSlides/notesSlide2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2555</a:t>
            </a:fld>
            <a:endParaRPr lang="en-US" dirty="0"/>
          </a:p>
        </p:txBody>
      </p:sp>
    </p:spTree>
    <p:extLst>
      <p:ext uri="{BB962C8B-B14F-4D97-AF65-F5344CB8AC3E}">
        <p14:creationId xmlns:p14="http://schemas.microsoft.com/office/powerpoint/2010/main" val="103341308"/>
      </p:ext>
    </p:extLst>
  </p:cSld>
  <p:clrMapOvr>
    <a:masterClrMapping/>
  </p:clrMapOvr>
</p:notes>
</file>

<file path=ppt/notesSlides/notesSlide2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2556</a:t>
            </a:fld>
            <a:endParaRPr lang="en-US" dirty="0"/>
          </a:p>
        </p:txBody>
      </p:sp>
    </p:spTree>
    <p:extLst>
      <p:ext uri="{BB962C8B-B14F-4D97-AF65-F5344CB8AC3E}">
        <p14:creationId xmlns:p14="http://schemas.microsoft.com/office/powerpoint/2010/main" val="3698052884"/>
      </p:ext>
    </p:extLst>
  </p:cSld>
  <p:clrMapOvr>
    <a:masterClrMapping/>
  </p:clrMapOvr>
</p:notes>
</file>

<file path=ppt/notesSlides/notesSlide2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2557</a:t>
            </a:fld>
            <a:endParaRPr lang="en-US" dirty="0"/>
          </a:p>
        </p:txBody>
      </p:sp>
    </p:spTree>
    <p:extLst>
      <p:ext uri="{BB962C8B-B14F-4D97-AF65-F5344CB8AC3E}">
        <p14:creationId xmlns:p14="http://schemas.microsoft.com/office/powerpoint/2010/main" val="268946488"/>
      </p:ext>
    </p:extLst>
  </p:cSld>
  <p:clrMapOvr>
    <a:masterClrMapping/>
  </p:clrMapOvr>
</p:notes>
</file>

<file path=ppt/notesSlides/notesSlide2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2558</a:t>
            </a:fld>
            <a:endParaRPr lang="en-US" dirty="0"/>
          </a:p>
        </p:txBody>
      </p:sp>
    </p:spTree>
    <p:extLst>
      <p:ext uri="{BB962C8B-B14F-4D97-AF65-F5344CB8AC3E}">
        <p14:creationId xmlns:p14="http://schemas.microsoft.com/office/powerpoint/2010/main" val="4269095119"/>
      </p:ext>
    </p:extLst>
  </p:cSld>
  <p:clrMapOvr>
    <a:masterClrMapping/>
  </p:clrMapOvr>
</p:notes>
</file>

<file path=ppt/notesSlides/notesSlide2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2559</a:t>
            </a:fld>
            <a:endParaRPr lang="en-US" dirty="0"/>
          </a:p>
        </p:txBody>
      </p:sp>
    </p:spTree>
    <p:extLst>
      <p:ext uri="{BB962C8B-B14F-4D97-AF65-F5344CB8AC3E}">
        <p14:creationId xmlns:p14="http://schemas.microsoft.com/office/powerpoint/2010/main" val="4124847152"/>
      </p:ext>
    </p:extLst>
  </p:cSld>
  <p:clrMapOvr>
    <a:masterClrMapping/>
  </p:clrMapOvr>
</p:notes>
</file>

<file path=ppt/notesSlides/notesSlide2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2560</a:t>
            </a:fld>
            <a:endParaRPr lang="en-US" dirty="0"/>
          </a:p>
        </p:txBody>
      </p:sp>
    </p:spTree>
    <p:extLst>
      <p:ext uri="{BB962C8B-B14F-4D97-AF65-F5344CB8AC3E}">
        <p14:creationId xmlns:p14="http://schemas.microsoft.com/office/powerpoint/2010/main" val="819528515"/>
      </p:ext>
    </p:extLst>
  </p:cSld>
  <p:clrMapOvr>
    <a:masterClrMapping/>
  </p:clrMapOvr>
</p:notes>
</file>

<file path=ppt/notesSlides/notesSlide2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2561</a:t>
            </a:fld>
            <a:endParaRPr lang="en-US" dirty="0"/>
          </a:p>
        </p:txBody>
      </p:sp>
    </p:spTree>
    <p:extLst>
      <p:ext uri="{BB962C8B-B14F-4D97-AF65-F5344CB8AC3E}">
        <p14:creationId xmlns:p14="http://schemas.microsoft.com/office/powerpoint/2010/main" val="1471856868"/>
      </p:ext>
    </p:extLst>
  </p:cSld>
  <p:clrMapOvr>
    <a:masterClrMapping/>
  </p:clrMapOvr>
</p:notes>
</file>

<file path=ppt/notesSlides/notesSlide2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2562</a:t>
            </a:fld>
            <a:endParaRPr lang="en-US" dirty="0"/>
          </a:p>
        </p:txBody>
      </p:sp>
    </p:spTree>
    <p:extLst>
      <p:ext uri="{BB962C8B-B14F-4D97-AF65-F5344CB8AC3E}">
        <p14:creationId xmlns:p14="http://schemas.microsoft.com/office/powerpoint/2010/main" val="1914785232"/>
      </p:ext>
    </p:extLst>
  </p:cSld>
  <p:clrMapOvr>
    <a:masterClrMapping/>
  </p:clrMapOvr>
</p:notes>
</file>

<file path=ppt/notesSlides/notesSlide2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2563</a:t>
            </a:fld>
            <a:endParaRPr lang="en-US" dirty="0"/>
          </a:p>
        </p:txBody>
      </p:sp>
    </p:spTree>
    <p:extLst>
      <p:ext uri="{BB962C8B-B14F-4D97-AF65-F5344CB8AC3E}">
        <p14:creationId xmlns:p14="http://schemas.microsoft.com/office/powerpoint/2010/main" val="616354705"/>
      </p:ext>
    </p:extLst>
  </p:cSld>
  <p:clrMapOvr>
    <a:masterClrMapping/>
  </p:clrMapOvr>
</p:notes>
</file>

<file path=ppt/notesSlides/notesSlide2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2564</a:t>
            </a:fld>
            <a:endParaRPr lang="en-US" dirty="0"/>
          </a:p>
        </p:txBody>
      </p:sp>
    </p:spTree>
    <p:extLst>
      <p:ext uri="{BB962C8B-B14F-4D97-AF65-F5344CB8AC3E}">
        <p14:creationId xmlns:p14="http://schemas.microsoft.com/office/powerpoint/2010/main" val="3388630760"/>
      </p:ext>
    </p:extLst>
  </p:cSld>
  <p:clrMapOvr>
    <a:masterClrMapping/>
  </p:clrMapOvr>
</p:notes>
</file>

<file path=ppt/notesSlides/notesSlide2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2565</a:t>
            </a:fld>
            <a:endParaRPr lang="en-US" dirty="0"/>
          </a:p>
        </p:txBody>
      </p:sp>
    </p:spTree>
    <p:extLst>
      <p:ext uri="{BB962C8B-B14F-4D97-AF65-F5344CB8AC3E}">
        <p14:creationId xmlns:p14="http://schemas.microsoft.com/office/powerpoint/2010/main" val="651087720"/>
      </p:ext>
    </p:extLst>
  </p:cSld>
  <p:clrMapOvr>
    <a:masterClrMapping/>
  </p:clrMapOvr>
</p:notes>
</file>

<file path=ppt/notesSlides/notesSlide2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2566</a:t>
            </a:fld>
            <a:endParaRPr lang="en-US" dirty="0"/>
          </a:p>
        </p:txBody>
      </p:sp>
    </p:spTree>
    <p:extLst>
      <p:ext uri="{BB962C8B-B14F-4D97-AF65-F5344CB8AC3E}">
        <p14:creationId xmlns:p14="http://schemas.microsoft.com/office/powerpoint/2010/main" val="3660218544"/>
      </p:ext>
    </p:extLst>
  </p:cSld>
  <p:clrMapOvr>
    <a:masterClrMapping/>
  </p:clrMapOvr>
</p:notes>
</file>

<file path=ppt/notesSlides/notesSlide2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2567</a:t>
            </a:fld>
            <a:endParaRPr lang="en-US" dirty="0"/>
          </a:p>
        </p:txBody>
      </p:sp>
    </p:spTree>
    <p:extLst>
      <p:ext uri="{BB962C8B-B14F-4D97-AF65-F5344CB8AC3E}">
        <p14:creationId xmlns:p14="http://schemas.microsoft.com/office/powerpoint/2010/main" val="1880854292"/>
      </p:ext>
    </p:extLst>
  </p:cSld>
  <p:clrMapOvr>
    <a:masterClrMapping/>
  </p:clrMapOvr>
</p:notes>
</file>

<file path=ppt/notesSlides/notesSlide2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2568</a:t>
            </a:fld>
            <a:endParaRPr lang="en-US" dirty="0"/>
          </a:p>
        </p:txBody>
      </p:sp>
    </p:spTree>
    <p:extLst>
      <p:ext uri="{BB962C8B-B14F-4D97-AF65-F5344CB8AC3E}">
        <p14:creationId xmlns:p14="http://schemas.microsoft.com/office/powerpoint/2010/main" val="2348039036"/>
      </p:ext>
    </p:extLst>
  </p:cSld>
  <p:clrMapOvr>
    <a:masterClrMapping/>
  </p:clrMapOvr>
</p:notes>
</file>

<file path=ppt/notesSlides/notesSlide2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2569</a:t>
            </a:fld>
            <a:endParaRPr lang="en-US" dirty="0"/>
          </a:p>
        </p:txBody>
      </p:sp>
    </p:spTree>
    <p:extLst>
      <p:ext uri="{BB962C8B-B14F-4D97-AF65-F5344CB8AC3E}">
        <p14:creationId xmlns:p14="http://schemas.microsoft.com/office/powerpoint/2010/main" val="2398608404"/>
      </p:ext>
    </p:extLst>
  </p:cSld>
  <p:clrMapOvr>
    <a:masterClrMapping/>
  </p:clrMapOvr>
</p:notes>
</file>

<file path=ppt/notesSlides/notesSlide2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2570</a:t>
            </a:fld>
            <a:endParaRPr lang="en-US" dirty="0"/>
          </a:p>
        </p:txBody>
      </p:sp>
    </p:spTree>
    <p:extLst>
      <p:ext uri="{BB962C8B-B14F-4D97-AF65-F5344CB8AC3E}">
        <p14:creationId xmlns:p14="http://schemas.microsoft.com/office/powerpoint/2010/main" val="2899753392"/>
      </p:ext>
    </p:extLst>
  </p:cSld>
  <p:clrMapOvr>
    <a:masterClrMapping/>
  </p:clrMapOvr>
</p:notes>
</file>

<file path=ppt/notesSlides/notesSlide2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2571</a:t>
            </a:fld>
            <a:endParaRPr lang="en-US" dirty="0"/>
          </a:p>
        </p:txBody>
      </p:sp>
    </p:spTree>
    <p:extLst>
      <p:ext uri="{BB962C8B-B14F-4D97-AF65-F5344CB8AC3E}">
        <p14:creationId xmlns:p14="http://schemas.microsoft.com/office/powerpoint/2010/main" val="3850380713"/>
      </p:ext>
    </p:extLst>
  </p:cSld>
  <p:clrMapOvr>
    <a:masterClrMapping/>
  </p:clrMapOvr>
</p:notes>
</file>

<file path=ppt/notesSlides/notesSlide2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2572</a:t>
            </a:fld>
            <a:endParaRPr lang="en-US" dirty="0"/>
          </a:p>
        </p:txBody>
      </p:sp>
    </p:spTree>
    <p:extLst>
      <p:ext uri="{BB962C8B-B14F-4D97-AF65-F5344CB8AC3E}">
        <p14:creationId xmlns:p14="http://schemas.microsoft.com/office/powerpoint/2010/main" val="563697417"/>
      </p:ext>
    </p:extLst>
  </p:cSld>
  <p:clrMapOvr>
    <a:masterClrMapping/>
  </p:clrMapOvr>
</p:notes>
</file>

<file path=ppt/notesSlides/notesSlide2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2573</a:t>
            </a:fld>
            <a:endParaRPr lang="en-US" dirty="0"/>
          </a:p>
        </p:txBody>
      </p:sp>
    </p:spTree>
    <p:extLst>
      <p:ext uri="{BB962C8B-B14F-4D97-AF65-F5344CB8AC3E}">
        <p14:creationId xmlns:p14="http://schemas.microsoft.com/office/powerpoint/2010/main" val="3867842623"/>
      </p:ext>
    </p:extLst>
  </p:cSld>
  <p:clrMapOvr>
    <a:masterClrMapping/>
  </p:clrMapOvr>
</p:notes>
</file>

<file path=ppt/notesSlides/notesSlide2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2574</a:t>
            </a:fld>
            <a:endParaRPr lang="en-US" dirty="0"/>
          </a:p>
        </p:txBody>
      </p:sp>
    </p:spTree>
    <p:extLst>
      <p:ext uri="{BB962C8B-B14F-4D97-AF65-F5344CB8AC3E}">
        <p14:creationId xmlns:p14="http://schemas.microsoft.com/office/powerpoint/2010/main" val="3268320670"/>
      </p:ext>
    </p:extLst>
  </p:cSld>
  <p:clrMapOvr>
    <a:masterClrMapping/>
  </p:clrMapOvr>
</p:notes>
</file>

<file path=ppt/notesSlides/notesSlide2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2575</a:t>
            </a:fld>
            <a:endParaRPr lang="en-US" dirty="0"/>
          </a:p>
        </p:txBody>
      </p:sp>
    </p:spTree>
    <p:extLst>
      <p:ext uri="{BB962C8B-B14F-4D97-AF65-F5344CB8AC3E}">
        <p14:creationId xmlns:p14="http://schemas.microsoft.com/office/powerpoint/2010/main" val="2441828438"/>
      </p:ext>
    </p:extLst>
  </p:cSld>
  <p:clrMapOvr>
    <a:masterClrMapping/>
  </p:clrMapOvr>
</p:notes>
</file>

<file path=ppt/notesSlides/notesSlide2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2576</a:t>
            </a:fld>
            <a:endParaRPr lang="en-US" dirty="0"/>
          </a:p>
        </p:txBody>
      </p:sp>
    </p:spTree>
    <p:extLst>
      <p:ext uri="{BB962C8B-B14F-4D97-AF65-F5344CB8AC3E}">
        <p14:creationId xmlns:p14="http://schemas.microsoft.com/office/powerpoint/2010/main" val="257910452"/>
      </p:ext>
    </p:extLst>
  </p:cSld>
  <p:clrMapOvr>
    <a:masterClrMapping/>
  </p:clrMapOvr>
</p:notes>
</file>

<file path=ppt/notesSlides/notesSlide2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2577</a:t>
            </a:fld>
            <a:endParaRPr lang="en-US" dirty="0"/>
          </a:p>
        </p:txBody>
      </p:sp>
    </p:spTree>
    <p:extLst>
      <p:ext uri="{BB962C8B-B14F-4D97-AF65-F5344CB8AC3E}">
        <p14:creationId xmlns:p14="http://schemas.microsoft.com/office/powerpoint/2010/main" val="2527542987"/>
      </p:ext>
    </p:extLst>
  </p:cSld>
  <p:clrMapOvr>
    <a:masterClrMapping/>
  </p:clrMapOvr>
</p:notes>
</file>

<file path=ppt/notesSlides/notesSlide2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2578</a:t>
            </a:fld>
            <a:endParaRPr lang="en-US" dirty="0"/>
          </a:p>
        </p:txBody>
      </p:sp>
    </p:spTree>
    <p:extLst>
      <p:ext uri="{BB962C8B-B14F-4D97-AF65-F5344CB8AC3E}">
        <p14:creationId xmlns:p14="http://schemas.microsoft.com/office/powerpoint/2010/main" val="3589775140"/>
      </p:ext>
    </p:extLst>
  </p:cSld>
  <p:clrMapOvr>
    <a:masterClrMapping/>
  </p:clrMapOvr>
</p:notes>
</file>

<file path=ppt/notesSlides/notesSlide2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2579</a:t>
            </a:fld>
            <a:endParaRPr lang="en-US" dirty="0"/>
          </a:p>
        </p:txBody>
      </p:sp>
    </p:spTree>
    <p:extLst>
      <p:ext uri="{BB962C8B-B14F-4D97-AF65-F5344CB8AC3E}">
        <p14:creationId xmlns:p14="http://schemas.microsoft.com/office/powerpoint/2010/main" val="281772704"/>
      </p:ext>
    </p:extLst>
  </p:cSld>
  <p:clrMapOvr>
    <a:masterClrMapping/>
  </p:clrMapOvr>
</p:notes>
</file>

<file path=ppt/notesSlides/notesSlide2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2580</a:t>
            </a:fld>
            <a:endParaRPr lang="en-US" dirty="0"/>
          </a:p>
        </p:txBody>
      </p:sp>
    </p:spTree>
    <p:extLst>
      <p:ext uri="{BB962C8B-B14F-4D97-AF65-F5344CB8AC3E}">
        <p14:creationId xmlns:p14="http://schemas.microsoft.com/office/powerpoint/2010/main" val="2464826950"/>
      </p:ext>
    </p:extLst>
  </p:cSld>
  <p:clrMapOvr>
    <a:masterClrMapping/>
  </p:clrMapOvr>
</p:notes>
</file>

<file path=ppt/notesSlides/notesSlide2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2581</a:t>
            </a:fld>
            <a:endParaRPr lang="en-US" dirty="0"/>
          </a:p>
        </p:txBody>
      </p:sp>
    </p:spTree>
    <p:extLst>
      <p:ext uri="{BB962C8B-B14F-4D97-AF65-F5344CB8AC3E}">
        <p14:creationId xmlns:p14="http://schemas.microsoft.com/office/powerpoint/2010/main" val="3798907968"/>
      </p:ext>
    </p:extLst>
  </p:cSld>
  <p:clrMapOvr>
    <a:masterClrMapping/>
  </p:clrMapOvr>
</p:notes>
</file>

<file path=ppt/notesSlides/notesSlide2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2582</a:t>
            </a:fld>
            <a:endParaRPr lang="en-US" dirty="0"/>
          </a:p>
        </p:txBody>
      </p:sp>
    </p:spTree>
    <p:extLst>
      <p:ext uri="{BB962C8B-B14F-4D97-AF65-F5344CB8AC3E}">
        <p14:creationId xmlns:p14="http://schemas.microsoft.com/office/powerpoint/2010/main" val="20847110"/>
      </p:ext>
    </p:extLst>
  </p:cSld>
  <p:clrMapOvr>
    <a:masterClrMapping/>
  </p:clrMapOvr>
</p:notes>
</file>

<file path=ppt/notesSlides/notesSlide2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2583</a:t>
            </a:fld>
            <a:endParaRPr lang="en-US" dirty="0"/>
          </a:p>
        </p:txBody>
      </p:sp>
    </p:spTree>
    <p:extLst>
      <p:ext uri="{BB962C8B-B14F-4D97-AF65-F5344CB8AC3E}">
        <p14:creationId xmlns:p14="http://schemas.microsoft.com/office/powerpoint/2010/main" val="2309426353"/>
      </p:ext>
    </p:extLst>
  </p:cSld>
  <p:clrMapOvr>
    <a:masterClrMapping/>
  </p:clrMapOvr>
</p:notes>
</file>

<file path=ppt/notesSlides/notesSlide2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2584</a:t>
            </a:fld>
            <a:endParaRPr lang="en-US" dirty="0"/>
          </a:p>
        </p:txBody>
      </p:sp>
    </p:spTree>
    <p:extLst>
      <p:ext uri="{BB962C8B-B14F-4D97-AF65-F5344CB8AC3E}">
        <p14:creationId xmlns:p14="http://schemas.microsoft.com/office/powerpoint/2010/main" val="984721755"/>
      </p:ext>
    </p:extLst>
  </p:cSld>
  <p:clrMapOvr>
    <a:masterClrMapping/>
  </p:clrMapOvr>
</p:notes>
</file>

<file path=ppt/notesSlides/notesSlide2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2585</a:t>
            </a:fld>
            <a:endParaRPr lang="en-US" dirty="0"/>
          </a:p>
        </p:txBody>
      </p:sp>
    </p:spTree>
    <p:extLst>
      <p:ext uri="{BB962C8B-B14F-4D97-AF65-F5344CB8AC3E}">
        <p14:creationId xmlns:p14="http://schemas.microsoft.com/office/powerpoint/2010/main" val="3775605221"/>
      </p:ext>
    </p:extLst>
  </p:cSld>
  <p:clrMapOvr>
    <a:masterClrMapping/>
  </p:clrMapOvr>
</p:notes>
</file>

<file path=ppt/notesSlides/notesSlide2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2586</a:t>
            </a:fld>
            <a:endParaRPr lang="en-US" dirty="0"/>
          </a:p>
        </p:txBody>
      </p:sp>
    </p:spTree>
    <p:extLst>
      <p:ext uri="{BB962C8B-B14F-4D97-AF65-F5344CB8AC3E}">
        <p14:creationId xmlns:p14="http://schemas.microsoft.com/office/powerpoint/2010/main" val="2090583603"/>
      </p:ext>
    </p:extLst>
  </p:cSld>
  <p:clrMapOvr>
    <a:masterClrMapping/>
  </p:clrMapOvr>
</p:notes>
</file>

<file path=ppt/notesSlides/notesSlide2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2587</a:t>
            </a:fld>
            <a:endParaRPr lang="en-US" dirty="0"/>
          </a:p>
        </p:txBody>
      </p:sp>
    </p:spTree>
    <p:extLst>
      <p:ext uri="{BB962C8B-B14F-4D97-AF65-F5344CB8AC3E}">
        <p14:creationId xmlns:p14="http://schemas.microsoft.com/office/powerpoint/2010/main" val="752896378"/>
      </p:ext>
    </p:extLst>
  </p:cSld>
  <p:clrMapOvr>
    <a:masterClrMapping/>
  </p:clrMapOvr>
</p:notes>
</file>

<file path=ppt/notesSlides/notesSlide2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2588</a:t>
            </a:fld>
            <a:endParaRPr lang="en-US" dirty="0"/>
          </a:p>
        </p:txBody>
      </p:sp>
    </p:spTree>
    <p:extLst>
      <p:ext uri="{BB962C8B-B14F-4D97-AF65-F5344CB8AC3E}">
        <p14:creationId xmlns:p14="http://schemas.microsoft.com/office/powerpoint/2010/main" val="213066746"/>
      </p:ext>
    </p:extLst>
  </p:cSld>
  <p:clrMapOvr>
    <a:masterClrMapping/>
  </p:clrMapOvr>
</p:notes>
</file>

<file path=ppt/notesSlides/notesSlide2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2589</a:t>
            </a:fld>
            <a:endParaRPr lang="en-US" dirty="0"/>
          </a:p>
        </p:txBody>
      </p:sp>
    </p:spTree>
    <p:extLst>
      <p:ext uri="{BB962C8B-B14F-4D97-AF65-F5344CB8AC3E}">
        <p14:creationId xmlns:p14="http://schemas.microsoft.com/office/powerpoint/2010/main" val="2723879671"/>
      </p:ext>
    </p:extLst>
  </p:cSld>
  <p:clrMapOvr>
    <a:masterClrMapping/>
  </p:clrMapOvr>
</p:notes>
</file>

<file path=ppt/notesSlides/notesSlide2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2590</a:t>
            </a:fld>
            <a:endParaRPr lang="en-US" dirty="0"/>
          </a:p>
        </p:txBody>
      </p:sp>
    </p:spTree>
    <p:extLst>
      <p:ext uri="{BB962C8B-B14F-4D97-AF65-F5344CB8AC3E}">
        <p14:creationId xmlns:p14="http://schemas.microsoft.com/office/powerpoint/2010/main" val="4024502994"/>
      </p:ext>
    </p:extLst>
  </p:cSld>
  <p:clrMapOvr>
    <a:masterClrMapping/>
  </p:clrMapOvr>
</p:notes>
</file>

<file path=ppt/notesSlides/notesSlide2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2591</a:t>
            </a:fld>
            <a:endParaRPr lang="en-US" dirty="0"/>
          </a:p>
        </p:txBody>
      </p:sp>
    </p:spTree>
    <p:extLst>
      <p:ext uri="{BB962C8B-B14F-4D97-AF65-F5344CB8AC3E}">
        <p14:creationId xmlns:p14="http://schemas.microsoft.com/office/powerpoint/2010/main" val="3168441585"/>
      </p:ext>
    </p:extLst>
  </p:cSld>
  <p:clrMapOvr>
    <a:masterClrMapping/>
  </p:clrMapOvr>
</p:notes>
</file>

<file path=ppt/notesSlides/notesSlide2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2592</a:t>
            </a:fld>
            <a:endParaRPr lang="en-US" dirty="0"/>
          </a:p>
        </p:txBody>
      </p:sp>
    </p:spTree>
    <p:extLst>
      <p:ext uri="{BB962C8B-B14F-4D97-AF65-F5344CB8AC3E}">
        <p14:creationId xmlns:p14="http://schemas.microsoft.com/office/powerpoint/2010/main" val="3949864224"/>
      </p:ext>
    </p:extLst>
  </p:cSld>
  <p:clrMapOvr>
    <a:masterClrMapping/>
  </p:clrMapOvr>
</p:notes>
</file>

<file path=ppt/notesSlides/notesSlide2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2593</a:t>
            </a:fld>
            <a:endParaRPr lang="en-US" dirty="0"/>
          </a:p>
        </p:txBody>
      </p:sp>
    </p:spTree>
    <p:extLst>
      <p:ext uri="{BB962C8B-B14F-4D97-AF65-F5344CB8AC3E}">
        <p14:creationId xmlns:p14="http://schemas.microsoft.com/office/powerpoint/2010/main" val="2799655951"/>
      </p:ext>
    </p:extLst>
  </p:cSld>
  <p:clrMapOvr>
    <a:masterClrMapping/>
  </p:clrMapOvr>
</p:notes>
</file>

<file path=ppt/notesSlides/notesSlide2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2594</a:t>
            </a:fld>
            <a:endParaRPr lang="en-US" dirty="0"/>
          </a:p>
        </p:txBody>
      </p:sp>
    </p:spTree>
    <p:extLst>
      <p:ext uri="{BB962C8B-B14F-4D97-AF65-F5344CB8AC3E}">
        <p14:creationId xmlns:p14="http://schemas.microsoft.com/office/powerpoint/2010/main" val="3892611456"/>
      </p:ext>
    </p:extLst>
  </p:cSld>
  <p:clrMapOvr>
    <a:masterClrMapping/>
  </p:clrMapOvr>
</p:notes>
</file>

<file path=ppt/notesSlides/notesSlide2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2595</a:t>
            </a:fld>
            <a:endParaRPr lang="en-US" dirty="0"/>
          </a:p>
        </p:txBody>
      </p:sp>
    </p:spTree>
    <p:extLst>
      <p:ext uri="{BB962C8B-B14F-4D97-AF65-F5344CB8AC3E}">
        <p14:creationId xmlns:p14="http://schemas.microsoft.com/office/powerpoint/2010/main" val="2418012183"/>
      </p:ext>
    </p:extLst>
  </p:cSld>
  <p:clrMapOvr>
    <a:masterClrMapping/>
  </p:clrMapOvr>
</p:notes>
</file>

<file path=ppt/notesSlides/notesSlide2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2596</a:t>
            </a:fld>
            <a:endParaRPr lang="en-US" dirty="0"/>
          </a:p>
        </p:txBody>
      </p:sp>
    </p:spTree>
    <p:extLst>
      <p:ext uri="{BB962C8B-B14F-4D97-AF65-F5344CB8AC3E}">
        <p14:creationId xmlns:p14="http://schemas.microsoft.com/office/powerpoint/2010/main" val="175378331"/>
      </p:ext>
    </p:extLst>
  </p:cSld>
  <p:clrMapOvr>
    <a:masterClrMapping/>
  </p:clrMapOvr>
</p:notes>
</file>

<file path=ppt/notesSlides/notesSlide2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2597</a:t>
            </a:fld>
            <a:endParaRPr lang="en-US" dirty="0"/>
          </a:p>
        </p:txBody>
      </p:sp>
    </p:spTree>
    <p:extLst>
      <p:ext uri="{BB962C8B-B14F-4D97-AF65-F5344CB8AC3E}">
        <p14:creationId xmlns:p14="http://schemas.microsoft.com/office/powerpoint/2010/main" val="1750702081"/>
      </p:ext>
    </p:extLst>
  </p:cSld>
  <p:clrMapOvr>
    <a:masterClrMapping/>
  </p:clrMapOvr>
</p:notes>
</file>

<file path=ppt/notesSlides/notesSlide2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2598</a:t>
            </a:fld>
            <a:endParaRPr lang="en-US" dirty="0"/>
          </a:p>
        </p:txBody>
      </p:sp>
    </p:spTree>
    <p:extLst>
      <p:ext uri="{BB962C8B-B14F-4D97-AF65-F5344CB8AC3E}">
        <p14:creationId xmlns:p14="http://schemas.microsoft.com/office/powerpoint/2010/main" val="1124029502"/>
      </p:ext>
    </p:extLst>
  </p:cSld>
  <p:clrMapOvr>
    <a:masterClrMapping/>
  </p:clrMapOvr>
</p:notes>
</file>

<file path=ppt/notesSlides/notesSlide2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2599</a:t>
            </a:fld>
            <a:endParaRPr lang="en-US" dirty="0"/>
          </a:p>
        </p:txBody>
      </p:sp>
    </p:spTree>
    <p:extLst>
      <p:ext uri="{BB962C8B-B14F-4D97-AF65-F5344CB8AC3E}">
        <p14:creationId xmlns:p14="http://schemas.microsoft.com/office/powerpoint/2010/main" val="942026883"/>
      </p:ext>
    </p:extLst>
  </p:cSld>
  <p:clrMapOvr>
    <a:masterClrMapping/>
  </p:clrMapOvr>
</p:notes>
</file>

<file path=ppt/notesSlides/notesSlide2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2600</a:t>
            </a:fld>
            <a:endParaRPr lang="en-US" dirty="0"/>
          </a:p>
        </p:txBody>
      </p:sp>
    </p:spTree>
    <p:extLst>
      <p:ext uri="{BB962C8B-B14F-4D97-AF65-F5344CB8AC3E}">
        <p14:creationId xmlns:p14="http://schemas.microsoft.com/office/powerpoint/2010/main" val="1977581019"/>
      </p:ext>
    </p:extLst>
  </p:cSld>
  <p:clrMapOvr>
    <a:masterClrMapping/>
  </p:clrMapOvr>
</p:notes>
</file>

<file path=ppt/notesSlides/notesSlide2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2601</a:t>
            </a:fld>
            <a:endParaRPr lang="en-US" dirty="0"/>
          </a:p>
        </p:txBody>
      </p:sp>
    </p:spTree>
    <p:extLst>
      <p:ext uri="{BB962C8B-B14F-4D97-AF65-F5344CB8AC3E}">
        <p14:creationId xmlns:p14="http://schemas.microsoft.com/office/powerpoint/2010/main" val="552600823"/>
      </p:ext>
    </p:extLst>
  </p:cSld>
  <p:clrMapOvr>
    <a:masterClrMapping/>
  </p:clrMapOvr>
</p:notes>
</file>

<file path=ppt/notesSlides/notesSlide2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2602</a:t>
            </a:fld>
            <a:endParaRPr lang="en-US" dirty="0"/>
          </a:p>
        </p:txBody>
      </p:sp>
    </p:spTree>
    <p:extLst>
      <p:ext uri="{BB962C8B-B14F-4D97-AF65-F5344CB8AC3E}">
        <p14:creationId xmlns:p14="http://schemas.microsoft.com/office/powerpoint/2010/main" val="1659761027"/>
      </p:ext>
    </p:extLst>
  </p:cSld>
  <p:clrMapOvr>
    <a:masterClrMapping/>
  </p:clrMapOvr>
</p:notes>
</file>

<file path=ppt/notesSlides/notesSlide2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2603</a:t>
            </a:fld>
            <a:endParaRPr lang="en-US" dirty="0"/>
          </a:p>
        </p:txBody>
      </p:sp>
    </p:spTree>
    <p:extLst>
      <p:ext uri="{BB962C8B-B14F-4D97-AF65-F5344CB8AC3E}">
        <p14:creationId xmlns:p14="http://schemas.microsoft.com/office/powerpoint/2010/main" val="2310566863"/>
      </p:ext>
    </p:extLst>
  </p:cSld>
  <p:clrMapOvr>
    <a:masterClrMapping/>
  </p:clrMapOvr>
</p:notes>
</file>

<file path=ppt/notesSlides/notesSlide2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2604</a:t>
            </a:fld>
            <a:endParaRPr lang="en-US" dirty="0"/>
          </a:p>
        </p:txBody>
      </p:sp>
    </p:spTree>
    <p:extLst>
      <p:ext uri="{BB962C8B-B14F-4D97-AF65-F5344CB8AC3E}">
        <p14:creationId xmlns:p14="http://schemas.microsoft.com/office/powerpoint/2010/main" val="4247038124"/>
      </p:ext>
    </p:extLst>
  </p:cSld>
  <p:clrMapOvr>
    <a:masterClrMapping/>
  </p:clrMapOvr>
</p:notes>
</file>

<file path=ppt/notesSlides/notesSlide2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2605</a:t>
            </a:fld>
            <a:endParaRPr lang="en-US" dirty="0"/>
          </a:p>
        </p:txBody>
      </p:sp>
    </p:spTree>
    <p:extLst>
      <p:ext uri="{BB962C8B-B14F-4D97-AF65-F5344CB8AC3E}">
        <p14:creationId xmlns:p14="http://schemas.microsoft.com/office/powerpoint/2010/main" val="1779451186"/>
      </p:ext>
    </p:extLst>
  </p:cSld>
  <p:clrMapOvr>
    <a:masterClrMapping/>
  </p:clrMapOvr>
</p:notes>
</file>

<file path=ppt/notesSlides/notesSlide2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2606</a:t>
            </a:fld>
            <a:endParaRPr lang="en-US" dirty="0"/>
          </a:p>
        </p:txBody>
      </p:sp>
    </p:spTree>
    <p:extLst>
      <p:ext uri="{BB962C8B-B14F-4D97-AF65-F5344CB8AC3E}">
        <p14:creationId xmlns:p14="http://schemas.microsoft.com/office/powerpoint/2010/main" val="3100536651"/>
      </p:ext>
    </p:extLst>
  </p:cSld>
  <p:clrMapOvr>
    <a:masterClrMapping/>
  </p:clrMapOvr>
</p:notes>
</file>

<file path=ppt/notesSlides/notesSlide2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2607</a:t>
            </a:fld>
            <a:endParaRPr lang="en-US" dirty="0"/>
          </a:p>
        </p:txBody>
      </p:sp>
    </p:spTree>
    <p:extLst>
      <p:ext uri="{BB962C8B-B14F-4D97-AF65-F5344CB8AC3E}">
        <p14:creationId xmlns:p14="http://schemas.microsoft.com/office/powerpoint/2010/main" val="2123211383"/>
      </p:ext>
    </p:extLst>
  </p:cSld>
  <p:clrMapOvr>
    <a:masterClrMapping/>
  </p:clrMapOvr>
</p:notes>
</file>

<file path=ppt/notesSlides/notesSlide2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2608</a:t>
            </a:fld>
            <a:endParaRPr lang="en-US" dirty="0"/>
          </a:p>
        </p:txBody>
      </p:sp>
    </p:spTree>
    <p:extLst>
      <p:ext uri="{BB962C8B-B14F-4D97-AF65-F5344CB8AC3E}">
        <p14:creationId xmlns:p14="http://schemas.microsoft.com/office/powerpoint/2010/main" val="2506117473"/>
      </p:ext>
    </p:extLst>
  </p:cSld>
  <p:clrMapOvr>
    <a:masterClrMapping/>
  </p:clrMapOvr>
</p:notes>
</file>

<file path=ppt/notesSlides/notesSlide2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2609</a:t>
            </a:fld>
            <a:endParaRPr lang="en-US" dirty="0"/>
          </a:p>
        </p:txBody>
      </p:sp>
    </p:spTree>
    <p:extLst>
      <p:ext uri="{BB962C8B-B14F-4D97-AF65-F5344CB8AC3E}">
        <p14:creationId xmlns:p14="http://schemas.microsoft.com/office/powerpoint/2010/main" val="4091761691"/>
      </p:ext>
    </p:extLst>
  </p:cSld>
  <p:clrMapOvr>
    <a:masterClrMapping/>
  </p:clrMapOvr>
</p:notes>
</file>

<file path=ppt/notesSlides/notesSlide2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2610</a:t>
            </a:fld>
            <a:endParaRPr lang="en-US" dirty="0"/>
          </a:p>
        </p:txBody>
      </p:sp>
    </p:spTree>
    <p:extLst>
      <p:ext uri="{BB962C8B-B14F-4D97-AF65-F5344CB8AC3E}">
        <p14:creationId xmlns:p14="http://schemas.microsoft.com/office/powerpoint/2010/main" val="1807541424"/>
      </p:ext>
    </p:extLst>
  </p:cSld>
  <p:clrMapOvr>
    <a:masterClrMapping/>
  </p:clrMapOvr>
</p:notes>
</file>

<file path=ppt/notesSlides/notesSlide2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2611</a:t>
            </a:fld>
            <a:endParaRPr lang="en-US" dirty="0"/>
          </a:p>
        </p:txBody>
      </p:sp>
    </p:spTree>
    <p:extLst>
      <p:ext uri="{BB962C8B-B14F-4D97-AF65-F5344CB8AC3E}">
        <p14:creationId xmlns:p14="http://schemas.microsoft.com/office/powerpoint/2010/main" val="376794164"/>
      </p:ext>
    </p:extLst>
  </p:cSld>
  <p:clrMapOvr>
    <a:masterClrMapping/>
  </p:clrMapOvr>
</p:notes>
</file>

<file path=ppt/notesSlides/notesSlide2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2612</a:t>
            </a:fld>
            <a:endParaRPr lang="en-US" dirty="0"/>
          </a:p>
        </p:txBody>
      </p:sp>
    </p:spTree>
    <p:extLst>
      <p:ext uri="{BB962C8B-B14F-4D97-AF65-F5344CB8AC3E}">
        <p14:creationId xmlns:p14="http://schemas.microsoft.com/office/powerpoint/2010/main" val="2885770764"/>
      </p:ext>
    </p:extLst>
  </p:cSld>
  <p:clrMapOvr>
    <a:masterClrMapping/>
  </p:clrMapOvr>
</p:notes>
</file>

<file path=ppt/notesSlides/notesSlide2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2613</a:t>
            </a:fld>
            <a:endParaRPr lang="en-US" dirty="0"/>
          </a:p>
        </p:txBody>
      </p:sp>
    </p:spTree>
    <p:extLst>
      <p:ext uri="{BB962C8B-B14F-4D97-AF65-F5344CB8AC3E}">
        <p14:creationId xmlns:p14="http://schemas.microsoft.com/office/powerpoint/2010/main" val="4033158888"/>
      </p:ext>
    </p:extLst>
  </p:cSld>
  <p:clrMapOvr>
    <a:masterClrMapping/>
  </p:clrMapOvr>
</p:notes>
</file>

<file path=ppt/notesSlides/notesSlide2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2614</a:t>
            </a:fld>
            <a:endParaRPr lang="en-US" dirty="0"/>
          </a:p>
        </p:txBody>
      </p:sp>
    </p:spTree>
    <p:extLst>
      <p:ext uri="{BB962C8B-B14F-4D97-AF65-F5344CB8AC3E}">
        <p14:creationId xmlns:p14="http://schemas.microsoft.com/office/powerpoint/2010/main" val="2494728390"/>
      </p:ext>
    </p:extLst>
  </p:cSld>
  <p:clrMapOvr>
    <a:masterClrMapping/>
  </p:clrMapOvr>
</p:notes>
</file>

<file path=ppt/notesSlides/notesSlide2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2615</a:t>
            </a:fld>
            <a:endParaRPr lang="en-US" dirty="0"/>
          </a:p>
        </p:txBody>
      </p:sp>
    </p:spTree>
    <p:extLst>
      <p:ext uri="{BB962C8B-B14F-4D97-AF65-F5344CB8AC3E}">
        <p14:creationId xmlns:p14="http://schemas.microsoft.com/office/powerpoint/2010/main" val="625678573"/>
      </p:ext>
    </p:extLst>
  </p:cSld>
  <p:clrMapOvr>
    <a:masterClrMapping/>
  </p:clrMapOvr>
</p:notes>
</file>

<file path=ppt/notesSlides/notesSlide2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2616</a:t>
            </a:fld>
            <a:endParaRPr lang="en-US" dirty="0"/>
          </a:p>
        </p:txBody>
      </p:sp>
    </p:spTree>
    <p:extLst>
      <p:ext uri="{BB962C8B-B14F-4D97-AF65-F5344CB8AC3E}">
        <p14:creationId xmlns:p14="http://schemas.microsoft.com/office/powerpoint/2010/main" val="3396610892"/>
      </p:ext>
    </p:extLst>
  </p:cSld>
  <p:clrMapOvr>
    <a:masterClrMapping/>
  </p:clrMapOvr>
</p:notes>
</file>

<file path=ppt/notesSlides/notesSlide2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2617</a:t>
            </a:fld>
            <a:endParaRPr lang="en-US" dirty="0"/>
          </a:p>
        </p:txBody>
      </p:sp>
    </p:spTree>
    <p:extLst>
      <p:ext uri="{BB962C8B-B14F-4D97-AF65-F5344CB8AC3E}">
        <p14:creationId xmlns:p14="http://schemas.microsoft.com/office/powerpoint/2010/main" val="3587208638"/>
      </p:ext>
    </p:extLst>
  </p:cSld>
  <p:clrMapOvr>
    <a:masterClrMapping/>
  </p:clrMapOvr>
</p:notes>
</file>

<file path=ppt/notesSlides/notesSlide2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2618</a:t>
            </a:fld>
            <a:endParaRPr lang="en-US" dirty="0"/>
          </a:p>
        </p:txBody>
      </p:sp>
    </p:spTree>
    <p:extLst>
      <p:ext uri="{BB962C8B-B14F-4D97-AF65-F5344CB8AC3E}">
        <p14:creationId xmlns:p14="http://schemas.microsoft.com/office/powerpoint/2010/main" val="3136690647"/>
      </p:ext>
    </p:extLst>
  </p:cSld>
  <p:clrMapOvr>
    <a:masterClrMapping/>
  </p:clrMapOvr>
</p:notes>
</file>

<file path=ppt/notesSlides/notesSlide2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2619</a:t>
            </a:fld>
            <a:endParaRPr lang="en-US" dirty="0"/>
          </a:p>
        </p:txBody>
      </p:sp>
    </p:spTree>
    <p:extLst>
      <p:ext uri="{BB962C8B-B14F-4D97-AF65-F5344CB8AC3E}">
        <p14:creationId xmlns:p14="http://schemas.microsoft.com/office/powerpoint/2010/main" val="3216703546"/>
      </p:ext>
    </p:extLst>
  </p:cSld>
  <p:clrMapOvr>
    <a:masterClrMapping/>
  </p:clrMapOvr>
</p:notes>
</file>

<file path=ppt/notesSlides/notesSlide2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2620</a:t>
            </a:fld>
            <a:endParaRPr lang="en-US" dirty="0"/>
          </a:p>
        </p:txBody>
      </p:sp>
    </p:spTree>
    <p:extLst>
      <p:ext uri="{BB962C8B-B14F-4D97-AF65-F5344CB8AC3E}">
        <p14:creationId xmlns:p14="http://schemas.microsoft.com/office/powerpoint/2010/main" val="2067546214"/>
      </p:ext>
    </p:extLst>
  </p:cSld>
  <p:clrMapOvr>
    <a:masterClrMapping/>
  </p:clrMapOvr>
</p:notes>
</file>

<file path=ppt/notesSlides/notesSlide2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2621</a:t>
            </a:fld>
            <a:endParaRPr lang="en-US" dirty="0"/>
          </a:p>
        </p:txBody>
      </p:sp>
    </p:spTree>
    <p:extLst>
      <p:ext uri="{BB962C8B-B14F-4D97-AF65-F5344CB8AC3E}">
        <p14:creationId xmlns:p14="http://schemas.microsoft.com/office/powerpoint/2010/main" val="2316841667"/>
      </p:ext>
    </p:extLst>
  </p:cSld>
  <p:clrMapOvr>
    <a:masterClrMapping/>
  </p:clrMapOvr>
</p:notes>
</file>

<file path=ppt/notesSlides/notesSlide2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2622</a:t>
            </a:fld>
            <a:endParaRPr lang="en-US" dirty="0"/>
          </a:p>
        </p:txBody>
      </p:sp>
    </p:spTree>
    <p:extLst>
      <p:ext uri="{BB962C8B-B14F-4D97-AF65-F5344CB8AC3E}">
        <p14:creationId xmlns:p14="http://schemas.microsoft.com/office/powerpoint/2010/main" val="793514896"/>
      </p:ext>
    </p:extLst>
  </p:cSld>
  <p:clrMapOvr>
    <a:masterClrMapping/>
  </p:clrMapOvr>
</p:notes>
</file>

<file path=ppt/notesSlides/notesSlide2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2623</a:t>
            </a:fld>
            <a:endParaRPr lang="en-US" dirty="0"/>
          </a:p>
        </p:txBody>
      </p:sp>
    </p:spTree>
    <p:extLst>
      <p:ext uri="{BB962C8B-B14F-4D97-AF65-F5344CB8AC3E}">
        <p14:creationId xmlns:p14="http://schemas.microsoft.com/office/powerpoint/2010/main" val="1405501666"/>
      </p:ext>
    </p:extLst>
  </p:cSld>
  <p:clrMapOvr>
    <a:masterClrMapping/>
  </p:clrMapOvr>
</p:notes>
</file>

<file path=ppt/notesSlides/notesSlide2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2624</a:t>
            </a:fld>
            <a:endParaRPr lang="en-US" dirty="0"/>
          </a:p>
        </p:txBody>
      </p:sp>
    </p:spTree>
    <p:extLst>
      <p:ext uri="{BB962C8B-B14F-4D97-AF65-F5344CB8AC3E}">
        <p14:creationId xmlns:p14="http://schemas.microsoft.com/office/powerpoint/2010/main" val="47170987"/>
      </p:ext>
    </p:extLst>
  </p:cSld>
  <p:clrMapOvr>
    <a:masterClrMapping/>
  </p:clrMapOvr>
</p:notes>
</file>

<file path=ppt/notesSlides/notesSlide2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2625</a:t>
            </a:fld>
            <a:endParaRPr lang="en-US" dirty="0"/>
          </a:p>
        </p:txBody>
      </p:sp>
    </p:spTree>
    <p:extLst>
      <p:ext uri="{BB962C8B-B14F-4D97-AF65-F5344CB8AC3E}">
        <p14:creationId xmlns:p14="http://schemas.microsoft.com/office/powerpoint/2010/main" val="1132151743"/>
      </p:ext>
    </p:extLst>
  </p:cSld>
  <p:clrMapOvr>
    <a:masterClrMapping/>
  </p:clrMapOvr>
</p:notes>
</file>

<file path=ppt/notesSlides/notesSlide2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2626</a:t>
            </a:fld>
            <a:endParaRPr lang="en-US" dirty="0"/>
          </a:p>
        </p:txBody>
      </p:sp>
    </p:spTree>
    <p:extLst>
      <p:ext uri="{BB962C8B-B14F-4D97-AF65-F5344CB8AC3E}">
        <p14:creationId xmlns:p14="http://schemas.microsoft.com/office/powerpoint/2010/main" val="1027956222"/>
      </p:ext>
    </p:extLst>
  </p:cSld>
  <p:clrMapOvr>
    <a:masterClrMapping/>
  </p:clrMapOvr>
</p:notes>
</file>

<file path=ppt/notesSlides/notesSlide2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2627</a:t>
            </a:fld>
            <a:endParaRPr lang="en-US" dirty="0"/>
          </a:p>
        </p:txBody>
      </p:sp>
    </p:spTree>
    <p:extLst>
      <p:ext uri="{BB962C8B-B14F-4D97-AF65-F5344CB8AC3E}">
        <p14:creationId xmlns:p14="http://schemas.microsoft.com/office/powerpoint/2010/main" val="4071326128"/>
      </p:ext>
    </p:extLst>
  </p:cSld>
  <p:clrMapOvr>
    <a:masterClrMapping/>
  </p:clrMapOvr>
</p:notes>
</file>

<file path=ppt/notesSlides/notesSlide2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2628</a:t>
            </a:fld>
            <a:endParaRPr lang="en-US" dirty="0"/>
          </a:p>
        </p:txBody>
      </p:sp>
    </p:spTree>
    <p:extLst>
      <p:ext uri="{BB962C8B-B14F-4D97-AF65-F5344CB8AC3E}">
        <p14:creationId xmlns:p14="http://schemas.microsoft.com/office/powerpoint/2010/main" val="1012732849"/>
      </p:ext>
    </p:extLst>
  </p:cSld>
  <p:clrMapOvr>
    <a:masterClrMapping/>
  </p:clrMapOvr>
</p:notes>
</file>

<file path=ppt/notesSlides/notesSlide2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2629</a:t>
            </a:fld>
            <a:endParaRPr lang="en-US" dirty="0"/>
          </a:p>
        </p:txBody>
      </p:sp>
    </p:spTree>
    <p:extLst>
      <p:ext uri="{BB962C8B-B14F-4D97-AF65-F5344CB8AC3E}">
        <p14:creationId xmlns:p14="http://schemas.microsoft.com/office/powerpoint/2010/main" val="2053287154"/>
      </p:ext>
    </p:extLst>
  </p:cSld>
  <p:clrMapOvr>
    <a:masterClrMapping/>
  </p:clrMapOvr>
</p:notes>
</file>

<file path=ppt/notesSlides/notesSlide2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2630</a:t>
            </a:fld>
            <a:endParaRPr lang="en-US" dirty="0"/>
          </a:p>
        </p:txBody>
      </p:sp>
    </p:spTree>
    <p:extLst>
      <p:ext uri="{BB962C8B-B14F-4D97-AF65-F5344CB8AC3E}">
        <p14:creationId xmlns:p14="http://schemas.microsoft.com/office/powerpoint/2010/main" val="2495067892"/>
      </p:ext>
    </p:extLst>
  </p:cSld>
  <p:clrMapOvr>
    <a:masterClrMapping/>
  </p:clrMapOvr>
</p:notes>
</file>

<file path=ppt/notesSlides/notesSlide2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2631</a:t>
            </a:fld>
            <a:endParaRPr lang="en-US" dirty="0"/>
          </a:p>
        </p:txBody>
      </p:sp>
    </p:spTree>
    <p:extLst>
      <p:ext uri="{BB962C8B-B14F-4D97-AF65-F5344CB8AC3E}">
        <p14:creationId xmlns:p14="http://schemas.microsoft.com/office/powerpoint/2010/main" val="3942772412"/>
      </p:ext>
    </p:extLst>
  </p:cSld>
  <p:clrMapOvr>
    <a:masterClrMapping/>
  </p:clrMapOvr>
</p:notes>
</file>

<file path=ppt/notesSlides/notesSlide2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2632</a:t>
            </a:fld>
            <a:endParaRPr lang="en-US" dirty="0"/>
          </a:p>
        </p:txBody>
      </p:sp>
    </p:spTree>
    <p:extLst>
      <p:ext uri="{BB962C8B-B14F-4D97-AF65-F5344CB8AC3E}">
        <p14:creationId xmlns:p14="http://schemas.microsoft.com/office/powerpoint/2010/main" val="3134368731"/>
      </p:ext>
    </p:extLst>
  </p:cSld>
  <p:clrMapOvr>
    <a:masterClrMapping/>
  </p:clrMapOvr>
</p:notes>
</file>

<file path=ppt/notesSlides/notesSlide2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2633</a:t>
            </a:fld>
            <a:endParaRPr lang="en-US" dirty="0"/>
          </a:p>
        </p:txBody>
      </p:sp>
    </p:spTree>
    <p:extLst>
      <p:ext uri="{BB962C8B-B14F-4D97-AF65-F5344CB8AC3E}">
        <p14:creationId xmlns:p14="http://schemas.microsoft.com/office/powerpoint/2010/main" val="623452870"/>
      </p:ext>
    </p:extLst>
  </p:cSld>
  <p:clrMapOvr>
    <a:masterClrMapping/>
  </p:clrMapOvr>
</p:notes>
</file>

<file path=ppt/notesSlides/notesSlide2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2634</a:t>
            </a:fld>
            <a:endParaRPr lang="en-US" dirty="0"/>
          </a:p>
        </p:txBody>
      </p:sp>
    </p:spTree>
    <p:extLst>
      <p:ext uri="{BB962C8B-B14F-4D97-AF65-F5344CB8AC3E}">
        <p14:creationId xmlns:p14="http://schemas.microsoft.com/office/powerpoint/2010/main" val="1091967120"/>
      </p:ext>
    </p:extLst>
  </p:cSld>
  <p:clrMapOvr>
    <a:masterClrMapping/>
  </p:clrMapOvr>
</p:notes>
</file>

<file path=ppt/notesSlides/notesSlide2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2635</a:t>
            </a:fld>
            <a:endParaRPr lang="en-US" dirty="0"/>
          </a:p>
        </p:txBody>
      </p:sp>
    </p:spTree>
    <p:extLst>
      <p:ext uri="{BB962C8B-B14F-4D97-AF65-F5344CB8AC3E}">
        <p14:creationId xmlns:p14="http://schemas.microsoft.com/office/powerpoint/2010/main" val="4255472106"/>
      </p:ext>
    </p:extLst>
  </p:cSld>
  <p:clrMapOvr>
    <a:masterClrMapping/>
  </p:clrMapOvr>
</p:notes>
</file>

<file path=ppt/notesSlides/notesSlide2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2636</a:t>
            </a:fld>
            <a:endParaRPr lang="en-US" dirty="0"/>
          </a:p>
        </p:txBody>
      </p:sp>
    </p:spTree>
    <p:extLst>
      <p:ext uri="{BB962C8B-B14F-4D97-AF65-F5344CB8AC3E}">
        <p14:creationId xmlns:p14="http://schemas.microsoft.com/office/powerpoint/2010/main" val="2493590299"/>
      </p:ext>
    </p:extLst>
  </p:cSld>
  <p:clrMapOvr>
    <a:masterClrMapping/>
  </p:clrMapOvr>
</p:notes>
</file>

<file path=ppt/notesSlides/notesSlide2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2637</a:t>
            </a:fld>
            <a:endParaRPr lang="en-US" dirty="0"/>
          </a:p>
        </p:txBody>
      </p:sp>
    </p:spTree>
    <p:extLst>
      <p:ext uri="{BB962C8B-B14F-4D97-AF65-F5344CB8AC3E}">
        <p14:creationId xmlns:p14="http://schemas.microsoft.com/office/powerpoint/2010/main" val="1589917830"/>
      </p:ext>
    </p:extLst>
  </p:cSld>
  <p:clrMapOvr>
    <a:masterClrMapping/>
  </p:clrMapOvr>
</p:notes>
</file>

<file path=ppt/notesSlides/notesSlide2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2638</a:t>
            </a:fld>
            <a:endParaRPr lang="en-US" dirty="0"/>
          </a:p>
        </p:txBody>
      </p:sp>
    </p:spTree>
    <p:extLst>
      <p:ext uri="{BB962C8B-B14F-4D97-AF65-F5344CB8AC3E}">
        <p14:creationId xmlns:p14="http://schemas.microsoft.com/office/powerpoint/2010/main" val="1244760336"/>
      </p:ext>
    </p:extLst>
  </p:cSld>
  <p:clrMapOvr>
    <a:masterClrMapping/>
  </p:clrMapOvr>
</p:notes>
</file>

<file path=ppt/notesSlides/notesSlide2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2639</a:t>
            </a:fld>
            <a:endParaRPr lang="en-US" dirty="0"/>
          </a:p>
        </p:txBody>
      </p:sp>
    </p:spTree>
    <p:extLst>
      <p:ext uri="{BB962C8B-B14F-4D97-AF65-F5344CB8AC3E}">
        <p14:creationId xmlns:p14="http://schemas.microsoft.com/office/powerpoint/2010/main" val="1766722766"/>
      </p:ext>
    </p:extLst>
  </p:cSld>
  <p:clrMapOvr>
    <a:masterClrMapping/>
  </p:clrMapOvr>
</p:notes>
</file>

<file path=ppt/notesSlides/notesSlide2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2640</a:t>
            </a:fld>
            <a:endParaRPr lang="en-US" dirty="0"/>
          </a:p>
        </p:txBody>
      </p:sp>
    </p:spTree>
    <p:extLst>
      <p:ext uri="{BB962C8B-B14F-4D97-AF65-F5344CB8AC3E}">
        <p14:creationId xmlns:p14="http://schemas.microsoft.com/office/powerpoint/2010/main" val="3022500041"/>
      </p:ext>
    </p:extLst>
  </p:cSld>
  <p:clrMapOvr>
    <a:masterClrMapping/>
  </p:clrMapOvr>
</p:notes>
</file>

<file path=ppt/notesSlides/notesSlide2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2641</a:t>
            </a:fld>
            <a:endParaRPr lang="en-US" dirty="0"/>
          </a:p>
        </p:txBody>
      </p:sp>
    </p:spTree>
    <p:extLst>
      <p:ext uri="{BB962C8B-B14F-4D97-AF65-F5344CB8AC3E}">
        <p14:creationId xmlns:p14="http://schemas.microsoft.com/office/powerpoint/2010/main" val="2517394896"/>
      </p:ext>
    </p:extLst>
  </p:cSld>
  <p:clrMapOvr>
    <a:masterClrMapping/>
  </p:clrMapOvr>
</p:notes>
</file>

<file path=ppt/notesSlides/notesSlide2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2642</a:t>
            </a:fld>
            <a:endParaRPr lang="en-US" dirty="0"/>
          </a:p>
        </p:txBody>
      </p:sp>
    </p:spTree>
    <p:extLst>
      <p:ext uri="{BB962C8B-B14F-4D97-AF65-F5344CB8AC3E}">
        <p14:creationId xmlns:p14="http://schemas.microsoft.com/office/powerpoint/2010/main" val="1051089162"/>
      </p:ext>
    </p:extLst>
  </p:cSld>
  <p:clrMapOvr>
    <a:masterClrMapping/>
  </p:clrMapOvr>
</p:notes>
</file>

<file path=ppt/notesSlides/notesSlide2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2643</a:t>
            </a:fld>
            <a:endParaRPr lang="en-US" dirty="0"/>
          </a:p>
        </p:txBody>
      </p:sp>
    </p:spTree>
    <p:extLst>
      <p:ext uri="{BB962C8B-B14F-4D97-AF65-F5344CB8AC3E}">
        <p14:creationId xmlns:p14="http://schemas.microsoft.com/office/powerpoint/2010/main" val="1779533167"/>
      </p:ext>
    </p:extLst>
  </p:cSld>
  <p:clrMapOvr>
    <a:masterClrMapping/>
  </p:clrMapOvr>
</p:notes>
</file>

<file path=ppt/notesSlides/notesSlide2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2644</a:t>
            </a:fld>
            <a:endParaRPr lang="en-US" dirty="0"/>
          </a:p>
        </p:txBody>
      </p:sp>
    </p:spTree>
    <p:extLst>
      <p:ext uri="{BB962C8B-B14F-4D97-AF65-F5344CB8AC3E}">
        <p14:creationId xmlns:p14="http://schemas.microsoft.com/office/powerpoint/2010/main" val="548737598"/>
      </p:ext>
    </p:extLst>
  </p:cSld>
  <p:clrMapOvr>
    <a:masterClrMapping/>
  </p:clrMapOvr>
</p:notes>
</file>

<file path=ppt/notesSlides/notesSlide2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2645</a:t>
            </a:fld>
            <a:endParaRPr lang="en-US" dirty="0"/>
          </a:p>
        </p:txBody>
      </p:sp>
    </p:spTree>
    <p:extLst>
      <p:ext uri="{BB962C8B-B14F-4D97-AF65-F5344CB8AC3E}">
        <p14:creationId xmlns:p14="http://schemas.microsoft.com/office/powerpoint/2010/main" val="2053079675"/>
      </p:ext>
    </p:extLst>
  </p:cSld>
  <p:clrMapOvr>
    <a:masterClrMapping/>
  </p:clrMapOvr>
</p:notes>
</file>

<file path=ppt/notesSlides/notesSlide2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2646</a:t>
            </a:fld>
            <a:endParaRPr lang="en-US" dirty="0"/>
          </a:p>
        </p:txBody>
      </p:sp>
    </p:spTree>
    <p:extLst>
      <p:ext uri="{BB962C8B-B14F-4D97-AF65-F5344CB8AC3E}">
        <p14:creationId xmlns:p14="http://schemas.microsoft.com/office/powerpoint/2010/main" val="4098537334"/>
      </p:ext>
    </p:extLst>
  </p:cSld>
  <p:clrMapOvr>
    <a:masterClrMapping/>
  </p:clrMapOvr>
</p:notes>
</file>

<file path=ppt/notesSlides/notesSlide2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2647</a:t>
            </a:fld>
            <a:endParaRPr lang="en-US" dirty="0"/>
          </a:p>
        </p:txBody>
      </p:sp>
    </p:spTree>
    <p:extLst>
      <p:ext uri="{BB962C8B-B14F-4D97-AF65-F5344CB8AC3E}">
        <p14:creationId xmlns:p14="http://schemas.microsoft.com/office/powerpoint/2010/main" val="3181532665"/>
      </p:ext>
    </p:extLst>
  </p:cSld>
  <p:clrMapOvr>
    <a:masterClrMapping/>
  </p:clrMapOvr>
</p:notes>
</file>

<file path=ppt/notesSlides/notesSlide2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2648</a:t>
            </a:fld>
            <a:endParaRPr lang="en-US" dirty="0"/>
          </a:p>
        </p:txBody>
      </p:sp>
    </p:spTree>
    <p:extLst>
      <p:ext uri="{BB962C8B-B14F-4D97-AF65-F5344CB8AC3E}">
        <p14:creationId xmlns:p14="http://schemas.microsoft.com/office/powerpoint/2010/main" val="497886731"/>
      </p:ext>
    </p:extLst>
  </p:cSld>
  <p:clrMapOvr>
    <a:masterClrMapping/>
  </p:clrMapOvr>
</p:notes>
</file>

<file path=ppt/notesSlides/notesSlide2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2649</a:t>
            </a:fld>
            <a:endParaRPr lang="en-US" dirty="0"/>
          </a:p>
        </p:txBody>
      </p:sp>
    </p:spTree>
    <p:extLst>
      <p:ext uri="{BB962C8B-B14F-4D97-AF65-F5344CB8AC3E}">
        <p14:creationId xmlns:p14="http://schemas.microsoft.com/office/powerpoint/2010/main" val="1420302706"/>
      </p:ext>
    </p:extLst>
  </p:cSld>
  <p:clrMapOvr>
    <a:masterClrMapping/>
  </p:clrMapOvr>
</p:notes>
</file>

<file path=ppt/notesSlides/notesSlide2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2650</a:t>
            </a:fld>
            <a:endParaRPr lang="en-US" dirty="0"/>
          </a:p>
        </p:txBody>
      </p:sp>
    </p:spTree>
    <p:extLst>
      <p:ext uri="{BB962C8B-B14F-4D97-AF65-F5344CB8AC3E}">
        <p14:creationId xmlns:p14="http://schemas.microsoft.com/office/powerpoint/2010/main" val="832049524"/>
      </p:ext>
    </p:extLst>
  </p:cSld>
  <p:clrMapOvr>
    <a:masterClrMapping/>
  </p:clrMapOvr>
</p:notes>
</file>

<file path=ppt/notesSlides/notesSlide2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2651</a:t>
            </a:fld>
            <a:endParaRPr lang="en-US" dirty="0"/>
          </a:p>
        </p:txBody>
      </p:sp>
    </p:spTree>
    <p:extLst>
      <p:ext uri="{BB962C8B-B14F-4D97-AF65-F5344CB8AC3E}">
        <p14:creationId xmlns:p14="http://schemas.microsoft.com/office/powerpoint/2010/main" val="1847947012"/>
      </p:ext>
    </p:extLst>
  </p:cSld>
  <p:clrMapOvr>
    <a:masterClrMapping/>
  </p:clrMapOvr>
</p:notes>
</file>

<file path=ppt/notesSlides/notesSlide2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2652</a:t>
            </a:fld>
            <a:endParaRPr lang="en-US" dirty="0"/>
          </a:p>
        </p:txBody>
      </p:sp>
    </p:spTree>
    <p:extLst>
      <p:ext uri="{BB962C8B-B14F-4D97-AF65-F5344CB8AC3E}">
        <p14:creationId xmlns:p14="http://schemas.microsoft.com/office/powerpoint/2010/main" val="3590192339"/>
      </p:ext>
    </p:extLst>
  </p:cSld>
  <p:clrMapOvr>
    <a:masterClrMapping/>
  </p:clrMapOvr>
</p:notes>
</file>

<file path=ppt/notesSlides/notesSlide2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2653</a:t>
            </a:fld>
            <a:endParaRPr lang="en-US" dirty="0"/>
          </a:p>
        </p:txBody>
      </p:sp>
    </p:spTree>
    <p:extLst>
      <p:ext uri="{BB962C8B-B14F-4D97-AF65-F5344CB8AC3E}">
        <p14:creationId xmlns:p14="http://schemas.microsoft.com/office/powerpoint/2010/main" val="3595870916"/>
      </p:ext>
    </p:extLst>
  </p:cSld>
  <p:clrMapOvr>
    <a:masterClrMapping/>
  </p:clrMapOvr>
</p:notes>
</file>

<file path=ppt/notesSlides/notesSlide2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2654</a:t>
            </a:fld>
            <a:endParaRPr lang="en-US" dirty="0"/>
          </a:p>
        </p:txBody>
      </p:sp>
    </p:spTree>
    <p:extLst>
      <p:ext uri="{BB962C8B-B14F-4D97-AF65-F5344CB8AC3E}">
        <p14:creationId xmlns:p14="http://schemas.microsoft.com/office/powerpoint/2010/main" val="1051442979"/>
      </p:ext>
    </p:extLst>
  </p:cSld>
  <p:clrMapOvr>
    <a:masterClrMapping/>
  </p:clrMapOvr>
</p:notes>
</file>

<file path=ppt/notesSlides/notesSlide2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2655</a:t>
            </a:fld>
            <a:endParaRPr lang="en-US" dirty="0"/>
          </a:p>
        </p:txBody>
      </p:sp>
    </p:spTree>
    <p:extLst>
      <p:ext uri="{BB962C8B-B14F-4D97-AF65-F5344CB8AC3E}">
        <p14:creationId xmlns:p14="http://schemas.microsoft.com/office/powerpoint/2010/main" val="1173518523"/>
      </p:ext>
    </p:extLst>
  </p:cSld>
  <p:clrMapOvr>
    <a:masterClrMapping/>
  </p:clrMapOvr>
</p:notes>
</file>

<file path=ppt/notesSlides/notesSlide2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2656</a:t>
            </a:fld>
            <a:endParaRPr lang="en-US" dirty="0"/>
          </a:p>
        </p:txBody>
      </p:sp>
    </p:spTree>
    <p:extLst>
      <p:ext uri="{BB962C8B-B14F-4D97-AF65-F5344CB8AC3E}">
        <p14:creationId xmlns:p14="http://schemas.microsoft.com/office/powerpoint/2010/main" val="3183415077"/>
      </p:ext>
    </p:extLst>
  </p:cSld>
  <p:clrMapOvr>
    <a:masterClrMapping/>
  </p:clrMapOvr>
</p:notes>
</file>

<file path=ppt/notesSlides/notesSlide2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2657</a:t>
            </a:fld>
            <a:endParaRPr lang="en-US" dirty="0"/>
          </a:p>
        </p:txBody>
      </p:sp>
    </p:spTree>
    <p:extLst>
      <p:ext uri="{BB962C8B-B14F-4D97-AF65-F5344CB8AC3E}">
        <p14:creationId xmlns:p14="http://schemas.microsoft.com/office/powerpoint/2010/main" val="125278433"/>
      </p:ext>
    </p:extLst>
  </p:cSld>
  <p:clrMapOvr>
    <a:masterClrMapping/>
  </p:clrMapOvr>
</p:notes>
</file>

<file path=ppt/notesSlides/notesSlide2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2658</a:t>
            </a:fld>
            <a:endParaRPr lang="en-US" dirty="0"/>
          </a:p>
        </p:txBody>
      </p:sp>
    </p:spTree>
    <p:extLst>
      <p:ext uri="{BB962C8B-B14F-4D97-AF65-F5344CB8AC3E}">
        <p14:creationId xmlns:p14="http://schemas.microsoft.com/office/powerpoint/2010/main" val="2089037538"/>
      </p:ext>
    </p:extLst>
  </p:cSld>
  <p:clrMapOvr>
    <a:masterClrMapping/>
  </p:clrMapOvr>
</p:notes>
</file>

<file path=ppt/notesSlides/notesSlide2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2659</a:t>
            </a:fld>
            <a:endParaRPr lang="en-US" dirty="0"/>
          </a:p>
        </p:txBody>
      </p:sp>
    </p:spTree>
    <p:extLst>
      <p:ext uri="{BB962C8B-B14F-4D97-AF65-F5344CB8AC3E}">
        <p14:creationId xmlns:p14="http://schemas.microsoft.com/office/powerpoint/2010/main" val="468157634"/>
      </p:ext>
    </p:extLst>
  </p:cSld>
  <p:clrMapOvr>
    <a:masterClrMapping/>
  </p:clrMapOvr>
</p:notes>
</file>

<file path=ppt/notesSlides/notesSlide2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2660</a:t>
            </a:fld>
            <a:endParaRPr lang="en-US" dirty="0"/>
          </a:p>
        </p:txBody>
      </p:sp>
    </p:spTree>
    <p:extLst>
      <p:ext uri="{BB962C8B-B14F-4D97-AF65-F5344CB8AC3E}">
        <p14:creationId xmlns:p14="http://schemas.microsoft.com/office/powerpoint/2010/main" val="4089061355"/>
      </p:ext>
    </p:extLst>
  </p:cSld>
  <p:clrMapOvr>
    <a:masterClrMapping/>
  </p:clrMapOvr>
</p:notes>
</file>

<file path=ppt/notesSlides/notesSlide2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2661</a:t>
            </a:fld>
            <a:endParaRPr lang="en-US" dirty="0"/>
          </a:p>
        </p:txBody>
      </p:sp>
    </p:spTree>
    <p:extLst>
      <p:ext uri="{BB962C8B-B14F-4D97-AF65-F5344CB8AC3E}">
        <p14:creationId xmlns:p14="http://schemas.microsoft.com/office/powerpoint/2010/main" val="1446554608"/>
      </p:ext>
    </p:extLst>
  </p:cSld>
  <p:clrMapOvr>
    <a:masterClrMapping/>
  </p:clrMapOvr>
</p:notes>
</file>

<file path=ppt/notesSlides/notesSlide2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2662</a:t>
            </a:fld>
            <a:endParaRPr lang="en-US" dirty="0"/>
          </a:p>
        </p:txBody>
      </p:sp>
    </p:spTree>
    <p:extLst>
      <p:ext uri="{BB962C8B-B14F-4D97-AF65-F5344CB8AC3E}">
        <p14:creationId xmlns:p14="http://schemas.microsoft.com/office/powerpoint/2010/main" val="4288103382"/>
      </p:ext>
    </p:extLst>
  </p:cSld>
  <p:clrMapOvr>
    <a:masterClrMapping/>
  </p:clrMapOvr>
</p:notes>
</file>

<file path=ppt/notesSlides/notesSlide2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2663</a:t>
            </a:fld>
            <a:endParaRPr lang="en-US" dirty="0"/>
          </a:p>
        </p:txBody>
      </p:sp>
    </p:spTree>
    <p:extLst>
      <p:ext uri="{BB962C8B-B14F-4D97-AF65-F5344CB8AC3E}">
        <p14:creationId xmlns:p14="http://schemas.microsoft.com/office/powerpoint/2010/main" val="408134625"/>
      </p:ext>
    </p:extLst>
  </p:cSld>
  <p:clrMapOvr>
    <a:masterClrMapping/>
  </p:clrMapOvr>
</p:notes>
</file>

<file path=ppt/notesSlides/notesSlide2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2664</a:t>
            </a:fld>
            <a:endParaRPr lang="en-US" dirty="0"/>
          </a:p>
        </p:txBody>
      </p:sp>
    </p:spTree>
    <p:extLst>
      <p:ext uri="{BB962C8B-B14F-4D97-AF65-F5344CB8AC3E}">
        <p14:creationId xmlns:p14="http://schemas.microsoft.com/office/powerpoint/2010/main" val="2380864961"/>
      </p:ext>
    </p:extLst>
  </p:cSld>
  <p:clrMapOvr>
    <a:masterClrMapping/>
  </p:clrMapOvr>
</p:notes>
</file>

<file path=ppt/notesSlides/notesSlide2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2665</a:t>
            </a:fld>
            <a:endParaRPr lang="en-US" dirty="0"/>
          </a:p>
        </p:txBody>
      </p:sp>
    </p:spTree>
    <p:extLst>
      <p:ext uri="{BB962C8B-B14F-4D97-AF65-F5344CB8AC3E}">
        <p14:creationId xmlns:p14="http://schemas.microsoft.com/office/powerpoint/2010/main" val="1565230513"/>
      </p:ext>
    </p:extLst>
  </p:cSld>
  <p:clrMapOvr>
    <a:masterClrMapping/>
  </p:clrMapOvr>
</p:notes>
</file>

<file path=ppt/notesSlides/notesSlide2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2666</a:t>
            </a:fld>
            <a:endParaRPr lang="en-US" dirty="0"/>
          </a:p>
        </p:txBody>
      </p:sp>
    </p:spTree>
    <p:extLst>
      <p:ext uri="{BB962C8B-B14F-4D97-AF65-F5344CB8AC3E}">
        <p14:creationId xmlns:p14="http://schemas.microsoft.com/office/powerpoint/2010/main" val="3926174"/>
      </p:ext>
    </p:extLst>
  </p:cSld>
  <p:clrMapOvr>
    <a:masterClrMapping/>
  </p:clrMapOvr>
</p:notes>
</file>

<file path=ppt/notesSlides/notesSlide2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2667</a:t>
            </a:fld>
            <a:endParaRPr lang="en-US" dirty="0"/>
          </a:p>
        </p:txBody>
      </p:sp>
    </p:spTree>
    <p:extLst>
      <p:ext uri="{BB962C8B-B14F-4D97-AF65-F5344CB8AC3E}">
        <p14:creationId xmlns:p14="http://schemas.microsoft.com/office/powerpoint/2010/main" val="821903359"/>
      </p:ext>
    </p:extLst>
  </p:cSld>
  <p:clrMapOvr>
    <a:masterClrMapping/>
  </p:clrMapOvr>
</p:notes>
</file>

<file path=ppt/notesSlides/notesSlide2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2668</a:t>
            </a:fld>
            <a:endParaRPr lang="en-US" dirty="0"/>
          </a:p>
        </p:txBody>
      </p:sp>
    </p:spTree>
    <p:extLst>
      <p:ext uri="{BB962C8B-B14F-4D97-AF65-F5344CB8AC3E}">
        <p14:creationId xmlns:p14="http://schemas.microsoft.com/office/powerpoint/2010/main" val="2664849017"/>
      </p:ext>
    </p:extLst>
  </p:cSld>
  <p:clrMapOvr>
    <a:masterClrMapping/>
  </p:clrMapOvr>
</p:notes>
</file>

<file path=ppt/notesSlides/notesSlide2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2669</a:t>
            </a:fld>
            <a:endParaRPr lang="en-US" dirty="0"/>
          </a:p>
        </p:txBody>
      </p:sp>
    </p:spTree>
    <p:extLst>
      <p:ext uri="{BB962C8B-B14F-4D97-AF65-F5344CB8AC3E}">
        <p14:creationId xmlns:p14="http://schemas.microsoft.com/office/powerpoint/2010/main" val="1251311607"/>
      </p:ext>
    </p:extLst>
  </p:cSld>
  <p:clrMapOvr>
    <a:masterClrMapping/>
  </p:clrMapOvr>
</p:notes>
</file>

<file path=ppt/notesSlides/notesSlide2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2670</a:t>
            </a:fld>
            <a:endParaRPr lang="en-US" dirty="0"/>
          </a:p>
        </p:txBody>
      </p:sp>
    </p:spTree>
    <p:extLst>
      <p:ext uri="{BB962C8B-B14F-4D97-AF65-F5344CB8AC3E}">
        <p14:creationId xmlns:p14="http://schemas.microsoft.com/office/powerpoint/2010/main" val="2776733397"/>
      </p:ext>
    </p:extLst>
  </p:cSld>
  <p:clrMapOvr>
    <a:masterClrMapping/>
  </p:clrMapOvr>
</p:notes>
</file>

<file path=ppt/notesSlides/notesSlide2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2671</a:t>
            </a:fld>
            <a:endParaRPr lang="en-US" dirty="0"/>
          </a:p>
        </p:txBody>
      </p:sp>
    </p:spTree>
    <p:extLst>
      <p:ext uri="{BB962C8B-B14F-4D97-AF65-F5344CB8AC3E}">
        <p14:creationId xmlns:p14="http://schemas.microsoft.com/office/powerpoint/2010/main" val="1060799101"/>
      </p:ext>
    </p:extLst>
  </p:cSld>
  <p:clrMapOvr>
    <a:masterClrMapping/>
  </p:clrMapOvr>
</p:notes>
</file>

<file path=ppt/notesSlides/notesSlide2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2672</a:t>
            </a:fld>
            <a:endParaRPr lang="en-US" dirty="0"/>
          </a:p>
        </p:txBody>
      </p:sp>
    </p:spTree>
    <p:extLst>
      <p:ext uri="{BB962C8B-B14F-4D97-AF65-F5344CB8AC3E}">
        <p14:creationId xmlns:p14="http://schemas.microsoft.com/office/powerpoint/2010/main" val="4074096759"/>
      </p:ext>
    </p:extLst>
  </p:cSld>
  <p:clrMapOvr>
    <a:masterClrMapping/>
  </p:clrMapOvr>
</p:notes>
</file>

<file path=ppt/notesSlides/notesSlide2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2673</a:t>
            </a:fld>
            <a:endParaRPr lang="en-US" dirty="0"/>
          </a:p>
        </p:txBody>
      </p:sp>
    </p:spTree>
    <p:extLst>
      <p:ext uri="{BB962C8B-B14F-4D97-AF65-F5344CB8AC3E}">
        <p14:creationId xmlns:p14="http://schemas.microsoft.com/office/powerpoint/2010/main" val="721705326"/>
      </p:ext>
    </p:extLst>
  </p:cSld>
  <p:clrMapOvr>
    <a:masterClrMapping/>
  </p:clrMapOvr>
</p:notes>
</file>

<file path=ppt/notesSlides/notesSlide2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2674</a:t>
            </a:fld>
            <a:endParaRPr lang="en-US" dirty="0"/>
          </a:p>
        </p:txBody>
      </p:sp>
    </p:spTree>
    <p:extLst>
      <p:ext uri="{BB962C8B-B14F-4D97-AF65-F5344CB8AC3E}">
        <p14:creationId xmlns:p14="http://schemas.microsoft.com/office/powerpoint/2010/main" val="48416753"/>
      </p:ext>
    </p:extLst>
  </p:cSld>
  <p:clrMapOvr>
    <a:masterClrMapping/>
  </p:clrMapOvr>
</p:notes>
</file>

<file path=ppt/notesSlides/notesSlide2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2675</a:t>
            </a:fld>
            <a:endParaRPr lang="en-US" dirty="0"/>
          </a:p>
        </p:txBody>
      </p:sp>
    </p:spTree>
    <p:extLst>
      <p:ext uri="{BB962C8B-B14F-4D97-AF65-F5344CB8AC3E}">
        <p14:creationId xmlns:p14="http://schemas.microsoft.com/office/powerpoint/2010/main" val="3380470363"/>
      </p:ext>
    </p:extLst>
  </p:cSld>
  <p:clrMapOvr>
    <a:masterClrMapping/>
  </p:clrMapOvr>
</p:notes>
</file>

<file path=ppt/notesSlides/notesSlide2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2676</a:t>
            </a:fld>
            <a:endParaRPr lang="en-US" dirty="0"/>
          </a:p>
        </p:txBody>
      </p:sp>
    </p:spTree>
    <p:extLst>
      <p:ext uri="{BB962C8B-B14F-4D97-AF65-F5344CB8AC3E}">
        <p14:creationId xmlns:p14="http://schemas.microsoft.com/office/powerpoint/2010/main" val="169677846"/>
      </p:ext>
    </p:extLst>
  </p:cSld>
  <p:clrMapOvr>
    <a:masterClrMapping/>
  </p:clrMapOvr>
</p:notes>
</file>

<file path=ppt/notesSlides/notesSlide2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2677</a:t>
            </a:fld>
            <a:endParaRPr lang="en-US" dirty="0"/>
          </a:p>
        </p:txBody>
      </p:sp>
    </p:spTree>
    <p:extLst>
      <p:ext uri="{BB962C8B-B14F-4D97-AF65-F5344CB8AC3E}">
        <p14:creationId xmlns:p14="http://schemas.microsoft.com/office/powerpoint/2010/main" val="3507323870"/>
      </p:ext>
    </p:extLst>
  </p:cSld>
  <p:clrMapOvr>
    <a:masterClrMapping/>
  </p:clrMapOvr>
</p:notes>
</file>

<file path=ppt/notesSlides/notesSlide2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2678</a:t>
            </a:fld>
            <a:endParaRPr lang="en-US" dirty="0"/>
          </a:p>
        </p:txBody>
      </p:sp>
    </p:spTree>
    <p:extLst>
      <p:ext uri="{BB962C8B-B14F-4D97-AF65-F5344CB8AC3E}">
        <p14:creationId xmlns:p14="http://schemas.microsoft.com/office/powerpoint/2010/main" val="908262502"/>
      </p:ext>
    </p:extLst>
  </p:cSld>
  <p:clrMapOvr>
    <a:masterClrMapping/>
  </p:clrMapOvr>
</p:notes>
</file>

<file path=ppt/notesSlides/notesSlide2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2679</a:t>
            </a:fld>
            <a:endParaRPr lang="en-US" dirty="0"/>
          </a:p>
        </p:txBody>
      </p:sp>
    </p:spTree>
    <p:extLst>
      <p:ext uri="{BB962C8B-B14F-4D97-AF65-F5344CB8AC3E}">
        <p14:creationId xmlns:p14="http://schemas.microsoft.com/office/powerpoint/2010/main" val="3240485709"/>
      </p:ext>
    </p:extLst>
  </p:cSld>
  <p:clrMapOvr>
    <a:masterClrMapping/>
  </p:clrMapOvr>
</p:notes>
</file>

<file path=ppt/notesSlides/notesSlide2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2680</a:t>
            </a:fld>
            <a:endParaRPr lang="en-US" dirty="0"/>
          </a:p>
        </p:txBody>
      </p:sp>
    </p:spTree>
    <p:extLst>
      <p:ext uri="{BB962C8B-B14F-4D97-AF65-F5344CB8AC3E}">
        <p14:creationId xmlns:p14="http://schemas.microsoft.com/office/powerpoint/2010/main" val="3323626742"/>
      </p:ext>
    </p:extLst>
  </p:cSld>
  <p:clrMapOvr>
    <a:masterClrMapping/>
  </p:clrMapOvr>
</p:notes>
</file>

<file path=ppt/notesSlides/notesSlide2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2681</a:t>
            </a:fld>
            <a:endParaRPr lang="en-US" dirty="0"/>
          </a:p>
        </p:txBody>
      </p:sp>
    </p:spTree>
    <p:extLst>
      <p:ext uri="{BB962C8B-B14F-4D97-AF65-F5344CB8AC3E}">
        <p14:creationId xmlns:p14="http://schemas.microsoft.com/office/powerpoint/2010/main" val="1955839738"/>
      </p:ext>
    </p:extLst>
  </p:cSld>
  <p:clrMapOvr>
    <a:masterClrMapping/>
  </p:clrMapOvr>
</p:notes>
</file>

<file path=ppt/notesSlides/notesSlide2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2682</a:t>
            </a:fld>
            <a:endParaRPr lang="en-US" dirty="0"/>
          </a:p>
        </p:txBody>
      </p:sp>
    </p:spTree>
    <p:extLst>
      <p:ext uri="{BB962C8B-B14F-4D97-AF65-F5344CB8AC3E}">
        <p14:creationId xmlns:p14="http://schemas.microsoft.com/office/powerpoint/2010/main" val="4224276046"/>
      </p:ext>
    </p:extLst>
  </p:cSld>
  <p:clrMapOvr>
    <a:masterClrMapping/>
  </p:clrMapOvr>
</p:notes>
</file>

<file path=ppt/notesSlides/notesSlide2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2683</a:t>
            </a:fld>
            <a:endParaRPr lang="en-US" dirty="0"/>
          </a:p>
        </p:txBody>
      </p:sp>
    </p:spTree>
    <p:extLst>
      <p:ext uri="{BB962C8B-B14F-4D97-AF65-F5344CB8AC3E}">
        <p14:creationId xmlns:p14="http://schemas.microsoft.com/office/powerpoint/2010/main" val="3287154878"/>
      </p:ext>
    </p:extLst>
  </p:cSld>
  <p:clrMapOvr>
    <a:masterClrMapping/>
  </p:clrMapOvr>
</p:notes>
</file>

<file path=ppt/notesSlides/notesSlide2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2684</a:t>
            </a:fld>
            <a:endParaRPr lang="en-US" dirty="0"/>
          </a:p>
        </p:txBody>
      </p:sp>
    </p:spTree>
    <p:extLst>
      <p:ext uri="{BB962C8B-B14F-4D97-AF65-F5344CB8AC3E}">
        <p14:creationId xmlns:p14="http://schemas.microsoft.com/office/powerpoint/2010/main" val="3562094388"/>
      </p:ext>
    </p:extLst>
  </p:cSld>
  <p:clrMapOvr>
    <a:masterClrMapping/>
  </p:clrMapOvr>
</p:notes>
</file>

<file path=ppt/notesSlides/notesSlide2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2685</a:t>
            </a:fld>
            <a:endParaRPr lang="en-US" dirty="0"/>
          </a:p>
        </p:txBody>
      </p:sp>
    </p:spTree>
    <p:extLst>
      <p:ext uri="{BB962C8B-B14F-4D97-AF65-F5344CB8AC3E}">
        <p14:creationId xmlns:p14="http://schemas.microsoft.com/office/powerpoint/2010/main" val="2662255619"/>
      </p:ext>
    </p:extLst>
  </p:cSld>
  <p:clrMapOvr>
    <a:masterClrMapping/>
  </p:clrMapOvr>
</p:notes>
</file>

<file path=ppt/notesSlides/notesSlide2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2686</a:t>
            </a:fld>
            <a:endParaRPr lang="en-US" dirty="0"/>
          </a:p>
        </p:txBody>
      </p:sp>
    </p:spTree>
    <p:extLst>
      <p:ext uri="{BB962C8B-B14F-4D97-AF65-F5344CB8AC3E}">
        <p14:creationId xmlns:p14="http://schemas.microsoft.com/office/powerpoint/2010/main" val="453291309"/>
      </p:ext>
    </p:extLst>
  </p:cSld>
  <p:clrMapOvr>
    <a:masterClrMapping/>
  </p:clrMapOvr>
</p:notes>
</file>

<file path=ppt/notesSlides/notesSlide2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2687</a:t>
            </a:fld>
            <a:endParaRPr lang="en-US" dirty="0"/>
          </a:p>
        </p:txBody>
      </p:sp>
    </p:spTree>
    <p:extLst>
      <p:ext uri="{BB962C8B-B14F-4D97-AF65-F5344CB8AC3E}">
        <p14:creationId xmlns:p14="http://schemas.microsoft.com/office/powerpoint/2010/main" val="1908234799"/>
      </p:ext>
    </p:extLst>
  </p:cSld>
  <p:clrMapOvr>
    <a:masterClrMapping/>
  </p:clrMapOvr>
</p:notes>
</file>

<file path=ppt/notesSlides/notesSlide2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2688</a:t>
            </a:fld>
            <a:endParaRPr lang="en-US" dirty="0"/>
          </a:p>
        </p:txBody>
      </p:sp>
    </p:spTree>
    <p:extLst>
      <p:ext uri="{BB962C8B-B14F-4D97-AF65-F5344CB8AC3E}">
        <p14:creationId xmlns:p14="http://schemas.microsoft.com/office/powerpoint/2010/main" val="3163627899"/>
      </p:ext>
    </p:extLst>
  </p:cSld>
  <p:clrMapOvr>
    <a:masterClrMapping/>
  </p:clrMapOvr>
</p:notes>
</file>

<file path=ppt/notesSlides/notesSlide2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2689</a:t>
            </a:fld>
            <a:endParaRPr lang="en-US" dirty="0"/>
          </a:p>
        </p:txBody>
      </p:sp>
    </p:spTree>
    <p:extLst>
      <p:ext uri="{BB962C8B-B14F-4D97-AF65-F5344CB8AC3E}">
        <p14:creationId xmlns:p14="http://schemas.microsoft.com/office/powerpoint/2010/main" val="1869015380"/>
      </p:ext>
    </p:extLst>
  </p:cSld>
  <p:clrMapOvr>
    <a:masterClrMapping/>
  </p:clrMapOvr>
</p:notes>
</file>

<file path=ppt/notesSlides/notesSlide2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2690</a:t>
            </a:fld>
            <a:endParaRPr lang="en-US" dirty="0"/>
          </a:p>
        </p:txBody>
      </p:sp>
    </p:spTree>
    <p:extLst>
      <p:ext uri="{BB962C8B-B14F-4D97-AF65-F5344CB8AC3E}">
        <p14:creationId xmlns:p14="http://schemas.microsoft.com/office/powerpoint/2010/main" val="3494906017"/>
      </p:ext>
    </p:extLst>
  </p:cSld>
  <p:clrMapOvr>
    <a:masterClrMapping/>
  </p:clrMapOvr>
</p:notes>
</file>

<file path=ppt/notesSlides/notesSlide2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2691</a:t>
            </a:fld>
            <a:endParaRPr lang="en-US" dirty="0"/>
          </a:p>
        </p:txBody>
      </p:sp>
    </p:spTree>
    <p:extLst>
      <p:ext uri="{BB962C8B-B14F-4D97-AF65-F5344CB8AC3E}">
        <p14:creationId xmlns:p14="http://schemas.microsoft.com/office/powerpoint/2010/main" val="3825804810"/>
      </p:ext>
    </p:extLst>
  </p:cSld>
  <p:clrMapOvr>
    <a:masterClrMapping/>
  </p:clrMapOvr>
</p:notes>
</file>

<file path=ppt/notesSlides/notesSlide2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2692</a:t>
            </a:fld>
            <a:endParaRPr lang="en-US" dirty="0"/>
          </a:p>
        </p:txBody>
      </p:sp>
    </p:spTree>
    <p:extLst>
      <p:ext uri="{BB962C8B-B14F-4D97-AF65-F5344CB8AC3E}">
        <p14:creationId xmlns:p14="http://schemas.microsoft.com/office/powerpoint/2010/main" val="2067167045"/>
      </p:ext>
    </p:extLst>
  </p:cSld>
  <p:clrMapOvr>
    <a:masterClrMapping/>
  </p:clrMapOvr>
</p:notes>
</file>

<file path=ppt/notesSlides/notesSlide2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2693</a:t>
            </a:fld>
            <a:endParaRPr lang="en-US" dirty="0"/>
          </a:p>
        </p:txBody>
      </p:sp>
    </p:spTree>
    <p:extLst>
      <p:ext uri="{BB962C8B-B14F-4D97-AF65-F5344CB8AC3E}">
        <p14:creationId xmlns:p14="http://schemas.microsoft.com/office/powerpoint/2010/main" val="2297801419"/>
      </p:ext>
    </p:extLst>
  </p:cSld>
  <p:clrMapOvr>
    <a:masterClrMapping/>
  </p:clrMapOvr>
</p:notes>
</file>

<file path=ppt/notesSlides/notesSlide2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2694</a:t>
            </a:fld>
            <a:endParaRPr lang="en-US" dirty="0"/>
          </a:p>
        </p:txBody>
      </p:sp>
    </p:spTree>
    <p:extLst>
      <p:ext uri="{BB962C8B-B14F-4D97-AF65-F5344CB8AC3E}">
        <p14:creationId xmlns:p14="http://schemas.microsoft.com/office/powerpoint/2010/main" val="2310680895"/>
      </p:ext>
    </p:extLst>
  </p:cSld>
  <p:clrMapOvr>
    <a:masterClrMapping/>
  </p:clrMapOvr>
</p:notes>
</file>

<file path=ppt/notesSlides/notesSlide2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2695</a:t>
            </a:fld>
            <a:endParaRPr lang="en-US" dirty="0"/>
          </a:p>
        </p:txBody>
      </p:sp>
    </p:spTree>
    <p:extLst>
      <p:ext uri="{BB962C8B-B14F-4D97-AF65-F5344CB8AC3E}">
        <p14:creationId xmlns:p14="http://schemas.microsoft.com/office/powerpoint/2010/main" val="256796317"/>
      </p:ext>
    </p:extLst>
  </p:cSld>
  <p:clrMapOvr>
    <a:masterClrMapping/>
  </p:clrMapOvr>
</p:notes>
</file>

<file path=ppt/notesSlides/notesSlide2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2696</a:t>
            </a:fld>
            <a:endParaRPr lang="en-US" dirty="0"/>
          </a:p>
        </p:txBody>
      </p:sp>
    </p:spTree>
    <p:extLst>
      <p:ext uri="{BB962C8B-B14F-4D97-AF65-F5344CB8AC3E}">
        <p14:creationId xmlns:p14="http://schemas.microsoft.com/office/powerpoint/2010/main" val="2069749791"/>
      </p:ext>
    </p:extLst>
  </p:cSld>
  <p:clrMapOvr>
    <a:masterClrMapping/>
  </p:clrMapOvr>
</p:notes>
</file>

<file path=ppt/notesSlides/notesSlide2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2697</a:t>
            </a:fld>
            <a:endParaRPr lang="en-US" dirty="0"/>
          </a:p>
        </p:txBody>
      </p:sp>
    </p:spTree>
    <p:extLst>
      <p:ext uri="{BB962C8B-B14F-4D97-AF65-F5344CB8AC3E}">
        <p14:creationId xmlns:p14="http://schemas.microsoft.com/office/powerpoint/2010/main" val="958571378"/>
      </p:ext>
    </p:extLst>
  </p:cSld>
  <p:clrMapOvr>
    <a:masterClrMapping/>
  </p:clrMapOvr>
</p:notes>
</file>

<file path=ppt/notesSlides/notesSlide2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2698</a:t>
            </a:fld>
            <a:endParaRPr lang="en-US" dirty="0"/>
          </a:p>
        </p:txBody>
      </p:sp>
    </p:spTree>
    <p:extLst>
      <p:ext uri="{BB962C8B-B14F-4D97-AF65-F5344CB8AC3E}">
        <p14:creationId xmlns:p14="http://schemas.microsoft.com/office/powerpoint/2010/main" val="1419911100"/>
      </p:ext>
    </p:extLst>
  </p:cSld>
  <p:clrMapOvr>
    <a:masterClrMapping/>
  </p:clrMapOvr>
</p:notes>
</file>

<file path=ppt/notesSlides/notesSlide2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2699</a:t>
            </a:fld>
            <a:endParaRPr lang="en-US" dirty="0"/>
          </a:p>
        </p:txBody>
      </p:sp>
    </p:spTree>
    <p:extLst>
      <p:ext uri="{BB962C8B-B14F-4D97-AF65-F5344CB8AC3E}">
        <p14:creationId xmlns:p14="http://schemas.microsoft.com/office/powerpoint/2010/main" val="189900845"/>
      </p:ext>
    </p:extLst>
  </p:cSld>
  <p:clrMapOvr>
    <a:masterClrMapping/>
  </p:clrMapOvr>
</p:notes>
</file>

<file path=ppt/notesSlides/notesSlide2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2700</a:t>
            </a:fld>
            <a:endParaRPr lang="en-US" dirty="0"/>
          </a:p>
        </p:txBody>
      </p:sp>
    </p:spTree>
    <p:extLst>
      <p:ext uri="{BB962C8B-B14F-4D97-AF65-F5344CB8AC3E}">
        <p14:creationId xmlns:p14="http://schemas.microsoft.com/office/powerpoint/2010/main" val="2489203967"/>
      </p:ext>
    </p:extLst>
  </p:cSld>
  <p:clrMapOvr>
    <a:masterClrMapping/>
  </p:clrMapOvr>
</p:notes>
</file>

<file path=ppt/notesSlides/notesSlide2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2701</a:t>
            </a:fld>
            <a:endParaRPr lang="en-US" dirty="0"/>
          </a:p>
        </p:txBody>
      </p:sp>
    </p:spTree>
    <p:extLst>
      <p:ext uri="{BB962C8B-B14F-4D97-AF65-F5344CB8AC3E}">
        <p14:creationId xmlns:p14="http://schemas.microsoft.com/office/powerpoint/2010/main" val="3434677100"/>
      </p:ext>
    </p:extLst>
  </p:cSld>
  <p:clrMapOvr>
    <a:masterClrMapping/>
  </p:clrMapOvr>
</p:notes>
</file>

<file path=ppt/notesSlides/notesSlide2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2702</a:t>
            </a:fld>
            <a:endParaRPr lang="en-US" dirty="0"/>
          </a:p>
        </p:txBody>
      </p:sp>
    </p:spTree>
    <p:extLst>
      <p:ext uri="{BB962C8B-B14F-4D97-AF65-F5344CB8AC3E}">
        <p14:creationId xmlns:p14="http://schemas.microsoft.com/office/powerpoint/2010/main" val="1218669730"/>
      </p:ext>
    </p:extLst>
  </p:cSld>
  <p:clrMapOvr>
    <a:masterClrMapping/>
  </p:clrMapOvr>
</p:notes>
</file>

<file path=ppt/notesSlides/notesSlide2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2703</a:t>
            </a:fld>
            <a:endParaRPr lang="en-US" dirty="0"/>
          </a:p>
        </p:txBody>
      </p:sp>
    </p:spTree>
    <p:extLst>
      <p:ext uri="{BB962C8B-B14F-4D97-AF65-F5344CB8AC3E}">
        <p14:creationId xmlns:p14="http://schemas.microsoft.com/office/powerpoint/2010/main" val="970346251"/>
      </p:ext>
    </p:extLst>
  </p:cSld>
  <p:clrMapOvr>
    <a:masterClrMapping/>
  </p:clrMapOvr>
</p:notes>
</file>

<file path=ppt/notesSlides/notesSlide2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2704</a:t>
            </a:fld>
            <a:endParaRPr lang="en-US" dirty="0"/>
          </a:p>
        </p:txBody>
      </p:sp>
    </p:spTree>
    <p:extLst>
      <p:ext uri="{BB962C8B-B14F-4D97-AF65-F5344CB8AC3E}">
        <p14:creationId xmlns:p14="http://schemas.microsoft.com/office/powerpoint/2010/main" val="931161580"/>
      </p:ext>
    </p:extLst>
  </p:cSld>
  <p:clrMapOvr>
    <a:masterClrMapping/>
  </p:clrMapOvr>
</p:notes>
</file>

<file path=ppt/notesSlides/notesSlide2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2705</a:t>
            </a:fld>
            <a:endParaRPr lang="en-US" dirty="0"/>
          </a:p>
        </p:txBody>
      </p:sp>
    </p:spTree>
    <p:extLst>
      <p:ext uri="{BB962C8B-B14F-4D97-AF65-F5344CB8AC3E}">
        <p14:creationId xmlns:p14="http://schemas.microsoft.com/office/powerpoint/2010/main" val="1232773406"/>
      </p:ext>
    </p:extLst>
  </p:cSld>
  <p:clrMapOvr>
    <a:masterClrMapping/>
  </p:clrMapOvr>
</p:notes>
</file>

<file path=ppt/notesSlides/notesSlide2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2706</a:t>
            </a:fld>
            <a:endParaRPr lang="en-US" dirty="0"/>
          </a:p>
        </p:txBody>
      </p:sp>
    </p:spTree>
    <p:extLst>
      <p:ext uri="{BB962C8B-B14F-4D97-AF65-F5344CB8AC3E}">
        <p14:creationId xmlns:p14="http://schemas.microsoft.com/office/powerpoint/2010/main" val="3070194534"/>
      </p:ext>
    </p:extLst>
  </p:cSld>
  <p:clrMapOvr>
    <a:masterClrMapping/>
  </p:clrMapOvr>
</p:notes>
</file>

<file path=ppt/notesSlides/notesSlide2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2707</a:t>
            </a:fld>
            <a:endParaRPr lang="en-US" dirty="0"/>
          </a:p>
        </p:txBody>
      </p:sp>
    </p:spTree>
    <p:extLst>
      <p:ext uri="{BB962C8B-B14F-4D97-AF65-F5344CB8AC3E}">
        <p14:creationId xmlns:p14="http://schemas.microsoft.com/office/powerpoint/2010/main" val="294447466"/>
      </p:ext>
    </p:extLst>
  </p:cSld>
  <p:clrMapOvr>
    <a:masterClrMapping/>
  </p:clrMapOvr>
</p:notes>
</file>

<file path=ppt/notesSlides/notesSlide2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2708</a:t>
            </a:fld>
            <a:endParaRPr lang="en-US" dirty="0"/>
          </a:p>
        </p:txBody>
      </p:sp>
    </p:spTree>
    <p:extLst>
      <p:ext uri="{BB962C8B-B14F-4D97-AF65-F5344CB8AC3E}">
        <p14:creationId xmlns:p14="http://schemas.microsoft.com/office/powerpoint/2010/main" val="477372989"/>
      </p:ext>
    </p:extLst>
  </p:cSld>
  <p:clrMapOvr>
    <a:masterClrMapping/>
  </p:clrMapOvr>
</p:notes>
</file>

<file path=ppt/notesSlides/notesSlide2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2709</a:t>
            </a:fld>
            <a:endParaRPr lang="en-US" dirty="0"/>
          </a:p>
        </p:txBody>
      </p:sp>
    </p:spTree>
    <p:extLst>
      <p:ext uri="{BB962C8B-B14F-4D97-AF65-F5344CB8AC3E}">
        <p14:creationId xmlns:p14="http://schemas.microsoft.com/office/powerpoint/2010/main" val="2651900414"/>
      </p:ext>
    </p:extLst>
  </p:cSld>
  <p:clrMapOvr>
    <a:masterClrMapping/>
  </p:clrMapOvr>
</p:notes>
</file>

<file path=ppt/notesSlides/notesSlide2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2711</a:t>
            </a:fld>
            <a:endParaRPr lang="en-US" dirty="0"/>
          </a:p>
        </p:txBody>
      </p:sp>
    </p:spTree>
    <p:extLst>
      <p:ext uri="{BB962C8B-B14F-4D97-AF65-F5344CB8AC3E}">
        <p14:creationId xmlns:p14="http://schemas.microsoft.com/office/powerpoint/2010/main" val="1123680097"/>
      </p:ext>
    </p:extLst>
  </p:cSld>
  <p:clrMapOvr>
    <a:masterClrMapping/>
  </p:clrMapOvr>
</p:notes>
</file>

<file path=ppt/notesSlides/notesSlide2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2712</a:t>
            </a:fld>
            <a:endParaRPr lang="en-US" dirty="0"/>
          </a:p>
        </p:txBody>
      </p:sp>
    </p:spTree>
    <p:extLst>
      <p:ext uri="{BB962C8B-B14F-4D97-AF65-F5344CB8AC3E}">
        <p14:creationId xmlns:p14="http://schemas.microsoft.com/office/powerpoint/2010/main" val="856477221"/>
      </p:ext>
    </p:extLst>
  </p:cSld>
  <p:clrMapOvr>
    <a:masterClrMapping/>
  </p:clrMapOvr>
</p:notes>
</file>

<file path=ppt/notesSlides/notesSlide2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2713</a:t>
            </a:fld>
            <a:endParaRPr lang="en-US" dirty="0"/>
          </a:p>
        </p:txBody>
      </p:sp>
    </p:spTree>
    <p:extLst>
      <p:ext uri="{BB962C8B-B14F-4D97-AF65-F5344CB8AC3E}">
        <p14:creationId xmlns:p14="http://schemas.microsoft.com/office/powerpoint/2010/main" val="3145651139"/>
      </p:ext>
    </p:extLst>
  </p:cSld>
  <p:clrMapOvr>
    <a:masterClrMapping/>
  </p:clrMapOvr>
</p:notes>
</file>

<file path=ppt/notesSlides/notesSlide2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2714</a:t>
            </a:fld>
            <a:endParaRPr lang="en-US" dirty="0"/>
          </a:p>
        </p:txBody>
      </p:sp>
    </p:spTree>
    <p:extLst>
      <p:ext uri="{BB962C8B-B14F-4D97-AF65-F5344CB8AC3E}">
        <p14:creationId xmlns:p14="http://schemas.microsoft.com/office/powerpoint/2010/main" val="2873661155"/>
      </p:ext>
    </p:extLst>
  </p:cSld>
  <p:clrMapOvr>
    <a:masterClrMapping/>
  </p:clrMapOvr>
</p:notes>
</file>

<file path=ppt/notesSlides/notesSlide2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2715</a:t>
            </a:fld>
            <a:endParaRPr lang="en-US" dirty="0"/>
          </a:p>
        </p:txBody>
      </p:sp>
    </p:spTree>
    <p:extLst>
      <p:ext uri="{BB962C8B-B14F-4D97-AF65-F5344CB8AC3E}">
        <p14:creationId xmlns:p14="http://schemas.microsoft.com/office/powerpoint/2010/main" val="246237994"/>
      </p:ext>
    </p:extLst>
  </p:cSld>
  <p:clrMapOvr>
    <a:masterClrMapping/>
  </p:clrMapOvr>
</p:notes>
</file>

<file path=ppt/notesSlides/notesSlide2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2716</a:t>
            </a:fld>
            <a:endParaRPr lang="en-US" dirty="0"/>
          </a:p>
        </p:txBody>
      </p:sp>
    </p:spTree>
    <p:extLst>
      <p:ext uri="{BB962C8B-B14F-4D97-AF65-F5344CB8AC3E}">
        <p14:creationId xmlns:p14="http://schemas.microsoft.com/office/powerpoint/2010/main" val="3691271988"/>
      </p:ext>
    </p:extLst>
  </p:cSld>
  <p:clrMapOvr>
    <a:masterClrMapping/>
  </p:clrMapOvr>
</p:notes>
</file>

<file path=ppt/notesSlides/notesSlide2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2717</a:t>
            </a:fld>
            <a:endParaRPr lang="en-US" dirty="0"/>
          </a:p>
        </p:txBody>
      </p:sp>
    </p:spTree>
    <p:extLst>
      <p:ext uri="{BB962C8B-B14F-4D97-AF65-F5344CB8AC3E}">
        <p14:creationId xmlns:p14="http://schemas.microsoft.com/office/powerpoint/2010/main" val="2387085619"/>
      </p:ext>
    </p:extLst>
  </p:cSld>
  <p:clrMapOvr>
    <a:masterClrMapping/>
  </p:clrMapOvr>
</p:notes>
</file>

<file path=ppt/notesSlides/notesSlide2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2718</a:t>
            </a:fld>
            <a:endParaRPr lang="en-US" dirty="0"/>
          </a:p>
        </p:txBody>
      </p:sp>
    </p:spTree>
    <p:extLst>
      <p:ext uri="{BB962C8B-B14F-4D97-AF65-F5344CB8AC3E}">
        <p14:creationId xmlns:p14="http://schemas.microsoft.com/office/powerpoint/2010/main" val="1685534343"/>
      </p:ext>
    </p:extLst>
  </p:cSld>
  <p:clrMapOvr>
    <a:masterClrMapping/>
  </p:clrMapOvr>
</p:notes>
</file>

<file path=ppt/notesSlides/notesSlide2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2719</a:t>
            </a:fld>
            <a:endParaRPr lang="en-US" dirty="0"/>
          </a:p>
        </p:txBody>
      </p:sp>
    </p:spTree>
    <p:extLst>
      <p:ext uri="{BB962C8B-B14F-4D97-AF65-F5344CB8AC3E}">
        <p14:creationId xmlns:p14="http://schemas.microsoft.com/office/powerpoint/2010/main" val="1209610217"/>
      </p:ext>
    </p:extLst>
  </p:cSld>
  <p:clrMapOvr>
    <a:masterClrMapping/>
  </p:clrMapOvr>
</p:notes>
</file>

<file path=ppt/notesSlides/notesSlide2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2720</a:t>
            </a:fld>
            <a:endParaRPr lang="en-US" dirty="0"/>
          </a:p>
        </p:txBody>
      </p:sp>
    </p:spTree>
    <p:extLst>
      <p:ext uri="{BB962C8B-B14F-4D97-AF65-F5344CB8AC3E}">
        <p14:creationId xmlns:p14="http://schemas.microsoft.com/office/powerpoint/2010/main" val="2982744879"/>
      </p:ext>
    </p:extLst>
  </p:cSld>
  <p:clrMapOvr>
    <a:masterClrMapping/>
  </p:clrMapOvr>
</p:notes>
</file>

<file path=ppt/notesSlides/notesSlide2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2721</a:t>
            </a:fld>
            <a:endParaRPr lang="en-US" dirty="0"/>
          </a:p>
        </p:txBody>
      </p:sp>
    </p:spTree>
    <p:extLst>
      <p:ext uri="{BB962C8B-B14F-4D97-AF65-F5344CB8AC3E}">
        <p14:creationId xmlns:p14="http://schemas.microsoft.com/office/powerpoint/2010/main" val="4187458757"/>
      </p:ext>
    </p:extLst>
  </p:cSld>
  <p:clrMapOvr>
    <a:masterClrMapping/>
  </p:clrMapOvr>
</p:notes>
</file>

<file path=ppt/notesSlides/notesSlide2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2722</a:t>
            </a:fld>
            <a:endParaRPr lang="en-US" dirty="0"/>
          </a:p>
        </p:txBody>
      </p:sp>
    </p:spTree>
    <p:extLst>
      <p:ext uri="{BB962C8B-B14F-4D97-AF65-F5344CB8AC3E}">
        <p14:creationId xmlns:p14="http://schemas.microsoft.com/office/powerpoint/2010/main" val="2187541926"/>
      </p:ext>
    </p:extLst>
  </p:cSld>
  <p:clrMapOvr>
    <a:masterClrMapping/>
  </p:clrMapOvr>
</p:notes>
</file>

<file path=ppt/notesSlides/notesSlide2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2723</a:t>
            </a:fld>
            <a:endParaRPr lang="en-US" dirty="0"/>
          </a:p>
        </p:txBody>
      </p:sp>
    </p:spTree>
    <p:extLst>
      <p:ext uri="{BB962C8B-B14F-4D97-AF65-F5344CB8AC3E}">
        <p14:creationId xmlns:p14="http://schemas.microsoft.com/office/powerpoint/2010/main" val="2445236778"/>
      </p:ext>
    </p:extLst>
  </p:cSld>
  <p:clrMapOvr>
    <a:masterClrMapping/>
  </p:clrMapOvr>
</p:notes>
</file>

<file path=ppt/notesSlides/notesSlide2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2724</a:t>
            </a:fld>
            <a:endParaRPr lang="en-US" dirty="0"/>
          </a:p>
        </p:txBody>
      </p:sp>
    </p:spTree>
    <p:extLst>
      <p:ext uri="{BB962C8B-B14F-4D97-AF65-F5344CB8AC3E}">
        <p14:creationId xmlns:p14="http://schemas.microsoft.com/office/powerpoint/2010/main" val="618788858"/>
      </p:ext>
    </p:extLst>
  </p:cSld>
  <p:clrMapOvr>
    <a:masterClrMapping/>
  </p:clrMapOvr>
</p:notes>
</file>

<file path=ppt/notesSlides/notesSlide2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2725</a:t>
            </a:fld>
            <a:endParaRPr lang="en-US" dirty="0"/>
          </a:p>
        </p:txBody>
      </p:sp>
    </p:spTree>
    <p:extLst>
      <p:ext uri="{BB962C8B-B14F-4D97-AF65-F5344CB8AC3E}">
        <p14:creationId xmlns:p14="http://schemas.microsoft.com/office/powerpoint/2010/main" val="1231246207"/>
      </p:ext>
    </p:extLst>
  </p:cSld>
  <p:clrMapOvr>
    <a:masterClrMapping/>
  </p:clrMapOvr>
</p:notes>
</file>

<file path=ppt/notesSlides/notesSlide2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2727</a:t>
            </a:fld>
            <a:endParaRPr lang="en-US" dirty="0"/>
          </a:p>
        </p:txBody>
      </p:sp>
    </p:spTree>
    <p:extLst>
      <p:ext uri="{BB962C8B-B14F-4D97-AF65-F5344CB8AC3E}">
        <p14:creationId xmlns:p14="http://schemas.microsoft.com/office/powerpoint/2010/main" val="2622529282"/>
      </p:ext>
    </p:extLst>
  </p:cSld>
  <p:clrMapOvr>
    <a:masterClrMapping/>
  </p:clrMapOvr>
</p:notes>
</file>

<file path=ppt/notesSlides/notesSlide2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2728</a:t>
            </a:fld>
            <a:endParaRPr lang="en-US" dirty="0"/>
          </a:p>
        </p:txBody>
      </p:sp>
    </p:spTree>
    <p:extLst>
      <p:ext uri="{BB962C8B-B14F-4D97-AF65-F5344CB8AC3E}">
        <p14:creationId xmlns:p14="http://schemas.microsoft.com/office/powerpoint/2010/main" val="1052840490"/>
      </p:ext>
    </p:extLst>
  </p:cSld>
  <p:clrMapOvr>
    <a:masterClrMapping/>
  </p:clrMapOvr>
</p:notes>
</file>

<file path=ppt/notesSlides/notesSlide2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2729</a:t>
            </a:fld>
            <a:endParaRPr lang="en-US" dirty="0"/>
          </a:p>
        </p:txBody>
      </p:sp>
    </p:spTree>
    <p:extLst>
      <p:ext uri="{BB962C8B-B14F-4D97-AF65-F5344CB8AC3E}">
        <p14:creationId xmlns:p14="http://schemas.microsoft.com/office/powerpoint/2010/main" val="3991213103"/>
      </p:ext>
    </p:extLst>
  </p:cSld>
  <p:clrMapOvr>
    <a:masterClrMapping/>
  </p:clrMapOvr>
</p:notes>
</file>

<file path=ppt/notesSlides/notesSlide2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2730</a:t>
            </a:fld>
            <a:endParaRPr lang="en-US" dirty="0"/>
          </a:p>
        </p:txBody>
      </p:sp>
    </p:spTree>
    <p:extLst>
      <p:ext uri="{BB962C8B-B14F-4D97-AF65-F5344CB8AC3E}">
        <p14:creationId xmlns:p14="http://schemas.microsoft.com/office/powerpoint/2010/main" val="275712833"/>
      </p:ext>
    </p:extLst>
  </p:cSld>
  <p:clrMapOvr>
    <a:masterClrMapping/>
  </p:clrMapOvr>
</p:notes>
</file>

<file path=ppt/notesSlides/notesSlide2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2731</a:t>
            </a:fld>
            <a:endParaRPr lang="en-US" dirty="0"/>
          </a:p>
        </p:txBody>
      </p:sp>
    </p:spTree>
    <p:extLst>
      <p:ext uri="{BB962C8B-B14F-4D97-AF65-F5344CB8AC3E}">
        <p14:creationId xmlns:p14="http://schemas.microsoft.com/office/powerpoint/2010/main" val="737431308"/>
      </p:ext>
    </p:extLst>
  </p:cSld>
  <p:clrMapOvr>
    <a:masterClrMapping/>
  </p:clrMapOvr>
</p:notes>
</file>

<file path=ppt/notesSlides/notesSlide2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2732</a:t>
            </a:fld>
            <a:endParaRPr lang="en-US" dirty="0"/>
          </a:p>
        </p:txBody>
      </p:sp>
    </p:spTree>
    <p:extLst>
      <p:ext uri="{BB962C8B-B14F-4D97-AF65-F5344CB8AC3E}">
        <p14:creationId xmlns:p14="http://schemas.microsoft.com/office/powerpoint/2010/main" val="2971306641"/>
      </p:ext>
    </p:extLst>
  </p:cSld>
  <p:clrMapOvr>
    <a:masterClrMapping/>
  </p:clrMapOvr>
</p:notes>
</file>

<file path=ppt/notesSlides/notesSlide2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2733</a:t>
            </a:fld>
            <a:endParaRPr lang="en-US" dirty="0"/>
          </a:p>
        </p:txBody>
      </p:sp>
    </p:spTree>
    <p:extLst>
      <p:ext uri="{BB962C8B-B14F-4D97-AF65-F5344CB8AC3E}">
        <p14:creationId xmlns:p14="http://schemas.microsoft.com/office/powerpoint/2010/main" val="2391601067"/>
      </p:ext>
    </p:extLst>
  </p:cSld>
  <p:clrMapOvr>
    <a:masterClrMapping/>
  </p:clrMapOvr>
</p:notes>
</file>

<file path=ppt/notesSlides/notesSlide2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2734</a:t>
            </a:fld>
            <a:endParaRPr lang="en-US" dirty="0"/>
          </a:p>
        </p:txBody>
      </p:sp>
    </p:spTree>
    <p:extLst>
      <p:ext uri="{BB962C8B-B14F-4D97-AF65-F5344CB8AC3E}">
        <p14:creationId xmlns:p14="http://schemas.microsoft.com/office/powerpoint/2010/main" val="3827956184"/>
      </p:ext>
    </p:extLst>
  </p:cSld>
  <p:clrMapOvr>
    <a:masterClrMapping/>
  </p:clrMapOvr>
</p:notes>
</file>

<file path=ppt/notesSlides/notesSlide2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2735</a:t>
            </a:fld>
            <a:endParaRPr lang="en-US" dirty="0"/>
          </a:p>
        </p:txBody>
      </p:sp>
    </p:spTree>
    <p:extLst>
      <p:ext uri="{BB962C8B-B14F-4D97-AF65-F5344CB8AC3E}">
        <p14:creationId xmlns:p14="http://schemas.microsoft.com/office/powerpoint/2010/main" val="3295169630"/>
      </p:ext>
    </p:extLst>
  </p:cSld>
  <p:clrMapOvr>
    <a:masterClrMapping/>
  </p:clrMapOvr>
</p:notes>
</file>

<file path=ppt/notesSlides/notesSlide2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2736</a:t>
            </a:fld>
            <a:endParaRPr lang="en-US" dirty="0"/>
          </a:p>
        </p:txBody>
      </p:sp>
    </p:spTree>
    <p:extLst>
      <p:ext uri="{BB962C8B-B14F-4D97-AF65-F5344CB8AC3E}">
        <p14:creationId xmlns:p14="http://schemas.microsoft.com/office/powerpoint/2010/main" val="3806460966"/>
      </p:ext>
    </p:extLst>
  </p:cSld>
  <p:clrMapOvr>
    <a:masterClrMapping/>
  </p:clrMapOvr>
</p:notes>
</file>

<file path=ppt/notesSlides/notesSlide2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2737</a:t>
            </a:fld>
            <a:endParaRPr lang="en-US" dirty="0"/>
          </a:p>
        </p:txBody>
      </p:sp>
    </p:spTree>
    <p:extLst>
      <p:ext uri="{BB962C8B-B14F-4D97-AF65-F5344CB8AC3E}">
        <p14:creationId xmlns:p14="http://schemas.microsoft.com/office/powerpoint/2010/main" val="864215032"/>
      </p:ext>
    </p:extLst>
  </p:cSld>
  <p:clrMapOvr>
    <a:masterClrMapping/>
  </p:clrMapOvr>
</p:notes>
</file>

<file path=ppt/notesSlides/notesSlide2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2738</a:t>
            </a:fld>
            <a:endParaRPr lang="en-US" dirty="0"/>
          </a:p>
        </p:txBody>
      </p:sp>
    </p:spTree>
    <p:extLst>
      <p:ext uri="{BB962C8B-B14F-4D97-AF65-F5344CB8AC3E}">
        <p14:creationId xmlns:p14="http://schemas.microsoft.com/office/powerpoint/2010/main" val="2520815849"/>
      </p:ext>
    </p:extLst>
  </p:cSld>
  <p:clrMapOvr>
    <a:masterClrMapping/>
  </p:clrMapOvr>
</p:notes>
</file>

<file path=ppt/notesSlides/notesSlide2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2739</a:t>
            </a:fld>
            <a:endParaRPr lang="en-US" dirty="0"/>
          </a:p>
        </p:txBody>
      </p:sp>
    </p:spTree>
    <p:extLst>
      <p:ext uri="{BB962C8B-B14F-4D97-AF65-F5344CB8AC3E}">
        <p14:creationId xmlns:p14="http://schemas.microsoft.com/office/powerpoint/2010/main" val="3562932661"/>
      </p:ext>
    </p:extLst>
  </p:cSld>
  <p:clrMapOvr>
    <a:masterClrMapping/>
  </p:clrMapOvr>
</p:notes>
</file>

<file path=ppt/notesSlides/notesSlide2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2740</a:t>
            </a:fld>
            <a:endParaRPr lang="en-US" dirty="0"/>
          </a:p>
        </p:txBody>
      </p:sp>
    </p:spTree>
    <p:extLst>
      <p:ext uri="{BB962C8B-B14F-4D97-AF65-F5344CB8AC3E}">
        <p14:creationId xmlns:p14="http://schemas.microsoft.com/office/powerpoint/2010/main" val="3540489051"/>
      </p:ext>
    </p:extLst>
  </p:cSld>
  <p:clrMapOvr>
    <a:masterClrMapping/>
  </p:clrMapOvr>
</p:notes>
</file>

<file path=ppt/notesSlides/notesSlide2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2741</a:t>
            </a:fld>
            <a:endParaRPr lang="en-US" dirty="0"/>
          </a:p>
        </p:txBody>
      </p:sp>
    </p:spTree>
    <p:extLst>
      <p:ext uri="{BB962C8B-B14F-4D97-AF65-F5344CB8AC3E}">
        <p14:creationId xmlns:p14="http://schemas.microsoft.com/office/powerpoint/2010/main" val="619175532"/>
      </p:ext>
    </p:extLst>
  </p:cSld>
  <p:clrMapOvr>
    <a:masterClrMapping/>
  </p:clrMapOvr>
</p:notes>
</file>

<file path=ppt/notesSlides/notesSlide2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2743</a:t>
            </a:fld>
            <a:endParaRPr lang="en-US" dirty="0"/>
          </a:p>
        </p:txBody>
      </p:sp>
    </p:spTree>
    <p:extLst>
      <p:ext uri="{BB962C8B-B14F-4D97-AF65-F5344CB8AC3E}">
        <p14:creationId xmlns:p14="http://schemas.microsoft.com/office/powerpoint/2010/main" val="3303868538"/>
      </p:ext>
    </p:extLst>
  </p:cSld>
  <p:clrMapOvr>
    <a:masterClrMapping/>
  </p:clrMapOvr>
</p:notes>
</file>

<file path=ppt/notesSlides/notesSlide2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2744</a:t>
            </a:fld>
            <a:endParaRPr lang="en-US" dirty="0"/>
          </a:p>
        </p:txBody>
      </p:sp>
    </p:spTree>
    <p:extLst>
      <p:ext uri="{BB962C8B-B14F-4D97-AF65-F5344CB8AC3E}">
        <p14:creationId xmlns:p14="http://schemas.microsoft.com/office/powerpoint/2010/main" val="80398740"/>
      </p:ext>
    </p:extLst>
  </p:cSld>
  <p:clrMapOvr>
    <a:masterClrMapping/>
  </p:clrMapOvr>
</p:notes>
</file>

<file path=ppt/notesSlides/notesSlide2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2745</a:t>
            </a:fld>
            <a:endParaRPr lang="en-US" dirty="0"/>
          </a:p>
        </p:txBody>
      </p:sp>
    </p:spTree>
    <p:extLst>
      <p:ext uri="{BB962C8B-B14F-4D97-AF65-F5344CB8AC3E}">
        <p14:creationId xmlns:p14="http://schemas.microsoft.com/office/powerpoint/2010/main" val="2861649619"/>
      </p:ext>
    </p:extLst>
  </p:cSld>
  <p:clrMapOvr>
    <a:masterClrMapping/>
  </p:clrMapOvr>
</p:notes>
</file>

<file path=ppt/notesSlides/notesSlide2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2746</a:t>
            </a:fld>
            <a:endParaRPr lang="en-US" dirty="0"/>
          </a:p>
        </p:txBody>
      </p:sp>
    </p:spTree>
    <p:extLst>
      <p:ext uri="{BB962C8B-B14F-4D97-AF65-F5344CB8AC3E}">
        <p14:creationId xmlns:p14="http://schemas.microsoft.com/office/powerpoint/2010/main" val="3758869906"/>
      </p:ext>
    </p:extLst>
  </p:cSld>
  <p:clrMapOvr>
    <a:masterClrMapping/>
  </p:clrMapOvr>
</p:notes>
</file>

<file path=ppt/notesSlides/notesSlide2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2747</a:t>
            </a:fld>
            <a:endParaRPr lang="en-US" dirty="0"/>
          </a:p>
        </p:txBody>
      </p:sp>
    </p:spTree>
    <p:extLst>
      <p:ext uri="{BB962C8B-B14F-4D97-AF65-F5344CB8AC3E}">
        <p14:creationId xmlns:p14="http://schemas.microsoft.com/office/powerpoint/2010/main" val="1694786237"/>
      </p:ext>
    </p:extLst>
  </p:cSld>
  <p:clrMapOvr>
    <a:masterClrMapping/>
  </p:clrMapOvr>
</p:notes>
</file>

<file path=ppt/notesSlides/notesSlide2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2748</a:t>
            </a:fld>
            <a:endParaRPr lang="en-US" dirty="0"/>
          </a:p>
        </p:txBody>
      </p:sp>
    </p:spTree>
    <p:extLst>
      <p:ext uri="{BB962C8B-B14F-4D97-AF65-F5344CB8AC3E}">
        <p14:creationId xmlns:p14="http://schemas.microsoft.com/office/powerpoint/2010/main" val="3174268986"/>
      </p:ext>
    </p:extLst>
  </p:cSld>
  <p:clrMapOvr>
    <a:masterClrMapping/>
  </p:clrMapOvr>
</p:notes>
</file>

<file path=ppt/notesSlides/notesSlide2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2749</a:t>
            </a:fld>
            <a:endParaRPr lang="en-US" dirty="0"/>
          </a:p>
        </p:txBody>
      </p:sp>
    </p:spTree>
    <p:extLst>
      <p:ext uri="{BB962C8B-B14F-4D97-AF65-F5344CB8AC3E}">
        <p14:creationId xmlns:p14="http://schemas.microsoft.com/office/powerpoint/2010/main" val="1336156316"/>
      </p:ext>
    </p:extLst>
  </p:cSld>
  <p:clrMapOvr>
    <a:masterClrMapping/>
  </p:clrMapOvr>
</p:notes>
</file>

<file path=ppt/notesSlides/notesSlide2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2750</a:t>
            </a:fld>
            <a:endParaRPr lang="en-US" dirty="0"/>
          </a:p>
        </p:txBody>
      </p:sp>
    </p:spTree>
    <p:extLst>
      <p:ext uri="{BB962C8B-B14F-4D97-AF65-F5344CB8AC3E}">
        <p14:creationId xmlns:p14="http://schemas.microsoft.com/office/powerpoint/2010/main" val="2387747541"/>
      </p:ext>
    </p:extLst>
  </p:cSld>
  <p:clrMapOvr>
    <a:masterClrMapping/>
  </p:clrMapOvr>
</p:notes>
</file>

<file path=ppt/notesSlides/notesSlide2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2751</a:t>
            </a:fld>
            <a:endParaRPr lang="en-US" dirty="0"/>
          </a:p>
        </p:txBody>
      </p:sp>
    </p:spTree>
    <p:extLst>
      <p:ext uri="{BB962C8B-B14F-4D97-AF65-F5344CB8AC3E}">
        <p14:creationId xmlns:p14="http://schemas.microsoft.com/office/powerpoint/2010/main" val="564029048"/>
      </p:ext>
    </p:extLst>
  </p:cSld>
  <p:clrMapOvr>
    <a:masterClrMapping/>
  </p:clrMapOvr>
</p:notes>
</file>

<file path=ppt/notesSlides/notesSlide2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2752</a:t>
            </a:fld>
            <a:endParaRPr lang="en-US" dirty="0"/>
          </a:p>
        </p:txBody>
      </p:sp>
    </p:spTree>
    <p:extLst>
      <p:ext uri="{BB962C8B-B14F-4D97-AF65-F5344CB8AC3E}">
        <p14:creationId xmlns:p14="http://schemas.microsoft.com/office/powerpoint/2010/main" val="1704724367"/>
      </p:ext>
    </p:extLst>
  </p:cSld>
  <p:clrMapOvr>
    <a:masterClrMapping/>
  </p:clrMapOvr>
</p:notes>
</file>

<file path=ppt/notesSlides/notesSlide2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2753</a:t>
            </a:fld>
            <a:endParaRPr lang="en-US" dirty="0"/>
          </a:p>
        </p:txBody>
      </p:sp>
    </p:spTree>
    <p:extLst>
      <p:ext uri="{BB962C8B-B14F-4D97-AF65-F5344CB8AC3E}">
        <p14:creationId xmlns:p14="http://schemas.microsoft.com/office/powerpoint/2010/main" val="549502604"/>
      </p:ext>
    </p:extLst>
  </p:cSld>
  <p:clrMapOvr>
    <a:masterClrMapping/>
  </p:clrMapOvr>
</p:notes>
</file>

<file path=ppt/notesSlides/notesSlide2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2754</a:t>
            </a:fld>
            <a:endParaRPr lang="en-US" dirty="0"/>
          </a:p>
        </p:txBody>
      </p:sp>
    </p:spTree>
    <p:extLst>
      <p:ext uri="{BB962C8B-B14F-4D97-AF65-F5344CB8AC3E}">
        <p14:creationId xmlns:p14="http://schemas.microsoft.com/office/powerpoint/2010/main" val="2650703050"/>
      </p:ext>
    </p:extLst>
  </p:cSld>
  <p:clrMapOvr>
    <a:masterClrMapping/>
  </p:clrMapOvr>
</p:notes>
</file>

<file path=ppt/notesSlides/notesSlide2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2755</a:t>
            </a:fld>
            <a:endParaRPr lang="en-US" dirty="0"/>
          </a:p>
        </p:txBody>
      </p:sp>
    </p:spTree>
    <p:extLst>
      <p:ext uri="{BB962C8B-B14F-4D97-AF65-F5344CB8AC3E}">
        <p14:creationId xmlns:p14="http://schemas.microsoft.com/office/powerpoint/2010/main" val="2737101225"/>
      </p:ext>
    </p:extLst>
  </p:cSld>
  <p:clrMapOvr>
    <a:masterClrMapping/>
  </p:clrMapOvr>
</p:notes>
</file>

<file path=ppt/notesSlides/notesSlide2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2756</a:t>
            </a:fld>
            <a:endParaRPr lang="en-US" dirty="0"/>
          </a:p>
        </p:txBody>
      </p:sp>
    </p:spTree>
    <p:extLst>
      <p:ext uri="{BB962C8B-B14F-4D97-AF65-F5344CB8AC3E}">
        <p14:creationId xmlns:p14="http://schemas.microsoft.com/office/powerpoint/2010/main" val="1974422525"/>
      </p:ext>
    </p:extLst>
  </p:cSld>
  <p:clrMapOvr>
    <a:masterClrMapping/>
  </p:clrMapOvr>
</p:notes>
</file>

<file path=ppt/notesSlides/notesSlide2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2757</a:t>
            </a:fld>
            <a:endParaRPr lang="en-US" dirty="0"/>
          </a:p>
        </p:txBody>
      </p:sp>
    </p:spTree>
    <p:extLst>
      <p:ext uri="{BB962C8B-B14F-4D97-AF65-F5344CB8AC3E}">
        <p14:creationId xmlns:p14="http://schemas.microsoft.com/office/powerpoint/2010/main" val="1154305152"/>
      </p:ext>
    </p:extLst>
  </p:cSld>
  <p:clrMapOvr>
    <a:masterClrMapping/>
  </p:clrMapOvr>
</p:notes>
</file>

<file path=ppt/notesSlides/notesSlide2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2759</a:t>
            </a:fld>
            <a:endParaRPr lang="en-US" dirty="0"/>
          </a:p>
        </p:txBody>
      </p:sp>
    </p:spTree>
    <p:extLst>
      <p:ext uri="{BB962C8B-B14F-4D97-AF65-F5344CB8AC3E}">
        <p14:creationId xmlns:p14="http://schemas.microsoft.com/office/powerpoint/2010/main" val="3232920478"/>
      </p:ext>
    </p:extLst>
  </p:cSld>
  <p:clrMapOvr>
    <a:masterClrMapping/>
  </p:clrMapOvr>
</p:notes>
</file>

<file path=ppt/notesSlides/notesSlide2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2760</a:t>
            </a:fld>
            <a:endParaRPr lang="en-US" dirty="0"/>
          </a:p>
        </p:txBody>
      </p:sp>
    </p:spTree>
    <p:extLst>
      <p:ext uri="{BB962C8B-B14F-4D97-AF65-F5344CB8AC3E}">
        <p14:creationId xmlns:p14="http://schemas.microsoft.com/office/powerpoint/2010/main" val="2972819766"/>
      </p:ext>
    </p:extLst>
  </p:cSld>
  <p:clrMapOvr>
    <a:masterClrMapping/>
  </p:clrMapOvr>
</p:notes>
</file>

<file path=ppt/notesSlides/notesSlide2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2761</a:t>
            </a:fld>
            <a:endParaRPr lang="en-US" dirty="0"/>
          </a:p>
        </p:txBody>
      </p:sp>
    </p:spTree>
    <p:extLst>
      <p:ext uri="{BB962C8B-B14F-4D97-AF65-F5344CB8AC3E}">
        <p14:creationId xmlns:p14="http://schemas.microsoft.com/office/powerpoint/2010/main" val="4248564863"/>
      </p:ext>
    </p:extLst>
  </p:cSld>
  <p:clrMapOvr>
    <a:masterClrMapping/>
  </p:clrMapOvr>
</p:notes>
</file>

<file path=ppt/notesSlides/notesSlide2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2762</a:t>
            </a:fld>
            <a:endParaRPr lang="en-US" dirty="0"/>
          </a:p>
        </p:txBody>
      </p:sp>
    </p:spTree>
    <p:extLst>
      <p:ext uri="{BB962C8B-B14F-4D97-AF65-F5344CB8AC3E}">
        <p14:creationId xmlns:p14="http://schemas.microsoft.com/office/powerpoint/2010/main" val="2804950741"/>
      </p:ext>
    </p:extLst>
  </p:cSld>
  <p:clrMapOvr>
    <a:masterClrMapping/>
  </p:clrMapOvr>
</p:notes>
</file>

<file path=ppt/notesSlides/notesSlide2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2763</a:t>
            </a:fld>
            <a:endParaRPr lang="en-US" dirty="0"/>
          </a:p>
        </p:txBody>
      </p:sp>
    </p:spTree>
    <p:extLst>
      <p:ext uri="{BB962C8B-B14F-4D97-AF65-F5344CB8AC3E}">
        <p14:creationId xmlns:p14="http://schemas.microsoft.com/office/powerpoint/2010/main" val="1748803873"/>
      </p:ext>
    </p:extLst>
  </p:cSld>
  <p:clrMapOvr>
    <a:masterClrMapping/>
  </p:clrMapOvr>
</p:notes>
</file>

<file path=ppt/notesSlides/notesSlide2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2764</a:t>
            </a:fld>
            <a:endParaRPr lang="en-US" dirty="0"/>
          </a:p>
        </p:txBody>
      </p:sp>
    </p:spTree>
    <p:extLst>
      <p:ext uri="{BB962C8B-B14F-4D97-AF65-F5344CB8AC3E}">
        <p14:creationId xmlns:p14="http://schemas.microsoft.com/office/powerpoint/2010/main" val="1541473979"/>
      </p:ext>
    </p:extLst>
  </p:cSld>
  <p:clrMapOvr>
    <a:masterClrMapping/>
  </p:clrMapOvr>
</p:notes>
</file>

<file path=ppt/notesSlides/notesSlide2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2765</a:t>
            </a:fld>
            <a:endParaRPr lang="en-US" dirty="0"/>
          </a:p>
        </p:txBody>
      </p:sp>
    </p:spTree>
    <p:extLst>
      <p:ext uri="{BB962C8B-B14F-4D97-AF65-F5344CB8AC3E}">
        <p14:creationId xmlns:p14="http://schemas.microsoft.com/office/powerpoint/2010/main" val="1701740270"/>
      </p:ext>
    </p:extLst>
  </p:cSld>
  <p:clrMapOvr>
    <a:masterClrMapping/>
  </p:clrMapOvr>
</p:notes>
</file>

<file path=ppt/notesSlides/notesSlide2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2766</a:t>
            </a:fld>
            <a:endParaRPr lang="en-US" dirty="0"/>
          </a:p>
        </p:txBody>
      </p:sp>
    </p:spTree>
    <p:extLst>
      <p:ext uri="{BB962C8B-B14F-4D97-AF65-F5344CB8AC3E}">
        <p14:creationId xmlns:p14="http://schemas.microsoft.com/office/powerpoint/2010/main" val="3671698199"/>
      </p:ext>
    </p:extLst>
  </p:cSld>
  <p:clrMapOvr>
    <a:masterClrMapping/>
  </p:clrMapOvr>
</p:notes>
</file>

<file path=ppt/notesSlides/notesSlide2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2767</a:t>
            </a:fld>
            <a:endParaRPr lang="en-US" dirty="0"/>
          </a:p>
        </p:txBody>
      </p:sp>
    </p:spTree>
    <p:extLst>
      <p:ext uri="{BB962C8B-B14F-4D97-AF65-F5344CB8AC3E}">
        <p14:creationId xmlns:p14="http://schemas.microsoft.com/office/powerpoint/2010/main" val="4136329494"/>
      </p:ext>
    </p:extLst>
  </p:cSld>
  <p:clrMapOvr>
    <a:masterClrMapping/>
  </p:clrMapOvr>
</p:notes>
</file>

<file path=ppt/notesSlides/notesSlide2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2768</a:t>
            </a:fld>
            <a:endParaRPr lang="en-US" dirty="0"/>
          </a:p>
        </p:txBody>
      </p:sp>
    </p:spTree>
    <p:extLst>
      <p:ext uri="{BB962C8B-B14F-4D97-AF65-F5344CB8AC3E}">
        <p14:creationId xmlns:p14="http://schemas.microsoft.com/office/powerpoint/2010/main" val="3788216572"/>
      </p:ext>
    </p:extLst>
  </p:cSld>
  <p:clrMapOvr>
    <a:masterClrMapping/>
  </p:clrMapOvr>
</p:notes>
</file>

<file path=ppt/notesSlides/notesSlide2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2769</a:t>
            </a:fld>
            <a:endParaRPr lang="en-US" dirty="0"/>
          </a:p>
        </p:txBody>
      </p:sp>
    </p:spTree>
    <p:extLst>
      <p:ext uri="{BB962C8B-B14F-4D97-AF65-F5344CB8AC3E}">
        <p14:creationId xmlns:p14="http://schemas.microsoft.com/office/powerpoint/2010/main" val="596865222"/>
      </p:ext>
    </p:extLst>
  </p:cSld>
  <p:clrMapOvr>
    <a:masterClrMapping/>
  </p:clrMapOvr>
</p:notes>
</file>

<file path=ppt/notesSlides/notesSlide2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2770</a:t>
            </a:fld>
            <a:endParaRPr lang="en-US" dirty="0"/>
          </a:p>
        </p:txBody>
      </p:sp>
    </p:spTree>
    <p:extLst>
      <p:ext uri="{BB962C8B-B14F-4D97-AF65-F5344CB8AC3E}">
        <p14:creationId xmlns:p14="http://schemas.microsoft.com/office/powerpoint/2010/main" val="1510415370"/>
      </p:ext>
    </p:extLst>
  </p:cSld>
  <p:clrMapOvr>
    <a:masterClrMapping/>
  </p:clrMapOvr>
</p:notes>
</file>

<file path=ppt/notesSlides/notesSlide2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2771</a:t>
            </a:fld>
            <a:endParaRPr lang="en-US" dirty="0"/>
          </a:p>
        </p:txBody>
      </p:sp>
    </p:spTree>
    <p:extLst>
      <p:ext uri="{BB962C8B-B14F-4D97-AF65-F5344CB8AC3E}">
        <p14:creationId xmlns:p14="http://schemas.microsoft.com/office/powerpoint/2010/main" val="3582229572"/>
      </p:ext>
    </p:extLst>
  </p:cSld>
  <p:clrMapOvr>
    <a:masterClrMapping/>
  </p:clrMapOvr>
</p:notes>
</file>

<file path=ppt/notesSlides/notesSlide2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2772</a:t>
            </a:fld>
            <a:endParaRPr lang="en-US" dirty="0"/>
          </a:p>
        </p:txBody>
      </p:sp>
    </p:spTree>
    <p:extLst>
      <p:ext uri="{BB962C8B-B14F-4D97-AF65-F5344CB8AC3E}">
        <p14:creationId xmlns:p14="http://schemas.microsoft.com/office/powerpoint/2010/main" val="1400640114"/>
      </p:ext>
    </p:extLst>
  </p:cSld>
  <p:clrMapOvr>
    <a:masterClrMapping/>
  </p:clrMapOvr>
</p:notes>
</file>

<file path=ppt/notesSlides/notesSlide2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2773</a:t>
            </a:fld>
            <a:endParaRPr lang="en-US" dirty="0"/>
          </a:p>
        </p:txBody>
      </p:sp>
    </p:spTree>
    <p:extLst>
      <p:ext uri="{BB962C8B-B14F-4D97-AF65-F5344CB8AC3E}">
        <p14:creationId xmlns:p14="http://schemas.microsoft.com/office/powerpoint/2010/main" val="1399179969"/>
      </p:ext>
    </p:extLst>
  </p:cSld>
  <p:clrMapOvr>
    <a:masterClrMapping/>
  </p:clrMapOvr>
</p:notes>
</file>

<file path=ppt/notesSlides/notesSlide2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2775</a:t>
            </a:fld>
            <a:endParaRPr lang="en-US" dirty="0"/>
          </a:p>
        </p:txBody>
      </p:sp>
    </p:spTree>
    <p:extLst>
      <p:ext uri="{BB962C8B-B14F-4D97-AF65-F5344CB8AC3E}">
        <p14:creationId xmlns:p14="http://schemas.microsoft.com/office/powerpoint/2010/main" val="582521297"/>
      </p:ext>
    </p:extLst>
  </p:cSld>
  <p:clrMapOvr>
    <a:masterClrMapping/>
  </p:clrMapOvr>
</p:notes>
</file>

<file path=ppt/notesSlides/notesSlide2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2776</a:t>
            </a:fld>
            <a:endParaRPr lang="en-US" dirty="0"/>
          </a:p>
        </p:txBody>
      </p:sp>
    </p:spTree>
    <p:extLst>
      <p:ext uri="{BB962C8B-B14F-4D97-AF65-F5344CB8AC3E}">
        <p14:creationId xmlns:p14="http://schemas.microsoft.com/office/powerpoint/2010/main" val="180474362"/>
      </p:ext>
    </p:extLst>
  </p:cSld>
  <p:clrMapOvr>
    <a:masterClrMapping/>
  </p:clrMapOvr>
</p:notes>
</file>

<file path=ppt/notesSlides/notesSlide2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2777</a:t>
            </a:fld>
            <a:endParaRPr lang="en-US" dirty="0"/>
          </a:p>
        </p:txBody>
      </p:sp>
    </p:spTree>
    <p:extLst>
      <p:ext uri="{BB962C8B-B14F-4D97-AF65-F5344CB8AC3E}">
        <p14:creationId xmlns:p14="http://schemas.microsoft.com/office/powerpoint/2010/main" val="1449594832"/>
      </p:ext>
    </p:extLst>
  </p:cSld>
  <p:clrMapOvr>
    <a:masterClrMapping/>
  </p:clrMapOvr>
</p:notes>
</file>

<file path=ppt/notesSlides/notesSlide2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2778</a:t>
            </a:fld>
            <a:endParaRPr lang="en-US" dirty="0"/>
          </a:p>
        </p:txBody>
      </p:sp>
    </p:spTree>
    <p:extLst>
      <p:ext uri="{BB962C8B-B14F-4D97-AF65-F5344CB8AC3E}">
        <p14:creationId xmlns:p14="http://schemas.microsoft.com/office/powerpoint/2010/main" val="1536762233"/>
      </p:ext>
    </p:extLst>
  </p:cSld>
  <p:clrMapOvr>
    <a:masterClrMapping/>
  </p:clrMapOvr>
</p:notes>
</file>

<file path=ppt/notesSlides/notesSlide2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2779</a:t>
            </a:fld>
            <a:endParaRPr lang="en-US" dirty="0"/>
          </a:p>
        </p:txBody>
      </p:sp>
    </p:spTree>
    <p:extLst>
      <p:ext uri="{BB962C8B-B14F-4D97-AF65-F5344CB8AC3E}">
        <p14:creationId xmlns:p14="http://schemas.microsoft.com/office/powerpoint/2010/main" val="2925156395"/>
      </p:ext>
    </p:extLst>
  </p:cSld>
  <p:clrMapOvr>
    <a:masterClrMapping/>
  </p:clrMapOvr>
</p:notes>
</file>

<file path=ppt/notesSlides/notesSlide2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2780</a:t>
            </a:fld>
            <a:endParaRPr lang="en-US" dirty="0"/>
          </a:p>
        </p:txBody>
      </p:sp>
    </p:spTree>
    <p:extLst>
      <p:ext uri="{BB962C8B-B14F-4D97-AF65-F5344CB8AC3E}">
        <p14:creationId xmlns:p14="http://schemas.microsoft.com/office/powerpoint/2010/main" val="1692198554"/>
      </p:ext>
    </p:extLst>
  </p:cSld>
  <p:clrMapOvr>
    <a:masterClrMapping/>
  </p:clrMapOvr>
</p:notes>
</file>

<file path=ppt/notesSlides/notesSlide2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2781</a:t>
            </a:fld>
            <a:endParaRPr lang="en-US" dirty="0"/>
          </a:p>
        </p:txBody>
      </p:sp>
    </p:spTree>
    <p:extLst>
      <p:ext uri="{BB962C8B-B14F-4D97-AF65-F5344CB8AC3E}">
        <p14:creationId xmlns:p14="http://schemas.microsoft.com/office/powerpoint/2010/main" val="841964604"/>
      </p:ext>
    </p:extLst>
  </p:cSld>
  <p:clrMapOvr>
    <a:masterClrMapping/>
  </p:clrMapOvr>
</p:notes>
</file>

<file path=ppt/notesSlides/notesSlide2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2782</a:t>
            </a:fld>
            <a:endParaRPr lang="en-US" dirty="0"/>
          </a:p>
        </p:txBody>
      </p:sp>
    </p:spTree>
    <p:extLst>
      <p:ext uri="{BB962C8B-B14F-4D97-AF65-F5344CB8AC3E}">
        <p14:creationId xmlns:p14="http://schemas.microsoft.com/office/powerpoint/2010/main" val="3717511719"/>
      </p:ext>
    </p:extLst>
  </p:cSld>
  <p:clrMapOvr>
    <a:masterClrMapping/>
  </p:clrMapOvr>
</p:notes>
</file>

<file path=ppt/notesSlides/notesSlide2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2783</a:t>
            </a:fld>
            <a:endParaRPr lang="en-US" dirty="0"/>
          </a:p>
        </p:txBody>
      </p:sp>
    </p:spTree>
    <p:extLst>
      <p:ext uri="{BB962C8B-B14F-4D97-AF65-F5344CB8AC3E}">
        <p14:creationId xmlns:p14="http://schemas.microsoft.com/office/powerpoint/2010/main" val="649996577"/>
      </p:ext>
    </p:extLst>
  </p:cSld>
  <p:clrMapOvr>
    <a:masterClrMapping/>
  </p:clrMapOvr>
</p:notes>
</file>

<file path=ppt/notesSlides/notesSlide2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2784</a:t>
            </a:fld>
            <a:endParaRPr lang="en-US" dirty="0"/>
          </a:p>
        </p:txBody>
      </p:sp>
    </p:spTree>
    <p:extLst>
      <p:ext uri="{BB962C8B-B14F-4D97-AF65-F5344CB8AC3E}">
        <p14:creationId xmlns:p14="http://schemas.microsoft.com/office/powerpoint/2010/main" val="3198238295"/>
      </p:ext>
    </p:extLst>
  </p:cSld>
  <p:clrMapOvr>
    <a:masterClrMapping/>
  </p:clrMapOvr>
</p:notes>
</file>

<file path=ppt/notesSlides/notesSlide2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2785</a:t>
            </a:fld>
            <a:endParaRPr lang="en-US" dirty="0"/>
          </a:p>
        </p:txBody>
      </p:sp>
    </p:spTree>
    <p:extLst>
      <p:ext uri="{BB962C8B-B14F-4D97-AF65-F5344CB8AC3E}">
        <p14:creationId xmlns:p14="http://schemas.microsoft.com/office/powerpoint/2010/main" val="4238956659"/>
      </p:ext>
    </p:extLst>
  </p:cSld>
  <p:clrMapOvr>
    <a:masterClrMapping/>
  </p:clrMapOvr>
</p:notes>
</file>

<file path=ppt/notesSlides/notesSlide2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2786</a:t>
            </a:fld>
            <a:endParaRPr lang="en-US" dirty="0"/>
          </a:p>
        </p:txBody>
      </p:sp>
    </p:spTree>
    <p:extLst>
      <p:ext uri="{BB962C8B-B14F-4D97-AF65-F5344CB8AC3E}">
        <p14:creationId xmlns:p14="http://schemas.microsoft.com/office/powerpoint/2010/main" val="4160426775"/>
      </p:ext>
    </p:extLst>
  </p:cSld>
  <p:clrMapOvr>
    <a:masterClrMapping/>
  </p:clrMapOvr>
</p:notes>
</file>

<file path=ppt/notesSlides/notesSlide2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2787</a:t>
            </a:fld>
            <a:endParaRPr lang="en-US" dirty="0"/>
          </a:p>
        </p:txBody>
      </p:sp>
    </p:spTree>
    <p:extLst>
      <p:ext uri="{BB962C8B-B14F-4D97-AF65-F5344CB8AC3E}">
        <p14:creationId xmlns:p14="http://schemas.microsoft.com/office/powerpoint/2010/main" val="509861356"/>
      </p:ext>
    </p:extLst>
  </p:cSld>
  <p:clrMapOvr>
    <a:masterClrMapping/>
  </p:clrMapOvr>
</p:notes>
</file>

<file path=ppt/notesSlides/notesSlide2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2788</a:t>
            </a:fld>
            <a:endParaRPr lang="en-US" dirty="0"/>
          </a:p>
        </p:txBody>
      </p:sp>
    </p:spTree>
    <p:extLst>
      <p:ext uri="{BB962C8B-B14F-4D97-AF65-F5344CB8AC3E}">
        <p14:creationId xmlns:p14="http://schemas.microsoft.com/office/powerpoint/2010/main" val="2328137232"/>
      </p:ext>
    </p:extLst>
  </p:cSld>
  <p:clrMapOvr>
    <a:masterClrMapping/>
  </p:clrMapOvr>
</p:notes>
</file>

<file path=ppt/notesSlides/notesSlide2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2789</a:t>
            </a:fld>
            <a:endParaRPr lang="en-US" dirty="0"/>
          </a:p>
        </p:txBody>
      </p:sp>
    </p:spTree>
    <p:extLst>
      <p:ext uri="{BB962C8B-B14F-4D97-AF65-F5344CB8AC3E}">
        <p14:creationId xmlns:p14="http://schemas.microsoft.com/office/powerpoint/2010/main" val="1390839524"/>
      </p:ext>
    </p:extLst>
  </p:cSld>
  <p:clrMapOvr>
    <a:masterClrMapping/>
  </p:clrMapOvr>
</p:notes>
</file>

<file path=ppt/notesSlides/notesSlide2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2791</a:t>
            </a:fld>
            <a:endParaRPr lang="en-US" dirty="0"/>
          </a:p>
        </p:txBody>
      </p:sp>
    </p:spTree>
    <p:extLst>
      <p:ext uri="{BB962C8B-B14F-4D97-AF65-F5344CB8AC3E}">
        <p14:creationId xmlns:p14="http://schemas.microsoft.com/office/powerpoint/2010/main" val="4287481089"/>
      </p:ext>
    </p:extLst>
  </p:cSld>
  <p:clrMapOvr>
    <a:masterClrMapping/>
  </p:clrMapOvr>
</p:notes>
</file>

<file path=ppt/notesSlides/notesSlide2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2792</a:t>
            </a:fld>
            <a:endParaRPr lang="en-US" dirty="0"/>
          </a:p>
        </p:txBody>
      </p:sp>
    </p:spTree>
    <p:extLst>
      <p:ext uri="{BB962C8B-B14F-4D97-AF65-F5344CB8AC3E}">
        <p14:creationId xmlns:p14="http://schemas.microsoft.com/office/powerpoint/2010/main" val="618988087"/>
      </p:ext>
    </p:extLst>
  </p:cSld>
  <p:clrMapOvr>
    <a:masterClrMapping/>
  </p:clrMapOvr>
</p:notes>
</file>

<file path=ppt/notesSlides/notesSlide2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2793</a:t>
            </a:fld>
            <a:endParaRPr lang="en-US" dirty="0"/>
          </a:p>
        </p:txBody>
      </p:sp>
    </p:spTree>
    <p:extLst>
      <p:ext uri="{BB962C8B-B14F-4D97-AF65-F5344CB8AC3E}">
        <p14:creationId xmlns:p14="http://schemas.microsoft.com/office/powerpoint/2010/main" val="3319656883"/>
      </p:ext>
    </p:extLst>
  </p:cSld>
  <p:clrMapOvr>
    <a:masterClrMapping/>
  </p:clrMapOvr>
</p:notes>
</file>

<file path=ppt/notesSlides/notesSlide2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2794</a:t>
            </a:fld>
            <a:endParaRPr lang="en-US" dirty="0"/>
          </a:p>
        </p:txBody>
      </p:sp>
    </p:spTree>
    <p:extLst>
      <p:ext uri="{BB962C8B-B14F-4D97-AF65-F5344CB8AC3E}">
        <p14:creationId xmlns:p14="http://schemas.microsoft.com/office/powerpoint/2010/main" val="130963324"/>
      </p:ext>
    </p:extLst>
  </p:cSld>
  <p:clrMapOvr>
    <a:masterClrMapping/>
  </p:clrMapOvr>
</p:notes>
</file>

<file path=ppt/notesSlides/notesSlide2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2795</a:t>
            </a:fld>
            <a:endParaRPr lang="en-US" dirty="0"/>
          </a:p>
        </p:txBody>
      </p:sp>
    </p:spTree>
    <p:extLst>
      <p:ext uri="{BB962C8B-B14F-4D97-AF65-F5344CB8AC3E}">
        <p14:creationId xmlns:p14="http://schemas.microsoft.com/office/powerpoint/2010/main" val="1024734671"/>
      </p:ext>
    </p:extLst>
  </p:cSld>
  <p:clrMapOvr>
    <a:masterClrMapping/>
  </p:clrMapOvr>
</p:notes>
</file>

<file path=ppt/notesSlides/notesSlide2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2796</a:t>
            </a:fld>
            <a:endParaRPr lang="en-US" dirty="0"/>
          </a:p>
        </p:txBody>
      </p:sp>
    </p:spTree>
    <p:extLst>
      <p:ext uri="{BB962C8B-B14F-4D97-AF65-F5344CB8AC3E}">
        <p14:creationId xmlns:p14="http://schemas.microsoft.com/office/powerpoint/2010/main" val="709545390"/>
      </p:ext>
    </p:extLst>
  </p:cSld>
  <p:clrMapOvr>
    <a:masterClrMapping/>
  </p:clrMapOvr>
</p:notes>
</file>

<file path=ppt/notesSlides/notesSlide2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2797</a:t>
            </a:fld>
            <a:endParaRPr lang="en-US" dirty="0"/>
          </a:p>
        </p:txBody>
      </p:sp>
    </p:spTree>
    <p:extLst>
      <p:ext uri="{BB962C8B-B14F-4D97-AF65-F5344CB8AC3E}">
        <p14:creationId xmlns:p14="http://schemas.microsoft.com/office/powerpoint/2010/main" val="3687085166"/>
      </p:ext>
    </p:extLst>
  </p:cSld>
  <p:clrMapOvr>
    <a:masterClrMapping/>
  </p:clrMapOvr>
</p:notes>
</file>

<file path=ppt/notesSlides/notesSlide2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2798</a:t>
            </a:fld>
            <a:endParaRPr lang="en-US" dirty="0"/>
          </a:p>
        </p:txBody>
      </p:sp>
    </p:spTree>
    <p:extLst>
      <p:ext uri="{BB962C8B-B14F-4D97-AF65-F5344CB8AC3E}">
        <p14:creationId xmlns:p14="http://schemas.microsoft.com/office/powerpoint/2010/main" val="2970486663"/>
      </p:ext>
    </p:extLst>
  </p:cSld>
  <p:clrMapOvr>
    <a:masterClrMapping/>
  </p:clrMapOvr>
</p:notes>
</file>

<file path=ppt/notesSlides/notesSlide2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2799</a:t>
            </a:fld>
            <a:endParaRPr lang="en-US" dirty="0"/>
          </a:p>
        </p:txBody>
      </p:sp>
    </p:spTree>
    <p:extLst>
      <p:ext uri="{BB962C8B-B14F-4D97-AF65-F5344CB8AC3E}">
        <p14:creationId xmlns:p14="http://schemas.microsoft.com/office/powerpoint/2010/main" val="4166094932"/>
      </p:ext>
    </p:extLst>
  </p:cSld>
  <p:clrMapOvr>
    <a:masterClrMapping/>
  </p:clrMapOvr>
</p:notes>
</file>

<file path=ppt/notesSlides/notesSlide2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2800</a:t>
            </a:fld>
            <a:endParaRPr lang="en-US" dirty="0"/>
          </a:p>
        </p:txBody>
      </p:sp>
    </p:spTree>
    <p:extLst>
      <p:ext uri="{BB962C8B-B14F-4D97-AF65-F5344CB8AC3E}">
        <p14:creationId xmlns:p14="http://schemas.microsoft.com/office/powerpoint/2010/main" val="1036654365"/>
      </p:ext>
    </p:extLst>
  </p:cSld>
  <p:clrMapOvr>
    <a:masterClrMapping/>
  </p:clrMapOvr>
</p:notes>
</file>

<file path=ppt/notesSlides/notesSlide2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2801</a:t>
            </a:fld>
            <a:endParaRPr lang="en-US" dirty="0"/>
          </a:p>
        </p:txBody>
      </p:sp>
    </p:spTree>
    <p:extLst>
      <p:ext uri="{BB962C8B-B14F-4D97-AF65-F5344CB8AC3E}">
        <p14:creationId xmlns:p14="http://schemas.microsoft.com/office/powerpoint/2010/main" val="3713411516"/>
      </p:ext>
    </p:extLst>
  </p:cSld>
  <p:clrMapOvr>
    <a:masterClrMapping/>
  </p:clrMapOvr>
</p:notes>
</file>

<file path=ppt/notesSlides/notesSlide2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2802</a:t>
            </a:fld>
            <a:endParaRPr lang="en-US" dirty="0"/>
          </a:p>
        </p:txBody>
      </p:sp>
    </p:spTree>
    <p:extLst>
      <p:ext uri="{BB962C8B-B14F-4D97-AF65-F5344CB8AC3E}">
        <p14:creationId xmlns:p14="http://schemas.microsoft.com/office/powerpoint/2010/main" val="338707133"/>
      </p:ext>
    </p:extLst>
  </p:cSld>
  <p:clrMapOvr>
    <a:masterClrMapping/>
  </p:clrMapOvr>
</p:notes>
</file>

<file path=ppt/notesSlides/notesSlide2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2803</a:t>
            </a:fld>
            <a:endParaRPr lang="en-US" dirty="0"/>
          </a:p>
        </p:txBody>
      </p:sp>
    </p:spTree>
    <p:extLst>
      <p:ext uri="{BB962C8B-B14F-4D97-AF65-F5344CB8AC3E}">
        <p14:creationId xmlns:p14="http://schemas.microsoft.com/office/powerpoint/2010/main" val="828239832"/>
      </p:ext>
    </p:extLst>
  </p:cSld>
  <p:clrMapOvr>
    <a:masterClrMapping/>
  </p:clrMapOvr>
</p:notes>
</file>

<file path=ppt/notesSlides/notesSlide2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2804</a:t>
            </a:fld>
            <a:endParaRPr lang="en-US" dirty="0"/>
          </a:p>
        </p:txBody>
      </p:sp>
    </p:spTree>
    <p:extLst>
      <p:ext uri="{BB962C8B-B14F-4D97-AF65-F5344CB8AC3E}">
        <p14:creationId xmlns:p14="http://schemas.microsoft.com/office/powerpoint/2010/main" val="686105327"/>
      </p:ext>
    </p:extLst>
  </p:cSld>
  <p:clrMapOvr>
    <a:masterClrMapping/>
  </p:clrMapOvr>
</p:notes>
</file>

<file path=ppt/notesSlides/notesSlide2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2805</a:t>
            </a:fld>
            <a:endParaRPr lang="en-US" dirty="0"/>
          </a:p>
        </p:txBody>
      </p:sp>
    </p:spTree>
    <p:extLst>
      <p:ext uri="{BB962C8B-B14F-4D97-AF65-F5344CB8AC3E}">
        <p14:creationId xmlns:p14="http://schemas.microsoft.com/office/powerpoint/2010/main" val="3862428424"/>
      </p:ext>
    </p:extLst>
  </p:cSld>
  <p:clrMapOvr>
    <a:masterClrMapping/>
  </p:clrMapOvr>
</p:notes>
</file>

<file path=ppt/notesSlides/notesSlide2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2807</a:t>
            </a:fld>
            <a:endParaRPr lang="en-US" dirty="0"/>
          </a:p>
        </p:txBody>
      </p:sp>
    </p:spTree>
    <p:extLst>
      <p:ext uri="{BB962C8B-B14F-4D97-AF65-F5344CB8AC3E}">
        <p14:creationId xmlns:p14="http://schemas.microsoft.com/office/powerpoint/2010/main" val="627511943"/>
      </p:ext>
    </p:extLst>
  </p:cSld>
  <p:clrMapOvr>
    <a:masterClrMapping/>
  </p:clrMapOvr>
</p:notes>
</file>

<file path=ppt/notesSlides/notesSlide2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2808</a:t>
            </a:fld>
            <a:endParaRPr lang="en-US" dirty="0"/>
          </a:p>
        </p:txBody>
      </p:sp>
    </p:spTree>
    <p:extLst>
      <p:ext uri="{BB962C8B-B14F-4D97-AF65-F5344CB8AC3E}">
        <p14:creationId xmlns:p14="http://schemas.microsoft.com/office/powerpoint/2010/main" val="3164143160"/>
      </p:ext>
    </p:extLst>
  </p:cSld>
  <p:clrMapOvr>
    <a:masterClrMapping/>
  </p:clrMapOvr>
</p:notes>
</file>

<file path=ppt/notesSlides/notesSlide2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2809</a:t>
            </a:fld>
            <a:endParaRPr lang="en-US" dirty="0"/>
          </a:p>
        </p:txBody>
      </p:sp>
    </p:spTree>
    <p:extLst>
      <p:ext uri="{BB962C8B-B14F-4D97-AF65-F5344CB8AC3E}">
        <p14:creationId xmlns:p14="http://schemas.microsoft.com/office/powerpoint/2010/main" val="3555515910"/>
      </p:ext>
    </p:extLst>
  </p:cSld>
  <p:clrMapOvr>
    <a:masterClrMapping/>
  </p:clrMapOvr>
</p:notes>
</file>

<file path=ppt/notesSlides/notesSlide2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2810</a:t>
            </a:fld>
            <a:endParaRPr lang="en-US" dirty="0"/>
          </a:p>
        </p:txBody>
      </p:sp>
    </p:spTree>
    <p:extLst>
      <p:ext uri="{BB962C8B-B14F-4D97-AF65-F5344CB8AC3E}">
        <p14:creationId xmlns:p14="http://schemas.microsoft.com/office/powerpoint/2010/main" val="2267198343"/>
      </p:ext>
    </p:extLst>
  </p:cSld>
  <p:clrMapOvr>
    <a:masterClrMapping/>
  </p:clrMapOvr>
</p:notes>
</file>

<file path=ppt/notesSlides/notesSlide2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2811</a:t>
            </a:fld>
            <a:endParaRPr lang="en-US" dirty="0"/>
          </a:p>
        </p:txBody>
      </p:sp>
    </p:spTree>
    <p:extLst>
      <p:ext uri="{BB962C8B-B14F-4D97-AF65-F5344CB8AC3E}">
        <p14:creationId xmlns:p14="http://schemas.microsoft.com/office/powerpoint/2010/main" val="1813939929"/>
      </p:ext>
    </p:extLst>
  </p:cSld>
  <p:clrMapOvr>
    <a:masterClrMapping/>
  </p:clrMapOvr>
</p:notes>
</file>

<file path=ppt/notesSlides/notesSlide2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2812</a:t>
            </a:fld>
            <a:endParaRPr lang="en-US" dirty="0"/>
          </a:p>
        </p:txBody>
      </p:sp>
    </p:spTree>
    <p:extLst>
      <p:ext uri="{BB962C8B-B14F-4D97-AF65-F5344CB8AC3E}">
        <p14:creationId xmlns:p14="http://schemas.microsoft.com/office/powerpoint/2010/main" val="985823708"/>
      </p:ext>
    </p:extLst>
  </p:cSld>
  <p:clrMapOvr>
    <a:masterClrMapping/>
  </p:clrMapOvr>
</p:notes>
</file>

<file path=ppt/notesSlides/notesSlide2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2813</a:t>
            </a:fld>
            <a:endParaRPr lang="en-US" dirty="0"/>
          </a:p>
        </p:txBody>
      </p:sp>
    </p:spTree>
    <p:extLst>
      <p:ext uri="{BB962C8B-B14F-4D97-AF65-F5344CB8AC3E}">
        <p14:creationId xmlns:p14="http://schemas.microsoft.com/office/powerpoint/2010/main" val="2062574763"/>
      </p:ext>
    </p:extLst>
  </p:cSld>
  <p:clrMapOvr>
    <a:masterClrMapping/>
  </p:clrMapOvr>
</p:notes>
</file>

<file path=ppt/notesSlides/notesSlide2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2814</a:t>
            </a:fld>
            <a:endParaRPr lang="en-US" dirty="0"/>
          </a:p>
        </p:txBody>
      </p:sp>
    </p:spTree>
    <p:extLst>
      <p:ext uri="{BB962C8B-B14F-4D97-AF65-F5344CB8AC3E}">
        <p14:creationId xmlns:p14="http://schemas.microsoft.com/office/powerpoint/2010/main" val="1098365041"/>
      </p:ext>
    </p:extLst>
  </p:cSld>
  <p:clrMapOvr>
    <a:masterClrMapping/>
  </p:clrMapOvr>
</p:notes>
</file>

<file path=ppt/notesSlides/notesSlide2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2815</a:t>
            </a:fld>
            <a:endParaRPr lang="en-US" dirty="0"/>
          </a:p>
        </p:txBody>
      </p:sp>
    </p:spTree>
    <p:extLst>
      <p:ext uri="{BB962C8B-B14F-4D97-AF65-F5344CB8AC3E}">
        <p14:creationId xmlns:p14="http://schemas.microsoft.com/office/powerpoint/2010/main" val="144740143"/>
      </p:ext>
    </p:extLst>
  </p:cSld>
  <p:clrMapOvr>
    <a:masterClrMapping/>
  </p:clrMapOvr>
</p:notes>
</file>

<file path=ppt/notesSlides/notesSlide2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2816</a:t>
            </a:fld>
            <a:endParaRPr lang="en-US" dirty="0"/>
          </a:p>
        </p:txBody>
      </p:sp>
    </p:spTree>
    <p:extLst>
      <p:ext uri="{BB962C8B-B14F-4D97-AF65-F5344CB8AC3E}">
        <p14:creationId xmlns:p14="http://schemas.microsoft.com/office/powerpoint/2010/main" val="285093836"/>
      </p:ext>
    </p:extLst>
  </p:cSld>
  <p:clrMapOvr>
    <a:masterClrMapping/>
  </p:clrMapOvr>
</p:notes>
</file>

<file path=ppt/notesSlides/notesSlide2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2817</a:t>
            </a:fld>
            <a:endParaRPr lang="en-US" dirty="0"/>
          </a:p>
        </p:txBody>
      </p:sp>
    </p:spTree>
    <p:extLst>
      <p:ext uri="{BB962C8B-B14F-4D97-AF65-F5344CB8AC3E}">
        <p14:creationId xmlns:p14="http://schemas.microsoft.com/office/powerpoint/2010/main" val="553498198"/>
      </p:ext>
    </p:extLst>
  </p:cSld>
  <p:clrMapOvr>
    <a:masterClrMapping/>
  </p:clrMapOvr>
</p:notes>
</file>

<file path=ppt/notesSlides/notesSlide2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2818</a:t>
            </a:fld>
            <a:endParaRPr lang="en-US" dirty="0"/>
          </a:p>
        </p:txBody>
      </p:sp>
    </p:spTree>
    <p:extLst>
      <p:ext uri="{BB962C8B-B14F-4D97-AF65-F5344CB8AC3E}">
        <p14:creationId xmlns:p14="http://schemas.microsoft.com/office/powerpoint/2010/main" val="3927330003"/>
      </p:ext>
    </p:extLst>
  </p:cSld>
  <p:clrMapOvr>
    <a:masterClrMapping/>
  </p:clrMapOvr>
</p:notes>
</file>

<file path=ppt/notesSlides/notesSlide2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2819</a:t>
            </a:fld>
            <a:endParaRPr lang="en-US" dirty="0"/>
          </a:p>
        </p:txBody>
      </p:sp>
    </p:spTree>
    <p:extLst>
      <p:ext uri="{BB962C8B-B14F-4D97-AF65-F5344CB8AC3E}">
        <p14:creationId xmlns:p14="http://schemas.microsoft.com/office/powerpoint/2010/main" val="662966266"/>
      </p:ext>
    </p:extLst>
  </p:cSld>
  <p:clrMapOvr>
    <a:masterClrMapping/>
  </p:clrMapOvr>
</p:notes>
</file>

<file path=ppt/notesSlides/notesSlide2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2820</a:t>
            </a:fld>
            <a:endParaRPr lang="en-US" dirty="0"/>
          </a:p>
        </p:txBody>
      </p:sp>
    </p:spTree>
    <p:extLst>
      <p:ext uri="{BB962C8B-B14F-4D97-AF65-F5344CB8AC3E}">
        <p14:creationId xmlns:p14="http://schemas.microsoft.com/office/powerpoint/2010/main" val="4258003033"/>
      </p:ext>
    </p:extLst>
  </p:cSld>
  <p:clrMapOvr>
    <a:masterClrMapping/>
  </p:clrMapOvr>
</p:notes>
</file>

<file path=ppt/notesSlides/notesSlide2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2821</a:t>
            </a:fld>
            <a:endParaRPr lang="en-US" dirty="0"/>
          </a:p>
        </p:txBody>
      </p:sp>
    </p:spTree>
    <p:extLst>
      <p:ext uri="{BB962C8B-B14F-4D97-AF65-F5344CB8AC3E}">
        <p14:creationId xmlns:p14="http://schemas.microsoft.com/office/powerpoint/2010/main" val="895544015"/>
      </p:ext>
    </p:extLst>
  </p:cSld>
  <p:clrMapOvr>
    <a:masterClrMapping/>
  </p:clrMapOvr>
</p:notes>
</file>

<file path=ppt/notesSlides/notesSlide2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2822</a:t>
            </a:fld>
            <a:endParaRPr lang="en-US" dirty="0"/>
          </a:p>
        </p:txBody>
      </p:sp>
    </p:spTree>
    <p:extLst>
      <p:ext uri="{BB962C8B-B14F-4D97-AF65-F5344CB8AC3E}">
        <p14:creationId xmlns:p14="http://schemas.microsoft.com/office/powerpoint/2010/main" val="969700578"/>
      </p:ext>
    </p:extLst>
  </p:cSld>
  <p:clrMapOvr>
    <a:masterClrMapping/>
  </p:clrMapOvr>
</p:notes>
</file>

<file path=ppt/notesSlides/notesSlide2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2823</a:t>
            </a:fld>
            <a:endParaRPr lang="en-US" dirty="0"/>
          </a:p>
        </p:txBody>
      </p:sp>
    </p:spTree>
    <p:extLst>
      <p:ext uri="{BB962C8B-B14F-4D97-AF65-F5344CB8AC3E}">
        <p14:creationId xmlns:p14="http://schemas.microsoft.com/office/powerpoint/2010/main" val="2109088210"/>
      </p:ext>
    </p:extLst>
  </p:cSld>
  <p:clrMapOvr>
    <a:masterClrMapping/>
  </p:clrMapOvr>
</p:notes>
</file>

<file path=ppt/notesSlides/notesSlide2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2824</a:t>
            </a:fld>
            <a:endParaRPr lang="en-US" dirty="0"/>
          </a:p>
        </p:txBody>
      </p:sp>
    </p:spTree>
    <p:extLst>
      <p:ext uri="{BB962C8B-B14F-4D97-AF65-F5344CB8AC3E}">
        <p14:creationId xmlns:p14="http://schemas.microsoft.com/office/powerpoint/2010/main" val="163113904"/>
      </p:ext>
    </p:extLst>
  </p:cSld>
  <p:clrMapOvr>
    <a:masterClrMapping/>
  </p:clrMapOvr>
</p:notes>
</file>

<file path=ppt/notesSlides/notesSlide2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2825</a:t>
            </a:fld>
            <a:endParaRPr lang="en-US" dirty="0"/>
          </a:p>
        </p:txBody>
      </p:sp>
    </p:spTree>
    <p:extLst>
      <p:ext uri="{BB962C8B-B14F-4D97-AF65-F5344CB8AC3E}">
        <p14:creationId xmlns:p14="http://schemas.microsoft.com/office/powerpoint/2010/main" val="1305487882"/>
      </p:ext>
    </p:extLst>
  </p:cSld>
  <p:clrMapOvr>
    <a:masterClrMapping/>
  </p:clrMapOvr>
</p:notes>
</file>

<file path=ppt/notesSlides/notesSlide2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2826</a:t>
            </a:fld>
            <a:endParaRPr lang="en-US" dirty="0"/>
          </a:p>
        </p:txBody>
      </p:sp>
    </p:spTree>
    <p:extLst>
      <p:ext uri="{BB962C8B-B14F-4D97-AF65-F5344CB8AC3E}">
        <p14:creationId xmlns:p14="http://schemas.microsoft.com/office/powerpoint/2010/main" val="455057589"/>
      </p:ext>
    </p:extLst>
  </p:cSld>
  <p:clrMapOvr>
    <a:masterClrMapping/>
  </p:clrMapOvr>
</p:notes>
</file>

<file path=ppt/notesSlides/notesSlide2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2827</a:t>
            </a:fld>
            <a:endParaRPr lang="en-US" dirty="0"/>
          </a:p>
        </p:txBody>
      </p:sp>
    </p:spTree>
    <p:extLst>
      <p:ext uri="{BB962C8B-B14F-4D97-AF65-F5344CB8AC3E}">
        <p14:creationId xmlns:p14="http://schemas.microsoft.com/office/powerpoint/2010/main" val="3448327022"/>
      </p:ext>
    </p:extLst>
  </p:cSld>
  <p:clrMapOvr>
    <a:masterClrMapping/>
  </p:clrMapOvr>
</p:notes>
</file>

<file path=ppt/notesSlides/notesSlide2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2828</a:t>
            </a:fld>
            <a:endParaRPr lang="en-US" dirty="0"/>
          </a:p>
        </p:txBody>
      </p:sp>
    </p:spTree>
    <p:extLst>
      <p:ext uri="{BB962C8B-B14F-4D97-AF65-F5344CB8AC3E}">
        <p14:creationId xmlns:p14="http://schemas.microsoft.com/office/powerpoint/2010/main" val="1922242536"/>
      </p:ext>
    </p:extLst>
  </p:cSld>
  <p:clrMapOvr>
    <a:masterClrMapping/>
  </p:clrMapOvr>
</p:notes>
</file>

<file path=ppt/notesSlides/notesSlide2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2829</a:t>
            </a:fld>
            <a:endParaRPr lang="en-US" dirty="0"/>
          </a:p>
        </p:txBody>
      </p:sp>
    </p:spTree>
    <p:extLst>
      <p:ext uri="{BB962C8B-B14F-4D97-AF65-F5344CB8AC3E}">
        <p14:creationId xmlns:p14="http://schemas.microsoft.com/office/powerpoint/2010/main" val="3303135393"/>
      </p:ext>
    </p:extLst>
  </p:cSld>
  <p:clrMapOvr>
    <a:masterClrMapping/>
  </p:clrMapOvr>
</p:notes>
</file>

<file path=ppt/notesSlides/notesSlide2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2830</a:t>
            </a:fld>
            <a:endParaRPr lang="en-US" dirty="0"/>
          </a:p>
        </p:txBody>
      </p:sp>
    </p:spTree>
    <p:extLst>
      <p:ext uri="{BB962C8B-B14F-4D97-AF65-F5344CB8AC3E}">
        <p14:creationId xmlns:p14="http://schemas.microsoft.com/office/powerpoint/2010/main" val="500886124"/>
      </p:ext>
    </p:extLst>
  </p:cSld>
  <p:clrMapOvr>
    <a:masterClrMapping/>
  </p:clrMapOvr>
</p:notes>
</file>

<file path=ppt/notesSlides/notesSlide2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2831</a:t>
            </a:fld>
            <a:endParaRPr lang="en-US" dirty="0"/>
          </a:p>
        </p:txBody>
      </p:sp>
    </p:spTree>
    <p:extLst>
      <p:ext uri="{BB962C8B-B14F-4D97-AF65-F5344CB8AC3E}">
        <p14:creationId xmlns:p14="http://schemas.microsoft.com/office/powerpoint/2010/main" val="2842037548"/>
      </p:ext>
    </p:extLst>
  </p:cSld>
  <p:clrMapOvr>
    <a:masterClrMapping/>
  </p:clrMapOvr>
</p:notes>
</file>

<file path=ppt/notesSlides/notesSlide2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2832</a:t>
            </a:fld>
            <a:endParaRPr lang="en-US" dirty="0"/>
          </a:p>
        </p:txBody>
      </p:sp>
    </p:spTree>
    <p:extLst>
      <p:ext uri="{BB962C8B-B14F-4D97-AF65-F5344CB8AC3E}">
        <p14:creationId xmlns:p14="http://schemas.microsoft.com/office/powerpoint/2010/main" val="1976079011"/>
      </p:ext>
    </p:extLst>
  </p:cSld>
  <p:clrMapOvr>
    <a:masterClrMapping/>
  </p:clrMapOvr>
</p:notes>
</file>

<file path=ppt/notesSlides/notesSlide2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2833</a:t>
            </a:fld>
            <a:endParaRPr lang="en-US" dirty="0"/>
          </a:p>
        </p:txBody>
      </p:sp>
    </p:spTree>
    <p:extLst>
      <p:ext uri="{BB962C8B-B14F-4D97-AF65-F5344CB8AC3E}">
        <p14:creationId xmlns:p14="http://schemas.microsoft.com/office/powerpoint/2010/main" val="2876763517"/>
      </p:ext>
    </p:extLst>
  </p:cSld>
  <p:clrMapOvr>
    <a:masterClrMapping/>
  </p:clrMapOvr>
</p:notes>
</file>

<file path=ppt/notesSlides/notesSlide2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2834</a:t>
            </a:fld>
            <a:endParaRPr lang="en-US" dirty="0"/>
          </a:p>
        </p:txBody>
      </p:sp>
    </p:spTree>
    <p:extLst>
      <p:ext uri="{BB962C8B-B14F-4D97-AF65-F5344CB8AC3E}">
        <p14:creationId xmlns:p14="http://schemas.microsoft.com/office/powerpoint/2010/main" val="4192129191"/>
      </p:ext>
    </p:extLst>
  </p:cSld>
  <p:clrMapOvr>
    <a:masterClrMapping/>
  </p:clrMapOvr>
</p:notes>
</file>

<file path=ppt/notesSlides/notesSlide2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2835</a:t>
            </a:fld>
            <a:endParaRPr lang="en-US" dirty="0"/>
          </a:p>
        </p:txBody>
      </p:sp>
    </p:spTree>
    <p:extLst>
      <p:ext uri="{BB962C8B-B14F-4D97-AF65-F5344CB8AC3E}">
        <p14:creationId xmlns:p14="http://schemas.microsoft.com/office/powerpoint/2010/main" val="1364998109"/>
      </p:ext>
    </p:extLst>
  </p:cSld>
  <p:clrMapOvr>
    <a:masterClrMapping/>
  </p:clrMapOvr>
</p:notes>
</file>

<file path=ppt/notesSlides/notesSlide2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2836</a:t>
            </a:fld>
            <a:endParaRPr lang="en-US" dirty="0"/>
          </a:p>
        </p:txBody>
      </p:sp>
    </p:spTree>
    <p:extLst>
      <p:ext uri="{BB962C8B-B14F-4D97-AF65-F5344CB8AC3E}">
        <p14:creationId xmlns:p14="http://schemas.microsoft.com/office/powerpoint/2010/main" val="3159049136"/>
      </p:ext>
    </p:extLst>
  </p:cSld>
  <p:clrMapOvr>
    <a:masterClrMapping/>
  </p:clrMapOvr>
</p:notes>
</file>

<file path=ppt/notesSlides/notesSlide2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2837</a:t>
            </a:fld>
            <a:endParaRPr lang="en-US" dirty="0"/>
          </a:p>
        </p:txBody>
      </p:sp>
    </p:spTree>
    <p:extLst>
      <p:ext uri="{BB962C8B-B14F-4D97-AF65-F5344CB8AC3E}">
        <p14:creationId xmlns:p14="http://schemas.microsoft.com/office/powerpoint/2010/main" val="2770012425"/>
      </p:ext>
    </p:extLst>
  </p:cSld>
  <p:clrMapOvr>
    <a:masterClrMapping/>
  </p:clrMapOvr>
</p:notes>
</file>

<file path=ppt/notesSlides/notesSlide2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2838</a:t>
            </a:fld>
            <a:endParaRPr lang="en-US" dirty="0"/>
          </a:p>
        </p:txBody>
      </p:sp>
    </p:spTree>
    <p:extLst>
      <p:ext uri="{BB962C8B-B14F-4D97-AF65-F5344CB8AC3E}">
        <p14:creationId xmlns:p14="http://schemas.microsoft.com/office/powerpoint/2010/main" val="2380874430"/>
      </p:ext>
    </p:extLst>
  </p:cSld>
  <p:clrMapOvr>
    <a:masterClrMapping/>
  </p:clrMapOvr>
</p:notes>
</file>

<file path=ppt/notesSlides/notesSlide2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2839</a:t>
            </a:fld>
            <a:endParaRPr lang="en-US" dirty="0"/>
          </a:p>
        </p:txBody>
      </p:sp>
    </p:spTree>
    <p:extLst>
      <p:ext uri="{BB962C8B-B14F-4D97-AF65-F5344CB8AC3E}">
        <p14:creationId xmlns:p14="http://schemas.microsoft.com/office/powerpoint/2010/main" val="265831168"/>
      </p:ext>
    </p:extLst>
  </p:cSld>
  <p:clrMapOvr>
    <a:masterClrMapping/>
  </p:clrMapOvr>
</p:notes>
</file>

<file path=ppt/notesSlides/notesSlide2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2840</a:t>
            </a:fld>
            <a:endParaRPr lang="en-US" dirty="0"/>
          </a:p>
        </p:txBody>
      </p:sp>
    </p:spTree>
    <p:extLst>
      <p:ext uri="{BB962C8B-B14F-4D97-AF65-F5344CB8AC3E}">
        <p14:creationId xmlns:p14="http://schemas.microsoft.com/office/powerpoint/2010/main" val="2994347669"/>
      </p:ext>
    </p:extLst>
  </p:cSld>
  <p:clrMapOvr>
    <a:masterClrMapping/>
  </p:clrMapOvr>
</p:notes>
</file>

<file path=ppt/notesSlides/notesSlide2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2841</a:t>
            </a:fld>
            <a:endParaRPr lang="en-US" dirty="0"/>
          </a:p>
        </p:txBody>
      </p:sp>
    </p:spTree>
    <p:extLst>
      <p:ext uri="{BB962C8B-B14F-4D97-AF65-F5344CB8AC3E}">
        <p14:creationId xmlns:p14="http://schemas.microsoft.com/office/powerpoint/2010/main" val="1570374312"/>
      </p:ext>
    </p:extLst>
  </p:cSld>
  <p:clrMapOvr>
    <a:masterClrMapping/>
  </p:clrMapOvr>
</p:notes>
</file>

<file path=ppt/notesSlides/notesSlide2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2842</a:t>
            </a:fld>
            <a:endParaRPr lang="en-US" dirty="0"/>
          </a:p>
        </p:txBody>
      </p:sp>
    </p:spTree>
    <p:extLst>
      <p:ext uri="{BB962C8B-B14F-4D97-AF65-F5344CB8AC3E}">
        <p14:creationId xmlns:p14="http://schemas.microsoft.com/office/powerpoint/2010/main" val="4005068843"/>
      </p:ext>
    </p:extLst>
  </p:cSld>
  <p:clrMapOvr>
    <a:masterClrMapping/>
  </p:clrMapOvr>
</p:notes>
</file>

<file path=ppt/notesSlides/notesSlide2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2843</a:t>
            </a:fld>
            <a:endParaRPr lang="en-US" dirty="0"/>
          </a:p>
        </p:txBody>
      </p:sp>
    </p:spTree>
    <p:extLst>
      <p:ext uri="{BB962C8B-B14F-4D97-AF65-F5344CB8AC3E}">
        <p14:creationId xmlns:p14="http://schemas.microsoft.com/office/powerpoint/2010/main" val="1989532454"/>
      </p:ext>
    </p:extLst>
  </p:cSld>
  <p:clrMapOvr>
    <a:masterClrMapping/>
  </p:clrMapOvr>
</p:notes>
</file>

<file path=ppt/notesSlides/notesSlide2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2844</a:t>
            </a:fld>
            <a:endParaRPr lang="en-US" dirty="0"/>
          </a:p>
        </p:txBody>
      </p:sp>
    </p:spTree>
    <p:extLst>
      <p:ext uri="{BB962C8B-B14F-4D97-AF65-F5344CB8AC3E}">
        <p14:creationId xmlns:p14="http://schemas.microsoft.com/office/powerpoint/2010/main" val="138728747"/>
      </p:ext>
    </p:extLst>
  </p:cSld>
  <p:clrMapOvr>
    <a:masterClrMapping/>
  </p:clrMapOvr>
</p:notes>
</file>

<file path=ppt/notesSlides/notesSlide2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2845</a:t>
            </a:fld>
            <a:endParaRPr lang="en-US" dirty="0"/>
          </a:p>
        </p:txBody>
      </p:sp>
    </p:spTree>
    <p:extLst>
      <p:ext uri="{BB962C8B-B14F-4D97-AF65-F5344CB8AC3E}">
        <p14:creationId xmlns:p14="http://schemas.microsoft.com/office/powerpoint/2010/main" val="3725079915"/>
      </p:ext>
    </p:extLst>
  </p:cSld>
  <p:clrMapOvr>
    <a:masterClrMapping/>
  </p:clrMapOvr>
</p:notes>
</file>

<file path=ppt/notesSlides/notesSlide2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2846</a:t>
            </a:fld>
            <a:endParaRPr lang="en-US" dirty="0"/>
          </a:p>
        </p:txBody>
      </p:sp>
    </p:spTree>
    <p:extLst>
      <p:ext uri="{BB962C8B-B14F-4D97-AF65-F5344CB8AC3E}">
        <p14:creationId xmlns:p14="http://schemas.microsoft.com/office/powerpoint/2010/main" val="868284019"/>
      </p:ext>
    </p:extLst>
  </p:cSld>
  <p:clrMapOvr>
    <a:masterClrMapping/>
  </p:clrMapOvr>
</p:notes>
</file>

<file path=ppt/notesSlides/notesSlide2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2847</a:t>
            </a:fld>
            <a:endParaRPr lang="en-US" dirty="0"/>
          </a:p>
        </p:txBody>
      </p:sp>
    </p:spTree>
    <p:extLst>
      <p:ext uri="{BB962C8B-B14F-4D97-AF65-F5344CB8AC3E}">
        <p14:creationId xmlns:p14="http://schemas.microsoft.com/office/powerpoint/2010/main" val="1429496801"/>
      </p:ext>
    </p:extLst>
  </p:cSld>
  <p:clrMapOvr>
    <a:masterClrMapping/>
  </p:clrMapOvr>
</p:notes>
</file>

<file path=ppt/notesSlides/notesSlide2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2848</a:t>
            </a:fld>
            <a:endParaRPr lang="en-US" dirty="0"/>
          </a:p>
        </p:txBody>
      </p:sp>
    </p:spTree>
    <p:extLst>
      <p:ext uri="{BB962C8B-B14F-4D97-AF65-F5344CB8AC3E}">
        <p14:creationId xmlns:p14="http://schemas.microsoft.com/office/powerpoint/2010/main" val="3702924046"/>
      </p:ext>
    </p:extLst>
  </p:cSld>
  <p:clrMapOvr>
    <a:masterClrMapping/>
  </p:clrMapOvr>
</p:notes>
</file>

<file path=ppt/notesSlides/notesSlide2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2849</a:t>
            </a:fld>
            <a:endParaRPr lang="en-US" dirty="0"/>
          </a:p>
        </p:txBody>
      </p:sp>
    </p:spTree>
    <p:extLst>
      <p:ext uri="{BB962C8B-B14F-4D97-AF65-F5344CB8AC3E}">
        <p14:creationId xmlns:p14="http://schemas.microsoft.com/office/powerpoint/2010/main" val="2547550320"/>
      </p:ext>
    </p:extLst>
  </p:cSld>
  <p:clrMapOvr>
    <a:masterClrMapping/>
  </p:clrMapOvr>
</p:notes>
</file>

<file path=ppt/notesSlides/notesSlide2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2850</a:t>
            </a:fld>
            <a:endParaRPr lang="en-US" dirty="0"/>
          </a:p>
        </p:txBody>
      </p:sp>
    </p:spTree>
    <p:extLst>
      <p:ext uri="{BB962C8B-B14F-4D97-AF65-F5344CB8AC3E}">
        <p14:creationId xmlns:p14="http://schemas.microsoft.com/office/powerpoint/2010/main" val="1571848441"/>
      </p:ext>
    </p:extLst>
  </p:cSld>
  <p:clrMapOvr>
    <a:masterClrMapping/>
  </p:clrMapOvr>
</p:notes>
</file>

<file path=ppt/notesSlides/notesSlide2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2851</a:t>
            </a:fld>
            <a:endParaRPr lang="en-US" dirty="0"/>
          </a:p>
        </p:txBody>
      </p:sp>
    </p:spTree>
    <p:extLst>
      <p:ext uri="{BB962C8B-B14F-4D97-AF65-F5344CB8AC3E}">
        <p14:creationId xmlns:p14="http://schemas.microsoft.com/office/powerpoint/2010/main" val="721015810"/>
      </p:ext>
    </p:extLst>
  </p:cSld>
  <p:clrMapOvr>
    <a:masterClrMapping/>
  </p:clrMapOvr>
</p:notes>
</file>

<file path=ppt/notesSlides/notesSlide2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2852</a:t>
            </a:fld>
            <a:endParaRPr lang="en-US" dirty="0"/>
          </a:p>
        </p:txBody>
      </p:sp>
    </p:spTree>
    <p:extLst>
      <p:ext uri="{BB962C8B-B14F-4D97-AF65-F5344CB8AC3E}">
        <p14:creationId xmlns:p14="http://schemas.microsoft.com/office/powerpoint/2010/main" val="3562101555"/>
      </p:ext>
    </p:extLst>
  </p:cSld>
  <p:clrMapOvr>
    <a:masterClrMapping/>
  </p:clrMapOvr>
</p:notes>
</file>

<file path=ppt/notesSlides/notesSlide2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2853</a:t>
            </a:fld>
            <a:endParaRPr lang="en-US" dirty="0"/>
          </a:p>
        </p:txBody>
      </p:sp>
    </p:spTree>
    <p:extLst>
      <p:ext uri="{BB962C8B-B14F-4D97-AF65-F5344CB8AC3E}">
        <p14:creationId xmlns:p14="http://schemas.microsoft.com/office/powerpoint/2010/main" val="2558513914"/>
      </p:ext>
    </p:extLst>
  </p:cSld>
  <p:clrMapOvr>
    <a:masterClrMapping/>
  </p:clrMapOvr>
</p:notes>
</file>

<file path=ppt/notesSlides/notesSlide2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2854</a:t>
            </a:fld>
            <a:endParaRPr lang="en-US" dirty="0"/>
          </a:p>
        </p:txBody>
      </p:sp>
    </p:spTree>
    <p:extLst>
      <p:ext uri="{BB962C8B-B14F-4D97-AF65-F5344CB8AC3E}">
        <p14:creationId xmlns:p14="http://schemas.microsoft.com/office/powerpoint/2010/main" val="2632731305"/>
      </p:ext>
    </p:extLst>
  </p:cSld>
  <p:clrMapOvr>
    <a:masterClrMapping/>
  </p:clrMapOvr>
</p:notes>
</file>

<file path=ppt/notesSlides/notesSlide2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2855</a:t>
            </a:fld>
            <a:endParaRPr lang="en-US" dirty="0"/>
          </a:p>
        </p:txBody>
      </p:sp>
    </p:spTree>
    <p:extLst>
      <p:ext uri="{BB962C8B-B14F-4D97-AF65-F5344CB8AC3E}">
        <p14:creationId xmlns:p14="http://schemas.microsoft.com/office/powerpoint/2010/main" val="3063183809"/>
      </p:ext>
    </p:extLst>
  </p:cSld>
  <p:clrMapOvr>
    <a:masterClrMapping/>
  </p:clrMapOvr>
</p:notes>
</file>

<file path=ppt/notesSlides/notesSlide2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2856</a:t>
            </a:fld>
            <a:endParaRPr lang="en-US" dirty="0"/>
          </a:p>
        </p:txBody>
      </p:sp>
    </p:spTree>
    <p:extLst>
      <p:ext uri="{BB962C8B-B14F-4D97-AF65-F5344CB8AC3E}">
        <p14:creationId xmlns:p14="http://schemas.microsoft.com/office/powerpoint/2010/main" val="538354791"/>
      </p:ext>
    </p:extLst>
  </p:cSld>
  <p:clrMapOvr>
    <a:masterClrMapping/>
  </p:clrMapOvr>
</p:notes>
</file>

<file path=ppt/notesSlides/notesSlide2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2857</a:t>
            </a:fld>
            <a:endParaRPr lang="en-US" dirty="0"/>
          </a:p>
        </p:txBody>
      </p:sp>
    </p:spTree>
    <p:extLst>
      <p:ext uri="{BB962C8B-B14F-4D97-AF65-F5344CB8AC3E}">
        <p14:creationId xmlns:p14="http://schemas.microsoft.com/office/powerpoint/2010/main" val="3329254937"/>
      </p:ext>
    </p:extLst>
  </p:cSld>
  <p:clrMapOvr>
    <a:masterClrMapping/>
  </p:clrMapOvr>
</p:notes>
</file>

<file path=ppt/notesSlides/notesSlide2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2858</a:t>
            </a:fld>
            <a:endParaRPr lang="en-US" dirty="0"/>
          </a:p>
        </p:txBody>
      </p:sp>
    </p:spTree>
    <p:extLst>
      <p:ext uri="{BB962C8B-B14F-4D97-AF65-F5344CB8AC3E}">
        <p14:creationId xmlns:p14="http://schemas.microsoft.com/office/powerpoint/2010/main" val="1230782122"/>
      </p:ext>
    </p:extLst>
  </p:cSld>
  <p:clrMapOvr>
    <a:masterClrMapping/>
  </p:clrMapOvr>
</p:notes>
</file>

<file path=ppt/notesSlides/notesSlide2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2859</a:t>
            </a:fld>
            <a:endParaRPr lang="en-US" dirty="0"/>
          </a:p>
        </p:txBody>
      </p:sp>
    </p:spTree>
    <p:extLst>
      <p:ext uri="{BB962C8B-B14F-4D97-AF65-F5344CB8AC3E}">
        <p14:creationId xmlns:p14="http://schemas.microsoft.com/office/powerpoint/2010/main" val="1311563309"/>
      </p:ext>
    </p:extLst>
  </p:cSld>
  <p:clrMapOvr>
    <a:masterClrMapping/>
  </p:clrMapOvr>
</p:notes>
</file>

<file path=ppt/notesSlides/notesSlide2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2860</a:t>
            </a:fld>
            <a:endParaRPr lang="en-US" dirty="0"/>
          </a:p>
        </p:txBody>
      </p:sp>
    </p:spTree>
    <p:extLst>
      <p:ext uri="{BB962C8B-B14F-4D97-AF65-F5344CB8AC3E}">
        <p14:creationId xmlns:p14="http://schemas.microsoft.com/office/powerpoint/2010/main" val="672332041"/>
      </p:ext>
    </p:extLst>
  </p:cSld>
  <p:clrMapOvr>
    <a:masterClrMapping/>
  </p:clrMapOvr>
</p:notes>
</file>

<file path=ppt/notesSlides/notesSlide2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2861</a:t>
            </a:fld>
            <a:endParaRPr lang="en-US" dirty="0"/>
          </a:p>
        </p:txBody>
      </p:sp>
    </p:spTree>
    <p:extLst>
      <p:ext uri="{BB962C8B-B14F-4D97-AF65-F5344CB8AC3E}">
        <p14:creationId xmlns:p14="http://schemas.microsoft.com/office/powerpoint/2010/main" val="2184544141"/>
      </p:ext>
    </p:extLst>
  </p:cSld>
  <p:clrMapOvr>
    <a:masterClrMapping/>
  </p:clrMapOvr>
</p:notes>
</file>

<file path=ppt/notesSlides/notesSlide2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2862</a:t>
            </a:fld>
            <a:endParaRPr lang="en-US" dirty="0"/>
          </a:p>
        </p:txBody>
      </p:sp>
    </p:spTree>
    <p:extLst>
      <p:ext uri="{BB962C8B-B14F-4D97-AF65-F5344CB8AC3E}">
        <p14:creationId xmlns:p14="http://schemas.microsoft.com/office/powerpoint/2010/main" val="2454498509"/>
      </p:ext>
    </p:extLst>
  </p:cSld>
  <p:clrMapOvr>
    <a:masterClrMapping/>
  </p:clrMapOvr>
</p:notes>
</file>

<file path=ppt/notesSlides/notesSlide2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2863</a:t>
            </a:fld>
            <a:endParaRPr lang="en-US" dirty="0"/>
          </a:p>
        </p:txBody>
      </p:sp>
    </p:spTree>
    <p:extLst>
      <p:ext uri="{BB962C8B-B14F-4D97-AF65-F5344CB8AC3E}">
        <p14:creationId xmlns:p14="http://schemas.microsoft.com/office/powerpoint/2010/main" val="2662873600"/>
      </p:ext>
    </p:extLst>
  </p:cSld>
  <p:clrMapOvr>
    <a:masterClrMapping/>
  </p:clrMapOvr>
</p:notes>
</file>

<file path=ppt/notesSlides/notesSlide2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2864</a:t>
            </a:fld>
            <a:endParaRPr lang="en-US" dirty="0"/>
          </a:p>
        </p:txBody>
      </p:sp>
    </p:spTree>
    <p:extLst>
      <p:ext uri="{BB962C8B-B14F-4D97-AF65-F5344CB8AC3E}">
        <p14:creationId xmlns:p14="http://schemas.microsoft.com/office/powerpoint/2010/main" val="1383701055"/>
      </p:ext>
    </p:extLst>
  </p:cSld>
  <p:clrMapOvr>
    <a:masterClrMapping/>
  </p:clrMapOvr>
</p:notes>
</file>

<file path=ppt/notesSlides/notesSlide2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2865</a:t>
            </a:fld>
            <a:endParaRPr lang="en-US" dirty="0"/>
          </a:p>
        </p:txBody>
      </p:sp>
    </p:spTree>
    <p:extLst>
      <p:ext uri="{BB962C8B-B14F-4D97-AF65-F5344CB8AC3E}">
        <p14:creationId xmlns:p14="http://schemas.microsoft.com/office/powerpoint/2010/main" val="3859505608"/>
      </p:ext>
    </p:extLst>
  </p:cSld>
  <p:clrMapOvr>
    <a:masterClrMapping/>
  </p:clrMapOvr>
</p:notes>
</file>

<file path=ppt/notesSlides/notesSlide2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2866</a:t>
            </a:fld>
            <a:endParaRPr lang="en-US" dirty="0"/>
          </a:p>
        </p:txBody>
      </p:sp>
    </p:spTree>
    <p:extLst>
      <p:ext uri="{BB962C8B-B14F-4D97-AF65-F5344CB8AC3E}">
        <p14:creationId xmlns:p14="http://schemas.microsoft.com/office/powerpoint/2010/main" val="3660672502"/>
      </p:ext>
    </p:extLst>
  </p:cSld>
  <p:clrMapOvr>
    <a:masterClrMapping/>
  </p:clrMapOvr>
</p:notes>
</file>

<file path=ppt/notesSlides/notesSlide2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2867</a:t>
            </a:fld>
            <a:endParaRPr lang="en-US" dirty="0"/>
          </a:p>
        </p:txBody>
      </p:sp>
    </p:spTree>
    <p:extLst>
      <p:ext uri="{BB962C8B-B14F-4D97-AF65-F5344CB8AC3E}">
        <p14:creationId xmlns:p14="http://schemas.microsoft.com/office/powerpoint/2010/main" val="3469800384"/>
      </p:ext>
    </p:extLst>
  </p:cSld>
  <p:clrMapOvr>
    <a:masterClrMapping/>
  </p:clrMapOvr>
</p:notes>
</file>

<file path=ppt/notesSlides/notesSlide2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2868</a:t>
            </a:fld>
            <a:endParaRPr lang="en-US" dirty="0"/>
          </a:p>
        </p:txBody>
      </p:sp>
    </p:spTree>
    <p:extLst>
      <p:ext uri="{BB962C8B-B14F-4D97-AF65-F5344CB8AC3E}">
        <p14:creationId xmlns:p14="http://schemas.microsoft.com/office/powerpoint/2010/main" val="659094365"/>
      </p:ext>
    </p:extLst>
  </p:cSld>
  <p:clrMapOvr>
    <a:masterClrMapping/>
  </p:clrMapOvr>
</p:notes>
</file>

<file path=ppt/notesSlides/notesSlide2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2869</a:t>
            </a:fld>
            <a:endParaRPr lang="en-US" dirty="0"/>
          </a:p>
        </p:txBody>
      </p:sp>
    </p:spTree>
    <p:extLst>
      <p:ext uri="{BB962C8B-B14F-4D97-AF65-F5344CB8AC3E}">
        <p14:creationId xmlns:p14="http://schemas.microsoft.com/office/powerpoint/2010/main" val="3311222597"/>
      </p:ext>
    </p:extLst>
  </p:cSld>
  <p:clrMapOvr>
    <a:masterClrMapping/>
  </p:clrMapOvr>
</p:notes>
</file>

<file path=ppt/notesSlides/notesSlide2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2870</a:t>
            </a:fld>
            <a:endParaRPr lang="en-US" dirty="0"/>
          </a:p>
        </p:txBody>
      </p:sp>
    </p:spTree>
    <p:extLst>
      <p:ext uri="{BB962C8B-B14F-4D97-AF65-F5344CB8AC3E}">
        <p14:creationId xmlns:p14="http://schemas.microsoft.com/office/powerpoint/2010/main" val="2388994241"/>
      </p:ext>
    </p:extLst>
  </p:cSld>
  <p:clrMapOvr>
    <a:masterClrMapping/>
  </p:clrMapOvr>
</p:notes>
</file>

<file path=ppt/notesSlides/notesSlide2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2871</a:t>
            </a:fld>
            <a:endParaRPr lang="en-US" dirty="0"/>
          </a:p>
        </p:txBody>
      </p:sp>
    </p:spTree>
    <p:extLst>
      <p:ext uri="{BB962C8B-B14F-4D97-AF65-F5344CB8AC3E}">
        <p14:creationId xmlns:p14="http://schemas.microsoft.com/office/powerpoint/2010/main" val="4135866326"/>
      </p:ext>
    </p:extLst>
  </p:cSld>
  <p:clrMapOvr>
    <a:masterClrMapping/>
  </p:clrMapOvr>
</p:notes>
</file>

<file path=ppt/notesSlides/notesSlide2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2872</a:t>
            </a:fld>
            <a:endParaRPr lang="en-US" dirty="0"/>
          </a:p>
        </p:txBody>
      </p:sp>
    </p:spTree>
    <p:extLst>
      <p:ext uri="{BB962C8B-B14F-4D97-AF65-F5344CB8AC3E}">
        <p14:creationId xmlns:p14="http://schemas.microsoft.com/office/powerpoint/2010/main" val="607279219"/>
      </p:ext>
    </p:extLst>
  </p:cSld>
  <p:clrMapOvr>
    <a:masterClrMapping/>
  </p:clrMapOvr>
</p:notes>
</file>

<file path=ppt/notesSlides/notesSlide2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2873</a:t>
            </a:fld>
            <a:endParaRPr lang="en-US" dirty="0"/>
          </a:p>
        </p:txBody>
      </p:sp>
    </p:spTree>
    <p:extLst>
      <p:ext uri="{BB962C8B-B14F-4D97-AF65-F5344CB8AC3E}">
        <p14:creationId xmlns:p14="http://schemas.microsoft.com/office/powerpoint/2010/main" val="1915927634"/>
      </p:ext>
    </p:extLst>
  </p:cSld>
  <p:clrMapOvr>
    <a:masterClrMapping/>
  </p:clrMapOvr>
</p:notes>
</file>

<file path=ppt/notesSlides/notesSlide2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2874</a:t>
            </a:fld>
            <a:endParaRPr lang="en-US" dirty="0"/>
          </a:p>
        </p:txBody>
      </p:sp>
    </p:spTree>
    <p:extLst>
      <p:ext uri="{BB962C8B-B14F-4D97-AF65-F5344CB8AC3E}">
        <p14:creationId xmlns:p14="http://schemas.microsoft.com/office/powerpoint/2010/main" val="2333507317"/>
      </p:ext>
    </p:extLst>
  </p:cSld>
  <p:clrMapOvr>
    <a:masterClrMapping/>
  </p:clrMapOvr>
</p:notes>
</file>

<file path=ppt/notesSlides/notesSlide2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2875</a:t>
            </a:fld>
            <a:endParaRPr lang="en-US" dirty="0"/>
          </a:p>
        </p:txBody>
      </p:sp>
    </p:spTree>
    <p:extLst>
      <p:ext uri="{BB962C8B-B14F-4D97-AF65-F5344CB8AC3E}">
        <p14:creationId xmlns:p14="http://schemas.microsoft.com/office/powerpoint/2010/main" val="4199806851"/>
      </p:ext>
    </p:extLst>
  </p:cSld>
  <p:clrMapOvr>
    <a:masterClrMapping/>
  </p:clrMapOvr>
</p:notes>
</file>

<file path=ppt/notesSlides/notesSlide2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2876</a:t>
            </a:fld>
            <a:endParaRPr lang="en-US" dirty="0"/>
          </a:p>
        </p:txBody>
      </p:sp>
    </p:spTree>
    <p:extLst>
      <p:ext uri="{BB962C8B-B14F-4D97-AF65-F5344CB8AC3E}">
        <p14:creationId xmlns:p14="http://schemas.microsoft.com/office/powerpoint/2010/main" val="3074859706"/>
      </p:ext>
    </p:extLst>
  </p:cSld>
  <p:clrMapOvr>
    <a:masterClrMapping/>
  </p:clrMapOvr>
</p:notes>
</file>

<file path=ppt/notesSlides/notesSlide2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2877</a:t>
            </a:fld>
            <a:endParaRPr lang="en-US" dirty="0"/>
          </a:p>
        </p:txBody>
      </p:sp>
    </p:spTree>
    <p:extLst>
      <p:ext uri="{BB962C8B-B14F-4D97-AF65-F5344CB8AC3E}">
        <p14:creationId xmlns:p14="http://schemas.microsoft.com/office/powerpoint/2010/main" val="718275837"/>
      </p:ext>
    </p:extLst>
  </p:cSld>
  <p:clrMapOvr>
    <a:masterClrMapping/>
  </p:clrMapOvr>
</p:notes>
</file>

<file path=ppt/notesSlides/notesSlide2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2878</a:t>
            </a:fld>
            <a:endParaRPr lang="en-US" dirty="0"/>
          </a:p>
        </p:txBody>
      </p:sp>
    </p:spTree>
    <p:extLst>
      <p:ext uri="{BB962C8B-B14F-4D97-AF65-F5344CB8AC3E}">
        <p14:creationId xmlns:p14="http://schemas.microsoft.com/office/powerpoint/2010/main" val="1672783557"/>
      </p:ext>
    </p:extLst>
  </p:cSld>
  <p:clrMapOvr>
    <a:masterClrMapping/>
  </p:clrMapOvr>
</p:notes>
</file>

<file path=ppt/notesSlides/notesSlide2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2879</a:t>
            </a:fld>
            <a:endParaRPr lang="en-US" dirty="0"/>
          </a:p>
        </p:txBody>
      </p:sp>
    </p:spTree>
    <p:extLst>
      <p:ext uri="{BB962C8B-B14F-4D97-AF65-F5344CB8AC3E}">
        <p14:creationId xmlns:p14="http://schemas.microsoft.com/office/powerpoint/2010/main" val="2427234407"/>
      </p:ext>
    </p:extLst>
  </p:cSld>
  <p:clrMapOvr>
    <a:masterClrMapping/>
  </p:clrMapOvr>
</p:notes>
</file>

<file path=ppt/notesSlides/notesSlide2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2880</a:t>
            </a:fld>
            <a:endParaRPr lang="en-US" dirty="0"/>
          </a:p>
        </p:txBody>
      </p:sp>
    </p:spTree>
    <p:extLst>
      <p:ext uri="{BB962C8B-B14F-4D97-AF65-F5344CB8AC3E}">
        <p14:creationId xmlns:p14="http://schemas.microsoft.com/office/powerpoint/2010/main" val="1710033792"/>
      </p:ext>
    </p:extLst>
  </p:cSld>
  <p:clrMapOvr>
    <a:masterClrMapping/>
  </p:clrMapOvr>
</p:notes>
</file>

<file path=ppt/notesSlides/notesSlide2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2881</a:t>
            </a:fld>
            <a:endParaRPr lang="en-US" dirty="0"/>
          </a:p>
        </p:txBody>
      </p:sp>
    </p:spTree>
    <p:extLst>
      <p:ext uri="{BB962C8B-B14F-4D97-AF65-F5344CB8AC3E}">
        <p14:creationId xmlns:p14="http://schemas.microsoft.com/office/powerpoint/2010/main" val="4186495173"/>
      </p:ext>
    </p:extLst>
  </p:cSld>
  <p:clrMapOvr>
    <a:masterClrMapping/>
  </p:clrMapOvr>
</p:notes>
</file>

<file path=ppt/notesSlides/notesSlide2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2882</a:t>
            </a:fld>
            <a:endParaRPr lang="en-US" dirty="0"/>
          </a:p>
        </p:txBody>
      </p:sp>
    </p:spTree>
    <p:extLst>
      <p:ext uri="{BB962C8B-B14F-4D97-AF65-F5344CB8AC3E}">
        <p14:creationId xmlns:p14="http://schemas.microsoft.com/office/powerpoint/2010/main" val="2034856620"/>
      </p:ext>
    </p:extLst>
  </p:cSld>
  <p:clrMapOvr>
    <a:masterClrMapping/>
  </p:clrMapOvr>
</p:notes>
</file>

<file path=ppt/notesSlides/notesSlide2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2883</a:t>
            </a:fld>
            <a:endParaRPr lang="en-US" dirty="0"/>
          </a:p>
        </p:txBody>
      </p:sp>
    </p:spTree>
    <p:extLst>
      <p:ext uri="{BB962C8B-B14F-4D97-AF65-F5344CB8AC3E}">
        <p14:creationId xmlns:p14="http://schemas.microsoft.com/office/powerpoint/2010/main" val="1546903823"/>
      </p:ext>
    </p:extLst>
  </p:cSld>
  <p:clrMapOvr>
    <a:masterClrMapping/>
  </p:clrMapOvr>
</p:notes>
</file>

<file path=ppt/notesSlides/notesSlide2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2884</a:t>
            </a:fld>
            <a:endParaRPr lang="en-US" dirty="0"/>
          </a:p>
        </p:txBody>
      </p:sp>
    </p:spTree>
    <p:extLst>
      <p:ext uri="{BB962C8B-B14F-4D97-AF65-F5344CB8AC3E}">
        <p14:creationId xmlns:p14="http://schemas.microsoft.com/office/powerpoint/2010/main" val="2034486333"/>
      </p:ext>
    </p:extLst>
  </p:cSld>
  <p:clrMapOvr>
    <a:masterClrMapping/>
  </p:clrMapOvr>
</p:notes>
</file>

<file path=ppt/notesSlides/notesSlide2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2885</a:t>
            </a:fld>
            <a:endParaRPr lang="en-US" dirty="0"/>
          </a:p>
        </p:txBody>
      </p:sp>
    </p:spTree>
    <p:extLst>
      <p:ext uri="{BB962C8B-B14F-4D97-AF65-F5344CB8AC3E}">
        <p14:creationId xmlns:p14="http://schemas.microsoft.com/office/powerpoint/2010/main" val="1074274666"/>
      </p:ext>
    </p:extLst>
  </p:cSld>
  <p:clrMapOvr>
    <a:masterClrMapping/>
  </p:clrMapOvr>
</p:notes>
</file>

<file path=ppt/notesSlides/notesSlide2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2886</a:t>
            </a:fld>
            <a:endParaRPr lang="en-US" dirty="0"/>
          </a:p>
        </p:txBody>
      </p:sp>
    </p:spTree>
    <p:extLst>
      <p:ext uri="{BB962C8B-B14F-4D97-AF65-F5344CB8AC3E}">
        <p14:creationId xmlns:p14="http://schemas.microsoft.com/office/powerpoint/2010/main" val="3512844130"/>
      </p:ext>
    </p:extLst>
  </p:cSld>
  <p:clrMapOvr>
    <a:masterClrMapping/>
  </p:clrMapOvr>
</p:notes>
</file>

<file path=ppt/notesSlides/notesSlide2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2887</a:t>
            </a:fld>
            <a:endParaRPr lang="en-US" dirty="0"/>
          </a:p>
        </p:txBody>
      </p:sp>
    </p:spTree>
    <p:extLst>
      <p:ext uri="{BB962C8B-B14F-4D97-AF65-F5344CB8AC3E}">
        <p14:creationId xmlns:p14="http://schemas.microsoft.com/office/powerpoint/2010/main" val="2084817296"/>
      </p:ext>
    </p:extLst>
  </p:cSld>
  <p:clrMapOvr>
    <a:masterClrMapping/>
  </p:clrMapOvr>
</p:notes>
</file>

<file path=ppt/notesSlides/notesSlide2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2888</a:t>
            </a:fld>
            <a:endParaRPr lang="en-US" dirty="0"/>
          </a:p>
        </p:txBody>
      </p:sp>
    </p:spTree>
    <p:extLst>
      <p:ext uri="{BB962C8B-B14F-4D97-AF65-F5344CB8AC3E}">
        <p14:creationId xmlns:p14="http://schemas.microsoft.com/office/powerpoint/2010/main" val="1092266581"/>
      </p:ext>
    </p:extLst>
  </p:cSld>
  <p:clrMapOvr>
    <a:masterClrMapping/>
  </p:clrMapOvr>
</p:notes>
</file>

<file path=ppt/notesSlides/notesSlide2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2889</a:t>
            </a:fld>
            <a:endParaRPr lang="en-US" dirty="0"/>
          </a:p>
        </p:txBody>
      </p:sp>
    </p:spTree>
    <p:extLst>
      <p:ext uri="{BB962C8B-B14F-4D97-AF65-F5344CB8AC3E}">
        <p14:creationId xmlns:p14="http://schemas.microsoft.com/office/powerpoint/2010/main" val="2560328957"/>
      </p:ext>
    </p:extLst>
  </p:cSld>
  <p:clrMapOvr>
    <a:masterClrMapping/>
  </p:clrMapOvr>
</p:notes>
</file>

<file path=ppt/notesSlides/notesSlide2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2890</a:t>
            </a:fld>
            <a:endParaRPr lang="en-US" dirty="0"/>
          </a:p>
        </p:txBody>
      </p:sp>
    </p:spTree>
    <p:extLst>
      <p:ext uri="{BB962C8B-B14F-4D97-AF65-F5344CB8AC3E}">
        <p14:creationId xmlns:p14="http://schemas.microsoft.com/office/powerpoint/2010/main" val="2010238411"/>
      </p:ext>
    </p:extLst>
  </p:cSld>
  <p:clrMapOvr>
    <a:masterClrMapping/>
  </p:clrMapOvr>
</p:notes>
</file>

<file path=ppt/notesSlides/notesSlide2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2891</a:t>
            </a:fld>
            <a:endParaRPr lang="en-US" dirty="0"/>
          </a:p>
        </p:txBody>
      </p:sp>
    </p:spTree>
    <p:extLst>
      <p:ext uri="{BB962C8B-B14F-4D97-AF65-F5344CB8AC3E}">
        <p14:creationId xmlns:p14="http://schemas.microsoft.com/office/powerpoint/2010/main" val="2043758211"/>
      </p:ext>
    </p:extLst>
  </p:cSld>
  <p:clrMapOvr>
    <a:masterClrMapping/>
  </p:clrMapOvr>
</p:notes>
</file>

<file path=ppt/notesSlides/notesSlide2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2892</a:t>
            </a:fld>
            <a:endParaRPr lang="en-US" dirty="0"/>
          </a:p>
        </p:txBody>
      </p:sp>
    </p:spTree>
    <p:extLst>
      <p:ext uri="{BB962C8B-B14F-4D97-AF65-F5344CB8AC3E}">
        <p14:creationId xmlns:p14="http://schemas.microsoft.com/office/powerpoint/2010/main" val="1173791714"/>
      </p:ext>
    </p:extLst>
  </p:cSld>
  <p:clrMapOvr>
    <a:masterClrMapping/>
  </p:clrMapOvr>
</p:notes>
</file>

<file path=ppt/notesSlides/notesSlide2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2893</a:t>
            </a:fld>
            <a:endParaRPr lang="en-US" dirty="0"/>
          </a:p>
        </p:txBody>
      </p:sp>
    </p:spTree>
    <p:extLst>
      <p:ext uri="{BB962C8B-B14F-4D97-AF65-F5344CB8AC3E}">
        <p14:creationId xmlns:p14="http://schemas.microsoft.com/office/powerpoint/2010/main" val="2932364000"/>
      </p:ext>
    </p:extLst>
  </p:cSld>
  <p:clrMapOvr>
    <a:masterClrMapping/>
  </p:clrMapOvr>
</p:notes>
</file>

<file path=ppt/notesSlides/notesSlide2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2894</a:t>
            </a:fld>
            <a:endParaRPr lang="en-US" dirty="0"/>
          </a:p>
        </p:txBody>
      </p:sp>
    </p:spTree>
    <p:extLst>
      <p:ext uri="{BB962C8B-B14F-4D97-AF65-F5344CB8AC3E}">
        <p14:creationId xmlns:p14="http://schemas.microsoft.com/office/powerpoint/2010/main" val="2139422281"/>
      </p:ext>
    </p:extLst>
  </p:cSld>
  <p:clrMapOvr>
    <a:masterClrMapping/>
  </p:clrMapOvr>
</p:notes>
</file>

<file path=ppt/notesSlides/notesSlide2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2895</a:t>
            </a:fld>
            <a:endParaRPr lang="en-US" dirty="0"/>
          </a:p>
        </p:txBody>
      </p:sp>
    </p:spTree>
    <p:extLst>
      <p:ext uri="{BB962C8B-B14F-4D97-AF65-F5344CB8AC3E}">
        <p14:creationId xmlns:p14="http://schemas.microsoft.com/office/powerpoint/2010/main" val="3400798584"/>
      </p:ext>
    </p:extLst>
  </p:cSld>
  <p:clrMapOvr>
    <a:masterClrMapping/>
  </p:clrMapOvr>
</p:notes>
</file>

<file path=ppt/notesSlides/notesSlide2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2896</a:t>
            </a:fld>
            <a:endParaRPr lang="en-US" dirty="0"/>
          </a:p>
        </p:txBody>
      </p:sp>
    </p:spTree>
    <p:extLst>
      <p:ext uri="{BB962C8B-B14F-4D97-AF65-F5344CB8AC3E}">
        <p14:creationId xmlns:p14="http://schemas.microsoft.com/office/powerpoint/2010/main" val="2441460577"/>
      </p:ext>
    </p:extLst>
  </p:cSld>
  <p:clrMapOvr>
    <a:masterClrMapping/>
  </p:clrMapOvr>
</p:notes>
</file>

<file path=ppt/notesSlides/notesSlide2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2897</a:t>
            </a:fld>
            <a:endParaRPr lang="en-US" dirty="0"/>
          </a:p>
        </p:txBody>
      </p:sp>
    </p:spTree>
    <p:extLst>
      <p:ext uri="{BB962C8B-B14F-4D97-AF65-F5344CB8AC3E}">
        <p14:creationId xmlns:p14="http://schemas.microsoft.com/office/powerpoint/2010/main" val="2418867937"/>
      </p:ext>
    </p:extLst>
  </p:cSld>
  <p:clrMapOvr>
    <a:masterClrMapping/>
  </p:clrMapOvr>
</p:notes>
</file>

<file path=ppt/notesSlides/notesSlide2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2898</a:t>
            </a:fld>
            <a:endParaRPr lang="en-US" dirty="0"/>
          </a:p>
        </p:txBody>
      </p:sp>
    </p:spTree>
    <p:extLst>
      <p:ext uri="{BB962C8B-B14F-4D97-AF65-F5344CB8AC3E}">
        <p14:creationId xmlns:p14="http://schemas.microsoft.com/office/powerpoint/2010/main" val="1561584543"/>
      </p:ext>
    </p:extLst>
  </p:cSld>
  <p:clrMapOvr>
    <a:masterClrMapping/>
  </p:clrMapOvr>
</p:notes>
</file>

<file path=ppt/notesSlides/notesSlide2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2899</a:t>
            </a:fld>
            <a:endParaRPr lang="en-US" dirty="0"/>
          </a:p>
        </p:txBody>
      </p:sp>
    </p:spTree>
    <p:extLst>
      <p:ext uri="{BB962C8B-B14F-4D97-AF65-F5344CB8AC3E}">
        <p14:creationId xmlns:p14="http://schemas.microsoft.com/office/powerpoint/2010/main" val="3006503329"/>
      </p:ext>
    </p:extLst>
  </p:cSld>
  <p:clrMapOvr>
    <a:masterClrMapping/>
  </p:clrMapOvr>
</p:notes>
</file>

<file path=ppt/notesSlides/notesSlide2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2900</a:t>
            </a:fld>
            <a:endParaRPr lang="en-US" dirty="0"/>
          </a:p>
        </p:txBody>
      </p:sp>
    </p:spTree>
    <p:extLst>
      <p:ext uri="{BB962C8B-B14F-4D97-AF65-F5344CB8AC3E}">
        <p14:creationId xmlns:p14="http://schemas.microsoft.com/office/powerpoint/2010/main" val="1234753060"/>
      </p:ext>
    </p:extLst>
  </p:cSld>
  <p:clrMapOvr>
    <a:masterClrMapping/>
  </p:clrMapOvr>
</p:notes>
</file>

<file path=ppt/notesSlides/notesSlide2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2901</a:t>
            </a:fld>
            <a:endParaRPr lang="en-US" dirty="0"/>
          </a:p>
        </p:txBody>
      </p:sp>
    </p:spTree>
    <p:extLst>
      <p:ext uri="{BB962C8B-B14F-4D97-AF65-F5344CB8AC3E}">
        <p14:creationId xmlns:p14="http://schemas.microsoft.com/office/powerpoint/2010/main" val="3052249463"/>
      </p:ext>
    </p:extLst>
  </p:cSld>
  <p:clrMapOvr>
    <a:masterClrMapping/>
  </p:clrMapOvr>
</p:notes>
</file>

<file path=ppt/notesSlides/notesSlide2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2902</a:t>
            </a:fld>
            <a:endParaRPr lang="en-US" dirty="0"/>
          </a:p>
        </p:txBody>
      </p:sp>
    </p:spTree>
    <p:extLst>
      <p:ext uri="{BB962C8B-B14F-4D97-AF65-F5344CB8AC3E}">
        <p14:creationId xmlns:p14="http://schemas.microsoft.com/office/powerpoint/2010/main" val="820573869"/>
      </p:ext>
    </p:extLst>
  </p:cSld>
  <p:clrMapOvr>
    <a:masterClrMapping/>
  </p:clrMapOvr>
</p:notes>
</file>

<file path=ppt/notesSlides/notesSlide2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2903</a:t>
            </a:fld>
            <a:endParaRPr lang="en-US" dirty="0"/>
          </a:p>
        </p:txBody>
      </p:sp>
    </p:spTree>
    <p:extLst>
      <p:ext uri="{BB962C8B-B14F-4D97-AF65-F5344CB8AC3E}">
        <p14:creationId xmlns:p14="http://schemas.microsoft.com/office/powerpoint/2010/main" val="3085141107"/>
      </p:ext>
    </p:extLst>
  </p:cSld>
  <p:clrMapOvr>
    <a:masterClrMapping/>
  </p:clrMapOvr>
</p:notes>
</file>

<file path=ppt/notesSlides/notesSlide2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2904</a:t>
            </a:fld>
            <a:endParaRPr lang="en-US" dirty="0"/>
          </a:p>
        </p:txBody>
      </p:sp>
    </p:spTree>
    <p:extLst>
      <p:ext uri="{BB962C8B-B14F-4D97-AF65-F5344CB8AC3E}">
        <p14:creationId xmlns:p14="http://schemas.microsoft.com/office/powerpoint/2010/main" val="2999416777"/>
      </p:ext>
    </p:extLst>
  </p:cSld>
  <p:clrMapOvr>
    <a:masterClrMapping/>
  </p:clrMapOvr>
</p:notes>
</file>

<file path=ppt/notesSlides/notesSlide2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2905</a:t>
            </a:fld>
            <a:endParaRPr lang="en-US" dirty="0"/>
          </a:p>
        </p:txBody>
      </p:sp>
    </p:spTree>
    <p:extLst>
      <p:ext uri="{BB962C8B-B14F-4D97-AF65-F5344CB8AC3E}">
        <p14:creationId xmlns:p14="http://schemas.microsoft.com/office/powerpoint/2010/main" val="2571746102"/>
      </p:ext>
    </p:extLst>
  </p:cSld>
  <p:clrMapOvr>
    <a:masterClrMapping/>
  </p:clrMapOvr>
</p:notes>
</file>

<file path=ppt/notesSlides/notesSlide2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2906</a:t>
            </a:fld>
            <a:endParaRPr lang="en-US" dirty="0"/>
          </a:p>
        </p:txBody>
      </p:sp>
    </p:spTree>
    <p:extLst>
      <p:ext uri="{BB962C8B-B14F-4D97-AF65-F5344CB8AC3E}">
        <p14:creationId xmlns:p14="http://schemas.microsoft.com/office/powerpoint/2010/main" val="1799187266"/>
      </p:ext>
    </p:extLst>
  </p:cSld>
  <p:clrMapOvr>
    <a:masterClrMapping/>
  </p:clrMapOvr>
</p:notes>
</file>

<file path=ppt/notesSlides/notesSlide2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2907</a:t>
            </a:fld>
            <a:endParaRPr lang="en-US" dirty="0"/>
          </a:p>
        </p:txBody>
      </p:sp>
    </p:spTree>
    <p:extLst>
      <p:ext uri="{BB962C8B-B14F-4D97-AF65-F5344CB8AC3E}">
        <p14:creationId xmlns:p14="http://schemas.microsoft.com/office/powerpoint/2010/main" val="2843052978"/>
      </p:ext>
    </p:extLst>
  </p:cSld>
  <p:clrMapOvr>
    <a:masterClrMapping/>
  </p:clrMapOvr>
</p:notes>
</file>

<file path=ppt/notesSlides/notesSlide2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2908</a:t>
            </a:fld>
            <a:endParaRPr lang="en-US" dirty="0"/>
          </a:p>
        </p:txBody>
      </p:sp>
    </p:spTree>
    <p:extLst>
      <p:ext uri="{BB962C8B-B14F-4D97-AF65-F5344CB8AC3E}">
        <p14:creationId xmlns:p14="http://schemas.microsoft.com/office/powerpoint/2010/main" val="1436802729"/>
      </p:ext>
    </p:extLst>
  </p:cSld>
  <p:clrMapOvr>
    <a:masterClrMapping/>
  </p:clrMapOvr>
</p:notes>
</file>

<file path=ppt/notesSlides/notesSlide2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2909</a:t>
            </a:fld>
            <a:endParaRPr lang="en-US" dirty="0"/>
          </a:p>
        </p:txBody>
      </p:sp>
    </p:spTree>
    <p:extLst>
      <p:ext uri="{BB962C8B-B14F-4D97-AF65-F5344CB8AC3E}">
        <p14:creationId xmlns:p14="http://schemas.microsoft.com/office/powerpoint/2010/main" val="141806341"/>
      </p:ext>
    </p:extLst>
  </p:cSld>
  <p:clrMapOvr>
    <a:masterClrMapping/>
  </p:clrMapOvr>
</p:notes>
</file>

<file path=ppt/notesSlides/notesSlide2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2910</a:t>
            </a:fld>
            <a:endParaRPr lang="en-US" dirty="0"/>
          </a:p>
        </p:txBody>
      </p:sp>
    </p:spTree>
    <p:extLst>
      <p:ext uri="{BB962C8B-B14F-4D97-AF65-F5344CB8AC3E}">
        <p14:creationId xmlns:p14="http://schemas.microsoft.com/office/powerpoint/2010/main" val="614719823"/>
      </p:ext>
    </p:extLst>
  </p:cSld>
  <p:clrMapOvr>
    <a:masterClrMapping/>
  </p:clrMapOvr>
</p:notes>
</file>

<file path=ppt/notesSlides/notesSlide2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2911</a:t>
            </a:fld>
            <a:endParaRPr lang="en-US" dirty="0"/>
          </a:p>
        </p:txBody>
      </p:sp>
    </p:spTree>
    <p:extLst>
      <p:ext uri="{BB962C8B-B14F-4D97-AF65-F5344CB8AC3E}">
        <p14:creationId xmlns:p14="http://schemas.microsoft.com/office/powerpoint/2010/main" val="3404765856"/>
      </p:ext>
    </p:extLst>
  </p:cSld>
  <p:clrMapOvr>
    <a:masterClrMapping/>
  </p:clrMapOvr>
</p:notes>
</file>

<file path=ppt/notesSlides/notesSlide2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2912</a:t>
            </a:fld>
            <a:endParaRPr lang="en-US" dirty="0"/>
          </a:p>
        </p:txBody>
      </p:sp>
    </p:spTree>
    <p:extLst>
      <p:ext uri="{BB962C8B-B14F-4D97-AF65-F5344CB8AC3E}">
        <p14:creationId xmlns:p14="http://schemas.microsoft.com/office/powerpoint/2010/main" val="4147812636"/>
      </p:ext>
    </p:extLst>
  </p:cSld>
  <p:clrMapOvr>
    <a:masterClrMapping/>
  </p:clrMapOvr>
</p:notes>
</file>

<file path=ppt/notesSlides/notesSlide2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2913</a:t>
            </a:fld>
            <a:endParaRPr lang="en-US" dirty="0"/>
          </a:p>
        </p:txBody>
      </p:sp>
    </p:spTree>
    <p:extLst>
      <p:ext uri="{BB962C8B-B14F-4D97-AF65-F5344CB8AC3E}">
        <p14:creationId xmlns:p14="http://schemas.microsoft.com/office/powerpoint/2010/main" val="3863754692"/>
      </p:ext>
    </p:extLst>
  </p:cSld>
  <p:clrMapOvr>
    <a:masterClrMapping/>
  </p:clrMapOvr>
</p:notes>
</file>

<file path=ppt/notesSlides/notesSlide2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2914</a:t>
            </a:fld>
            <a:endParaRPr lang="en-US" dirty="0"/>
          </a:p>
        </p:txBody>
      </p:sp>
    </p:spTree>
    <p:extLst>
      <p:ext uri="{BB962C8B-B14F-4D97-AF65-F5344CB8AC3E}">
        <p14:creationId xmlns:p14="http://schemas.microsoft.com/office/powerpoint/2010/main" val="3002362219"/>
      </p:ext>
    </p:extLst>
  </p:cSld>
  <p:clrMapOvr>
    <a:masterClrMapping/>
  </p:clrMapOvr>
</p:notes>
</file>

<file path=ppt/notesSlides/notesSlide2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2915</a:t>
            </a:fld>
            <a:endParaRPr lang="en-US" dirty="0"/>
          </a:p>
        </p:txBody>
      </p:sp>
    </p:spTree>
    <p:extLst>
      <p:ext uri="{BB962C8B-B14F-4D97-AF65-F5344CB8AC3E}">
        <p14:creationId xmlns:p14="http://schemas.microsoft.com/office/powerpoint/2010/main" val="1204966742"/>
      </p:ext>
    </p:extLst>
  </p:cSld>
  <p:clrMapOvr>
    <a:masterClrMapping/>
  </p:clrMapOvr>
</p:notes>
</file>

<file path=ppt/notesSlides/notesSlide2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2916</a:t>
            </a:fld>
            <a:endParaRPr lang="en-US" dirty="0"/>
          </a:p>
        </p:txBody>
      </p:sp>
    </p:spTree>
    <p:extLst>
      <p:ext uri="{BB962C8B-B14F-4D97-AF65-F5344CB8AC3E}">
        <p14:creationId xmlns:p14="http://schemas.microsoft.com/office/powerpoint/2010/main" val="2446713498"/>
      </p:ext>
    </p:extLst>
  </p:cSld>
  <p:clrMapOvr>
    <a:masterClrMapping/>
  </p:clrMapOvr>
</p:notes>
</file>

<file path=ppt/notesSlides/notesSlide2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2917</a:t>
            </a:fld>
            <a:endParaRPr lang="en-US" dirty="0"/>
          </a:p>
        </p:txBody>
      </p:sp>
    </p:spTree>
    <p:extLst>
      <p:ext uri="{BB962C8B-B14F-4D97-AF65-F5344CB8AC3E}">
        <p14:creationId xmlns:p14="http://schemas.microsoft.com/office/powerpoint/2010/main" val="3028858362"/>
      </p:ext>
    </p:extLst>
  </p:cSld>
  <p:clrMapOvr>
    <a:masterClrMapping/>
  </p:clrMapOvr>
</p:notes>
</file>

<file path=ppt/notesSlides/notesSlide2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2918</a:t>
            </a:fld>
            <a:endParaRPr lang="en-US" dirty="0"/>
          </a:p>
        </p:txBody>
      </p:sp>
    </p:spTree>
    <p:extLst>
      <p:ext uri="{BB962C8B-B14F-4D97-AF65-F5344CB8AC3E}">
        <p14:creationId xmlns:p14="http://schemas.microsoft.com/office/powerpoint/2010/main" val="2585066578"/>
      </p:ext>
    </p:extLst>
  </p:cSld>
  <p:clrMapOvr>
    <a:masterClrMapping/>
  </p:clrMapOvr>
</p:notes>
</file>

<file path=ppt/notesSlides/notesSlide2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2919</a:t>
            </a:fld>
            <a:endParaRPr lang="en-US" dirty="0"/>
          </a:p>
        </p:txBody>
      </p:sp>
    </p:spTree>
    <p:extLst>
      <p:ext uri="{BB962C8B-B14F-4D97-AF65-F5344CB8AC3E}">
        <p14:creationId xmlns:p14="http://schemas.microsoft.com/office/powerpoint/2010/main" val="2930765596"/>
      </p:ext>
    </p:extLst>
  </p:cSld>
  <p:clrMapOvr>
    <a:masterClrMapping/>
  </p:clrMapOvr>
</p:notes>
</file>

<file path=ppt/notesSlides/notesSlide2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2920</a:t>
            </a:fld>
            <a:endParaRPr lang="en-US" dirty="0"/>
          </a:p>
        </p:txBody>
      </p:sp>
    </p:spTree>
    <p:extLst>
      <p:ext uri="{BB962C8B-B14F-4D97-AF65-F5344CB8AC3E}">
        <p14:creationId xmlns:p14="http://schemas.microsoft.com/office/powerpoint/2010/main" val="3437072104"/>
      </p:ext>
    </p:extLst>
  </p:cSld>
  <p:clrMapOvr>
    <a:masterClrMapping/>
  </p:clrMapOvr>
</p:notes>
</file>

<file path=ppt/notesSlides/notesSlide2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2921</a:t>
            </a:fld>
            <a:endParaRPr lang="en-US" dirty="0"/>
          </a:p>
        </p:txBody>
      </p:sp>
    </p:spTree>
    <p:extLst>
      <p:ext uri="{BB962C8B-B14F-4D97-AF65-F5344CB8AC3E}">
        <p14:creationId xmlns:p14="http://schemas.microsoft.com/office/powerpoint/2010/main" val="2818675887"/>
      </p:ext>
    </p:extLst>
  </p:cSld>
  <p:clrMapOvr>
    <a:masterClrMapping/>
  </p:clrMapOvr>
</p:notes>
</file>

<file path=ppt/notesSlides/notesSlide2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2922</a:t>
            </a:fld>
            <a:endParaRPr lang="en-US" dirty="0"/>
          </a:p>
        </p:txBody>
      </p:sp>
    </p:spTree>
    <p:extLst>
      <p:ext uri="{BB962C8B-B14F-4D97-AF65-F5344CB8AC3E}">
        <p14:creationId xmlns:p14="http://schemas.microsoft.com/office/powerpoint/2010/main" val="1344581184"/>
      </p:ext>
    </p:extLst>
  </p:cSld>
  <p:clrMapOvr>
    <a:masterClrMapping/>
  </p:clrMapOvr>
</p:notes>
</file>

<file path=ppt/notesSlides/notesSlide2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2923</a:t>
            </a:fld>
            <a:endParaRPr lang="en-US" dirty="0"/>
          </a:p>
        </p:txBody>
      </p:sp>
    </p:spTree>
    <p:extLst>
      <p:ext uri="{BB962C8B-B14F-4D97-AF65-F5344CB8AC3E}">
        <p14:creationId xmlns:p14="http://schemas.microsoft.com/office/powerpoint/2010/main" val="2989167078"/>
      </p:ext>
    </p:extLst>
  </p:cSld>
  <p:clrMapOvr>
    <a:masterClrMapping/>
  </p:clrMapOvr>
</p:notes>
</file>

<file path=ppt/notesSlides/notesSlide2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2924</a:t>
            </a:fld>
            <a:endParaRPr lang="en-US" dirty="0"/>
          </a:p>
        </p:txBody>
      </p:sp>
    </p:spTree>
    <p:extLst>
      <p:ext uri="{BB962C8B-B14F-4D97-AF65-F5344CB8AC3E}">
        <p14:creationId xmlns:p14="http://schemas.microsoft.com/office/powerpoint/2010/main" val="3213275257"/>
      </p:ext>
    </p:extLst>
  </p:cSld>
  <p:clrMapOvr>
    <a:masterClrMapping/>
  </p:clrMapOvr>
</p:notes>
</file>

<file path=ppt/notesSlides/notesSlide2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2925</a:t>
            </a:fld>
            <a:endParaRPr lang="en-US" dirty="0"/>
          </a:p>
        </p:txBody>
      </p:sp>
    </p:spTree>
    <p:extLst>
      <p:ext uri="{BB962C8B-B14F-4D97-AF65-F5344CB8AC3E}">
        <p14:creationId xmlns:p14="http://schemas.microsoft.com/office/powerpoint/2010/main" val="3048352477"/>
      </p:ext>
    </p:extLst>
  </p:cSld>
  <p:clrMapOvr>
    <a:masterClrMapping/>
  </p:clrMapOvr>
</p:notes>
</file>

<file path=ppt/notesSlides/notesSlide2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2926</a:t>
            </a:fld>
            <a:endParaRPr lang="en-US" dirty="0"/>
          </a:p>
        </p:txBody>
      </p:sp>
    </p:spTree>
    <p:extLst>
      <p:ext uri="{BB962C8B-B14F-4D97-AF65-F5344CB8AC3E}">
        <p14:creationId xmlns:p14="http://schemas.microsoft.com/office/powerpoint/2010/main" val="2329426592"/>
      </p:ext>
    </p:extLst>
  </p:cSld>
  <p:clrMapOvr>
    <a:masterClrMapping/>
  </p:clrMapOvr>
</p:notes>
</file>

<file path=ppt/notesSlides/notesSlide2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2927</a:t>
            </a:fld>
            <a:endParaRPr lang="en-US" dirty="0"/>
          </a:p>
        </p:txBody>
      </p:sp>
    </p:spTree>
    <p:extLst>
      <p:ext uri="{BB962C8B-B14F-4D97-AF65-F5344CB8AC3E}">
        <p14:creationId xmlns:p14="http://schemas.microsoft.com/office/powerpoint/2010/main" val="2614589969"/>
      </p:ext>
    </p:extLst>
  </p:cSld>
  <p:clrMapOvr>
    <a:masterClrMapping/>
  </p:clrMapOvr>
</p:notes>
</file>

<file path=ppt/notesSlides/notesSlide2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2928</a:t>
            </a:fld>
            <a:endParaRPr lang="en-US" dirty="0"/>
          </a:p>
        </p:txBody>
      </p:sp>
    </p:spTree>
    <p:extLst>
      <p:ext uri="{BB962C8B-B14F-4D97-AF65-F5344CB8AC3E}">
        <p14:creationId xmlns:p14="http://schemas.microsoft.com/office/powerpoint/2010/main" val="4235705767"/>
      </p:ext>
    </p:extLst>
  </p:cSld>
  <p:clrMapOvr>
    <a:masterClrMapping/>
  </p:clrMapOvr>
</p:notes>
</file>

<file path=ppt/notesSlides/notesSlide2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2929</a:t>
            </a:fld>
            <a:endParaRPr lang="en-US" dirty="0"/>
          </a:p>
        </p:txBody>
      </p:sp>
    </p:spTree>
    <p:extLst>
      <p:ext uri="{BB962C8B-B14F-4D97-AF65-F5344CB8AC3E}">
        <p14:creationId xmlns:p14="http://schemas.microsoft.com/office/powerpoint/2010/main" val="2767928695"/>
      </p:ext>
    </p:extLst>
  </p:cSld>
  <p:clrMapOvr>
    <a:masterClrMapping/>
  </p:clrMapOvr>
</p:notes>
</file>

<file path=ppt/notesSlides/notesSlide2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2930</a:t>
            </a:fld>
            <a:endParaRPr lang="en-US" dirty="0"/>
          </a:p>
        </p:txBody>
      </p:sp>
    </p:spTree>
    <p:extLst>
      <p:ext uri="{BB962C8B-B14F-4D97-AF65-F5344CB8AC3E}">
        <p14:creationId xmlns:p14="http://schemas.microsoft.com/office/powerpoint/2010/main" val="130605089"/>
      </p:ext>
    </p:extLst>
  </p:cSld>
  <p:clrMapOvr>
    <a:masterClrMapping/>
  </p:clrMapOvr>
</p:notes>
</file>

<file path=ppt/notesSlides/notesSlide2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2931</a:t>
            </a:fld>
            <a:endParaRPr lang="en-US" dirty="0"/>
          </a:p>
        </p:txBody>
      </p:sp>
    </p:spTree>
    <p:extLst>
      <p:ext uri="{BB962C8B-B14F-4D97-AF65-F5344CB8AC3E}">
        <p14:creationId xmlns:p14="http://schemas.microsoft.com/office/powerpoint/2010/main" val="2039283952"/>
      </p:ext>
    </p:extLst>
  </p:cSld>
  <p:clrMapOvr>
    <a:masterClrMapping/>
  </p:clrMapOvr>
</p:notes>
</file>

<file path=ppt/notesSlides/notesSlide2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2932</a:t>
            </a:fld>
            <a:endParaRPr lang="en-US" dirty="0"/>
          </a:p>
        </p:txBody>
      </p:sp>
    </p:spTree>
    <p:extLst>
      <p:ext uri="{BB962C8B-B14F-4D97-AF65-F5344CB8AC3E}">
        <p14:creationId xmlns:p14="http://schemas.microsoft.com/office/powerpoint/2010/main" val="1016454172"/>
      </p:ext>
    </p:extLst>
  </p:cSld>
  <p:clrMapOvr>
    <a:masterClrMapping/>
  </p:clrMapOvr>
</p:notes>
</file>

<file path=ppt/notesSlides/notesSlide2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2933</a:t>
            </a:fld>
            <a:endParaRPr lang="en-US" dirty="0"/>
          </a:p>
        </p:txBody>
      </p:sp>
    </p:spTree>
    <p:extLst>
      <p:ext uri="{BB962C8B-B14F-4D97-AF65-F5344CB8AC3E}">
        <p14:creationId xmlns:p14="http://schemas.microsoft.com/office/powerpoint/2010/main" val="256201711"/>
      </p:ext>
    </p:extLst>
  </p:cSld>
  <p:clrMapOvr>
    <a:masterClrMapping/>
  </p:clrMapOvr>
</p:notes>
</file>

<file path=ppt/notesSlides/notesSlide2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2934</a:t>
            </a:fld>
            <a:endParaRPr lang="en-US" dirty="0"/>
          </a:p>
        </p:txBody>
      </p:sp>
    </p:spTree>
    <p:extLst>
      <p:ext uri="{BB962C8B-B14F-4D97-AF65-F5344CB8AC3E}">
        <p14:creationId xmlns:p14="http://schemas.microsoft.com/office/powerpoint/2010/main" val="1588594803"/>
      </p:ext>
    </p:extLst>
  </p:cSld>
  <p:clrMapOvr>
    <a:masterClrMapping/>
  </p:clrMapOvr>
</p:notes>
</file>

<file path=ppt/notesSlides/notesSlide2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2935</a:t>
            </a:fld>
            <a:endParaRPr lang="en-US" dirty="0"/>
          </a:p>
        </p:txBody>
      </p:sp>
    </p:spTree>
    <p:extLst>
      <p:ext uri="{BB962C8B-B14F-4D97-AF65-F5344CB8AC3E}">
        <p14:creationId xmlns:p14="http://schemas.microsoft.com/office/powerpoint/2010/main" val="900237144"/>
      </p:ext>
    </p:extLst>
  </p:cSld>
  <p:clrMapOvr>
    <a:masterClrMapping/>
  </p:clrMapOvr>
</p:notes>
</file>

<file path=ppt/notesSlides/notesSlide2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2936</a:t>
            </a:fld>
            <a:endParaRPr lang="en-US" dirty="0"/>
          </a:p>
        </p:txBody>
      </p:sp>
    </p:spTree>
    <p:extLst>
      <p:ext uri="{BB962C8B-B14F-4D97-AF65-F5344CB8AC3E}">
        <p14:creationId xmlns:p14="http://schemas.microsoft.com/office/powerpoint/2010/main" val="3140512357"/>
      </p:ext>
    </p:extLst>
  </p:cSld>
  <p:clrMapOvr>
    <a:masterClrMapping/>
  </p:clrMapOvr>
</p:notes>
</file>

<file path=ppt/notesSlides/notesSlide2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2937</a:t>
            </a:fld>
            <a:endParaRPr lang="en-US" dirty="0"/>
          </a:p>
        </p:txBody>
      </p:sp>
    </p:spTree>
    <p:extLst>
      <p:ext uri="{BB962C8B-B14F-4D97-AF65-F5344CB8AC3E}">
        <p14:creationId xmlns:p14="http://schemas.microsoft.com/office/powerpoint/2010/main" val="2372822504"/>
      </p:ext>
    </p:extLst>
  </p:cSld>
  <p:clrMapOvr>
    <a:masterClrMapping/>
  </p:clrMapOvr>
</p:notes>
</file>

<file path=ppt/notesSlides/notesSlide2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2938</a:t>
            </a:fld>
            <a:endParaRPr lang="en-US" dirty="0"/>
          </a:p>
        </p:txBody>
      </p:sp>
    </p:spTree>
    <p:extLst>
      <p:ext uri="{BB962C8B-B14F-4D97-AF65-F5344CB8AC3E}">
        <p14:creationId xmlns:p14="http://schemas.microsoft.com/office/powerpoint/2010/main" val="945505628"/>
      </p:ext>
    </p:extLst>
  </p:cSld>
  <p:clrMapOvr>
    <a:masterClrMapping/>
  </p:clrMapOvr>
</p:notes>
</file>

<file path=ppt/notesSlides/notesSlide2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2939</a:t>
            </a:fld>
            <a:endParaRPr lang="en-US" dirty="0"/>
          </a:p>
        </p:txBody>
      </p:sp>
    </p:spTree>
    <p:extLst>
      <p:ext uri="{BB962C8B-B14F-4D97-AF65-F5344CB8AC3E}">
        <p14:creationId xmlns:p14="http://schemas.microsoft.com/office/powerpoint/2010/main" val="2432189424"/>
      </p:ext>
    </p:extLst>
  </p:cSld>
  <p:clrMapOvr>
    <a:masterClrMapping/>
  </p:clrMapOvr>
</p:notes>
</file>

<file path=ppt/notesSlides/notesSlide2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2940</a:t>
            </a:fld>
            <a:endParaRPr lang="en-US" dirty="0"/>
          </a:p>
        </p:txBody>
      </p:sp>
    </p:spTree>
    <p:extLst>
      <p:ext uri="{BB962C8B-B14F-4D97-AF65-F5344CB8AC3E}">
        <p14:creationId xmlns:p14="http://schemas.microsoft.com/office/powerpoint/2010/main" val="2696549357"/>
      </p:ext>
    </p:extLst>
  </p:cSld>
  <p:clrMapOvr>
    <a:masterClrMapping/>
  </p:clrMapOvr>
</p:notes>
</file>

<file path=ppt/notesSlides/notesSlide2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2941</a:t>
            </a:fld>
            <a:endParaRPr lang="en-US" dirty="0"/>
          </a:p>
        </p:txBody>
      </p:sp>
    </p:spTree>
    <p:extLst>
      <p:ext uri="{BB962C8B-B14F-4D97-AF65-F5344CB8AC3E}">
        <p14:creationId xmlns:p14="http://schemas.microsoft.com/office/powerpoint/2010/main" val="3109310175"/>
      </p:ext>
    </p:extLst>
  </p:cSld>
  <p:clrMapOvr>
    <a:masterClrMapping/>
  </p:clrMapOvr>
</p:notes>
</file>

<file path=ppt/notesSlides/notesSlide2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2942</a:t>
            </a:fld>
            <a:endParaRPr lang="en-US" dirty="0"/>
          </a:p>
        </p:txBody>
      </p:sp>
    </p:spTree>
    <p:extLst>
      <p:ext uri="{BB962C8B-B14F-4D97-AF65-F5344CB8AC3E}">
        <p14:creationId xmlns:p14="http://schemas.microsoft.com/office/powerpoint/2010/main" val="1108508030"/>
      </p:ext>
    </p:extLst>
  </p:cSld>
  <p:clrMapOvr>
    <a:masterClrMapping/>
  </p:clrMapOvr>
</p:notes>
</file>

<file path=ppt/notesSlides/notesSlide2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2943</a:t>
            </a:fld>
            <a:endParaRPr lang="en-US" dirty="0"/>
          </a:p>
        </p:txBody>
      </p:sp>
    </p:spTree>
    <p:extLst>
      <p:ext uri="{BB962C8B-B14F-4D97-AF65-F5344CB8AC3E}">
        <p14:creationId xmlns:p14="http://schemas.microsoft.com/office/powerpoint/2010/main" val="1509808953"/>
      </p:ext>
    </p:extLst>
  </p:cSld>
  <p:clrMapOvr>
    <a:masterClrMapping/>
  </p:clrMapOvr>
</p:notes>
</file>

<file path=ppt/notesSlides/notesSlide2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2944</a:t>
            </a:fld>
            <a:endParaRPr lang="en-US" dirty="0"/>
          </a:p>
        </p:txBody>
      </p:sp>
    </p:spTree>
    <p:extLst>
      <p:ext uri="{BB962C8B-B14F-4D97-AF65-F5344CB8AC3E}">
        <p14:creationId xmlns:p14="http://schemas.microsoft.com/office/powerpoint/2010/main" val="3007201489"/>
      </p:ext>
    </p:extLst>
  </p:cSld>
  <p:clrMapOvr>
    <a:masterClrMapping/>
  </p:clrMapOvr>
</p:notes>
</file>

<file path=ppt/notesSlides/notesSlide2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2945</a:t>
            </a:fld>
            <a:endParaRPr lang="en-US" dirty="0"/>
          </a:p>
        </p:txBody>
      </p:sp>
    </p:spTree>
    <p:extLst>
      <p:ext uri="{BB962C8B-B14F-4D97-AF65-F5344CB8AC3E}">
        <p14:creationId xmlns:p14="http://schemas.microsoft.com/office/powerpoint/2010/main" val="250718598"/>
      </p:ext>
    </p:extLst>
  </p:cSld>
  <p:clrMapOvr>
    <a:masterClrMapping/>
  </p:clrMapOvr>
</p:notes>
</file>

<file path=ppt/notesSlides/notesSlide2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2946</a:t>
            </a:fld>
            <a:endParaRPr lang="en-US" dirty="0"/>
          </a:p>
        </p:txBody>
      </p:sp>
    </p:spTree>
    <p:extLst>
      <p:ext uri="{BB962C8B-B14F-4D97-AF65-F5344CB8AC3E}">
        <p14:creationId xmlns:p14="http://schemas.microsoft.com/office/powerpoint/2010/main" val="1777787832"/>
      </p:ext>
    </p:extLst>
  </p:cSld>
  <p:clrMapOvr>
    <a:masterClrMapping/>
  </p:clrMapOvr>
</p:notes>
</file>

<file path=ppt/notesSlides/notesSlide2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2947</a:t>
            </a:fld>
            <a:endParaRPr lang="en-US" dirty="0"/>
          </a:p>
        </p:txBody>
      </p:sp>
    </p:spTree>
    <p:extLst>
      <p:ext uri="{BB962C8B-B14F-4D97-AF65-F5344CB8AC3E}">
        <p14:creationId xmlns:p14="http://schemas.microsoft.com/office/powerpoint/2010/main" val="269710317"/>
      </p:ext>
    </p:extLst>
  </p:cSld>
  <p:clrMapOvr>
    <a:masterClrMapping/>
  </p:clrMapOvr>
</p:notes>
</file>

<file path=ppt/notesSlides/notesSlide2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2948</a:t>
            </a:fld>
            <a:endParaRPr lang="en-US" dirty="0"/>
          </a:p>
        </p:txBody>
      </p:sp>
    </p:spTree>
    <p:extLst>
      <p:ext uri="{BB962C8B-B14F-4D97-AF65-F5344CB8AC3E}">
        <p14:creationId xmlns:p14="http://schemas.microsoft.com/office/powerpoint/2010/main" val="2469698103"/>
      </p:ext>
    </p:extLst>
  </p:cSld>
  <p:clrMapOvr>
    <a:masterClrMapping/>
  </p:clrMapOvr>
</p:notes>
</file>

<file path=ppt/notesSlides/notesSlide2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2949</a:t>
            </a:fld>
            <a:endParaRPr lang="en-US" dirty="0"/>
          </a:p>
        </p:txBody>
      </p:sp>
    </p:spTree>
    <p:extLst>
      <p:ext uri="{BB962C8B-B14F-4D97-AF65-F5344CB8AC3E}">
        <p14:creationId xmlns:p14="http://schemas.microsoft.com/office/powerpoint/2010/main" val="3392773260"/>
      </p:ext>
    </p:extLst>
  </p:cSld>
  <p:clrMapOvr>
    <a:masterClrMapping/>
  </p:clrMapOvr>
</p:notes>
</file>

<file path=ppt/notesSlides/notesSlide2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2950</a:t>
            </a:fld>
            <a:endParaRPr lang="en-US" dirty="0"/>
          </a:p>
        </p:txBody>
      </p:sp>
    </p:spTree>
    <p:extLst>
      <p:ext uri="{BB962C8B-B14F-4D97-AF65-F5344CB8AC3E}">
        <p14:creationId xmlns:p14="http://schemas.microsoft.com/office/powerpoint/2010/main" val="1315882703"/>
      </p:ext>
    </p:extLst>
  </p:cSld>
  <p:clrMapOvr>
    <a:masterClrMapping/>
  </p:clrMapOvr>
</p:notes>
</file>

<file path=ppt/notesSlides/notesSlide2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2951</a:t>
            </a:fld>
            <a:endParaRPr lang="en-US" dirty="0"/>
          </a:p>
        </p:txBody>
      </p:sp>
    </p:spTree>
    <p:extLst>
      <p:ext uri="{BB962C8B-B14F-4D97-AF65-F5344CB8AC3E}">
        <p14:creationId xmlns:p14="http://schemas.microsoft.com/office/powerpoint/2010/main" val="2880545400"/>
      </p:ext>
    </p:extLst>
  </p:cSld>
  <p:clrMapOvr>
    <a:masterClrMapping/>
  </p:clrMapOvr>
</p:notes>
</file>

<file path=ppt/notesSlides/notesSlide2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2952</a:t>
            </a:fld>
            <a:endParaRPr lang="en-US" dirty="0"/>
          </a:p>
        </p:txBody>
      </p:sp>
    </p:spTree>
    <p:extLst>
      <p:ext uri="{BB962C8B-B14F-4D97-AF65-F5344CB8AC3E}">
        <p14:creationId xmlns:p14="http://schemas.microsoft.com/office/powerpoint/2010/main" val="2860195128"/>
      </p:ext>
    </p:extLst>
  </p:cSld>
  <p:clrMapOvr>
    <a:masterClrMapping/>
  </p:clrMapOvr>
</p:notes>
</file>

<file path=ppt/notesSlides/notesSlide2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2953</a:t>
            </a:fld>
            <a:endParaRPr lang="en-US" dirty="0"/>
          </a:p>
        </p:txBody>
      </p:sp>
    </p:spTree>
    <p:extLst>
      <p:ext uri="{BB962C8B-B14F-4D97-AF65-F5344CB8AC3E}">
        <p14:creationId xmlns:p14="http://schemas.microsoft.com/office/powerpoint/2010/main" val="233752532"/>
      </p:ext>
    </p:extLst>
  </p:cSld>
  <p:clrMapOvr>
    <a:masterClrMapping/>
  </p:clrMapOvr>
</p:notes>
</file>

<file path=ppt/notesSlides/notesSlide2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2954</a:t>
            </a:fld>
            <a:endParaRPr lang="en-US" dirty="0"/>
          </a:p>
        </p:txBody>
      </p:sp>
    </p:spTree>
    <p:extLst>
      <p:ext uri="{BB962C8B-B14F-4D97-AF65-F5344CB8AC3E}">
        <p14:creationId xmlns:p14="http://schemas.microsoft.com/office/powerpoint/2010/main" val="4251376768"/>
      </p:ext>
    </p:extLst>
  </p:cSld>
  <p:clrMapOvr>
    <a:masterClrMapping/>
  </p:clrMapOvr>
</p:notes>
</file>

<file path=ppt/notesSlides/notesSlide2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2955</a:t>
            </a:fld>
            <a:endParaRPr lang="en-US" dirty="0"/>
          </a:p>
        </p:txBody>
      </p:sp>
    </p:spTree>
    <p:extLst>
      <p:ext uri="{BB962C8B-B14F-4D97-AF65-F5344CB8AC3E}">
        <p14:creationId xmlns:p14="http://schemas.microsoft.com/office/powerpoint/2010/main" val="3980734735"/>
      </p:ext>
    </p:extLst>
  </p:cSld>
  <p:clrMapOvr>
    <a:masterClrMapping/>
  </p:clrMapOvr>
</p:notes>
</file>

<file path=ppt/notesSlides/notesSlide2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2956</a:t>
            </a:fld>
            <a:endParaRPr lang="en-US" dirty="0"/>
          </a:p>
        </p:txBody>
      </p:sp>
    </p:spTree>
    <p:extLst>
      <p:ext uri="{BB962C8B-B14F-4D97-AF65-F5344CB8AC3E}">
        <p14:creationId xmlns:p14="http://schemas.microsoft.com/office/powerpoint/2010/main" val="1983839352"/>
      </p:ext>
    </p:extLst>
  </p:cSld>
  <p:clrMapOvr>
    <a:masterClrMapping/>
  </p:clrMapOvr>
</p:notes>
</file>

<file path=ppt/notesSlides/notesSlide2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2957</a:t>
            </a:fld>
            <a:endParaRPr lang="en-US" dirty="0"/>
          </a:p>
        </p:txBody>
      </p:sp>
    </p:spTree>
    <p:extLst>
      <p:ext uri="{BB962C8B-B14F-4D97-AF65-F5344CB8AC3E}">
        <p14:creationId xmlns:p14="http://schemas.microsoft.com/office/powerpoint/2010/main" val="3484657808"/>
      </p:ext>
    </p:extLst>
  </p:cSld>
  <p:clrMapOvr>
    <a:masterClrMapping/>
  </p:clrMapOvr>
</p:notes>
</file>

<file path=ppt/notesSlides/notesSlide2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2958</a:t>
            </a:fld>
            <a:endParaRPr lang="en-US" dirty="0"/>
          </a:p>
        </p:txBody>
      </p:sp>
    </p:spTree>
    <p:extLst>
      <p:ext uri="{BB962C8B-B14F-4D97-AF65-F5344CB8AC3E}">
        <p14:creationId xmlns:p14="http://schemas.microsoft.com/office/powerpoint/2010/main" val="3783589157"/>
      </p:ext>
    </p:extLst>
  </p:cSld>
  <p:clrMapOvr>
    <a:masterClrMapping/>
  </p:clrMapOvr>
</p:notes>
</file>

<file path=ppt/notesSlides/notesSlide2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2959</a:t>
            </a:fld>
            <a:endParaRPr lang="en-US" dirty="0"/>
          </a:p>
        </p:txBody>
      </p:sp>
    </p:spTree>
    <p:extLst>
      <p:ext uri="{BB962C8B-B14F-4D97-AF65-F5344CB8AC3E}">
        <p14:creationId xmlns:p14="http://schemas.microsoft.com/office/powerpoint/2010/main" val="2693681029"/>
      </p:ext>
    </p:extLst>
  </p:cSld>
  <p:clrMapOvr>
    <a:masterClrMapping/>
  </p:clrMapOvr>
</p:notes>
</file>

<file path=ppt/notesSlides/notesSlide2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2960</a:t>
            </a:fld>
            <a:endParaRPr lang="en-US" dirty="0"/>
          </a:p>
        </p:txBody>
      </p:sp>
    </p:spTree>
    <p:extLst>
      <p:ext uri="{BB962C8B-B14F-4D97-AF65-F5344CB8AC3E}">
        <p14:creationId xmlns:p14="http://schemas.microsoft.com/office/powerpoint/2010/main" val="1816014424"/>
      </p:ext>
    </p:extLst>
  </p:cSld>
  <p:clrMapOvr>
    <a:masterClrMapping/>
  </p:clrMapOvr>
</p:notes>
</file>

<file path=ppt/notesSlides/notesSlide2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2961</a:t>
            </a:fld>
            <a:endParaRPr lang="en-US" dirty="0"/>
          </a:p>
        </p:txBody>
      </p:sp>
    </p:spTree>
    <p:extLst>
      <p:ext uri="{BB962C8B-B14F-4D97-AF65-F5344CB8AC3E}">
        <p14:creationId xmlns:p14="http://schemas.microsoft.com/office/powerpoint/2010/main" val="2342836506"/>
      </p:ext>
    </p:extLst>
  </p:cSld>
  <p:clrMapOvr>
    <a:masterClrMapping/>
  </p:clrMapOvr>
</p:notes>
</file>

<file path=ppt/notesSlides/notesSlide2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2962</a:t>
            </a:fld>
            <a:endParaRPr lang="en-US" dirty="0"/>
          </a:p>
        </p:txBody>
      </p:sp>
    </p:spTree>
    <p:extLst>
      <p:ext uri="{BB962C8B-B14F-4D97-AF65-F5344CB8AC3E}">
        <p14:creationId xmlns:p14="http://schemas.microsoft.com/office/powerpoint/2010/main" val="3544455084"/>
      </p:ext>
    </p:extLst>
  </p:cSld>
  <p:clrMapOvr>
    <a:masterClrMapping/>
  </p:clrMapOvr>
</p:notes>
</file>

<file path=ppt/notesSlides/notesSlide2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2963</a:t>
            </a:fld>
            <a:endParaRPr lang="en-US" dirty="0"/>
          </a:p>
        </p:txBody>
      </p:sp>
    </p:spTree>
    <p:extLst>
      <p:ext uri="{BB962C8B-B14F-4D97-AF65-F5344CB8AC3E}">
        <p14:creationId xmlns:p14="http://schemas.microsoft.com/office/powerpoint/2010/main" val="3305263349"/>
      </p:ext>
    </p:extLst>
  </p:cSld>
  <p:clrMapOvr>
    <a:masterClrMapping/>
  </p:clrMapOvr>
</p:notes>
</file>

<file path=ppt/notesSlides/notesSlide2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2964</a:t>
            </a:fld>
            <a:endParaRPr lang="en-US" dirty="0"/>
          </a:p>
        </p:txBody>
      </p:sp>
    </p:spTree>
    <p:extLst>
      <p:ext uri="{BB962C8B-B14F-4D97-AF65-F5344CB8AC3E}">
        <p14:creationId xmlns:p14="http://schemas.microsoft.com/office/powerpoint/2010/main" val="1107951286"/>
      </p:ext>
    </p:extLst>
  </p:cSld>
  <p:clrMapOvr>
    <a:masterClrMapping/>
  </p:clrMapOvr>
</p:notes>
</file>

<file path=ppt/notesSlides/notesSlide2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2965</a:t>
            </a:fld>
            <a:endParaRPr lang="en-US" dirty="0"/>
          </a:p>
        </p:txBody>
      </p:sp>
    </p:spTree>
    <p:extLst>
      <p:ext uri="{BB962C8B-B14F-4D97-AF65-F5344CB8AC3E}">
        <p14:creationId xmlns:p14="http://schemas.microsoft.com/office/powerpoint/2010/main" val="3517211191"/>
      </p:ext>
    </p:extLst>
  </p:cSld>
  <p:clrMapOvr>
    <a:masterClrMapping/>
  </p:clrMapOvr>
</p:notes>
</file>

<file path=ppt/notesSlides/notesSlide2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2966</a:t>
            </a:fld>
            <a:endParaRPr lang="en-US" dirty="0"/>
          </a:p>
        </p:txBody>
      </p:sp>
    </p:spTree>
    <p:extLst>
      <p:ext uri="{BB962C8B-B14F-4D97-AF65-F5344CB8AC3E}">
        <p14:creationId xmlns:p14="http://schemas.microsoft.com/office/powerpoint/2010/main" val="1682164569"/>
      </p:ext>
    </p:extLst>
  </p:cSld>
  <p:clrMapOvr>
    <a:masterClrMapping/>
  </p:clrMapOvr>
</p:notes>
</file>

<file path=ppt/notesSlides/notesSlide2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2967</a:t>
            </a:fld>
            <a:endParaRPr lang="en-US" dirty="0"/>
          </a:p>
        </p:txBody>
      </p:sp>
    </p:spTree>
    <p:extLst>
      <p:ext uri="{BB962C8B-B14F-4D97-AF65-F5344CB8AC3E}">
        <p14:creationId xmlns:p14="http://schemas.microsoft.com/office/powerpoint/2010/main" val="1032740310"/>
      </p:ext>
    </p:extLst>
  </p:cSld>
  <p:clrMapOvr>
    <a:masterClrMapping/>
  </p:clrMapOvr>
</p:notes>
</file>

<file path=ppt/notesSlides/notesSlide2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2968</a:t>
            </a:fld>
            <a:endParaRPr lang="en-US" dirty="0"/>
          </a:p>
        </p:txBody>
      </p:sp>
    </p:spTree>
    <p:extLst>
      <p:ext uri="{BB962C8B-B14F-4D97-AF65-F5344CB8AC3E}">
        <p14:creationId xmlns:p14="http://schemas.microsoft.com/office/powerpoint/2010/main" val="1331832631"/>
      </p:ext>
    </p:extLst>
  </p:cSld>
  <p:clrMapOvr>
    <a:masterClrMapping/>
  </p:clrMapOvr>
</p:notes>
</file>

<file path=ppt/notesSlides/notesSlide2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2969</a:t>
            </a:fld>
            <a:endParaRPr lang="en-US" dirty="0"/>
          </a:p>
        </p:txBody>
      </p:sp>
    </p:spTree>
    <p:extLst>
      <p:ext uri="{BB962C8B-B14F-4D97-AF65-F5344CB8AC3E}">
        <p14:creationId xmlns:p14="http://schemas.microsoft.com/office/powerpoint/2010/main" val="375637705"/>
      </p:ext>
    </p:extLst>
  </p:cSld>
  <p:clrMapOvr>
    <a:masterClrMapping/>
  </p:clrMapOvr>
</p:notes>
</file>

<file path=ppt/notesSlides/notesSlide2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2970</a:t>
            </a:fld>
            <a:endParaRPr lang="en-US" dirty="0"/>
          </a:p>
        </p:txBody>
      </p:sp>
    </p:spTree>
    <p:extLst>
      <p:ext uri="{BB962C8B-B14F-4D97-AF65-F5344CB8AC3E}">
        <p14:creationId xmlns:p14="http://schemas.microsoft.com/office/powerpoint/2010/main" val="746385992"/>
      </p:ext>
    </p:extLst>
  </p:cSld>
  <p:clrMapOvr>
    <a:masterClrMapping/>
  </p:clrMapOvr>
</p:notes>
</file>

<file path=ppt/notesSlides/notesSlide2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2971</a:t>
            </a:fld>
            <a:endParaRPr lang="en-US" dirty="0"/>
          </a:p>
        </p:txBody>
      </p:sp>
    </p:spTree>
    <p:extLst>
      <p:ext uri="{BB962C8B-B14F-4D97-AF65-F5344CB8AC3E}">
        <p14:creationId xmlns:p14="http://schemas.microsoft.com/office/powerpoint/2010/main" val="4260715847"/>
      </p:ext>
    </p:extLst>
  </p:cSld>
  <p:clrMapOvr>
    <a:masterClrMapping/>
  </p:clrMapOvr>
</p:notes>
</file>

<file path=ppt/notesSlides/notesSlide2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2972</a:t>
            </a:fld>
            <a:endParaRPr lang="en-US" dirty="0"/>
          </a:p>
        </p:txBody>
      </p:sp>
    </p:spTree>
    <p:extLst>
      <p:ext uri="{BB962C8B-B14F-4D97-AF65-F5344CB8AC3E}">
        <p14:creationId xmlns:p14="http://schemas.microsoft.com/office/powerpoint/2010/main" val="2961859831"/>
      </p:ext>
    </p:extLst>
  </p:cSld>
  <p:clrMapOvr>
    <a:masterClrMapping/>
  </p:clrMapOvr>
</p:notes>
</file>

<file path=ppt/notesSlides/notesSlide2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2973</a:t>
            </a:fld>
            <a:endParaRPr lang="en-US" dirty="0"/>
          </a:p>
        </p:txBody>
      </p:sp>
    </p:spTree>
    <p:extLst>
      <p:ext uri="{BB962C8B-B14F-4D97-AF65-F5344CB8AC3E}">
        <p14:creationId xmlns:p14="http://schemas.microsoft.com/office/powerpoint/2010/main" val="3769801985"/>
      </p:ext>
    </p:extLst>
  </p:cSld>
  <p:clrMapOvr>
    <a:masterClrMapping/>
  </p:clrMapOvr>
</p:notes>
</file>

<file path=ppt/notesSlides/notesSlide2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2974</a:t>
            </a:fld>
            <a:endParaRPr lang="en-US" dirty="0"/>
          </a:p>
        </p:txBody>
      </p:sp>
    </p:spTree>
    <p:extLst>
      <p:ext uri="{BB962C8B-B14F-4D97-AF65-F5344CB8AC3E}">
        <p14:creationId xmlns:p14="http://schemas.microsoft.com/office/powerpoint/2010/main" val="3819481984"/>
      </p:ext>
    </p:extLst>
  </p:cSld>
  <p:clrMapOvr>
    <a:masterClrMapping/>
  </p:clrMapOvr>
</p:notes>
</file>

<file path=ppt/notesSlides/notesSlide2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2975</a:t>
            </a:fld>
            <a:endParaRPr lang="en-US" dirty="0"/>
          </a:p>
        </p:txBody>
      </p:sp>
    </p:spTree>
    <p:extLst>
      <p:ext uri="{BB962C8B-B14F-4D97-AF65-F5344CB8AC3E}">
        <p14:creationId xmlns:p14="http://schemas.microsoft.com/office/powerpoint/2010/main" val="4000337004"/>
      </p:ext>
    </p:extLst>
  </p:cSld>
  <p:clrMapOvr>
    <a:masterClrMapping/>
  </p:clrMapOvr>
</p:notes>
</file>

<file path=ppt/notesSlides/notesSlide2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2976</a:t>
            </a:fld>
            <a:endParaRPr lang="en-US" dirty="0"/>
          </a:p>
        </p:txBody>
      </p:sp>
    </p:spTree>
    <p:extLst>
      <p:ext uri="{BB962C8B-B14F-4D97-AF65-F5344CB8AC3E}">
        <p14:creationId xmlns:p14="http://schemas.microsoft.com/office/powerpoint/2010/main" val="2130108368"/>
      </p:ext>
    </p:extLst>
  </p:cSld>
  <p:clrMapOvr>
    <a:masterClrMapping/>
  </p:clrMapOvr>
</p:notes>
</file>

<file path=ppt/notesSlides/notesSlide2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2977</a:t>
            </a:fld>
            <a:endParaRPr lang="en-US" dirty="0"/>
          </a:p>
        </p:txBody>
      </p:sp>
    </p:spTree>
    <p:extLst>
      <p:ext uri="{BB962C8B-B14F-4D97-AF65-F5344CB8AC3E}">
        <p14:creationId xmlns:p14="http://schemas.microsoft.com/office/powerpoint/2010/main" val="3928661918"/>
      </p:ext>
    </p:extLst>
  </p:cSld>
  <p:clrMapOvr>
    <a:masterClrMapping/>
  </p:clrMapOvr>
</p:notes>
</file>

<file path=ppt/notesSlides/notesSlide2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2978</a:t>
            </a:fld>
            <a:endParaRPr lang="en-US" dirty="0"/>
          </a:p>
        </p:txBody>
      </p:sp>
    </p:spTree>
    <p:extLst>
      <p:ext uri="{BB962C8B-B14F-4D97-AF65-F5344CB8AC3E}">
        <p14:creationId xmlns:p14="http://schemas.microsoft.com/office/powerpoint/2010/main" val="1095079711"/>
      </p:ext>
    </p:extLst>
  </p:cSld>
  <p:clrMapOvr>
    <a:masterClrMapping/>
  </p:clrMapOvr>
</p:notes>
</file>

<file path=ppt/notesSlides/notesSlide2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2979</a:t>
            </a:fld>
            <a:endParaRPr lang="en-US" dirty="0"/>
          </a:p>
        </p:txBody>
      </p:sp>
    </p:spTree>
    <p:extLst>
      <p:ext uri="{BB962C8B-B14F-4D97-AF65-F5344CB8AC3E}">
        <p14:creationId xmlns:p14="http://schemas.microsoft.com/office/powerpoint/2010/main" val="691729298"/>
      </p:ext>
    </p:extLst>
  </p:cSld>
  <p:clrMapOvr>
    <a:masterClrMapping/>
  </p:clrMapOvr>
</p:notes>
</file>

<file path=ppt/notesSlides/notesSlide2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2980</a:t>
            </a:fld>
            <a:endParaRPr lang="en-US" dirty="0"/>
          </a:p>
        </p:txBody>
      </p:sp>
    </p:spTree>
    <p:extLst>
      <p:ext uri="{BB962C8B-B14F-4D97-AF65-F5344CB8AC3E}">
        <p14:creationId xmlns:p14="http://schemas.microsoft.com/office/powerpoint/2010/main" val="696385434"/>
      </p:ext>
    </p:extLst>
  </p:cSld>
  <p:clrMapOvr>
    <a:masterClrMapping/>
  </p:clrMapOvr>
</p:notes>
</file>

<file path=ppt/notesSlides/notesSlide2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2981</a:t>
            </a:fld>
            <a:endParaRPr lang="en-US" dirty="0"/>
          </a:p>
        </p:txBody>
      </p:sp>
    </p:spTree>
    <p:extLst>
      <p:ext uri="{BB962C8B-B14F-4D97-AF65-F5344CB8AC3E}">
        <p14:creationId xmlns:p14="http://schemas.microsoft.com/office/powerpoint/2010/main" val="2675607766"/>
      </p:ext>
    </p:extLst>
  </p:cSld>
  <p:clrMapOvr>
    <a:masterClrMapping/>
  </p:clrMapOvr>
</p:notes>
</file>

<file path=ppt/notesSlides/notesSlide2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2982</a:t>
            </a:fld>
            <a:endParaRPr lang="en-US" dirty="0"/>
          </a:p>
        </p:txBody>
      </p:sp>
    </p:spTree>
    <p:extLst>
      <p:ext uri="{BB962C8B-B14F-4D97-AF65-F5344CB8AC3E}">
        <p14:creationId xmlns:p14="http://schemas.microsoft.com/office/powerpoint/2010/main" val="2338648552"/>
      </p:ext>
    </p:extLst>
  </p:cSld>
  <p:clrMapOvr>
    <a:masterClrMapping/>
  </p:clrMapOvr>
</p:notes>
</file>

<file path=ppt/notesSlides/notesSlide2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2983</a:t>
            </a:fld>
            <a:endParaRPr lang="en-US" dirty="0"/>
          </a:p>
        </p:txBody>
      </p:sp>
    </p:spTree>
    <p:extLst>
      <p:ext uri="{BB962C8B-B14F-4D97-AF65-F5344CB8AC3E}">
        <p14:creationId xmlns:p14="http://schemas.microsoft.com/office/powerpoint/2010/main" val="500550076"/>
      </p:ext>
    </p:extLst>
  </p:cSld>
  <p:clrMapOvr>
    <a:masterClrMapping/>
  </p:clrMapOvr>
</p:notes>
</file>

<file path=ppt/notesSlides/notesSlide2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2984</a:t>
            </a:fld>
            <a:endParaRPr lang="en-US" dirty="0"/>
          </a:p>
        </p:txBody>
      </p:sp>
    </p:spTree>
    <p:extLst>
      <p:ext uri="{BB962C8B-B14F-4D97-AF65-F5344CB8AC3E}">
        <p14:creationId xmlns:p14="http://schemas.microsoft.com/office/powerpoint/2010/main" val="4261878405"/>
      </p:ext>
    </p:extLst>
  </p:cSld>
  <p:clrMapOvr>
    <a:masterClrMapping/>
  </p:clrMapOvr>
</p:notes>
</file>

<file path=ppt/notesSlides/notesSlide2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2985</a:t>
            </a:fld>
            <a:endParaRPr lang="en-US" dirty="0"/>
          </a:p>
        </p:txBody>
      </p:sp>
    </p:spTree>
    <p:extLst>
      <p:ext uri="{BB962C8B-B14F-4D97-AF65-F5344CB8AC3E}">
        <p14:creationId xmlns:p14="http://schemas.microsoft.com/office/powerpoint/2010/main" val="1625902284"/>
      </p:ext>
    </p:extLst>
  </p:cSld>
  <p:clrMapOvr>
    <a:masterClrMapping/>
  </p:clrMapOvr>
</p:notes>
</file>

<file path=ppt/notesSlides/notesSlide2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2986</a:t>
            </a:fld>
            <a:endParaRPr lang="en-US" dirty="0"/>
          </a:p>
        </p:txBody>
      </p:sp>
    </p:spTree>
    <p:extLst>
      <p:ext uri="{BB962C8B-B14F-4D97-AF65-F5344CB8AC3E}">
        <p14:creationId xmlns:p14="http://schemas.microsoft.com/office/powerpoint/2010/main" val="4012877484"/>
      </p:ext>
    </p:extLst>
  </p:cSld>
  <p:clrMapOvr>
    <a:masterClrMapping/>
  </p:clrMapOvr>
</p:notes>
</file>

<file path=ppt/notesSlides/notesSlide2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2987</a:t>
            </a:fld>
            <a:endParaRPr lang="en-US" dirty="0"/>
          </a:p>
        </p:txBody>
      </p:sp>
    </p:spTree>
    <p:extLst>
      <p:ext uri="{BB962C8B-B14F-4D97-AF65-F5344CB8AC3E}">
        <p14:creationId xmlns:p14="http://schemas.microsoft.com/office/powerpoint/2010/main" val="2130917995"/>
      </p:ext>
    </p:extLst>
  </p:cSld>
  <p:clrMapOvr>
    <a:masterClrMapping/>
  </p:clrMapOvr>
</p:notes>
</file>

<file path=ppt/notesSlides/notesSlide2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2988</a:t>
            </a:fld>
            <a:endParaRPr lang="en-US" dirty="0"/>
          </a:p>
        </p:txBody>
      </p:sp>
    </p:spTree>
    <p:extLst>
      <p:ext uri="{BB962C8B-B14F-4D97-AF65-F5344CB8AC3E}">
        <p14:creationId xmlns:p14="http://schemas.microsoft.com/office/powerpoint/2010/main" val="2637965409"/>
      </p:ext>
    </p:extLst>
  </p:cSld>
  <p:clrMapOvr>
    <a:masterClrMapping/>
  </p:clrMapOvr>
</p:notes>
</file>

<file path=ppt/notesSlides/notesSlide2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2989</a:t>
            </a:fld>
            <a:endParaRPr lang="en-US" dirty="0"/>
          </a:p>
        </p:txBody>
      </p:sp>
    </p:spTree>
    <p:extLst>
      <p:ext uri="{BB962C8B-B14F-4D97-AF65-F5344CB8AC3E}">
        <p14:creationId xmlns:p14="http://schemas.microsoft.com/office/powerpoint/2010/main" val="960452662"/>
      </p:ext>
    </p:extLst>
  </p:cSld>
  <p:clrMapOvr>
    <a:masterClrMapping/>
  </p:clrMapOvr>
</p:notes>
</file>

<file path=ppt/notesSlides/notesSlide2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2990</a:t>
            </a:fld>
            <a:endParaRPr lang="en-US" dirty="0"/>
          </a:p>
        </p:txBody>
      </p:sp>
    </p:spTree>
    <p:extLst>
      <p:ext uri="{BB962C8B-B14F-4D97-AF65-F5344CB8AC3E}">
        <p14:creationId xmlns:p14="http://schemas.microsoft.com/office/powerpoint/2010/main" val="749443597"/>
      </p:ext>
    </p:extLst>
  </p:cSld>
  <p:clrMapOvr>
    <a:masterClrMapping/>
  </p:clrMapOvr>
</p:notes>
</file>

<file path=ppt/notesSlides/notesSlide2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2991</a:t>
            </a:fld>
            <a:endParaRPr lang="en-US" dirty="0"/>
          </a:p>
        </p:txBody>
      </p:sp>
    </p:spTree>
    <p:extLst>
      <p:ext uri="{BB962C8B-B14F-4D97-AF65-F5344CB8AC3E}">
        <p14:creationId xmlns:p14="http://schemas.microsoft.com/office/powerpoint/2010/main" val="3704118719"/>
      </p:ext>
    </p:extLst>
  </p:cSld>
  <p:clrMapOvr>
    <a:masterClrMapping/>
  </p:clrMapOvr>
</p:notes>
</file>

<file path=ppt/notesSlides/notesSlide2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2992</a:t>
            </a:fld>
            <a:endParaRPr lang="en-US" dirty="0"/>
          </a:p>
        </p:txBody>
      </p:sp>
    </p:spTree>
    <p:extLst>
      <p:ext uri="{BB962C8B-B14F-4D97-AF65-F5344CB8AC3E}">
        <p14:creationId xmlns:p14="http://schemas.microsoft.com/office/powerpoint/2010/main" val="2072033795"/>
      </p:ext>
    </p:extLst>
  </p:cSld>
  <p:clrMapOvr>
    <a:masterClrMapping/>
  </p:clrMapOvr>
</p:notes>
</file>

<file path=ppt/notesSlides/notesSlide2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2993</a:t>
            </a:fld>
            <a:endParaRPr lang="en-US" dirty="0"/>
          </a:p>
        </p:txBody>
      </p:sp>
    </p:spTree>
    <p:extLst>
      <p:ext uri="{BB962C8B-B14F-4D97-AF65-F5344CB8AC3E}">
        <p14:creationId xmlns:p14="http://schemas.microsoft.com/office/powerpoint/2010/main" val="4107960655"/>
      </p:ext>
    </p:extLst>
  </p:cSld>
  <p:clrMapOvr>
    <a:masterClrMapping/>
  </p:clrMapOvr>
</p:notes>
</file>

<file path=ppt/notesSlides/notesSlide2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2994</a:t>
            </a:fld>
            <a:endParaRPr lang="en-US" dirty="0"/>
          </a:p>
        </p:txBody>
      </p:sp>
    </p:spTree>
    <p:extLst>
      <p:ext uri="{BB962C8B-B14F-4D97-AF65-F5344CB8AC3E}">
        <p14:creationId xmlns:p14="http://schemas.microsoft.com/office/powerpoint/2010/main" val="955431739"/>
      </p:ext>
    </p:extLst>
  </p:cSld>
  <p:clrMapOvr>
    <a:masterClrMapping/>
  </p:clrMapOvr>
</p:notes>
</file>

<file path=ppt/notesSlides/notesSlide2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2995</a:t>
            </a:fld>
            <a:endParaRPr lang="en-US" dirty="0"/>
          </a:p>
        </p:txBody>
      </p:sp>
    </p:spTree>
    <p:extLst>
      <p:ext uri="{BB962C8B-B14F-4D97-AF65-F5344CB8AC3E}">
        <p14:creationId xmlns:p14="http://schemas.microsoft.com/office/powerpoint/2010/main" val="108618867"/>
      </p:ext>
    </p:extLst>
  </p:cSld>
  <p:clrMapOvr>
    <a:masterClrMapping/>
  </p:clrMapOvr>
</p:notes>
</file>

<file path=ppt/notesSlides/notesSlide2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2996</a:t>
            </a:fld>
            <a:endParaRPr lang="en-US" dirty="0"/>
          </a:p>
        </p:txBody>
      </p:sp>
    </p:spTree>
    <p:extLst>
      <p:ext uri="{BB962C8B-B14F-4D97-AF65-F5344CB8AC3E}">
        <p14:creationId xmlns:p14="http://schemas.microsoft.com/office/powerpoint/2010/main" val="2071370060"/>
      </p:ext>
    </p:extLst>
  </p:cSld>
  <p:clrMapOvr>
    <a:masterClrMapping/>
  </p:clrMapOvr>
</p:notes>
</file>

<file path=ppt/notesSlides/notesSlide2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2997</a:t>
            </a:fld>
            <a:endParaRPr lang="en-US" dirty="0"/>
          </a:p>
        </p:txBody>
      </p:sp>
    </p:spTree>
    <p:extLst>
      <p:ext uri="{BB962C8B-B14F-4D97-AF65-F5344CB8AC3E}">
        <p14:creationId xmlns:p14="http://schemas.microsoft.com/office/powerpoint/2010/main" val="3837517104"/>
      </p:ext>
    </p:extLst>
  </p:cSld>
  <p:clrMapOvr>
    <a:masterClrMapping/>
  </p:clrMapOvr>
</p:notes>
</file>

<file path=ppt/notesSlides/notesSlide2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2998</a:t>
            </a:fld>
            <a:endParaRPr lang="en-US" dirty="0"/>
          </a:p>
        </p:txBody>
      </p:sp>
    </p:spTree>
    <p:extLst>
      <p:ext uri="{BB962C8B-B14F-4D97-AF65-F5344CB8AC3E}">
        <p14:creationId xmlns:p14="http://schemas.microsoft.com/office/powerpoint/2010/main" val="3081237845"/>
      </p:ext>
    </p:extLst>
  </p:cSld>
  <p:clrMapOvr>
    <a:masterClrMapping/>
  </p:clrMapOvr>
</p:notes>
</file>

<file path=ppt/notesSlides/notesSlide2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2999</a:t>
            </a:fld>
            <a:endParaRPr lang="en-US" dirty="0"/>
          </a:p>
        </p:txBody>
      </p:sp>
    </p:spTree>
    <p:extLst>
      <p:ext uri="{BB962C8B-B14F-4D97-AF65-F5344CB8AC3E}">
        <p14:creationId xmlns:p14="http://schemas.microsoft.com/office/powerpoint/2010/main" val="817218482"/>
      </p:ext>
    </p:extLst>
  </p:cSld>
  <p:clrMapOvr>
    <a:masterClrMapping/>
  </p:clrMapOvr>
</p:notes>
</file>

<file path=ppt/notesSlides/notesSlide2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3000</a:t>
            </a:fld>
            <a:endParaRPr lang="en-US" dirty="0"/>
          </a:p>
        </p:txBody>
      </p:sp>
    </p:spTree>
    <p:extLst>
      <p:ext uri="{BB962C8B-B14F-4D97-AF65-F5344CB8AC3E}">
        <p14:creationId xmlns:p14="http://schemas.microsoft.com/office/powerpoint/2010/main" val="3145820418"/>
      </p:ext>
    </p:extLst>
  </p:cSld>
  <p:clrMapOvr>
    <a:masterClrMapping/>
  </p:clrMapOvr>
</p:notes>
</file>

<file path=ppt/notesSlides/notesSlide2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3001</a:t>
            </a:fld>
            <a:endParaRPr lang="en-US" dirty="0"/>
          </a:p>
        </p:txBody>
      </p:sp>
    </p:spTree>
    <p:extLst>
      <p:ext uri="{BB962C8B-B14F-4D97-AF65-F5344CB8AC3E}">
        <p14:creationId xmlns:p14="http://schemas.microsoft.com/office/powerpoint/2010/main" val="1885507075"/>
      </p:ext>
    </p:extLst>
  </p:cSld>
  <p:clrMapOvr>
    <a:masterClrMapping/>
  </p:clrMapOvr>
</p:notes>
</file>

<file path=ppt/notesSlides/notesSlide2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3002</a:t>
            </a:fld>
            <a:endParaRPr lang="en-US" dirty="0"/>
          </a:p>
        </p:txBody>
      </p:sp>
    </p:spTree>
    <p:extLst>
      <p:ext uri="{BB962C8B-B14F-4D97-AF65-F5344CB8AC3E}">
        <p14:creationId xmlns:p14="http://schemas.microsoft.com/office/powerpoint/2010/main" val="1543043106"/>
      </p:ext>
    </p:extLst>
  </p:cSld>
  <p:clrMapOvr>
    <a:masterClrMapping/>
  </p:clrMapOvr>
</p:notes>
</file>

<file path=ppt/notesSlides/notesSlide2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3003</a:t>
            </a:fld>
            <a:endParaRPr lang="en-US" dirty="0"/>
          </a:p>
        </p:txBody>
      </p:sp>
    </p:spTree>
    <p:extLst>
      <p:ext uri="{BB962C8B-B14F-4D97-AF65-F5344CB8AC3E}">
        <p14:creationId xmlns:p14="http://schemas.microsoft.com/office/powerpoint/2010/main" val="794295307"/>
      </p:ext>
    </p:extLst>
  </p:cSld>
  <p:clrMapOvr>
    <a:masterClrMapping/>
  </p:clrMapOvr>
</p:notes>
</file>

<file path=ppt/notesSlides/notesSlide2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3004</a:t>
            </a:fld>
            <a:endParaRPr lang="en-US" dirty="0"/>
          </a:p>
        </p:txBody>
      </p:sp>
    </p:spTree>
    <p:extLst>
      <p:ext uri="{BB962C8B-B14F-4D97-AF65-F5344CB8AC3E}">
        <p14:creationId xmlns:p14="http://schemas.microsoft.com/office/powerpoint/2010/main" val="2322789215"/>
      </p:ext>
    </p:extLst>
  </p:cSld>
  <p:clrMapOvr>
    <a:masterClrMapping/>
  </p:clrMapOvr>
</p:notes>
</file>

<file path=ppt/notesSlides/notesSlide2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3005</a:t>
            </a:fld>
            <a:endParaRPr lang="en-US" dirty="0"/>
          </a:p>
        </p:txBody>
      </p:sp>
    </p:spTree>
    <p:extLst>
      <p:ext uri="{BB962C8B-B14F-4D97-AF65-F5344CB8AC3E}">
        <p14:creationId xmlns:p14="http://schemas.microsoft.com/office/powerpoint/2010/main" val="1500328169"/>
      </p:ext>
    </p:extLst>
  </p:cSld>
  <p:clrMapOvr>
    <a:masterClrMapping/>
  </p:clrMapOvr>
</p:notes>
</file>

<file path=ppt/notesSlides/notesSlide2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3006</a:t>
            </a:fld>
            <a:endParaRPr lang="en-US" dirty="0"/>
          </a:p>
        </p:txBody>
      </p:sp>
    </p:spTree>
    <p:extLst>
      <p:ext uri="{BB962C8B-B14F-4D97-AF65-F5344CB8AC3E}">
        <p14:creationId xmlns:p14="http://schemas.microsoft.com/office/powerpoint/2010/main" val="2550459676"/>
      </p:ext>
    </p:extLst>
  </p:cSld>
  <p:clrMapOvr>
    <a:masterClrMapping/>
  </p:clrMapOvr>
</p:notes>
</file>

<file path=ppt/notesSlides/notesSlide2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3007</a:t>
            </a:fld>
            <a:endParaRPr lang="en-US" dirty="0"/>
          </a:p>
        </p:txBody>
      </p:sp>
    </p:spTree>
    <p:extLst>
      <p:ext uri="{BB962C8B-B14F-4D97-AF65-F5344CB8AC3E}">
        <p14:creationId xmlns:p14="http://schemas.microsoft.com/office/powerpoint/2010/main" val="93004852"/>
      </p:ext>
    </p:extLst>
  </p:cSld>
  <p:clrMapOvr>
    <a:masterClrMapping/>
  </p:clrMapOvr>
</p:notes>
</file>

<file path=ppt/notesSlides/notesSlide2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3008</a:t>
            </a:fld>
            <a:endParaRPr lang="en-US" dirty="0"/>
          </a:p>
        </p:txBody>
      </p:sp>
    </p:spTree>
    <p:extLst>
      <p:ext uri="{BB962C8B-B14F-4D97-AF65-F5344CB8AC3E}">
        <p14:creationId xmlns:p14="http://schemas.microsoft.com/office/powerpoint/2010/main" val="2174355416"/>
      </p:ext>
    </p:extLst>
  </p:cSld>
  <p:clrMapOvr>
    <a:masterClrMapping/>
  </p:clrMapOvr>
</p:notes>
</file>

<file path=ppt/notesSlides/notesSlide2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3009</a:t>
            </a:fld>
            <a:endParaRPr lang="en-US" dirty="0"/>
          </a:p>
        </p:txBody>
      </p:sp>
    </p:spTree>
    <p:extLst>
      <p:ext uri="{BB962C8B-B14F-4D97-AF65-F5344CB8AC3E}">
        <p14:creationId xmlns:p14="http://schemas.microsoft.com/office/powerpoint/2010/main" val="3160831968"/>
      </p:ext>
    </p:extLst>
  </p:cSld>
  <p:clrMapOvr>
    <a:masterClrMapping/>
  </p:clrMapOvr>
</p:notes>
</file>

<file path=ppt/notesSlides/notesSlide2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3010</a:t>
            </a:fld>
            <a:endParaRPr lang="en-US" dirty="0"/>
          </a:p>
        </p:txBody>
      </p:sp>
    </p:spTree>
    <p:extLst>
      <p:ext uri="{BB962C8B-B14F-4D97-AF65-F5344CB8AC3E}">
        <p14:creationId xmlns:p14="http://schemas.microsoft.com/office/powerpoint/2010/main" val="443961067"/>
      </p:ext>
    </p:extLst>
  </p:cSld>
  <p:clrMapOvr>
    <a:masterClrMapping/>
  </p:clrMapOvr>
</p:notes>
</file>

<file path=ppt/notesSlides/notesSlide2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3011</a:t>
            </a:fld>
            <a:endParaRPr lang="en-US" dirty="0"/>
          </a:p>
        </p:txBody>
      </p:sp>
    </p:spTree>
    <p:extLst>
      <p:ext uri="{BB962C8B-B14F-4D97-AF65-F5344CB8AC3E}">
        <p14:creationId xmlns:p14="http://schemas.microsoft.com/office/powerpoint/2010/main" val="1590790210"/>
      </p:ext>
    </p:extLst>
  </p:cSld>
  <p:clrMapOvr>
    <a:masterClrMapping/>
  </p:clrMapOvr>
</p:notes>
</file>

<file path=ppt/notesSlides/notesSlide2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3012</a:t>
            </a:fld>
            <a:endParaRPr lang="en-US" dirty="0"/>
          </a:p>
        </p:txBody>
      </p:sp>
    </p:spTree>
    <p:extLst>
      <p:ext uri="{BB962C8B-B14F-4D97-AF65-F5344CB8AC3E}">
        <p14:creationId xmlns:p14="http://schemas.microsoft.com/office/powerpoint/2010/main" val="3559275826"/>
      </p:ext>
    </p:extLst>
  </p:cSld>
  <p:clrMapOvr>
    <a:masterClrMapping/>
  </p:clrMapOvr>
</p:notes>
</file>

<file path=ppt/notesSlides/notesSlide2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3013</a:t>
            </a:fld>
            <a:endParaRPr lang="en-US" dirty="0"/>
          </a:p>
        </p:txBody>
      </p:sp>
    </p:spTree>
    <p:extLst>
      <p:ext uri="{BB962C8B-B14F-4D97-AF65-F5344CB8AC3E}">
        <p14:creationId xmlns:p14="http://schemas.microsoft.com/office/powerpoint/2010/main" val="2119894592"/>
      </p:ext>
    </p:extLst>
  </p:cSld>
  <p:clrMapOvr>
    <a:masterClrMapping/>
  </p:clrMapOvr>
</p:notes>
</file>

<file path=ppt/notesSlides/notesSlide2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3014</a:t>
            </a:fld>
            <a:endParaRPr lang="en-US" dirty="0"/>
          </a:p>
        </p:txBody>
      </p:sp>
    </p:spTree>
    <p:extLst>
      <p:ext uri="{BB962C8B-B14F-4D97-AF65-F5344CB8AC3E}">
        <p14:creationId xmlns:p14="http://schemas.microsoft.com/office/powerpoint/2010/main" val="50159049"/>
      </p:ext>
    </p:extLst>
  </p:cSld>
  <p:clrMapOvr>
    <a:masterClrMapping/>
  </p:clrMapOvr>
</p:notes>
</file>

<file path=ppt/notesSlides/notesSlide2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3015</a:t>
            </a:fld>
            <a:endParaRPr lang="en-US" dirty="0"/>
          </a:p>
        </p:txBody>
      </p:sp>
    </p:spTree>
    <p:extLst>
      <p:ext uri="{BB962C8B-B14F-4D97-AF65-F5344CB8AC3E}">
        <p14:creationId xmlns:p14="http://schemas.microsoft.com/office/powerpoint/2010/main" val="1852704549"/>
      </p:ext>
    </p:extLst>
  </p:cSld>
  <p:clrMapOvr>
    <a:masterClrMapping/>
  </p:clrMapOvr>
</p:notes>
</file>

<file path=ppt/notesSlides/notesSlide2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3016</a:t>
            </a:fld>
            <a:endParaRPr lang="en-US" dirty="0"/>
          </a:p>
        </p:txBody>
      </p:sp>
    </p:spTree>
    <p:extLst>
      <p:ext uri="{BB962C8B-B14F-4D97-AF65-F5344CB8AC3E}">
        <p14:creationId xmlns:p14="http://schemas.microsoft.com/office/powerpoint/2010/main" val="2786033490"/>
      </p:ext>
    </p:extLst>
  </p:cSld>
  <p:clrMapOvr>
    <a:masterClrMapping/>
  </p:clrMapOvr>
</p:notes>
</file>

<file path=ppt/notesSlides/notesSlide2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3017</a:t>
            </a:fld>
            <a:endParaRPr lang="en-US" dirty="0"/>
          </a:p>
        </p:txBody>
      </p:sp>
    </p:spTree>
    <p:extLst>
      <p:ext uri="{BB962C8B-B14F-4D97-AF65-F5344CB8AC3E}">
        <p14:creationId xmlns:p14="http://schemas.microsoft.com/office/powerpoint/2010/main" val="3315822964"/>
      </p:ext>
    </p:extLst>
  </p:cSld>
  <p:clrMapOvr>
    <a:masterClrMapping/>
  </p:clrMapOvr>
</p:notes>
</file>

<file path=ppt/notesSlides/notesSlide2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3018</a:t>
            </a:fld>
            <a:endParaRPr lang="en-US" dirty="0"/>
          </a:p>
        </p:txBody>
      </p:sp>
    </p:spTree>
    <p:extLst>
      <p:ext uri="{BB962C8B-B14F-4D97-AF65-F5344CB8AC3E}">
        <p14:creationId xmlns:p14="http://schemas.microsoft.com/office/powerpoint/2010/main" val="3703854254"/>
      </p:ext>
    </p:extLst>
  </p:cSld>
  <p:clrMapOvr>
    <a:masterClrMapping/>
  </p:clrMapOvr>
</p:notes>
</file>

<file path=ppt/notesSlides/notesSlide2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3019</a:t>
            </a:fld>
            <a:endParaRPr lang="en-US" dirty="0"/>
          </a:p>
        </p:txBody>
      </p:sp>
    </p:spTree>
    <p:extLst>
      <p:ext uri="{BB962C8B-B14F-4D97-AF65-F5344CB8AC3E}">
        <p14:creationId xmlns:p14="http://schemas.microsoft.com/office/powerpoint/2010/main" val="3428794731"/>
      </p:ext>
    </p:extLst>
  </p:cSld>
  <p:clrMapOvr>
    <a:masterClrMapping/>
  </p:clrMapOvr>
</p:notes>
</file>

<file path=ppt/notesSlides/notesSlide2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3020</a:t>
            </a:fld>
            <a:endParaRPr lang="en-US" dirty="0"/>
          </a:p>
        </p:txBody>
      </p:sp>
    </p:spTree>
    <p:extLst>
      <p:ext uri="{BB962C8B-B14F-4D97-AF65-F5344CB8AC3E}">
        <p14:creationId xmlns:p14="http://schemas.microsoft.com/office/powerpoint/2010/main" val="4045691636"/>
      </p:ext>
    </p:extLst>
  </p:cSld>
  <p:clrMapOvr>
    <a:masterClrMapping/>
  </p:clrMapOvr>
</p:notes>
</file>

<file path=ppt/notesSlides/notesSlide2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3021</a:t>
            </a:fld>
            <a:endParaRPr lang="en-US" dirty="0"/>
          </a:p>
        </p:txBody>
      </p:sp>
    </p:spTree>
    <p:extLst>
      <p:ext uri="{BB962C8B-B14F-4D97-AF65-F5344CB8AC3E}">
        <p14:creationId xmlns:p14="http://schemas.microsoft.com/office/powerpoint/2010/main" val="2421903351"/>
      </p:ext>
    </p:extLst>
  </p:cSld>
  <p:clrMapOvr>
    <a:masterClrMapping/>
  </p:clrMapOvr>
</p:notes>
</file>

<file path=ppt/notesSlides/notesSlide2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3022</a:t>
            </a:fld>
            <a:endParaRPr lang="en-US" dirty="0"/>
          </a:p>
        </p:txBody>
      </p:sp>
    </p:spTree>
    <p:extLst>
      <p:ext uri="{BB962C8B-B14F-4D97-AF65-F5344CB8AC3E}">
        <p14:creationId xmlns:p14="http://schemas.microsoft.com/office/powerpoint/2010/main" val="1447813820"/>
      </p:ext>
    </p:extLst>
  </p:cSld>
  <p:clrMapOvr>
    <a:masterClrMapping/>
  </p:clrMapOvr>
</p:notes>
</file>

<file path=ppt/notesSlides/notesSlide2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3023</a:t>
            </a:fld>
            <a:endParaRPr lang="en-US" dirty="0"/>
          </a:p>
        </p:txBody>
      </p:sp>
    </p:spTree>
    <p:extLst>
      <p:ext uri="{BB962C8B-B14F-4D97-AF65-F5344CB8AC3E}">
        <p14:creationId xmlns:p14="http://schemas.microsoft.com/office/powerpoint/2010/main" val="303090330"/>
      </p:ext>
    </p:extLst>
  </p:cSld>
  <p:clrMapOvr>
    <a:masterClrMapping/>
  </p:clrMapOvr>
</p:notes>
</file>

<file path=ppt/notesSlides/notesSlide2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3024</a:t>
            </a:fld>
            <a:endParaRPr lang="en-US" dirty="0"/>
          </a:p>
        </p:txBody>
      </p:sp>
    </p:spTree>
    <p:extLst>
      <p:ext uri="{BB962C8B-B14F-4D97-AF65-F5344CB8AC3E}">
        <p14:creationId xmlns:p14="http://schemas.microsoft.com/office/powerpoint/2010/main" val="855958834"/>
      </p:ext>
    </p:extLst>
  </p:cSld>
  <p:clrMapOvr>
    <a:masterClrMapping/>
  </p:clrMapOvr>
</p:notes>
</file>

<file path=ppt/notesSlides/notesSlide2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3025</a:t>
            </a:fld>
            <a:endParaRPr lang="en-US" dirty="0"/>
          </a:p>
        </p:txBody>
      </p:sp>
    </p:spTree>
    <p:extLst>
      <p:ext uri="{BB962C8B-B14F-4D97-AF65-F5344CB8AC3E}">
        <p14:creationId xmlns:p14="http://schemas.microsoft.com/office/powerpoint/2010/main" val="517055277"/>
      </p:ext>
    </p:extLst>
  </p:cSld>
  <p:clrMapOvr>
    <a:masterClrMapping/>
  </p:clrMapOvr>
</p:notes>
</file>

<file path=ppt/notesSlides/notesSlide2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3026</a:t>
            </a:fld>
            <a:endParaRPr lang="en-US" dirty="0"/>
          </a:p>
        </p:txBody>
      </p:sp>
    </p:spTree>
    <p:extLst>
      <p:ext uri="{BB962C8B-B14F-4D97-AF65-F5344CB8AC3E}">
        <p14:creationId xmlns:p14="http://schemas.microsoft.com/office/powerpoint/2010/main" val="2250567312"/>
      </p:ext>
    </p:extLst>
  </p:cSld>
  <p:clrMapOvr>
    <a:masterClrMapping/>
  </p:clrMapOvr>
</p:notes>
</file>

<file path=ppt/notesSlides/notesSlide2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3027</a:t>
            </a:fld>
            <a:endParaRPr lang="en-US" dirty="0"/>
          </a:p>
        </p:txBody>
      </p:sp>
    </p:spTree>
    <p:extLst>
      <p:ext uri="{BB962C8B-B14F-4D97-AF65-F5344CB8AC3E}">
        <p14:creationId xmlns:p14="http://schemas.microsoft.com/office/powerpoint/2010/main" val="3174192535"/>
      </p:ext>
    </p:extLst>
  </p:cSld>
  <p:clrMapOvr>
    <a:masterClrMapping/>
  </p:clrMapOvr>
</p:notes>
</file>

<file path=ppt/notesSlides/notesSlide2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3028</a:t>
            </a:fld>
            <a:endParaRPr lang="en-US" dirty="0"/>
          </a:p>
        </p:txBody>
      </p:sp>
    </p:spTree>
    <p:extLst>
      <p:ext uri="{BB962C8B-B14F-4D97-AF65-F5344CB8AC3E}">
        <p14:creationId xmlns:p14="http://schemas.microsoft.com/office/powerpoint/2010/main" val="1339543125"/>
      </p:ext>
    </p:extLst>
  </p:cSld>
  <p:clrMapOvr>
    <a:masterClrMapping/>
  </p:clrMapOvr>
</p:notes>
</file>

<file path=ppt/notesSlides/notesSlide2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3029</a:t>
            </a:fld>
            <a:endParaRPr lang="en-US" dirty="0"/>
          </a:p>
        </p:txBody>
      </p:sp>
    </p:spTree>
    <p:extLst>
      <p:ext uri="{BB962C8B-B14F-4D97-AF65-F5344CB8AC3E}">
        <p14:creationId xmlns:p14="http://schemas.microsoft.com/office/powerpoint/2010/main" val="1121104838"/>
      </p:ext>
    </p:extLst>
  </p:cSld>
  <p:clrMapOvr>
    <a:masterClrMapping/>
  </p:clrMapOvr>
</p:notes>
</file>

<file path=ppt/notesSlides/notesSlide2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3030</a:t>
            </a:fld>
            <a:endParaRPr lang="en-US" dirty="0"/>
          </a:p>
        </p:txBody>
      </p:sp>
    </p:spTree>
    <p:extLst>
      <p:ext uri="{BB962C8B-B14F-4D97-AF65-F5344CB8AC3E}">
        <p14:creationId xmlns:p14="http://schemas.microsoft.com/office/powerpoint/2010/main" val="4099148115"/>
      </p:ext>
    </p:extLst>
  </p:cSld>
  <p:clrMapOvr>
    <a:masterClrMapping/>
  </p:clrMapOvr>
</p:notes>
</file>

<file path=ppt/notesSlides/notesSlide2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3031</a:t>
            </a:fld>
            <a:endParaRPr lang="en-US" dirty="0"/>
          </a:p>
        </p:txBody>
      </p:sp>
    </p:spTree>
    <p:extLst>
      <p:ext uri="{BB962C8B-B14F-4D97-AF65-F5344CB8AC3E}">
        <p14:creationId xmlns:p14="http://schemas.microsoft.com/office/powerpoint/2010/main" val="257046465"/>
      </p:ext>
    </p:extLst>
  </p:cSld>
  <p:clrMapOvr>
    <a:masterClrMapping/>
  </p:clrMapOvr>
</p:notes>
</file>

<file path=ppt/notesSlides/notesSlide2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3032</a:t>
            </a:fld>
            <a:endParaRPr lang="en-US" dirty="0"/>
          </a:p>
        </p:txBody>
      </p:sp>
    </p:spTree>
    <p:extLst>
      <p:ext uri="{BB962C8B-B14F-4D97-AF65-F5344CB8AC3E}">
        <p14:creationId xmlns:p14="http://schemas.microsoft.com/office/powerpoint/2010/main" val="3344314520"/>
      </p:ext>
    </p:extLst>
  </p:cSld>
  <p:clrMapOvr>
    <a:masterClrMapping/>
  </p:clrMapOvr>
</p:notes>
</file>

<file path=ppt/notesSlides/notesSlide2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3033</a:t>
            </a:fld>
            <a:endParaRPr lang="en-US" dirty="0"/>
          </a:p>
        </p:txBody>
      </p:sp>
    </p:spTree>
    <p:extLst>
      <p:ext uri="{BB962C8B-B14F-4D97-AF65-F5344CB8AC3E}">
        <p14:creationId xmlns:p14="http://schemas.microsoft.com/office/powerpoint/2010/main" val="3351977595"/>
      </p:ext>
    </p:extLst>
  </p:cSld>
  <p:clrMapOvr>
    <a:masterClrMapping/>
  </p:clrMapOvr>
</p:notes>
</file>

<file path=ppt/notesSlides/notesSlide2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3034</a:t>
            </a:fld>
            <a:endParaRPr lang="en-US" dirty="0"/>
          </a:p>
        </p:txBody>
      </p:sp>
    </p:spTree>
    <p:extLst>
      <p:ext uri="{BB962C8B-B14F-4D97-AF65-F5344CB8AC3E}">
        <p14:creationId xmlns:p14="http://schemas.microsoft.com/office/powerpoint/2010/main" val="1002686774"/>
      </p:ext>
    </p:extLst>
  </p:cSld>
  <p:clrMapOvr>
    <a:masterClrMapping/>
  </p:clrMapOvr>
</p:notes>
</file>

<file path=ppt/notesSlides/notesSlide2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3035</a:t>
            </a:fld>
            <a:endParaRPr lang="en-US" dirty="0"/>
          </a:p>
        </p:txBody>
      </p:sp>
    </p:spTree>
    <p:extLst>
      <p:ext uri="{BB962C8B-B14F-4D97-AF65-F5344CB8AC3E}">
        <p14:creationId xmlns:p14="http://schemas.microsoft.com/office/powerpoint/2010/main" val="2118870743"/>
      </p:ext>
    </p:extLst>
  </p:cSld>
  <p:clrMapOvr>
    <a:masterClrMapping/>
  </p:clrMapOvr>
</p:notes>
</file>

<file path=ppt/notesSlides/notesSlide2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3036</a:t>
            </a:fld>
            <a:endParaRPr lang="en-US" dirty="0"/>
          </a:p>
        </p:txBody>
      </p:sp>
    </p:spTree>
    <p:extLst>
      <p:ext uri="{BB962C8B-B14F-4D97-AF65-F5344CB8AC3E}">
        <p14:creationId xmlns:p14="http://schemas.microsoft.com/office/powerpoint/2010/main" val="2735562795"/>
      </p:ext>
    </p:extLst>
  </p:cSld>
  <p:clrMapOvr>
    <a:masterClrMapping/>
  </p:clrMapOvr>
</p:notes>
</file>

<file path=ppt/notesSlides/notesSlide2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3037</a:t>
            </a:fld>
            <a:endParaRPr lang="en-US" dirty="0"/>
          </a:p>
        </p:txBody>
      </p:sp>
    </p:spTree>
    <p:extLst>
      <p:ext uri="{BB962C8B-B14F-4D97-AF65-F5344CB8AC3E}">
        <p14:creationId xmlns:p14="http://schemas.microsoft.com/office/powerpoint/2010/main" val="93605954"/>
      </p:ext>
    </p:extLst>
  </p:cSld>
  <p:clrMapOvr>
    <a:masterClrMapping/>
  </p:clrMapOvr>
</p:notes>
</file>

<file path=ppt/notesSlides/notesSlide2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3038</a:t>
            </a:fld>
            <a:endParaRPr lang="en-US" dirty="0"/>
          </a:p>
        </p:txBody>
      </p:sp>
    </p:spTree>
    <p:extLst>
      <p:ext uri="{BB962C8B-B14F-4D97-AF65-F5344CB8AC3E}">
        <p14:creationId xmlns:p14="http://schemas.microsoft.com/office/powerpoint/2010/main" val="565503233"/>
      </p:ext>
    </p:extLst>
  </p:cSld>
  <p:clrMapOvr>
    <a:masterClrMapping/>
  </p:clrMapOvr>
</p:notes>
</file>

<file path=ppt/notesSlides/notesSlide2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3039</a:t>
            </a:fld>
            <a:endParaRPr lang="en-US" dirty="0"/>
          </a:p>
        </p:txBody>
      </p:sp>
    </p:spTree>
    <p:extLst>
      <p:ext uri="{BB962C8B-B14F-4D97-AF65-F5344CB8AC3E}">
        <p14:creationId xmlns:p14="http://schemas.microsoft.com/office/powerpoint/2010/main" val="759461891"/>
      </p:ext>
    </p:extLst>
  </p:cSld>
  <p:clrMapOvr>
    <a:masterClrMapping/>
  </p:clrMapOvr>
</p:notes>
</file>

<file path=ppt/notesSlides/notesSlide2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3040</a:t>
            </a:fld>
            <a:endParaRPr lang="en-US" dirty="0"/>
          </a:p>
        </p:txBody>
      </p:sp>
    </p:spTree>
    <p:extLst>
      <p:ext uri="{BB962C8B-B14F-4D97-AF65-F5344CB8AC3E}">
        <p14:creationId xmlns:p14="http://schemas.microsoft.com/office/powerpoint/2010/main" val="3107170997"/>
      </p:ext>
    </p:extLst>
  </p:cSld>
  <p:clrMapOvr>
    <a:masterClrMapping/>
  </p:clrMapOvr>
</p:notes>
</file>

<file path=ppt/notesSlides/notesSlide2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3041</a:t>
            </a:fld>
            <a:endParaRPr lang="en-US" dirty="0"/>
          </a:p>
        </p:txBody>
      </p:sp>
    </p:spTree>
    <p:extLst>
      <p:ext uri="{BB962C8B-B14F-4D97-AF65-F5344CB8AC3E}">
        <p14:creationId xmlns:p14="http://schemas.microsoft.com/office/powerpoint/2010/main" val="746882638"/>
      </p:ext>
    </p:extLst>
  </p:cSld>
  <p:clrMapOvr>
    <a:masterClrMapping/>
  </p:clrMapOvr>
</p:notes>
</file>

<file path=ppt/notesSlides/notesSlide2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3042</a:t>
            </a:fld>
            <a:endParaRPr lang="en-US" dirty="0"/>
          </a:p>
        </p:txBody>
      </p:sp>
    </p:spTree>
    <p:extLst>
      <p:ext uri="{BB962C8B-B14F-4D97-AF65-F5344CB8AC3E}">
        <p14:creationId xmlns:p14="http://schemas.microsoft.com/office/powerpoint/2010/main" val="983246198"/>
      </p:ext>
    </p:extLst>
  </p:cSld>
  <p:clrMapOvr>
    <a:masterClrMapping/>
  </p:clrMapOvr>
</p:notes>
</file>

<file path=ppt/notesSlides/notesSlide2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3043</a:t>
            </a:fld>
            <a:endParaRPr lang="en-US" dirty="0"/>
          </a:p>
        </p:txBody>
      </p:sp>
    </p:spTree>
    <p:extLst>
      <p:ext uri="{BB962C8B-B14F-4D97-AF65-F5344CB8AC3E}">
        <p14:creationId xmlns:p14="http://schemas.microsoft.com/office/powerpoint/2010/main" val="438394367"/>
      </p:ext>
    </p:extLst>
  </p:cSld>
  <p:clrMapOvr>
    <a:masterClrMapping/>
  </p:clrMapOvr>
</p:notes>
</file>

<file path=ppt/notesSlides/notesSlide2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3044</a:t>
            </a:fld>
            <a:endParaRPr lang="en-US" dirty="0"/>
          </a:p>
        </p:txBody>
      </p:sp>
    </p:spTree>
    <p:extLst>
      <p:ext uri="{BB962C8B-B14F-4D97-AF65-F5344CB8AC3E}">
        <p14:creationId xmlns:p14="http://schemas.microsoft.com/office/powerpoint/2010/main" val="959377162"/>
      </p:ext>
    </p:extLst>
  </p:cSld>
  <p:clrMapOvr>
    <a:masterClrMapping/>
  </p:clrMapOvr>
</p:notes>
</file>

<file path=ppt/notesSlides/notesSlide2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3045</a:t>
            </a:fld>
            <a:endParaRPr lang="en-US" dirty="0"/>
          </a:p>
        </p:txBody>
      </p:sp>
    </p:spTree>
    <p:extLst>
      <p:ext uri="{BB962C8B-B14F-4D97-AF65-F5344CB8AC3E}">
        <p14:creationId xmlns:p14="http://schemas.microsoft.com/office/powerpoint/2010/main" val="460367922"/>
      </p:ext>
    </p:extLst>
  </p:cSld>
  <p:clrMapOvr>
    <a:masterClrMapping/>
  </p:clrMapOvr>
</p:notes>
</file>

<file path=ppt/notesSlides/notesSlide2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3046</a:t>
            </a:fld>
            <a:endParaRPr lang="en-US" dirty="0"/>
          </a:p>
        </p:txBody>
      </p:sp>
    </p:spTree>
    <p:extLst>
      <p:ext uri="{BB962C8B-B14F-4D97-AF65-F5344CB8AC3E}">
        <p14:creationId xmlns:p14="http://schemas.microsoft.com/office/powerpoint/2010/main" val="1161273166"/>
      </p:ext>
    </p:extLst>
  </p:cSld>
  <p:clrMapOvr>
    <a:masterClrMapping/>
  </p:clrMapOvr>
</p:notes>
</file>

<file path=ppt/notesSlides/notesSlide2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3047</a:t>
            </a:fld>
            <a:endParaRPr lang="en-US" dirty="0"/>
          </a:p>
        </p:txBody>
      </p:sp>
    </p:spTree>
    <p:extLst>
      <p:ext uri="{BB962C8B-B14F-4D97-AF65-F5344CB8AC3E}">
        <p14:creationId xmlns:p14="http://schemas.microsoft.com/office/powerpoint/2010/main" val="2090193287"/>
      </p:ext>
    </p:extLst>
  </p:cSld>
  <p:clrMapOvr>
    <a:masterClrMapping/>
  </p:clrMapOvr>
</p:notes>
</file>

<file path=ppt/notesSlides/notesSlide2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3048</a:t>
            </a:fld>
            <a:endParaRPr lang="en-US" dirty="0"/>
          </a:p>
        </p:txBody>
      </p:sp>
    </p:spTree>
    <p:extLst>
      <p:ext uri="{BB962C8B-B14F-4D97-AF65-F5344CB8AC3E}">
        <p14:creationId xmlns:p14="http://schemas.microsoft.com/office/powerpoint/2010/main" val="1700838788"/>
      </p:ext>
    </p:extLst>
  </p:cSld>
  <p:clrMapOvr>
    <a:masterClrMapping/>
  </p:clrMapOvr>
</p:notes>
</file>

<file path=ppt/notesSlides/notesSlide2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3049</a:t>
            </a:fld>
            <a:endParaRPr lang="en-US" dirty="0"/>
          </a:p>
        </p:txBody>
      </p:sp>
    </p:spTree>
    <p:extLst>
      <p:ext uri="{BB962C8B-B14F-4D97-AF65-F5344CB8AC3E}">
        <p14:creationId xmlns:p14="http://schemas.microsoft.com/office/powerpoint/2010/main" val="2664232033"/>
      </p:ext>
    </p:extLst>
  </p:cSld>
  <p:clrMapOvr>
    <a:masterClrMapping/>
  </p:clrMapOvr>
</p:notes>
</file>

<file path=ppt/notesSlides/notesSlide2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3050</a:t>
            </a:fld>
            <a:endParaRPr lang="en-US" dirty="0"/>
          </a:p>
        </p:txBody>
      </p:sp>
    </p:spTree>
    <p:extLst>
      <p:ext uri="{BB962C8B-B14F-4D97-AF65-F5344CB8AC3E}">
        <p14:creationId xmlns:p14="http://schemas.microsoft.com/office/powerpoint/2010/main" val="4142213454"/>
      </p:ext>
    </p:extLst>
  </p:cSld>
  <p:clrMapOvr>
    <a:masterClrMapping/>
  </p:clrMapOvr>
</p:notes>
</file>

<file path=ppt/notesSlides/notesSlide2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3051</a:t>
            </a:fld>
            <a:endParaRPr lang="en-US" dirty="0"/>
          </a:p>
        </p:txBody>
      </p:sp>
    </p:spTree>
    <p:extLst>
      <p:ext uri="{BB962C8B-B14F-4D97-AF65-F5344CB8AC3E}">
        <p14:creationId xmlns:p14="http://schemas.microsoft.com/office/powerpoint/2010/main" val="547944399"/>
      </p:ext>
    </p:extLst>
  </p:cSld>
  <p:clrMapOvr>
    <a:masterClrMapping/>
  </p:clrMapOvr>
</p:notes>
</file>

<file path=ppt/notesSlides/notesSlide2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3052</a:t>
            </a:fld>
            <a:endParaRPr lang="en-US" dirty="0"/>
          </a:p>
        </p:txBody>
      </p:sp>
    </p:spTree>
    <p:extLst>
      <p:ext uri="{BB962C8B-B14F-4D97-AF65-F5344CB8AC3E}">
        <p14:creationId xmlns:p14="http://schemas.microsoft.com/office/powerpoint/2010/main" val="1220573352"/>
      </p:ext>
    </p:extLst>
  </p:cSld>
  <p:clrMapOvr>
    <a:masterClrMapping/>
  </p:clrMapOvr>
</p:notes>
</file>

<file path=ppt/notesSlides/notesSlide2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3053</a:t>
            </a:fld>
            <a:endParaRPr lang="en-US" dirty="0"/>
          </a:p>
        </p:txBody>
      </p:sp>
    </p:spTree>
    <p:extLst>
      <p:ext uri="{BB962C8B-B14F-4D97-AF65-F5344CB8AC3E}">
        <p14:creationId xmlns:p14="http://schemas.microsoft.com/office/powerpoint/2010/main" val="519570409"/>
      </p:ext>
    </p:extLst>
  </p:cSld>
  <p:clrMapOvr>
    <a:masterClrMapping/>
  </p:clrMapOvr>
</p:notes>
</file>

<file path=ppt/notesSlides/notesSlide2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3054</a:t>
            </a:fld>
            <a:endParaRPr lang="en-US" dirty="0"/>
          </a:p>
        </p:txBody>
      </p:sp>
    </p:spTree>
    <p:extLst>
      <p:ext uri="{BB962C8B-B14F-4D97-AF65-F5344CB8AC3E}">
        <p14:creationId xmlns:p14="http://schemas.microsoft.com/office/powerpoint/2010/main" val="486782196"/>
      </p:ext>
    </p:extLst>
  </p:cSld>
  <p:clrMapOvr>
    <a:masterClrMapping/>
  </p:clrMapOvr>
</p:notes>
</file>

<file path=ppt/notesSlides/notesSlide2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3055</a:t>
            </a:fld>
            <a:endParaRPr lang="en-US" dirty="0"/>
          </a:p>
        </p:txBody>
      </p:sp>
    </p:spTree>
    <p:extLst>
      <p:ext uri="{BB962C8B-B14F-4D97-AF65-F5344CB8AC3E}">
        <p14:creationId xmlns:p14="http://schemas.microsoft.com/office/powerpoint/2010/main" val="3026860"/>
      </p:ext>
    </p:extLst>
  </p:cSld>
  <p:clrMapOvr>
    <a:masterClrMapping/>
  </p:clrMapOvr>
</p:notes>
</file>

<file path=ppt/notesSlides/notesSlide2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3056</a:t>
            </a:fld>
            <a:endParaRPr lang="en-US" dirty="0"/>
          </a:p>
        </p:txBody>
      </p:sp>
    </p:spTree>
    <p:extLst>
      <p:ext uri="{BB962C8B-B14F-4D97-AF65-F5344CB8AC3E}">
        <p14:creationId xmlns:p14="http://schemas.microsoft.com/office/powerpoint/2010/main" val="1233373771"/>
      </p:ext>
    </p:extLst>
  </p:cSld>
  <p:clrMapOvr>
    <a:masterClrMapping/>
  </p:clrMapOvr>
</p:notes>
</file>

<file path=ppt/notesSlides/notesSlide2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3057</a:t>
            </a:fld>
            <a:endParaRPr lang="en-US" dirty="0"/>
          </a:p>
        </p:txBody>
      </p:sp>
    </p:spTree>
    <p:extLst>
      <p:ext uri="{BB962C8B-B14F-4D97-AF65-F5344CB8AC3E}">
        <p14:creationId xmlns:p14="http://schemas.microsoft.com/office/powerpoint/2010/main" val="3290316519"/>
      </p:ext>
    </p:extLst>
  </p:cSld>
  <p:clrMapOvr>
    <a:masterClrMapping/>
  </p:clrMapOvr>
</p:notes>
</file>

<file path=ppt/notesSlides/notesSlide2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3058</a:t>
            </a:fld>
            <a:endParaRPr lang="en-US" dirty="0"/>
          </a:p>
        </p:txBody>
      </p:sp>
    </p:spTree>
    <p:extLst>
      <p:ext uri="{BB962C8B-B14F-4D97-AF65-F5344CB8AC3E}">
        <p14:creationId xmlns:p14="http://schemas.microsoft.com/office/powerpoint/2010/main" val="447415732"/>
      </p:ext>
    </p:extLst>
  </p:cSld>
  <p:clrMapOvr>
    <a:masterClrMapping/>
  </p:clrMapOvr>
</p:notes>
</file>

<file path=ppt/notesSlides/notesSlide2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3059</a:t>
            </a:fld>
            <a:endParaRPr lang="en-US" dirty="0"/>
          </a:p>
        </p:txBody>
      </p:sp>
    </p:spTree>
    <p:extLst>
      <p:ext uri="{BB962C8B-B14F-4D97-AF65-F5344CB8AC3E}">
        <p14:creationId xmlns:p14="http://schemas.microsoft.com/office/powerpoint/2010/main" val="3672192858"/>
      </p:ext>
    </p:extLst>
  </p:cSld>
  <p:clrMapOvr>
    <a:masterClrMapping/>
  </p:clrMapOvr>
</p:notes>
</file>

<file path=ppt/notesSlides/notesSlide2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3060</a:t>
            </a:fld>
            <a:endParaRPr lang="en-US" dirty="0"/>
          </a:p>
        </p:txBody>
      </p:sp>
    </p:spTree>
    <p:extLst>
      <p:ext uri="{BB962C8B-B14F-4D97-AF65-F5344CB8AC3E}">
        <p14:creationId xmlns:p14="http://schemas.microsoft.com/office/powerpoint/2010/main" val="4229831515"/>
      </p:ext>
    </p:extLst>
  </p:cSld>
  <p:clrMapOvr>
    <a:masterClrMapping/>
  </p:clrMapOvr>
</p:notes>
</file>

<file path=ppt/notesSlides/notesSlide2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3061</a:t>
            </a:fld>
            <a:endParaRPr lang="en-US" dirty="0"/>
          </a:p>
        </p:txBody>
      </p:sp>
    </p:spTree>
    <p:extLst>
      <p:ext uri="{BB962C8B-B14F-4D97-AF65-F5344CB8AC3E}">
        <p14:creationId xmlns:p14="http://schemas.microsoft.com/office/powerpoint/2010/main" val="4179728099"/>
      </p:ext>
    </p:extLst>
  </p:cSld>
  <p:clrMapOvr>
    <a:masterClrMapping/>
  </p:clrMapOvr>
</p:notes>
</file>

<file path=ppt/notesSlides/notesSlide2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3062</a:t>
            </a:fld>
            <a:endParaRPr lang="en-US" dirty="0"/>
          </a:p>
        </p:txBody>
      </p:sp>
    </p:spTree>
    <p:extLst>
      <p:ext uri="{BB962C8B-B14F-4D97-AF65-F5344CB8AC3E}">
        <p14:creationId xmlns:p14="http://schemas.microsoft.com/office/powerpoint/2010/main" val="1481754414"/>
      </p:ext>
    </p:extLst>
  </p:cSld>
  <p:clrMapOvr>
    <a:masterClrMapping/>
  </p:clrMapOvr>
</p:notes>
</file>

<file path=ppt/notesSlides/notesSlide2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3063</a:t>
            </a:fld>
            <a:endParaRPr lang="en-US" dirty="0"/>
          </a:p>
        </p:txBody>
      </p:sp>
    </p:spTree>
    <p:extLst>
      <p:ext uri="{BB962C8B-B14F-4D97-AF65-F5344CB8AC3E}">
        <p14:creationId xmlns:p14="http://schemas.microsoft.com/office/powerpoint/2010/main" val="1987807884"/>
      </p:ext>
    </p:extLst>
  </p:cSld>
  <p:clrMapOvr>
    <a:masterClrMapping/>
  </p:clrMapOvr>
</p:notes>
</file>

<file path=ppt/notesSlides/notesSlide2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3064</a:t>
            </a:fld>
            <a:endParaRPr lang="en-US" dirty="0"/>
          </a:p>
        </p:txBody>
      </p:sp>
    </p:spTree>
    <p:extLst>
      <p:ext uri="{BB962C8B-B14F-4D97-AF65-F5344CB8AC3E}">
        <p14:creationId xmlns:p14="http://schemas.microsoft.com/office/powerpoint/2010/main" val="1108722335"/>
      </p:ext>
    </p:extLst>
  </p:cSld>
  <p:clrMapOvr>
    <a:masterClrMapping/>
  </p:clrMapOvr>
</p:notes>
</file>

<file path=ppt/notesSlides/notesSlide2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3065</a:t>
            </a:fld>
            <a:endParaRPr lang="en-US" dirty="0"/>
          </a:p>
        </p:txBody>
      </p:sp>
    </p:spTree>
    <p:extLst>
      <p:ext uri="{BB962C8B-B14F-4D97-AF65-F5344CB8AC3E}">
        <p14:creationId xmlns:p14="http://schemas.microsoft.com/office/powerpoint/2010/main" val="3375798175"/>
      </p:ext>
    </p:extLst>
  </p:cSld>
  <p:clrMapOvr>
    <a:masterClrMapping/>
  </p:clrMapOvr>
</p:notes>
</file>

<file path=ppt/notesSlides/notesSlide2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3066</a:t>
            </a:fld>
            <a:endParaRPr lang="en-US" dirty="0"/>
          </a:p>
        </p:txBody>
      </p:sp>
    </p:spTree>
    <p:extLst>
      <p:ext uri="{BB962C8B-B14F-4D97-AF65-F5344CB8AC3E}">
        <p14:creationId xmlns:p14="http://schemas.microsoft.com/office/powerpoint/2010/main" val="2561602798"/>
      </p:ext>
    </p:extLst>
  </p:cSld>
  <p:clrMapOvr>
    <a:masterClrMapping/>
  </p:clrMapOvr>
</p:notes>
</file>

<file path=ppt/notesSlides/notesSlide2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3067</a:t>
            </a:fld>
            <a:endParaRPr lang="en-US" dirty="0"/>
          </a:p>
        </p:txBody>
      </p:sp>
    </p:spTree>
    <p:extLst>
      <p:ext uri="{BB962C8B-B14F-4D97-AF65-F5344CB8AC3E}">
        <p14:creationId xmlns:p14="http://schemas.microsoft.com/office/powerpoint/2010/main" val="2796086744"/>
      </p:ext>
    </p:extLst>
  </p:cSld>
  <p:clrMapOvr>
    <a:masterClrMapping/>
  </p:clrMapOvr>
</p:notes>
</file>

<file path=ppt/notesSlides/notesSlide2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3068</a:t>
            </a:fld>
            <a:endParaRPr lang="en-US" dirty="0"/>
          </a:p>
        </p:txBody>
      </p:sp>
    </p:spTree>
    <p:extLst>
      <p:ext uri="{BB962C8B-B14F-4D97-AF65-F5344CB8AC3E}">
        <p14:creationId xmlns:p14="http://schemas.microsoft.com/office/powerpoint/2010/main" val="2277842508"/>
      </p:ext>
    </p:extLst>
  </p:cSld>
  <p:clrMapOvr>
    <a:masterClrMapping/>
  </p:clrMapOvr>
</p:notes>
</file>

<file path=ppt/notesSlides/notesSlide2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3069</a:t>
            </a:fld>
            <a:endParaRPr lang="en-US" dirty="0"/>
          </a:p>
        </p:txBody>
      </p:sp>
    </p:spTree>
    <p:extLst>
      <p:ext uri="{BB962C8B-B14F-4D97-AF65-F5344CB8AC3E}">
        <p14:creationId xmlns:p14="http://schemas.microsoft.com/office/powerpoint/2010/main" val="382406615"/>
      </p:ext>
    </p:extLst>
  </p:cSld>
  <p:clrMapOvr>
    <a:masterClrMapping/>
  </p:clrMapOvr>
</p:notes>
</file>

<file path=ppt/notesSlides/notesSlide2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3070</a:t>
            </a:fld>
            <a:endParaRPr lang="en-US" dirty="0"/>
          </a:p>
        </p:txBody>
      </p:sp>
    </p:spTree>
    <p:extLst>
      <p:ext uri="{BB962C8B-B14F-4D97-AF65-F5344CB8AC3E}">
        <p14:creationId xmlns:p14="http://schemas.microsoft.com/office/powerpoint/2010/main" val="235722858"/>
      </p:ext>
    </p:extLst>
  </p:cSld>
  <p:clrMapOvr>
    <a:masterClrMapping/>
  </p:clrMapOvr>
</p:notes>
</file>

<file path=ppt/notesSlides/notesSlide2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3071</a:t>
            </a:fld>
            <a:endParaRPr lang="en-US" dirty="0"/>
          </a:p>
        </p:txBody>
      </p:sp>
    </p:spTree>
    <p:extLst>
      <p:ext uri="{BB962C8B-B14F-4D97-AF65-F5344CB8AC3E}">
        <p14:creationId xmlns:p14="http://schemas.microsoft.com/office/powerpoint/2010/main" val="500045141"/>
      </p:ext>
    </p:extLst>
  </p:cSld>
  <p:clrMapOvr>
    <a:masterClrMapping/>
  </p:clrMapOvr>
</p:notes>
</file>

<file path=ppt/notesSlides/notesSlide2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3072</a:t>
            </a:fld>
            <a:endParaRPr lang="en-US" dirty="0"/>
          </a:p>
        </p:txBody>
      </p:sp>
    </p:spTree>
    <p:extLst>
      <p:ext uri="{BB962C8B-B14F-4D97-AF65-F5344CB8AC3E}">
        <p14:creationId xmlns:p14="http://schemas.microsoft.com/office/powerpoint/2010/main" val="1562501001"/>
      </p:ext>
    </p:extLst>
  </p:cSld>
  <p:clrMapOvr>
    <a:masterClrMapping/>
  </p:clrMapOvr>
</p:notes>
</file>

<file path=ppt/notesSlides/notesSlide2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3073</a:t>
            </a:fld>
            <a:endParaRPr lang="en-US" dirty="0"/>
          </a:p>
        </p:txBody>
      </p:sp>
    </p:spTree>
    <p:extLst>
      <p:ext uri="{BB962C8B-B14F-4D97-AF65-F5344CB8AC3E}">
        <p14:creationId xmlns:p14="http://schemas.microsoft.com/office/powerpoint/2010/main" val="205723370"/>
      </p:ext>
    </p:extLst>
  </p:cSld>
  <p:clrMapOvr>
    <a:masterClrMapping/>
  </p:clrMapOvr>
</p:notes>
</file>

<file path=ppt/notesSlides/notesSlide2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3074</a:t>
            </a:fld>
            <a:endParaRPr lang="en-US" dirty="0"/>
          </a:p>
        </p:txBody>
      </p:sp>
    </p:spTree>
    <p:extLst>
      <p:ext uri="{BB962C8B-B14F-4D97-AF65-F5344CB8AC3E}">
        <p14:creationId xmlns:p14="http://schemas.microsoft.com/office/powerpoint/2010/main" val="1115819034"/>
      </p:ext>
    </p:extLst>
  </p:cSld>
  <p:clrMapOvr>
    <a:masterClrMapping/>
  </p:clrMapOvr>
</p:notes>
</file>

<file path=ppt/notesSlides/notesSlide2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3075</a:t>
            </a:fld>
            <a:endParaRPr lang="en-US" dirty="0"/>
          </a:p>
        </p:txBody>
      </p:sp>
    </p:spTree>
    <p:extLst>
      <p:ext uri="{BB962C8B-B14F-4D97-AF65-F5344CB8AC3E}">
        <p14:creationId xmlns:p14="http://schemas.microsoft.com/office/powerpoint/2010/main" val="2226213697"/>
      </p:ext>
    </p:extLst>
  </p:cSld>
  <p:clrMapOvr>
    <a:masterClrMapping/>
  </p:clrMapOvr>
</p:notes>
</file>

<file path=ppt/notesSlides/notesSlide2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3076</a:t>
            </a:fld>
            <a:endParaRPr lang="en-US" dirty="0"/>
          </a:p>
        </p:txBody>
      </p:sp>
    </p:spTree>
    <p:extLst>
      <p:ext uri="{BB962C8B-B14F-4D97-AF65-F5344CB8AC3E}">
        <p14:creationId xmlns:p14="http://schemas.microsoft.com/office/powerpoint/2010/main" val="1561398252"/>
      </p:ext>
    </p:extLst>
  </p:cSld>
  <p:clrMapOvr>
    <a:masterClrMapping/>
  </p:clrMapOvr>
</p:notes>
</file>

<file path=ppt/notesSlides/notesSlide2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3077</a:t>
            </a:fld>
            <a:endParaRPr lang="en-US" dirty="0"/>
          </a:p>
        </p:txBody>
      </p:sp>
    </p:spTree>
    <p:extLst>
      <p:ext uri="{BB962C8B-B14F-4D97-AF65-F5344CB8AC3E}">
        <p14:creationId xmlns:p14="http://schemas.microsoft.com/office/powerpoint/2010/main" val="1292434340"/>
      </p:ext>
    </p:extLst>
  </p:cSld>
  <p:clrMapOvr>
    <a:masterClrMapping/>
  </p:clrMapOvr>
</p:notes>
</file>

<file path=ppt/notesSlides/notesSlide2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3078</a:t>
            </a:fld>
            <a:endParaRPr lang="en-US" dirty="0"/>
          </a:p>
        </p:txBody>
      </p:sp>
    </p:spTree>
    <p:extLst>
      <p:ext uri="{BB962C8B-B14F-4D97-AF65-F5344CB8AC3E}">
        <p14:creationId xmlns:p14="http://schemas.microsoft.com/office/powerpoint/2010/main" val="2896789584"/>
      </p:ext>
    </p:extLst>
  </p:cSld>
  <p:clrMapOvr>
    <a:masterClrMapping/>
  </p:clrMapOvr>
</p:notes>
</file>

<file path=ppt/notesSlides/notesSlide2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3079</a:t>
            </a:fld>
            <a:endParaRPr lang="en-US" dirty="0"/>
          </a:p>
        </p:txBody>
      </p:sp>
    </p:spTree>
    <p:extLst>
      <p:ext uri="{BB962C8B-B14F-4D97-AF65-F5344CB8AC3E}">
        <p14:creationId xmlns:p14="http://schemas.microsoft.com/office/powerpoint/2010/main" val="2109596138"/>
      </p:ext>
    </p:extLst>
  </p:cSld>
  <p:clrMapOvr>
    <a:masterClrMapping/>
  </p:clrMapOvr>
</p:notes>
</file>

<file path=ppt/notesSlides/notesSlide2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3080</a:t>
            </a:fld>
            <a:endParaRPr lang="en-US" dirty="0"/>
          </a:p>
        </p:txBody>
      </p:sp>
    </p:spTree>
    <p:extLst>
      <p:ext uri="{BB962C8B-B14F-4D97-AF65-F5344CB8AC3E}">
        <p14:creationId xmlns:p14="http://schemas.microsoft.com/office/powerpoint/2010/main" val="2086833469"/>
      </p:ext>
    </p:extLst>
  </p:cSld>
  <p:clrMapOvr>
    <a:masterClrMapping/>
  </p:clrMapOvr>
</p:notes>
</file>

<file path=ppt/notesSlides/notesSlide2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3081</a:t>
            </a:fld>
            <a:endParaRPr lang="en-US" dirty="0"/>
          </a:p>
        </p:txBody>
      </p:sp>
    </p:spTree>
    <p:extLst>
      <p:ext uri="{BB962C8B-B14F-4D97-AF65-F5344CB8AC3E}">
        <p14:creationId xmlns:p14="http://schemas.microsoft.com/office/powerpoint/2010/main" val="3506849869"/>
      </p:ext>
    </p:extLst>
  </p:cSld>
  <p:clrMapOvr>
    <a:masterClrMapping/>
  </p:clrMapOvr>
</p:notes>
</file>

<file path=ppt/notesSlides/notesSlide2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3082</a:t>
            </a:fld>
            <a:endParaRPr lang="en-US" dirty="0"/>
          </a:p>
        </p:txBody>
      </p:sp>
    </p:spTree>
    <p:extLst>
      <p:ext uri="{BB962C8B-B14F-4D97-AF65-F5344CB8AC3E}">
        <p14:creationId xmlns:p14="http://schemas.microsoft.com/office/powerpoint/2010/main" val="3732681291"/>
      </p:ext>
    </p:extLst>
  </p:cSld>
  <p:clrMapOvr>
    <a:masterClrMapping/>
  </p:clrMapOvr>
</p:notes>
</file>

<file path=ppt/notesSlides/notesSlide2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3083</a:t>
            </a:fld>
            <a:endParaRPr lang="en-US" dirty="0"/>
          </a:p>
        </p:txBody>
      </p:sp>
    </p:spTree>
    <p:extLst>
      <p:ext uri="{BB962C8B-B14F-4D97-AF65-F5344CB8AC3E}">
        <p14:creationId xmlns:p14="http://schemas.microsoft.com/office/powerpoint/2010/main" val="2757178219"/>
      </p:ext>
    </p:extLst>
  </p:cSld>
  <p:clrMapOvr>
    <a:masterClrMapping/>
  </p:clrMapOvr>
</p:notes>
</file>

<file path=ppt/notesSlides/notesSlide2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3084</a:t>
            </a:fld>
            <a:endParaRPr lang="en-US" dirty="0"/>
          </a:p>
        </p:txBody>
      </p:sp>
    </p:spTree>
    <p:extLst>
      <p:ext uri="{BB962C8B-B14F-4D97-AF65-F5344CB8AC3E}">
        <p14:creationId xmlns:p14="http://schemas.microsoft.com/office/powerpoint/2010/main" val="1235317973"/>
      </p:ext>
    </p:extLst>
  </p:cSld>
  <p:clrMapOvr>
    <a:masterClrMapping/>
  </p:clrMapOvr>
</p:notes>
</file>

<file path=ppt/notesSlides/notesSlide2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3085</a:t>
            </a:fld>
            <a:endParaRPr lang="en-US" dirty="0"/>
          </a:p>
        </p:txBody>
      </p:sp>
    </p:spTree>
    <p:extLst>
      <p:ext uri="{BB962C8B-B14F-4D97-AF65-F5344CB8AC3E}">
        <p14:creationId xmlns:p14="http://schemas.microsoft.com/office/powerpoint/2010/main" val="495997214"/>
      </p:ext>
    </p:extLst>
  </p:cSld>
  <p:clrMapOvr>
    <a:masterClrMapping/>
  </p:clrMapOvr>
</p:notes>
</file>

<file path=ppt/notesSlides/notesSlide2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3086</a:t>
            </a:fld>
            <a:endParaRPr lang="en-US" dirty="0"/>
          </a:p>
        </p:txBody>
      </p:sp>
    </p:spTree>
    <p:extLst>
      <p:ext uri="{BB962C8B-B14F-4D97-AF65-F5344CB8AC3E}">
        <p14:creationId xmlns:p14="http://schemas.microsoft.com/office/powerpoint/2010/main" val="649832706"/>
      </p:ext>
    </p:extLst>
  </p:cSld>
  <p:clrMapOvr>
    <a:masterClrMapping/>
  </p:clrMapOvr>
</p:notes>
</file>

<file path=ppt/notesSlides/notesSlide2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3087</a:t>
            </a:fld>
            <a:endParaRPr lang="en-US" dirty="0"/>
          </a:p>
        </p:txBody>
      </p:sp>
    </p:spTree>
    <p:extLst>
      <p:ext uri="{BB962C8B-B14F-4D97-AF65-F5344CB8AC3E}">
        <p14:creationId xmlns:p14="http://schemas.microsoft.com/office/powerpoint/2010/main" val="161234110"/>
      </p:ext>
    </p:extLst>
  </p:cSld>
  <p:clrMapOvr>
    <a:masterClrMapping/>
  </p:clrMapOvr>
</p:notes>
</file>

<file path=ppt/notesSlides/notesSlide2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3088</a:t>
            </a:fld>
            <a:endParaRPr lang="en-US" dirty="0"/>
          </a:p>
        </p:txBody>
      </p:sp>
    </p:spTree>
    <p:extLst>
      <p:ext uri="{BB962C8B-B14F-4D97-AF65-F5344CB8AC3E}">
        <p14:creationId xmlns:p14="http://schemas.microsoft.com/office/powerpoint/2010/main" val="1195167986"/>
      </p:ext>
    </p:extLst>
  </p:cSld>
  <p:clrMapOvr>
    <a:masterClrMapping/>
  </p:clrMapOvr>
</p:notes>
</file>

<file path=ppt/notesSlides/notesSlide2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3089</a:t>
            </a:fld>
            <a:endParaRPr lang="en-US" dirty="0"/>
          </a:p>
        </p:txBody>
      </p:sp>
    </p:spTree>
    <p:extLst>
      <p:ext uri="{BB962C8B-B14F-4D97-AF65-F5344CB8AC3E}">
        <p14:creationId xmlns:p14="http://schemas.microsoft.com/office/powerpoint/2010/main" val="2731676046"/>
      </p:ext>
    </p:extLst>
  </p:cSld>
  <p:clrMapOvr>
    <a:masterClrMapping/>
  </p:clrMapOvr>
</p:notes>
</file>

<file path=ppt/notesSlides/notesSlide2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3090</a:t>
            </a:fld>
            <a:endParaRPr lang="en-US" dirty="0"/>
          </a:p>
        </p:txBody>
      </p:sp>
    </p:spTree>
    <p:extLst>
      <p:ext uri="{BB962C8B-B14F-4D97-AF65-F5344CB8AC3E}">
        <p14:creationId xmlns:p14="http://schemas.microsoft.com/office/powerpoint/2010/main" val="3210938312"/>
      </p:ext>
    </p:extLst>
  </p:cSld>
  <p:clrMapOvr>
    <a:masterClrMapping/>
  </p:clrMapOvr>
</p:notes>
</file>

<file path=ppt/notesSlides/notesSlide2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3091</a:t>
            </a:fld>
            <a:endParaRPr lang="en-US" dirty="0"/>
          </a:p>
        </p:txBody>
      </p:sp>
    </p:spTree>
    <p:extLst>
      <p:ext uri="{BB962C8B-B14F-4D97-AF65-F5344CB8AC3E}">
        <p14:creationId xmlns:p14="http://schemas.microsoft.com/office/powerpoint/2010/main" val="856407956"/>
      </p:ext>
    </p:extLst>
  </p:cSld>
  <p:clrMapOvr>
    <a:masterClrMapping/>
  </p:clrMapOvr>
</p:notes>
</file>

<file path=ppt/notesSlides/notesSlide2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3092</a:t>
            </a:fld>
            <a:endParaRPr lang="en-US" dirty="0"/>
          </a:p>
        </p:txBody>
      </p:sp>
    </p:spTree>
    <p:extLst>
      <p:ext uri="{BB962C8B-B14F-4D97-AF65-F5344CB8AC3E}">
        <p14:creationId xmlns:p14="http://schemas.microsoft.com/office/powerpoint/2010/main" val="4053043581"/>
      </p:ext>
    </p:extLst>
  </p:cSld>
  <p:clrMapOvr>
    <a:masterClrMapping/>
  </p:clrMapOvr>
</p:notes>
</file>

<file path=ppt/notesSlides/notesSlide2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3093</a:t>
            </a:fld>
            <a:endParaRPr lang="en-US" dirty="0"/>
          </a:p>
        </p:txBody>
      </p:sp>
    </p:spTree>
    <p:extLst>
      <p:ext uri="{BB962C8B-B14F-4D97-AF65-F5344CB8AC3E}">
        <p14:creationId xmlns:p14="http://schemas.microsoft.com/office/powerpoint/2010/main" val="2136526629"/>
      </p:ext>
    </p:extLst>
  </p:cSld>
  <p:clrMapOvr>
    <a:masterClrMapping/>
  </p:clrMapOvr>
</p:notes>
</file>

<file path=ppt/notesSlides/notesSlide2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3094</a:t>
            </a:fld>
            <a:endParaRPr lang="en-US" dirty="0"/>
          </a:p>
        </p:txBody>
      </p:sp>
    </p:spTree>
    <p:extLst>
      <p:ext uri="{BB962C8B-B14F-4D97-AF65-F5344CB8AC3E}">
        <p14:creationId xmlns:p14="http://schemas.microsoft.com/office/powerpoint/2010/main" val="665088763"/>
      </p:ext>
    </p:extLst>
  </p:cSld>
  <p:clrMapOvr>
    <a:masterClrMapping/>
  </p:clrMapOvr>
</p:notes>
</file>

<file path=ppt/notesSlides/notesSlide2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3095</a:t>
            </a:fld>
            <a:endParaRPr lang="en-US" dirty="0"/>
          </a:p>
        </p:txBody>
      </p:sp>
    </p:spTree>
    <p:extLst>
      <p:ext uri="{BB962C8B-B14F-4D97-AF65-F5344CB8AC3E}">
        <p14:creationId xmlns:p14="http://schemas.microsoft.com/office/powerpoint/2010/main" val="2245573192"/>
      </p:ext>
    </p:extLst>
  </p:cSld>
  <p:clrMapOvr>
    <a:masterClrMapping/>
  </p:clrMapOvr>
</p:notes>
</file>

<file path=ppt/notesSlides/notesSlide2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3096</a:t>
            </a:fld>
            <a:endParaRPr lang="en-US" dirty="0"/>
          </a:p>
        </p:txBody>
      </p:sp>
    </p:spTree>
    <p:extLst>
      <p:ext uri="{BB962C8B-B14F-4D97-AF65-F5344CB8AC3E}">
        <p14:creationId xmlns:p14="http://schemas.microsoft.com/office/powerpoint/2010/main" val="1890658512"/>
      </p:ext>
    </p:extLst>
  </p:cSld>
  <p:clrMapOvr>
    <a:masterClrMapping/>
  </p:clrMapOvr>
</p:notes>
</file>

<file path=ppt/notesSlides/notesSlide2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3097</a:t>
            </a:fld>
            <a:endParaRPr lang="en-US" dirty="0"/>
          </a:p>
        </p:txBody>
      </p:sp>
    </p:spTree>
    <p:extLst>
      <p:ext uri="{BB962C8B-B14F-4D97-AF65-F5344CB8AC3E}">
        <p14:creationId xmlns:p14="http://schemas.microsoft.com/office/powerpoint/2010/main" val="1483733129"/>
      </p:ext>
    </p:extLst>
  </p:cSld>
  <p:clrMapOvr>
    <a:masterClrMapping/>
  </p:clrMapOvr>
</p:notes>
</file>

<file path=ppt/notesSlides/notesSlide2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3098</a:t>
            </a:fld>
            <a:endParaRPr lang="en-US" dirty="0"/>
          </a:p>
        </p:txBody>
      </p:sp>
    </p:spTree>
    <p:extLst>
      <p:ext uri="{BB962C8B-B14F-4D97-AF65-F5344CB8AC3E}">
        <p14:creationId xmlns:p14="http://schemas.microsoft.com/office/powerpoint/2010/main" val="3898284867"/>
      </p:ext>
    </p:extLst>
  </p:cSld>
  <p:clrMapOvr>
    <a:masterClrMapping/>
  </p:clrMapOvr>
</p:notes>
</file>

<file path=ppt/notesSlides/notesSlide2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3099</a:t>
            </a:fld>
            <a:endParaRPr lang="en-US" dirty="0"/>
          </a:p>
        </p:txBody>
      </p:sp>
    </p:spTree>
    <p:extLst>
      <p:ext uri="{BB962C8B-B14F-4D97-AF65-F5344CB8AC3E}">
        <p14:creationId xmlns:p14="http://schemas.microsoft.com/office/powerpoint/2010/main" val="3991697400"/>
      </p:ext>
    </p:extLst>
  </p:cSld>
  <p:clrMapOvr>
    <a:masterClrMapping/>
  </p:clrMapOvr>
</p:notes>
</file>

<file path=ppt/notesSlides/notesSlide2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3100</a:t>
            </a:fld>
            <a:endParaRPr lang="en-US" dirty="0"/>
          </a:p>
        </p:txBody>
      </p:sp>
    </p:spTree>
    <p:extLst>
      <p:ext uri="{BB962C8B-B14F-4D97-AF65-F5344CB8AC3E}">
        <p14:creationId xmlns:p14="http://schemas.microsoft.com/office/powerpoint/2010/main" val="2684628203"/>
      </p:ext>
    </p:extLst>
  </p:cSld>
  <p:clrMapOvr>
    <a:masterClrMapping/>
  </p:clrMapOvr>
</p:notes>
</file>

<file path=ppt/notesSlides/notesSlide2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3101</a:t>
            </a:fld>
            <a:endParaRPr lang="en-US" dirty="0"/>
          </a:p>
        </p:txBody>
      </p:sp>
    </p:spTree>
    <p:extLst>
      <p:ext uri="{BB962C8B-B14F-4D97-AF65-F5344CB8AC3E}">
        <p14:creationId xmlns:p14="http://schemas.microsoft.com/office/powerpoint/2010/main" val="2608655157"/>
      </p:ext>
    </p:extLst>
  </p:cSld>
  <p:clrMapOvr>
    <a:masterClrMapping/>
  </p:clrMapOvr>
</p:notes>
</file>

<file path=ppt/notesSlides/notesSlide2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3102</a:t>
            </a:fld>
            <a:endParaRPr lang="en-US" dirty="0"/>
          </a:p>
        </p:txBody>
      </p:sp>
    </p:spTree>
    <p:extLst>
      <p:ext uri="{BB962C8B-B14F-4D97-AF65-F5344CB8AC3E}">
        <p14:creationId xmlns:p14="http://schemas.microsoft.com/office/powerpoint/2010/main" val="3407336357"/>
      </p:ext>
    </p:extLst>
  </p:cSld>
  <p:clrMapOvr>
    <a:masterClrMapping/>
  </p:clrMapOvr>
</p:notes>
</file>

<file path=ppt/notesSlides/notesSlide2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3103</a:t>
            </a:fld>
            <a:endParaRPr lang="en-US" dirty="0"/>
          </a:p>
        </p:txBody>
      </p:sp>
    </p:spTree>
    <p:extLst>
      <p:ext uri="{BB962C8B-B14F-4D97-AF65-F5344CB8AC3E}">
        <p14:creationId xmlns:p14="http://schemas.microsoft.com/office/powerpoint/2010/main" val="359035610"/>
      </p:ext>
    </p:extLst>
  </p:cSld>
  <p:clrMapOvr>
    <a:masterClrMapping/>
  </p:clrMapOvr>
</p:notes>
</file>

<file path=ppt/notesSlides/notesSlide2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3104</a:t>
            </a:fld>
            <a:endParaRPr lang="en-US" dirty="0"/>
          </a:p>
        </p:txBody>
      </p:sp>
    </p:spTree>
    <p:extLst>
      <p:ext uri="{BB962C8B-B14F-4D97-AF65-F5344CB8AC3E}">
        <p14:creationId xmlns:p14="http://schemas.microsoft.com/office/powerpoint/2010/main" val="985688857"/>
      </p:ext>
    </p:extLst>
  </p:cSld>
  <p:clrMapOvr>
    <a:masterClrMapping/>
  </p:clrMapOvr>
</p:notes>
</file>

<file path=ppt/notesSlides/notesSlide2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3105</a:t>
            </a:fld>
            <a:endParaRPr lang="en-US" dirty="0"/>
          </a:p>
        </p:txBody>
      </p:sp>
    </p:spTree>
    <p:extLst>
      <p:ext uri="{BB962C8B-B14F-4D97-AF65-F5344CB8AC3E}">
        <p14:creationId xmlns:p14="http://schemas.microsoft.com/office/powerpoint/2010/main" val="730541796"/>
      </p:ext>
    </p:extLst>
  </p:cSld>
  <p:clrMapOvr>
    <a:masterClrMapping/>
  </p:clrMapOvr>
</p:notes>
</file>

<file path=ppt/notesSlides/notesSlide2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3106</a:t>
            </a:fld>
            <a:endParaRPr lang="en-US" dirty="0"/>
          </a:p>
        </p:txBody>
      </p:sp>
    </p:spTree>
    <p:extLst>
      <p:ext uri="{BB962C8B-B14F-4D97-AF65-F5344CB8AC3E}">
        <p14:creationId xmlns:p14="http://schemas.microsoft.com/office/powerpoint/2010/main" val="151366798"/>
      </p:ext>
    </p:extLst>
  </p:cSld>
  <p:clrMapOvr>
    <a:masterClrMapping/>
  </p:clrMapOvr>
</p:notes>
</file>

<file path=ppt/notesSlides/notesSlide2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3107</a:t>
            </a:fld>
            <a:endParaRPr lang="en-US" dirty="0"/>
          </a:p>
        </p:txBody>
      </p:sp>
    </p:spTree>
    <p:extLst>
      <p:ext uri="{BB962C8B-B14F-4D97-AF65-F5344CB8AC3E}">
        <p14:creationId xmlns:p14="http://schemas.microsoft.com/office/powerpoint/2010/main" val="1825342898"/>
      </p:ext>
    </p:extLst>
  </p:cSld>
  <p:clrMapOvr>
    <a:masterClrMapping/>
  </p:clrMapOvr>
</p:notes>
</file>

<file path=ppt/notesSlides/notesSlide2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3108</a:t>
            </a:fld>
            <a:endParaRPr lang="en-US" dirty="0"/>
          </a:p>
        </p:txBody>
      </p:sp>
    </p:spTree>
    <p:extLst>
      <p:ext uri="{BB962C8B-B14F-4D97-AF65-F5344CB8AC3E}">
        <p14:creationId xmlns:p14="http://schemas.microsoft.com/office/powerpoint/2010/main" val="4177569668"/>
      </p:ext>
    </p:extLst>
  </p:cSld>
  <p:clrMapOvr>
    <a:masterClrMapping/>
  </p:clrMapOvr>
</p:notes>
</file>

<file path=ppt/notesSlides/notesSlide2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3109</a:t>
            </a:fld>
            <a:endParaRPr lang="en-US" dirty="0"/>
          </a:p>
        </p:txBody>
      </p:sp>
    </p:spTree>
    <p:extLst>
      <p:ext uri="{BB962C8B-B14F-4D97-AF65-F5344CB8AC3E}">
        <p14:creationId xmlns:p14="http://schemas.microsoft.com/office/powerpoint/2010/main" val="2841547153"/>
      </p:ext>
    </p:extLst>
  </p:cSld>
  <p:clrMapOvr>
    <a:masterClrMapping/>
  </p:clrMapOvr>
</p:notes>
</file>

<file path=ppt/notesSlides/notesSlide2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3110</a:t>
            </a:fld>
            <a:endParaRPr lang="en-US" dirty="0"/>
          </a:p>
        </p:txBody>
      </p:sp>
    </p:spTree>
    <p:extLst>
      <p:ext uri="{BB962C8B-B14F-4D97-AF65-F5344CB8AC3E}">
        <p14:creationId xmlns:p14="http://schemas.microsoft.com/office/powerpoint/2010/main" val="1721166804"/>
      </p:ext>
    </p:extLst>
  </p:cSld>
  <p:clrMapOvr>
    <a:masterClrMapping/>
  </p:clrMapOvr>
</p:notes>
</file>

<file path=ppt/notesSlides/notesSlide2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3111</a:t>
            </a:fld>
            <a:endParaRPr lang="en-US" dirty="0"/>
          </a:p>
        </p:txBody>
      </p:sp>
    </p:spTree>
    <p:extLst>
      <p:ext uri="{BB962C8B-B14F-4D97-AF65-F5344CB8AC3E}">
        <p14:creationId xmlns:p14="http://schemas.microsoft.com/office/powerpoint/2010/main" val="3948699810"/>
      </p:ext>
    </p:extLst>
  </p:cSld>
  <p:clrMapOvr>
    <a:masterClrMapping/>
  </p:clrMapOvr>
</p:notes>
</file>

<file path=ppt/notesSlides/notesSlide2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3112</a:t>
            </a:fld>
            <a:endParaRPr lang="en-US" dirty="0"/>
          </a:p>
        </p:txBody>
      </p:sp>
    </p:spTree>
    <p:extLst>
      <p:ext uri="{BB962C8B-B14F-4D97-AF65-F5344CB8AC3E}">
        <p14:creationId xmlns:p14="http://schemas.microsoft.com/office/powerpoint/2010/main" val="601549108"/>
      </p:ext>
    </p:extLst>
  </p:cSld>
  <p:clrMapOvr>
    <a:masterClrMapping/>
  </p:clrMapOvr>
</p:notes>
</file>

<file path=ppt/notesSlides/notesSlide2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3113</a:t>
            </a:fld>
            <a:endParaRPr lang="en-US" dirty="0"/>
          </a:p>
        </p:txBody>
      </p:sp>
    </p:spTree>
    <p:extLst>
      <p:ext uri="{BB962C8B-B14F-4D97-AF65-F5344CB8AC3E}">
        <p14:creationId xmlns:p14="http://schemas.microsoft.com/office/powerpoint/2010/main" val="1885883026"/>
      </p:ext>
    </p:extLst>
  </p:cSld>
  <p:clrMapOvr>
    <a:masterClrMapping/>
  </p:clrMapOvr>
</p:notes>
</file>

<file path=ppt/notesSlides/notesSlide2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3114</a:t>
            </a:fld>
            <a:endParaRPr lang="en-US" dirty="0"/>
          </a:p>
        </p:txBody>
      </p:sp>
    </p:spTree>
    <p:extLst>
      <p:ext uri="{BB962C8B-B14F-4D97-AF65-F5344CB8AC3E}">
        <p14:creationId xmlns:p14="http://schemas.microsoft.com/office/powerpoint/2010/main" val="1046123486"/>
      </p:ext>
    </p:extLst>
  </p:cSld>
  <p:clrMapOvr>
    <a:masterClrMapping/>
  </p:clrMapOvr>
</p:notes>
</file>

<file path=ppt/notesSlides/notesSlide2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3115</a:t>
            </a:fld>
            <a:endParaRPr lang="en-US" dirty="0"/>
          </a:p>
        </p:txBody>
      </p:sp>
    </p:spTree>
    <p:extLst>
      <p:ext uri="{BB962C8B-B14F-4D97-AF65-F5344CB8AC3E}">
        <p14:creationId xmlns:p14="http://schemas.microsoft.com/office/powerpoint/2010/main" val="553571510"/>
      </p:ext>
    </p:extLst>
  </p:cSld>
  <p:clrMapOvr>
    <a:masterClrMapping/>
  </p:clrMapOvr>
</p:notes>
</file>

<file path=ppt/notesSlides/notesSlide2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3116</a:t>
            </a:fld>
            <a:endParaRPr lang="en-US" dirty="0"/>
          </a:p>
        </p:txBody>
      </p:sp>
    </p:spTree>
    <p:extLst>
      <p:ext uri="{BB962C8B-B14F-4D97-AF65-F5344CB8AC3E}">
        <p14:creationId xmlns:p14="http://schemas.microsoft.com/office/powerpoint/2010/main" val="467202124"/>
      </p:ext>
    </p:extLst>
  </p:cSld>
  <p:clrMapOvr>
    <a:masterClrMapping/>
  </p:clrMapOvr>
</p:notes>
</file>

<file path=ppt/notesSlides/notesSlide2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3117</a:t>
            </a:fld>
            <a:endParaRPr lang="en-US" dirty="0"/>
          </a:p>
        </p:txBody>
      </p:sp>
    </p:spTree>
    <p:extLst>
      <p:ext uri="{BB962C8B-B14F-4D97-AF65-F5344CB8AC3E}">
        <p14:creationId xmlns:p14="http://schemas.microsoft.com/office/powerpoint/2010/main" val="2120425160"/>
      </p:ext>
    </p:extLst>
  </p:cSld>
  <p:clrMapOvr>
    <a:masterClrMapping/>
  </p:clrMapOvr>
</p:notes>
</file>

<file path=ppt/notesSlides/notesSlide2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3118</a:t>
            </a:fld>
            <a:endParaRPr lang="en-US" dirty="0"/>
          </a:p>
        </p:txBody>
      </p:sp>
    </p:spTree>
    <p:extLst>
      <p:ext uri="{BB962C8B-B14F-4D97-AF65-F5344CB8AC3E}">
        <p14:creationId xmlns:p14="http://schemas.microsoft.com/office/powerpoint/2010/main" val="613430025"/>
      </p:ext>
    </p:extLst>
  </p:cSld>
  <p:clrMapOvr>
    <a:masterClrMapping/>
  </p:clrMapOvr>
</p:notes>
</file>

<file path=ppt/notesSlides/notesSlide2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3119</a:t>
            </a:fld>
            <a:endParaRPr lang="en-US" dirty="0"/>
          </a:p>
        </p:txBody>
      </p:sp>
    </p:spTree>
    <p:extLst>
      <p:ext uri="{BB962C8B-B14F-4D97-AF65-F5344CB8AC3E}">
        <p14:creationId xmlns:p14="http://schemas.microsoft.com/office/powerpoint/2010/main" val="3528690856"/>
      </p:ext>
    </p:extLst>
  </p:cSld>
  <p:clrMapOvr>
    <a:masterClrMapping/>
  </p:clrMapOvr>
</p:notes>
</file>

<file path=ppt/notesSlides/notesSlide2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3120</a:t>
            </a:fld>
            <a:endParaRPr lang="en-US" dirty="0"/>
          </a:p>
        </p:txBody>
      </p:sp>
    </p:spTree>
    <p:extLst>
      <p:ext uri="{BB962C8B-B14F-4D97-AF65-F5344CB8AC3E}">
        <p14:creationId xmlns:p14="http://schemas.microsoft.com/office/powerpoint/2010/main" val="124959009"/>
      </p:ext>
    </p:extLst>
  </p:cSld>
  <p:clrMapOvr>
    <a:masterClrMapping/>
  </p:clrMapOvr>
</p:notes>
</file>

<file path=ppt/notesSlides/notesSlide2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3121</a:t>
            </a:fld>
            <a:endParaRPr lang="en-US" dirty="0"/>
          </a:p>
        </p:txBody>
      </p:sp>
    </p:spTree>
    <p:extLst>
      <p:ext uri="{BB962C8B-B14F-4D97-AF65-F5344CB8AC3E}">
        <p14:creationId xmlns:p14="http://schemas.microsoft.com/office/powerpoint/2010/main" val="3821186245"/>
      </p:ext>
    </p:extLst>
  </p:cSld>
  <p:clrMapOvr>
    <a:masterClrMapping/>
  </p:clrMapOvr>
</p:notes>
</file>

<file path=ppt/notesSlides/notesSlide2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3122</a:t>
            </a:fld>
            <a:endParaRPr lang="en-US" dirty="0"/>
          </a:p>
        </p:txBody>
      </p:sp>
    </p:spTree>
    <p:extLst>
      <p:ext uri="{BB962C8B-B14F-4D97-AF65-F5344CB8AC3E}">
        <p14:creationId xmlns:p14="http://schemas.microsoft.com/office/powerpoint/2010/main" val="1302290347"/>
      </p:ext>
    </p:extLst>
  </p:cSld>
  <p:clrMapOvr>
    <a:masterClrMapping/>
  </p:clrMapOvr>
</p:notes>
</file>

<file path=ppt/notesSlides/notesSlide2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3123</a:t>
            </a:fld>
            <a:endParaRPr lang="en-US" dirty="0"/>
          </a:p>
        </p:txBody>
      </p:sp>
    </p:spTree>
    <p:extLst>
      <p:ext uri="{BB962C8B-B14F-4D97-AF65-F5344CB8AC3E}">
        <p14:creationId xmlns:p14="http://schemas.microsoft.com/office/powerpoint/2010/main" val="915695832"/>
      </p:ext>
    </p:extLst>
  </p:cSld>
  <p:clrMapOvr>
    <a:masterClrMapping/>
  </p:clrMapOvr>
</p:notes>
</file>

<file path=ppt/notesSlides/notesSlide2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3124</a:t>
            </a:fld>
            <a:endParaRPr lang="en-US" dirty="0"/>
          </a:p>
        </p:txBody>
      </p:sp>
    </p:spTree>
    <p:extLst>
      <p:ext uri="{BB962C8B-B14F-4D97-AF65-F5344CB8AC3E}">
        <p14:creationId xmlns:p14="http://schemas.microsoft.com/office/powerpoint/2010/main" val="2733866024"/>
      </p:ext>
    </p:extLst>
  </p:cSld>
  <p:clrMapOvr>
    <a:masterClrMapping/>
  </p:clrMapOvr>
</p:notes>
</file>

<file path=ppt/notesSlides/notesSlide2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3125</a:t>
            </a:fld>
            <a:endParaRPr lang="en-US" dirty="0"/>
          </a:p>
        </p:txBody>
      </p:sp>
    </p:spTree>
    <p:extLst>
      <p:ext uri="{BB962C8B-B14F-4D97-AF65-F5344CB8AC3E}">
        <p14:creationId xmlns:p14="http://schemas.microsoft.com/office/powerpoint/2010/main" val="2722950820"/>
      </p:ext>
    </p:extLst>
  </p:cSld>
  <p:clrMapOvr>
    <a:masterClrMapping/>
  </p:clrMapOvr>
</p:notes>
</file>

<file path=ppt/notesSlides/notesSlide2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3126</a:t>
            </a:fld>
            <a:endParaRPr lang="en-US" dirty="0"/>
          </a:p>
        </p:txBody>
      </p:sp>
    </p:spTree>
    <p:extLst>
      <p:ext uri="{BB962C8B-B14F-4D97-AF65-F5344CB8AC3E}">
        <p14:creationId xmlns:p14="http://schemas.microsoft.com/office/powerpoint/2010/main" val="2271461951"/>
      </p:ext>
    </p:extLst>
  </p:cSld>
  <p:clrMapOvr>
    <a:masterClrMapping/>
  </p:clrMapOvr>
</p:notes>
</file>

<file path=ppt/notesSlides/notesSlide2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3127</a:t>
            </a:fld>
            <a:endParaRPr lang="en-US" dirty="0"/>
          </a:p>
        </p:txBody>
      </p:sp>
    </p:spTree>
    <p:extLst>
      <p:ext uri="{BB962C8B-B14F-4D97-AF65-F5344CB8AC3E}">
        <p14:creationId xmlns:p14="http://schemas.microsoft.com/office/powerpoint/2010/main" val="1553251952"/>
      </p:ext>
    </p:extLst>
  </p:cSld>
  <p:clrMapOvr>
    <a:masterClrMapping/>
  </p:clrMapOvr>
</p:notes>
</file>

<file path=ppt/notesSlides/notesSlide2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3128</a:t>
            </a:fld>
            <a:endParaRPr lang="en-US" dirty="0"/>
          </a:p>
        </p:txBody>
      </p:sp>
    </p:spTree>
    <p:extLst>
      <p:ext uri="{BB962C8B-B14F-4D97-AF65-F5344CB8AC3E}">
        <p14:creationId xmlns:p14="http://schemas.microsoft.com/office/powerpoint/2010/main" val="3126478593"/>
      </p:ext>
    </p:extLst>
  </p:cSld>
  <p:clrMapOvr>
    <a:masterClrMapping/>
  </p:clrMapOvr>
</p:notes>
</file>

<file path=ppt/notesSlides/notesSlide2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3129</a:t>
            </a:fld>
            <a:endParaRPr lang="en-US" dirty="0"/>
          </a:p>
        </p:txBody>
      </p:sp>
    </p:spTree>
    <p:extLst>
      <p:ext uri="{BB962C8B-B14F-4D97-AF65-F5344CB8AC3E}">
        <p14:creationId xmlns:p14="http://schemas.microsoft.com/office/powerpoint/2010/main" val="8951637"/>
      </p:ext>
    </p:extLst>
  </p:cSld>
  <p:clrMapOvr>
    <a:masterClrMapping/>
  </p:clrMapOvr>
</p:notes>
</file>

<file path=ppt/notesSlides/notesSlide2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3130</a:t>
            </a:fld>
            <a:endParaRPr lang="en-US" dirty="0"/>
          </a:p>
        </p:txBody>
      </p:sp>
    </p:spTree>
    <p:extLst>
      <p:ext uri="{BB962C8B-B14F-4D97-AF65-F5344CB8AC3E}">
        <p14:creationId xmlns:p14="http://schemas.microsoft.com/office/powerpoint/2010/main" val="462259038"/>
      </p:ext>
    </p:extLst>
  </p:cSld>
  <p:clrMapOvr>
    <a:masterClrMapping/>
  </p:clrMapOvr>
</p:notes>
</file>

<file path=ppt/notesSlides/notesSlide2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3131</a:t>
            </a:fld>
            <a:endParaRPr lang="en-US" dirty="0"/>
          </a:p>
        </p:txBody>
      </p:sp>
    </p:spTree>
    <p:extLst>
      <p:ext uri="{BB962C8B-B14F-4D97-AF65-F5344CB8AC3E}">
        <p14:creationId xmlns:p14="http://schemas.microsoft.com/office/powerpoint/2010/main" val="844123274"/>
      </p:ext>
    </p:extLst>
  </p:cSld>
  <p:clrMapOvr>
    <a:masterClrMapping/>
  </p:clrMapOvr>
</p:notes>
</file>

<file path=ppt/notesSlides/notesSlide2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3132</a:t>
            </a:fld>
            <a:endParaRPr lang="en-US" dirty="0"/>
          </a:p>
        </p:txBody>
      </p:sp>
    </p:spTree>
    <p:extLst>
      <p:ext uri="{BB962C8B-B14F-4D97-AF65-F5344CB8AC3E}">
        <p14:creationId xmlns:p14="http://schemas.microsoft.com/office/powerpoint/2010/main" val="1605746252"/>
      </p:ext>
    </p:extLst>
  </p:cSld>
  <p:clrMapOvr>
    <a:masterClrMapping/>
  </p:clrMapOvr>
</p:notes>
</file>

<file path=ppt/notesSlides/notesSlide2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3133</a:t>
            </a:fld>
            <a:endParaRPr lang="en-US" dirty="0"/>
          </a:p>
        </p:txBody>
      </p:sp>
    </p:spTree>
    <p:extLst>
      <p:ext uri="{BB962C8B-B14F-4D97-AF65-F5344CB8AC3E}">
        <p14:creationId xmlns:p14="http://schemas.microsoft.com/office/powerpoint/2010/main" val="2098307435"/>
      </p:ext>
    </p:extLst>
  </p:cSld>
  <p:clrMapOvr>
    <a:masterClrMapping/>
  </p:clrMapOvr>
</p:notes>
</file>

<file path=ppt/notesSlides/notesSlide3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3134</a:t>
            </a:fld>
            <a:endParaRPr lang="en-US" dirty="0"/>
          </a:p>
        </p:txBody>
      </p:sp>
    </p:spTree>
    <p:extLst>
      <p:ext uri="{BB962C8B-B14F-4D97-AF65-F5344CB8AC3E}">
        <p14:creationId xmlns:p14="http://schemas.microsoft.com/office/powerpoint/2010/main" val="3319586423"/>
      </p:ext>
    </p:extLst>
  </p:cSld>
  <p:clrMapOvr>
    <a:masterClrMapping/>
  </p:clrMapOvr>
</p:notes>
</file>

<file path=ppt/notesSlides/notesSlide3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3135</a:t>
            </a:fld>
            <a:endParaRPr lang="en-US" dirty="0"/>
          </a:p>
        </p:txBody>
      </p:sp>
    </p:spTree>
    <p:extLst>
      <p:ext uri="{BB962C8B-B14F-4D97-AF65-F5344CB8AC3E}">
        <p14:creationId xmlns:p14="http://schemas.microsoft.com/office/powerpoint/2010/main" val="373042131"/>
      </p:ext>
    </p:extLst>
  </p:cSld>
  <p:clrMapOvr>
    <a:masterClrMapping/>
  </p:clrMapOvr>
</p:notes>
</file>

<file path=ppt/notesSlides/notesSlide3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3136</a:t>
            </a:fld>
            <a:endParaRPr lang="en-US" dirty="0"/>
          </a:p>
        </p:txBody>
      </p:sp>
    </p:spTree>
    <p:extLst>
      <p:ext uri="{BB962C8B-B14F-4D97-AF65-F5344CB8AC3E}">
        <p14:creationId xmlns:p14="http://schemas.microsoft.com/office/powerpoint/2010/main" val="2024815930"/>
      </p:ext>
    </p:extLst>
  </p:cSld>
  <p:clrMapOvr>
    <a:masterClrMapping/>
  </p:clrMapOvr>
</p:notes>
</file>

<file path=ppt/notesSlides/notesSlide3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3137</a:t>
            </a:fld>
            <a:endParaRPr lang="en-US" dirty="0"/>
          </a:p>
        </p:txBody>
      </p:sp>
    </p:spTree>
    <p:extLst>
      <p:ext uri="{BB962C8B-B14F-4D97-AF65-F5344CB8AC3E}">
        <p14:creationId xmlns:p14="http://schemas.microsoft.com/office/powerpoint/2010/main" val="3056115569"/>
      </p:ext>
    </p:extLst>
  </p:cSld>
  <p:clrMapOvr>
    <a:masterClrMapping/>
  </p:clrMapOvr>
</p:notes>
</file>

<file path=ppt/notesSlides/notesSlide3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3138</a:t>
            </a:fld>
            <a:endParaRPr lang="en-US" dirty="0"/>
          </a:p>
        </p:txBody>
      </p:sp>
    </p:spTree>
    <p:extLst>
      <p:ext uri="{BB962C8B-B14F-4D97-AF65-F5344CB8AC3E}">
        <p14:creationId xmlns:p14="http://schemas.microsoft.com/office/powerpoint/2010/main" val="1614765787"/>
      </p:ext>
    </p:extLst>
  </p:cSld>
  <p:clrMapOvr>
    <a:masterClrMapping/>
  </p:clrMapOvr>
</p:notes>
</file>

<file path=ppt/notesSlides/notesSlide3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3139</a:t>
            </a:fld>
            <a:endParaRPr lang="en-US" dirty="0"/>
          </a:p>
        </p:txBody>
      </p:sp>
    </p:spTree>
    <p:extLst>
      <p:ext uri="{BB962C8B-B14F-4D97-AF65-F5344CB8AC3E}">
        <p14:creationId xmlns:p14="http://schemas.microsoft.com/office/powerpoint/2010/main" val="2621806326"/>
      </p:ext>
    </p:extLst>
  </p:cSld>
  <p:clrMapOvr>
    <a:masterClrMapping/>
  </p:clrMapOvr>
</p:notes>
</file>

<file path=ppt/notesSlides/notesSlide3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3140</a:t>
            </a:fld>
            <a:endParaRPr lang="en-US" dirty="0"/>
          </a:p>
        </p:txBody>
      </p:sp>
    </p:spTree>
    <p:extLst>
      <p:ext uri="{BB962C8B-B14F-4D97-AF65-F5344CB8AC3E}">
        <p14:creationId xmlns:p14="http://schemas.microsoft.com/office/powerpoint/2010/main" val="3192903801"/>
      </p:ext>
    </p:extLst>
  </p:cSld>
  <p:clrMapOvr>
    <a:masterClrMapping/>
  </p:clrMapOvr>
</p:notes>
</file>

<file path=ppt/notesSlides/notesSlide3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3141</a:t>
            </a:fld>
            <a:endParaRPr lang="en-US" dirty="0"/>
          </a:p>
        </p:txBody>
      </p:sp>
    </p:spTree>
    <p:extLst>
      <p:ext uri="{BB962C8B-B14F-4D97-AF65-F5344CB8AC3E}">
        <p14:creationId xmlns:p14="http://schemas.microsoft.com/office/powerpoint/2010/main" val="2170639373"/>
      </p:ext>
    </p:extLst>
  </p:cSld>
  <p:clrMapOvr>
    <a:masterClrMapping/>
  </p:clrMapOvr>
</p:notes>
</file>

<file path=ppt/notesSlides/notesSlide3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3142</a:t>
            </a:fld>
            <a:endParaRPr lang="en-US" dirty="0"/>
          </a:p>
        </p:txBody>
      </p:sp>
    </p:spTree>
    <p:extLst>
      <p:ext uri="{BB962C8B-B14F-4D97-AF65-F5344CB8AC3E}">
        <p14:creationId xmlns:p14="http://schemas.microsoft.com/office/powerpoint/2010/main" val="4034253648"/>
      </p:ext>
    </p:extLst>
  </p:cSld>
  <p:clrMapOvr>
    <a:masterClrMapping/>
  </p:clrMapOvr>
</p:notes>
</file>

<file path=ppt/notesSlides/notesSlide3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3143</a:t>
            </a:fld>
            <a:endParaRPr lang="en-US" dirty="0"/>
          </a:p>
        </p:txBody>
      </p:sp>
    </p:spTree>
    <p:extLst>
      <p:ext uri="{BB962C8B-B14F-4D97-AF65-F5344CB8AC3E}">
        <p14:creationId xmlns:p14="http://schemas.microsoft.com/office/powerpoint/2010/main" val="383063864"/>
      </p:ext>
    </p:extLst>
  </p:cSld>
  <p:clrMapOvr>
    <a:masterClrMapping/>
  </p:clrMapOvr>
</p:notes>
</file>

<file path=ppt/notesSlides/notesSlide3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3144</a:t>
            </a:fld>
            <a:endParaRPr lang="en-US" dirty="0"/>
          </a:p>
        </p:txBody>
      </p:sp>
    </p:spTree>
    <p:extLst>
      <p:ext uri="{BB962C8B-B14F-4D97-AF65-F5344CB8AC3E}">
        <p14:creationId xmlns:p14="http://schemas.microsoft.com/office/powerpoint/2010/main" val="3704699432"/>
      </p:ext>
    </p:extLst>
  </p:cSld>
  <p:clrMapOvr>
    <a:masterClrMapping/>
  </p:clrMapOvr>
</p:notes>
</file>

<file path=ppt/notesSlides/notesSlide3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3145</a:t>
            </a:fld>
            <a:endParaRPr lang="en-US" dirty="0"/>
          </a:p>
        </p:txBody>
      </p:sp>
    </p:spTree>
    <p:extLst>
      <p:ext uri="{BB962C8B-B14F-4D97-AF65-F5344CB8AC3E}">
        <p14:creationId xmlns:p14="http://schemas.microsoft.com/office/powerpoint/2010/main" val="2567819655"/>
      </p:ext>
    </p:extLst>
  </p:cSld>
  <p:clrMapOvr>
    <a:masterClrMapping/>
  </p:clrMapOvr>
</p:notes>
</file>

<file path=ppt/notesSlides/notesSlide3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3146</a:t>
            </a:fld>
            <a:endParaRPr lang="en-US" dirty="0"/>
          </a:p>
        </p:txBody>
      </p:sp>
    </p:spTree>
    <p:extLst>
      <p:ext uri="{BB962C8B-B14F-4D97-AF65-F5344CB8AC3E}">
        <p14:creationId xmlns:p14="http://schemas.microsoft.com/office/powerpoint/2010/main" val="1670056357"/>
      </p:ext>
    </p:extLst>
  </p:cSld>
  <p:clrMapOvr>
    <a:masterClrMapping/>
  </p:clrMapOvr>
</p:notes>
</file>

<file path=ppt/notesSlides/notesSlide3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3147</a:t>
            </a:fld>
            <a:endParaRPr lang="en-US" dirty="0"/>
          </a:p>
        </p:txBody>
      </p:sp>
    </p:spTree>
    <p:extLst>
      <p:ext uri="{BB962C8B-B14F-4D97-AF65-F5344CB8AC3E}">
        <p14:creationId xmlns:p14="http://schemas.microsoft.com/office/powerpoint/2010/main" val="4006398646"/>
      </p:ext>
    </p:extLst>
  </p:cSld>
  <p:clrMapOvr>
    <a:masterClrMapping/>
  </p:clrMapOvr>
</p:notes>
</file>

<file path=ppt/notesSlides/notesSlide3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3148</a:t>
            </a:fld>
            <a:endParaRPr lang="en-US" dirty="0"/>
          </a:p>
        </p:txBody>
      </p:sp>
    </p:spTree>
    <p:extLst>
      <p:ext uri="{BB962C8B-B14F-4D97-AF65-F5344CB8AC3E}">
        <p14:creationId xmlns:p14="http://schemas.microsoft.com/office/powerpoint/2010/main" val="2177364906"/>
      </p:ext>
    </p:extLst>
  </p:cSld>
  <p:clrMapOvr>
    <a:masterClrMapping/>
  </p:clrMapOvr>
</p:notes>
</file>

<file path=ppt/notesSlides/notesSlide3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3149</a:t>
            </a:fld>
            <a:endParaRPr lang="en-US" dirty="0"/>
          </a:p>
        </p:txBody>
      </p:sp>
    </p:spTree>
    <p:extLst>
      <p:ext uri="{BB962C8B-B14F-4D97-AF65-F5344CB8AC3E}">
        <p14:creationId xmlns:p14="http://schemas.microsoft.com/office/powerpoint/2010/main" val="1945650538"/>
      </p:ext>
    </p:extLst>
  </p:cSld>
  <p:clrMapOvr>
    <a:masterClrMapping/>
  </p:clrMapOvr>
</p:notes>
</file>

<file path=ppt/notesSlides/notesSlide3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3150</a:t>
            </a:fld>
            <a:endParaRPr lang="en-US" dirty="0"/>
          </a:p>
        </p:txBody>
      </p:sp>
    </p:spTree>
    <p:extLst>
      <p:ext uri="{BB962C8B-B14F-4D97-AF65-F5344CB8AC3E}">
        <p14:creationId xmlns:p14="http://schemas.microsoft.com/office/powerpoint/2010/main" val="1591355710"/>
      </p:ext>
    </p:extLst>
  </p:cSld>
  <p:clrMapOvr>
    <a:masterClrMapping/>
  </p:clrMapOvr>
</p:notes>
</file>

<file path=ppt/notesSlides/notesSlide3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3151</a:t>
            </a:fld>
            <a:endParaRPr lang="en-US" dirty="0"/>
          </a:p>
        </p:txBody>
      </p:sp>
    </p:spTree>
    <p:extLst>
      <p:ext uri="{BB962C8B-B14F-4D97-AF65-F5344CB8AC3E}">
        <p14:creationId xmlns:p14="http://schemas.microsoft.com/office/powerpoint/2010/main" val="3647466766"/>
      </p:ext>
    </p:extLst>
  </p:cSld>
  <p:clrMapOvr>
    <a:masterClrMapping/>
  </p:clrMapOvr>
</p:notes>
</file>

<file path=ppt/notesSlides/notesSlide3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3152</a:t>
            </a:fld>
            <a:endParaRPr lang="en-US" dirty="0"/>
          </a:p>
        </p:txBody>
      </p:sp>
    </p:spTree>
    <p:extLst>
      <p:ext uri="{BB962C8B-B14F-4D97-AF65-F5344CB8AC3E}">
        <p14:creationId xmlns:p14="http://schemas.microsoft.com/office/powerpoint/2010/main" val="2024549944"/>
      </p:ext>
    </p:extLst>
  </p:cSld>
  <p:clrMapOvr>
    <a:masterClrMapping/>
  </p:clrMapOvr>
</p:notes>
</file>

<file path=ppt/notesSlides/notesSlide3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3153</a:t>
            </a:fld>
            <a:endParaRPr lang="en-US" dirty="0"/>
          </a:p>
        </p:txBody>
      </p:sp>
    </p:spTree>
    <p:extLst>
      <p:ext uri="{BB962C8B-B14F-4D97-AF65-F5344CB8AC3E}">
        <p14:creationId xmlns:p14="http://schemas.microsoft.com/office/powerpoint/2010/main" val="4013644037"/>
      </p:ext>
    </p:extLst>
  </p:cSld>
  <p:clrMapOvr>
    <a:masterClrMapping/>
  </p:clrMapOvr>
</p:notes>
</file>

<file path=ppt/notesSlides/notesSlide3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3154</a:t>
            </a:fld>
            <a:endParaRPr lang="en-US" dirty="0"/>
          </a:p>
        </p:txBody>
      </p:sp>
    </p:spTree>
    <p:extLst>
      <p:ext uri="{BB962C8B-B14F-4D97-AF65-F5344CB8AC3E}">
        <p14:creationId xmlns:p14="http://schemas.microsoft.com/office/powerpoint/2010/main" val="1829460394"/>
      </p:ext>
    </p:extLst>
  </p:cSld>
  <p:clrMapOvr>
    <a:masterClrMapping/>
  </p:clrMapOvr>
</p:notes>
</file>

<file path=ppt/notesSlides/notesSlide3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3155</a:t>
            </a:fld>
            <a:endParaRPr lang="en-US" dirty="0"/>
          </a:p>
        </p:txBody>
      </p:sp>
    </p:spTree>
    <p:extLst>
      <p:ext uri="{BB962C8B-B14F-4D97-AF65-F5344CB8AC3E}">
        <p14:creationId xmlns:p14="http://schemas.microsoft.com/office/powerpoint/2010/main" val="3049708832"/>
      </p:ext>
    </p:extLst>
  </p:cSld>
  <p:clrMapOvr>
    <a:masterClrMapping/>
  </p:clrMapOvr>
</p:notes>
</file>

<file path=ppt/notesSlides/notesSlide3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3156</a:t>
            </a:fld>
            <a:endParaRPr lang="en-US" dirty="0"/>
          </a:p>
        </p:txBody>
      </p:sp>
    </p:spTree>
    <p:extLst>
      <p:ext uri="{BB962C8B-B14F-4D97-AF65-F5344CB8AC3E}">
        <p14:creationId xmlns:p14="http://schemas.microsoft.com/office/powerpoint/2010/main" val="1683379294"/>
      </p:ext>
    </p:extLst>
  </p:cSld>
  <p:clrMapOvr>
    <a:masterClrMapping/>
  </p:clrMapOvr>
</p:notes>
</file>

<file path=ppt/notesSlides/notesSlide3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3157</a:t>
            </a:fld>
            <a:endParaRPr lang="en-US" dirty="0"/>
          </a:p>
        </p:txBody>
      </p:sp>
    </p:spTree>
    <p:extLst>
      <p:ext uri="{BB962C8B-B14F-4D97-AF65-F5344CB8AC3E}">
        <p14:creationId xmlns:p14="http://schemas.microsoft.com/office/powerpoint/2010/main" val="3836938972"/>
      </p:ext>
    </p:extLst>
  </p:cSld>
  <p:clrMapOvr>
    <a:masterClrMapping/>
  </p:clrMapOvr>
</p:notes>
</file>

<file path=ppt/notesSlides/notesSlide3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3158</a:t>
            </a:fld>
            <a:endParaRPr lang="en-US" dirty="0"/>
          </a:p>
        </p:txBody>
      </p:sp>
    </p:spTree>
    <p:extLst>
      <p:ext uri="{BB962C8B-B14F-4D97-AF65-F5344CB8AC3E}">
        <p14:creationId xmlns:p14="http://schemas.microsoft.com/office/powerpoint/2010/main" val="3203098678"/>
      </p:ext>
    </p:extLst>
  </p:cSld>
  <p:clrMapOvr>
    <a:masterClrMapping/>
  </p:clrMapOvr>
</p:notes>
</file>

<file path=ppt/notesSlides/notesSlide3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3159</a:t>
            </a:fld>
            <a:endParaRPr lang="en-US" dirty="0"/>
          </a:p>
        </p:txBody>
      </p:sp>
    </p:spTree>
    <p:extLst>
      <p:ext uri="{BB962C8B-B14F-4D97-AF65-F5344CB8AC3E}">
        <p14:creationId xmlns:p14="http://schemas.microsoft.com/office/powerpoint/2010/main" val="1911495761"/>
      </p:ext>
    </p:extLst>
  </p:cSld>
  <p:clrMapOvr>
    <a:masterClrMapping/>
  </p:clrMapOvr>
</p:notes>
</file>

<file path=ppt/notesSlides/notesSlide3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3160</a:t>
            </a:fld>
            <a:endParaRPr lang="en-US" dirty="0"/>
          </a:p>
        </p:txBody>
      </p:sp>
    </p:spTree>
    <p:extLst>
      <p:ext uri="{BB962C8B-B14F-4D97-AF65-F5344CB8AC3E}">
        <p14:creationId xmlns:p14="http://schemas.microsoft.com/office/powerpoint/2010/main" val="1198657323"/>
      </p:ext>
    </p:extLst>
  </p:cSld>
  <p:clrMapOvr>
    <a:masterClrMapping/>
  </p:clrMapOvr>
</p:notes>
</file>

<file path=ppt/notesSlides/notesSlide3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3161</a:t>
            </a:fld>
            <a:endParaRPr lang="en-US" dirty="0"/>
          </a:p>
        </p:txBody>
      </p:sp>
    </p:spTree>
    <p:extLst>
      <p:ext uri="{BB962C8B-B14F-4D97-AF65-F5344CB8AC3E}">
        <p14:creationId xmlns:p14="http://schemas.microsoft.com/office/powerpoint/2010/main" val="1352301344"/>
      </p:ext>
    </p:extLst>
  </p:cSld>
  <p:clrMapOvr>
    <a:masterClrMapping/>
  </p:clrMapOvr>
</p:notes>
</file>

<file path=ppt/notesSlides/notesSlide3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3162</a:t>
            </a:fld>
            <a:endParaRPr lang="en-US" dirty="0"/>
          </a:p>
        </p:txBody>
      </p:sp>
    </p:spTree>
    <p:extLst>
      <p:ext uri="{BB962C8B-B14F-4D97-AF65-F5344CB8AC3E}">
        <p14:creationId xmlns:p14="http://schemas.microsoft.com/office/powerpoint/2010/main" val="1900924986"/>
      </p:ext>
    </p:extLst>
  </p:cSld>
  <p:clrMapOvr>
    <a:masterClrMapping/>
  </p:clrMapOvr>
</p:notes>
</file>

<file path=ppt/notesSlides/notesSlide3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3163</a:t>
            </a:fld>
            <a:endParaRPr lang="en-US" dirty="0"/>
          </a:p>
        </p:txBody>
      </p:sp>
    </p:spTree>
    <p:extLst>
      <p:ext uri="{BB962C8B-B14F-4D97-AF65-F5344CB8AC3E}">
        <p14:creationId xmlns:p14="http://schemas.microsoft.com/office/powerpoint/2010/main" val="465628431"/>
      </p:ext>
    </p:extLst>
  </p:cSld>
  <p:clrMapOvr>
    <a:masterClrMapping/>
  </p:clrMapOvr>
</p:notes>
</file>

<file path=ppt/notesSlides/notesSlide3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3164</a:t>
            </a:fld>
            <a:endParaRPr lang="en-US" dirty="0"/>
          </a:p>
        </p:txBody>
      </p:sp>
    </p:spTree>
    <p:extLst>
      <p:ext uri="{BB962C8B-B14F-4D97-AF65-F5344CB8AC3E}">
        <p14:creationId xmlns:p14="http://schemas.microsoft.com/office/powerpoint/2010/main" val="362677657"/>
      </p:ext>
    </p:extLst>
  </p:cSld>
  <p:clrMapOvr>
    <a:masterClrMapping/>
  </p:clrMapOvr>
</p:notes>
</file>

<file path=ppt/notesSlides/notesSlide3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3165</a:t>
            </a:fld>
            <a:endParaRPr lang="en-US" dirty="0"/>
          </a:p>
        </p:txBody>
      </p:sp>
    </p:spTree>
    <p:extLst>
      <p:ext uri="{BB962C8B-B14F-4D97-AF65-F5344CB8AC3E}">
        <p14:creationId xmlns:p14="http://schemas.microsoft.com/office/powerpoint/2010/main" val="1659069749"/>
      </p:ext>
    </p:extLst>
  </p:cSld>
  <p:clrMapOvr>
    <a:masterClrMapping/>
  </p:clrMapOvr>
</p:notes>
</file>

<file path=ppt/notesSlides/notesSlide3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3166</a:t>
            </a:fld>
            <a:endParaRPr lang="en-US" dirty="0"/>
          </a:p>
        </p:txBody>
      </p:sp>
    </p:spTree>
    <p:extLst>
      <p:ext uri="{BB962C8B-B14F-4D97-AF65-F5344CB8AC3E}">
        <p14:creationId xmlns:p14="http://schemas.microsoft.com/office/powerpoint/2010/main" val="4147335516"/>
      </p:ext>
    </p:extLst>
  </p:cSld>
  <p:clrMapOvr>
    <a:masterClrMapping/>
  </p:clrMapOvr>
</p:notes>
</file>

<file path=ppt/notesSlides/notesSlide3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3167</a:t>
            </a:fld>
            <a:endParaRPr lang="en-US" dirty="0"/>
          </a:p>
        </p:txBody>
      </p:sp>
    </p:spTree>
    <p:extLst>
      <p:ext uri="{BB962C8B-B14F-4D97-AF65-F5344CB8AC3E}">
        <p14:creationId xmlns:p14="http://schemas.microsoft.com/office/powerpoint/2010/main" val="2226402925"/>
      </p:ext>
    </p:extLst>
  </p:cSld>
  <p:clrMapOvr>
    <a:masterClrMapping/>
  </p:clrMapOvr>
</p:notes>
</file>

<file path=ppt/notesSlides/notesSlide3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3168</a:t>
            </a:fld>
            <a:endParaRPr lang="en-US" dirty="0"/>
          </a:p>
        </p:txBody>
      </p:sp>
    </p:spTree>
    <p:extLst>
      <p:ext uri="{BB962C8B-B14F-4D97-AF65-F5344CB8AC3E}">
        <p14:creationId xmlns:p14="http://schemas.microsoft.com/office/powerpoint/2010/main" val="2835761896"/>
      </p:ext>
    </p:extLst>
  </p:cSld>
  <p:clrMapOvr>
    <a:masterClrMapping/>
  </p:clrMapOvr>
</p:notes>
</file>

<file path=ppt/notesSlides/notesSlide3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3169</a:t>
            </a:fld>
            <a:endParaRPr lang="en-US" dirty="0"/>
          </a:p>
        </p:txBody>
      </p:sp>
    </p:spTree>
    <p:extLst>
      <p:ext uri="{BB962C8B-B14F-4D97-AF65-F5344CB8AC3E}">
        <p14:creationId xmlns:p14="http://schemas.microsoft.com/office/powerpoint/2010/main" val="931212457"/>
      </p:ext>
    </p:extLst>
  </p:cSld>
  <p:clrMapOvr>
    <a:masterClrMapping/>
  </p:clrMapOvr>
</p:notes>
</file>

<file path=ppt/notesSlides/notesSlide3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3170</a:t>
            </a:fld>
            <a:endParaRPr lang="en-US" dirty="0"/>
          </a:p>
        </p:txBody>
      </p:sp>
    </p:spTree>
    <p:extLst>
      <p:ext uri="{BB962C8B-B14F-4D97-AF65-F5344CB8AC3E}">
        <p14:creationId xmlns:p14="http://schemas.microsoft.com/office/powerpoint/2010/main" val="4082155288"/>
      </p:ext>
    </p:extLst>
  </p:cSld>
  <p:clrMapOvr>
    <a:masterClrMapping/>
  </p:clrMapOvr>
</p:notes>
</file>

<file path=ppt/notesSlides/notesSlide3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3171</a:t>
            </a:fld>
            <a:endParaRPr lang="en-US" dirty="0"/>
          </a:p>
        </p:txBody>
      </p:sp>
    </p:spTree>
    <p:extLst>
      <p:ext uri="{BB962C8B-B14F-4D97-AF65-F5344CB8AC3E}">
        <p14:creationId xmlns:p14="http://schemas.microsoft.com/office/powerpoint/2010/main" val="2676321766"/>
      </p:ext>
    </p:extLst>
  </p:cSld>
  <p:clrMapOvr>
    <a:masterClrMapping/>
  </p:clrMapOvr>
</p:notes>
</file>

<file path=ppt/notesSlides/notesSlide3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3172</a:t>
            </a:fld>
            <a:endParaRPr lang="en-US" dirty="0"/>
          </a:p>
        </p:txBody>
      </p:sp>
    </p:spTree>
    <p:extLst>
      <p:ext uri="{BB962C8B-B14F-4D97-AF65-F5344CB8AC3E}">
        <p14:creationId xmlns:p14="http://schemas.microsoft.com/office/powerpoint/2010/main" val="723319039"/>
      </p:ext>
    </p:extLst>
  </p:cSld>
  <p:clrMapOvr>
    <a:masterClrMapping/>
  </p:clrMapOvr>
</p:notes>
</file>

<file path=ppt/notesSlides/notesSlide3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3173</a:t>
            </a:fld>
            <a:endParaRPr lang="en-US" dirty="0"/>
          </a:p>
        </p:txBody>
      </p:sp>
    </p:spTree>
    <p:extLst>
      <p:ext uri="{BB962C8B-B14F-4D97-AF65-F5344CB8AC3E}">
        <p14:creationId xmlns:p14="http://schemas.microsoft.com/office/powerpoint/2010/main" val="406310554"/>
      </p:ext>
    </p:extLst>
  </p:cSld>
  <p:clrMapOvr>
    <a:masterClrMapping/>
  </p:clrMapOvr>
</p:notes>
</file>

<file path=ppt/notesSlides/notesSlide3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3174</a:t>
            </a:fld>
            <a:endParaRPr lang="en-US" dirty="0"/>
          </a:p>
        </p:txBody>
      </p:sp>
    </p:spTree>
    <p:extLst>
      <p:ext uri="{BB962C8B-B14F-4D97-AF65-F5344CB8AC3E}">
        <p14:creationId xmlns:p14="http://schemas.microsoft.com/office/powerpoint/2010/main" val="3407097018"/>
      </p:ext>
    </p:extLst>
  </p:cSld>
  <p:clrMapOvr>
    <a:masterClrMapping/>
  </p:clrMapOvr>
</p:notes>
</file>

<file path=ppt/notesSlides/notesSlide3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3175</a:t>
            </a:fld>
            <a:endParaRPr lang="en-US" dirty="0"/>
          </a:p>
        </p:txBody>
      </p:sp>
    </p:spTree>
    <p:extLst>
      <p:ext uri="{BB962C8B-B14F-4D97-AF65-F5344CB8AC3E}">
        <p14:creationId xmlns:p14="http://schemas.microsoft.com/office/powerpoint/2010/main" val="96916166"/>
      </p:ext>
    </p:extLst>
  </p:cSld>
  <p:clrMapOvr>
    <a:masterClrMapping/>
  </p:clrMapOvr>
</p:notes>
</file>

<file path=ppt/notesSlides/notesSlide3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3176</a:t>
            </a:fld>
            <a:endParaRPr lang="en-US" dirty="0"/>
          </a:p>
        </p:txBody>
      </p:sp>
    </p:spTree>
    <p:extLst>
      <p:ext uri="{BB962C8B-B14F-4D97-AF65-F5344CB8AC3E}">
        <p14:creationId xmlns:p14="http://schemas.microsoft.com/office/powerpoint/2010/main" val="581669660"/>
      </p:ext>
    </p:extLst>
  </p:cSld>
  <p:clrMapOvr>
    <a:masterClrMapping/>
  </p:clrMapOvr>
</p:notes>
</file>

<file path=ppt/notesSlides/notesSlide3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3177</a:t>
            </a:fld>
            <a:endParaRPr lang="en-US" dirty="0"/>
          </a:p>
        </p:txBody>
      </p:sp>
    </p:spTree>
    <p:extLst>
      <p:ext uri="{BB962C8B-B14F-4D97-AF65-F5344CB8AC3E}">
        <p14:creationId xmlns:p14="http://schemas.microsoft.com/office/powerpoint/2010/main" val="4277899364"/>
      </p:ext>
    </p:extLst>
  </p:cSld>
  <p:clrMapOvr>
    <a:masterClrMapping/>
  </p:clrMapOvr>
</p:notes>
</file>

<file path=ppt/notesSlides/notesSlide3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3178</a:t>
            </a:fld>
            <a:endParaRPr lang="en-US" dirty="0"/>
          </a:p>
        </p:txBody>
      </p:sp>
    </p:spTree>
    <p:extLst>
      <p:ext uri="{BB962C8B-B14F-4D97-AF65-F5344CB8AC3E}">
        <p14:creationId xmlns:p14="http://schemas.microsoft.com/office/powerpoint/2010/main" val="1944102207"/>
      </p:ext>
    </p:extLst>
  </p:cSld>
  <p:clrMapOvr>
    <a:masterClrMapping/>
  </p:clrMapOvr>
</p:notes>
</file>

<file path=ppt/notesSlides/notesSlide3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3179</a:t>
            </a:fld>
            <a:endParaRPr lang="en-US" dirty="0"/>
          </a:p>
        </p:txBody>
      </p:sp>
    </p:spTree>
    <p:extLst>
      <p:ext uri="{BB962C8B-B14F-4D97-AF65-F5344CB8AC3E}">
        <p14:creationId xmlns:p14="http://schemas.microsoft.com/office/powerpoint/2010/main" val="3967024292"/>
      </p:ext>
    </p:extLst>
  </p:cSld>
  <p:clrMapOvr>
    <a:masterClrMapping/>
  </p:clrMapOvr>
</p:notes>
</file>

<file path=ppt/notesSlides/notesSlide3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3180</a:t>
            </a:fld>
            <a:endParaRPr lang="en-US" dirty="0"/>
          </a:p>
        </p:txBody>
      </p:sp>
    </p:spTree>
    <p:extLst>
      <p:ext uri="{BB962C8B-B14F-4D97-AF65-F5344CB8AC3E}">
        <p14:creationId xmlns:p14="http://schemas.microsoft.com/office/powerpoint/2010/main" val="1140343338"/>
      </p:ext>
    </p:extLst>
  </p:cSld>
  <p:clrMapOvr>
    <a:masterClrMapping/>
  </p:clrMapOvr>
</p:notes>
</file>

<file path=ppt/notesSlides/notesSlide3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3181</a:t>
            </a:fld>
            <a:endParaRPr lang="en-US" dirty="0"/>
          </a:p>
        </p:txBody>
      </p:sp>
    </p:spTree>
    <p:extLst>
      <p:ext uri="{BB962C8B-B14F-4D97-AF65-F5344CB8AC3E}">
        <p14:creationId xmlns:p14="http://schemas.microsoft.com/office/powerpoint/2010/main" val="1251290943"/>
      </p:ext>
    </p:extLst>
  </p:cSld>
  <p:clrMapOvr>
    <a:masterClrMapping/>
  </p:clrMapOvr>
</p:notes>
</file>

<file path=ppt/notesSlides/notesSlide3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3182</a:t>
            </a:fld>
            <a:endParaRPr lang="en-US" dirty="0"/>
          </a:p>
        </p:txBody>
      </p:sp>
    </p:spTree>
    <p:extLst>
      <p:ext uri="{BB962C8B-B14F-4D97-AF65-F5344CB8AC3E}">
        <p14:creationId xmlns:p14="http://schemas.microsoft.com/office/powerpoint/2010/main" val="1890189943"/>
      </p:ext>
    </p:extLst>
  </p:cSld>
  <p:clrMapOvr>
    <a:masterClrMapping/>
  </p:clrMapOvr>
</p:notes>
</file>

<file path=ppt/notesSlides/notesSlide3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3183</a:t>
            </a:fld>
            <a:endParaRPr lang="en-US" dirty="0"/>
          </a:p>
        </p:txBody>
      </p:sp>
    </p:spTree>
    <p:extLst>
      <p:ext uri="{BB962C8B-B14F-4D97-AF65-F5344CB8AC3E}">
        <p14:creationId xmlns:p14="http://schemas.microsoft.com/office/powerpoint/2010/main" val="2928065258"/>
      </p:ext>
    </p:extLst>
  </p:cSld>
  <p:clrMapOvr>
    <a:masterClrMapping/>
  </p:clrMapOvr>
</p:notes>
</file>

<file path=ppt/notesSlides/notesSlide3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3184</a:t>
            </a:fld>
            <a:endParaRPr lang="en-US" dirty="0"/>
          </a:p>
        </p:txBody>
      </p:sp>
    </p:spTree>
    <p:extLst>
      <p:ext uri="{BB962C8B-B14F-4D97-AF65-F5344CB8AC3E}">
        <p14:creationId xmlns:p14="http://schemas.microsoft.com/office/powerpoint/2010/main" val="2225113665"/>
      </p:ext>
    </p:extLst>
  </p:cSld>
  <p:clrMapOvr>
    <a:masterClrMapping/>
  </p:clrMapOvr>
</p:notes>
</file>

<file path=ppt/notesSlides/notesSlide3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3185</a:t>
            </a:fld>
            <a:endParaRPr lang="en-US" dirty="0"/>
          </a:p>
        </p:txBody>
      </p:sp>
    </p:spTree>
    <p:extLst>
      <p:ext uri="{BB962C8B-B14F-4D97-AF65-F5344CB8AC3E}">
        <p14:creationId xmlns:p14="http://schemas.microsoft.com/office/powerpoint/2010/main" val="2650972617"/>
      </p:ext>
    </p:extLst>
  </p:cSld>
  <p:clrMapOvr>
    <a:masterClrMapping/>
  </p:clrMapOvr>
</p:notes>
</file>

<file path=ppt/notesSlides/notesSlide3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3186</a:t>
            </a:fld>
            <a:endParaRPr lang="en-US" dirty="0"/>
          </a:p>
        </p:txBody>
      </p:sp>
    </p:spTree>
    <p:extLst>
      <p:ext uri="{BB962C8B-B14F-4D97-AF65-F5344CB8AC3E}">
        <p14:creationId xmlns:p14="http://schemas.microsoft.com/office/powerpoint/2010/main" val="3295293772"/>
      </p:ext>
    </p:extLst>
  </p:cSld>
  <p:clrMapOvr>
    <a:masterClrMapping/>
  </p:clrMapOvr>
</p:notes>
</file>

<file path=ppt/notesSlides/notesSlide3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3187</a:t>
            </a:fld>
            <a:endParaRPr lang="en-US" dirty="0"/>
          </a:p>
        </p:txBody>
      </p:sp>
    </p:spTree>
    <p:extLst>
      <p:ext uri="{BB962C8B-B14F-4D97-AF65-F5344CB8AC3E}">
        <p14:creationId xmlns:p14="http://schemas.microsoft.com/office/powerpoint/2010/main" val="1995001260"/>
      </p:ext>
    </p:extLst>
  </p:cSld>
  <p:clrMapOvr>
    <a:masterClrMapping/>
  </p:clrMapOvr>
</p:notes>
</file>

<file path=ppt/notesSlides/notesSlide3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3188</a:t>
            </a:fld>
            <a:endParaRPr lang="en-US" dirty="0"/>
          </a:p>
        </p:txBody>
      </p:sp>
    </p:spTree>
    <p:extLst>
      <p:ext uri="{BB962C8B-B14F-4D97-AF65-F5344CB8AC3E}">
        <p14:creationId xmlns:p14="http://schemas.microsoft.com/office/powerpoint/2010/main" val="2973648737"/>
      </p:ext>
    </p:extLst>
  </p:cSld>
  <p:clrMapOvr>
    <a:masterClrMapping/>
  </p:clrMapOvr>
</p:notes>
</file>

<file path=ppt/notesSlides/notesSlide3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3189</a:t>
            </a:fld>
            <a:endParaRPr lang="en-US" dirty="0"/>
          </a:p>
        </p:txBody>
      </p:sp>
    </p:spTree>
    <p:extLst>
      <p:ext uri="{BB962C8B-B14F-4D97-AF65-F5344CB8AC3E}">
        <p14:creationId xmlns:p14="http://schemas.microsoft.com/office/powerpoint/2010/main" val="1165723385"/>
      </p:ext>
    </p:extLst>
  </p:cSld>
  <p:clrMapOvr>
    <a:masterClrMapping/>
  </p:clrMapOvr>
</p:notes>
</file>

<file path=ppt/notesSlides/notesSlide3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3190</a:t>
            </a:fld>
            <a:endParaRPr lang="en-US" dirty="0"/>
          </a:p>
        </p:txBody>
      </p:sp>
    </p:spTree>
    <p:extLst>
      <p:ext uri="{BB962C8B-B14F-4D97-AF65-F5344CB8AC3E}">
        <p14:creationId xmlns:p14="http://schemas.microsoft.com/office/powerpoint/2010/main" val="2198184090"/>
      </p:ext>
    </p:extLst>
  </p:cSld>
  <p:clrMapOvr>
    <a:masterClrMapping/>
  </p:clrMapOvr>
</p:notes>
</file>

<file path=ppt/notesSlides/notesSlide3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3191</a:t>
            </a:fld>
            <a:endParaRPr lang="en-US" dirty="0"/>
          </a:p>
        </p:txBody>
      </p:sp>
    </p:spTree>
    <p:extLst>
      <p:ext uri="{BB962C8B-B14F-4D97-AF65-F5344CB8AC3E}">
        <p14:creationId xmlns:p14="http://schemas.microsoft.com/office/powerpoint/2010/main" val="2903567465"/>
      </p:ext>
    </p:extLst>
  </p:cSld>
  <p:clrMapOvr>
    <a:masterClrMapping/>
  </p:clrMapOvr>
</p:notes>
</file>

<file path=ppt/notesSlides/notesSlide3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3192</a:t>
            </a:fld>
            <a:endParaRPr lang="en-US" dirty="0"/>
          </a:p>
        </p:txBody>
      </p:sp>
    </p:spTree>
    <p:extLst>
      <p:ext uri="{BB962C8B-B14F-4D97-AF65-F5344CB8AC3E}">
        <p14:creationId xmlns:p14="http://schemas.microsoft.com/office/powerpoint/2010/main" val="3023287635"/>
      </p:ext>
    </p:extLst>
  </p:cSld>
  <p:clrMapOvr>
    <a:masterClrMapping/>
  </p:clrMapOvr>
</p:notes>
</file>

<file path=ppt/notesSlides/notesSlide3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3193</a:t>
            </a:fld>
            <a:endParaRPr lang="en-US" dirty="0"/>
          </a:p>
        </p:txBody>
      </p:sp>
    </p:spTree>
    <p:extLst>
      <p:ext uri="{BB962C8B-B14F-4D97-AF65-F5344CB8AC3E}">
        <p14:creationId xmlns:p14="http://schemas.microsoft.com/office/powerpoint/2010/main" val="2098611796"/>
      </p:ext>
    </p:extLst>
  </p:cSld>
  <p:clrMapOvr>
    <a:masterClrMapping/>
  </p:clrMapOvr>
</p:notes>
</file>

<file path=ppt/notesSlides/notesSlide3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3194</a:t>
            </a:fld>
            <a:endParaRPr lang="en-US" dirty="0"/>
          </a:p>
        </p:txBody>
      </p:sp>
    </p:spTree>
    <p:extLst>
      <p:ext uri="{BB962C8B-B14F-4D97-AF65-F5344CB8AC3E}">
        <p14:creationId xmlns:p14="http://schemas.microsoft.com/office/powerpoint/2010/main" val="2574074960"/>
      </p:ext>
    </p:extLst>
  </p:cSld>
  <p:clrMapOvr>
    <a:masterClrMapping/>
  </p:clrMapOvr>
</p:notes>
</file>

<file path=ppt/notesSlides/notesSlide3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3195</a:t>
            </a:fld>
            <a:endParaRPr lang="en-US" dirty="0"/>
          </a:p>
        </p:txBody>
      </p:sp>
    </p:spTree>
    <p:extLst>
      <p:ext uri="{BB962C8B-B14F-4D97-AF65-F5344CB8AC3E}">
        <p14:creationId xmlns:p14="http://schemas.microsoft.com/office/powerpoint/2010/main" val="1016924788"/>
      </p:ext>
    </p:extLst>
  </p:cSld>
  <p:clrMapOvr>
    <a:masterClrMapping/>
  </p:clrMapOvr>
</p:notes>
</file>

<file path=ppt/notesSlides/notesSlide3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3196</a:t>
            </a:fld>
            <a:endParaRPr lang="en-US" dirty="0"/>
          </a:p>
        </p:txBody>
      </p:sp>
    </p:spTree>
    <p:extLst>
      <p:ext uri="{BB962C8B-B14F-4D97-AF65-F5344CB8AC3E}">
        <p14:creationId xmlns:p14="http://schemas.microsoft.com/office/powerpoint/2010/main" val="3837973639"/>
      </p:ext>
    </p:extLst>
  </p:cSld>
  <p:clrMapOvr>
    <a:masterClrMapping/>
  </p:clrMapOvr>
</p:notes>
</file>

<file path=ppt/notesSlides/notesSlide3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3197</a:t>
            </a:fld>
            <a:endParaRPr lang="en-US" dirty="0"/>
          </a:p>
        </p:txBody>
      </p:sp>
    </p:spTree>
    <p:extLst>
      <p:ext uri="{BB962C8B-B14F-4D97-AF65-F5344CB8AC3E}">
        <p14:creationId xmlns:p14="http://schemas.microsoft.com/office/powerpoint/2010/main" val="4156060997"/>
      </p:ext>
    </p:extLst>
  </p:cSld>
  <p:clrMapOvr>
    <a:masterClrMapping/>
  </p:clrMapOvr>
</p:notes>
</file>

<file path=ppt/notesSlides/notesSlide3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3198</a:t>
            </a:fld>
            <a:endParaRPr lang="en-US" dirty="0"/>
          </a:p>
        </p:txBody>
      </p:sp>
    </p:spTree>
    <p:extLst>
      <p:ext uri="{BB962C8B-B14F-4D97-AF65-F5344CB8AC3E}">
        <p14:creationId xmlns:p14="http://schemas.microsoft.com/office/powerpoint/2010/main" val="1094214693"/>
      </p:ext>
    </p:extLst>
  </p:cSld>
  <p:clrMapOvr>
    <a:masterClrMapping/>
  </p:clrMapOvr>
</p:notes>
</file>

<file path=ppt/notesSlides/notesSlide3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3199</a:t>
            </a:fld>
            <a:endParaRPr lang="en-US" dirty="0"/>
          </a:p>
        </p:txBody>
      </p:sp>
    </p:spTree>
    <p:extLst>
      <p:ext uri="{BB962C8B-B14F-4D97-AF65-F5344CB8AC3E}">
        <p14:creationId xmlns:p14="http://schemas.microsoft.com/office/powerpoint/2010/main" val="4259054310"/>
      </p:ext>
    </p:extLst>
  </p:cSld>
  <p:clrMapOvr>
    <a:masterClrMapping/>
  </p:clrMapOvr>
</p:notes>
</file>

<file path=ppt/notesSlides/notesSlide3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3200</a:t>
            </a:fld>
            <a:endParaRPr lang="en-US" dirty="0"/>
          </a:p>
        </p:txBody>
      </p:sp>
    </p:spTree>
    <p:extLst>
      <p:ext uri="{BB962C8B-B14F-4D97-AF65-F5344CB8AC3E}">
        <p14:creationId xmlns:p14="http://schemas.microsoft.com/office/powerpoint/2010/main" val="4022194328"/>
      </p:ext>
    </p:extLst>
  </p:cSld>
  <p:clrMapOvr>
    <a:masterClrMapping/>
  </p:clrMapOvr>
</p:notes>
</file>

<file path=ppt/notesSlides/notesSlide3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3201</a:t>
            </a:fld>
            <a:endParaRPr lang="en-US" dirty="0"/>
          </a:p>
        </p:txBody>
      </p:sp>
    </p:spTree>
    <p:extLst>
      <p:ext uri="{BB962C8B-B14F-4D97-AF65-F5344CB8AC3E}">
        <p14:creationId xmlns:p14="http://schemas.microsoft.com/office/powerpoint/2010/main" val="4090169423"/>
      </p:ext>
    </p:extLst>
  </p:cSld>
  <p:clrMapOvr>
    <a:masterClrMapping/>
  </p:clrMapOvr>
</p:notes>
</file>

<file path=ppt/notesSlides/notesSlide3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3202</a:t>
            </a:fld>
            <a:endParaRPr lang="en-US" dirty="0"/>
          </a:p>
        </p:txBody>
      </p:sp>
    </p:spTree>
    <p:extLst>
      <p:ext uri="{BB962C8B-B14F-4D97-AF65-F5344CB8AC3E}">
        <p14:creationId xmlns:p14="http://schemas.microsoft.com/office/powerpoint/2010/main" val="1883228437"/>
      </p:ext>
    </p:extLst>
  </p:cSld>
  <p:clrMapOvr>
    <a:masterClrMapping/>
  </p:clrMapOvr>
</p:notes>
</file>

<file path=ppt/notesSlides/notesSlide3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3203</a:t>
            </a:fld>
            <a:endParaRPr lang="en-US" dirty="0"/>
          </a:p>
        </p:txBody>
      </p:sp>
    </p:spTree>
    <p:extLst>
      <p:ext uri="{BB962C8B-B14F-4D97-AF65-F5344CB8AC3E}">
        <p14:creationId xmlns:p14="http://schemas.microsoft.com/office/powerpoint/2010/main" val="2254024626"/>
      </p:ext>
    </p:extLst>
  </p:cSld>
  <p:clrMapOvr>
    <a:masterClrMapping/>
  </p:clrMapOvr>
</p:notes>
</file>

<file path=ppt/notesSlides/notesSlide3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3204</a:t>
            </a:fld>
            <a:endParaRPr lang="en-US" dirty="0"/>
          </a:p>
        </p:txBody>
      </p:sp>
    </p:spTree>
    <p:extLst>
      <p:ext uri="{BB962C8B-B14F-4D97-AF65-F5344CB8AC3E}">
        <p14:creationId xmlns:p14="http://schemas.microsoft.com/office/powerpoint/2010/main" val="2575764259"/>
      </p:ext>
    </p:extLst>
  </p:cSld>
  <p:clrMapOvr>
    <a:masterClrMapping/>
  </p:clrMapOvr>
</p:notes>
</file>

<file path=ppt/notesSlides/notesSlide3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3205</a:t>
            </a:fld>
            <a:endParaRPr lang="en-US" dirty="0"/>
          </a:p>
        </p:txBody>
      </p:sp>
    </p:spTree>
    <p:extLst>
      <p:ext uri="{BB962C8B-B14F-4D97-AF65-F5344CB8AC3E}">
        <p14:creationId xmlns:p14="http://schemas.microsoft.com/office/powerpoint/2010/main" val="3827928545"/>
      </p:ext>
    </p:extLst>
  </p:cSld>
  <p:clrMapOvr>
    <a:masterClrMapping/>
  </p:clrMapOvr>
</p:notes>
</file>

<file path=ppt/notesSlides/notesSlide3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3206</a:t>
            </a:fld>
            <a:endParaRPr lang="en-US" dirty="0"/>
          </a:p>
        </p:txBody>
      </p:sp>
    </p:spTree>
    <p:extLst>
      <p:ext uri="{BB962C8B-B14F-4D97-AF65-F5344CB8AC3E}">
        <p14:creationId xmlns:p14="http://schemas.microsoft.com/office/powerpoint/2010/main" val="2371072805"/>
      </p:ext>
    </p:extLst>
  </p:cSld>
  <p:clrMapOvr>
    <a:masterClrMapping/>
  </p:clrMapOvr>
</p:notes>
</file>

<file path=ppt/notesSlides/notesSlide3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3207</a:t>
            </a:fld>
            <a:endParaRPr lang="en-US" dirty="0"/>
          </a:p>
        </p:txBody>
      </p:sp>
    </p:spTree>
    <p:extLst>
      <p:ext uri="{BB962C8B-B14F-4D97-AF65-F5344CB8AC3E}">
        <p14:creationId xmlns:p14="http://schemas.microsoft.com/office/powerpoint/2010/main" val="630477205"/>
      </p:ext>
    </p:extLst>
  </p:cSld>
  <p:clrMapOvr>
    <a:masterClrMapping/>
  </p:clrMapOvr>
</p:notes>
</file>

<file path=ppt/notesSlides/notesSlide3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3208</a:t>
            </a:fld>
            <a:endParaRPr lang="en-US" dirty="0"/>
          </a:p>
        </p:txBody>
      </p:sp>
    </p:spTree>
    <p:extLst>
      <p:ext uri="{BB962C8B-B14F-4D97-AF65-F5344CB8AC3E}">
        <p14:creationId xmlns:p14="http://schemas.microsoft.com/office/powerpoint/2010/main" val="18689679"/>
      </p:ext>
    </p:extLst>
  </p:cSld>
  <p:clrMapOvr>
    <a:masterClrMapping/>
  </p:clrMapOvr>
</p:notes>
</file>

<file path=ppt/notesSlides/notesSlide3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3209</a:t>
            </a:fld>
            <a:endParaRPr lang="en-US" dirty="0"/>
          </a:p>
        </p:txBody>
      </p:sp>
    </p:spTree>
    <p:extLst>
      <p:ext uri="{BB962C8B-B14F-4D97-AF65-F5344CB8AC3E}">
        <p14:creationId xmlns:p14="http://schemas.microsoft.com/office/powerpoint/2010/main" val="2891650628"/>
      </p:ext>
    </p:extLst>
  </p:cSld>
  <p:clrMapOvr>
    <a:masterClrMapping/>
  </p:clrMapOvr>
</p:notes>
</file>

<file path=ppt/notesSlides/notesSlide3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3210</a:t>
            </a:fld>
            <a:endParaRPr lang="en-US" dirty="0"/>
          </a:p>
        </p:txBody>
      </p:sp>
    </p:spTree>
    <p:extLst>
      <p:ext uri="{BB962C8B-B14F-4D97-AF65-F5344CB8AC3E}">
        <p14:creationId xmlns:p14="http://schemas.microsoft.com/office/powerpoint/2010/main" val="2221246569"/>
      </p:ext>
    </p:extLst>
  </p:cSld>
  <p:clrMapOvr>
    <a:masterClrMapping/>
  </p:clrMapOvr>
</p:notes>
</file>

<file path=ppt/notesSlides/notesSlide3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3211</a:t>
            </a:fld>
            <a:endParaRPr lang="en-US" dirty="0"/>
          </a:p>
        </p:txBody>
      </p:sp>
    </p:spTree>
    <p:extLst>
      <p:ext uri="{BB962C8B-B14F-4D97-AF65-F5344CB8AC3E}">
        <p14:creationId xmlns:p14="http://schemas.microsoft.com/office/powerpoint/2010/main" val="4274993260"/>
      </p:ext>
    </p:extLst>
  </p:cSld>
  <p:clrMapOvr>
    <a:masterClrMapping/>
  </p:clrMapOvr>
</p:notes>
</file>

<file path=ppt/notesSlides/notesSlide3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3212</a:t>
            </a:fld>
            <a:endParaRPr lang="en-US" dirty="0"/>
          </a:p>
        </p:txBody>
      </p:sp>
    </p:spTree>
    <p:extLst>
      <p:ext uri="{BB962C8B-B14F-4D97-AF65-F5344CB8AC3E}">
        <p14:creationId xmlns:p14="http://schemas.microsoft.com/office/powerpoint/2010/main" val="3266672242"/>
      </p:ext>
    </p:extLst>
  </p:cSld>
  <p:clrMapOvr>
    <a:masterClrMapping/>
  </p:clrMapOvr>
</p:notes>
</file>

<file path=ppt/notesSlides/notesSlide3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3213</a:t>
            </a:fld>
            <a:endParaRPr lang="en-US" dirty="0"/>
          </a:p>
        </p:txBody>
      </p:sp>
    </p:spTree>
    <p:extLst>
      <p:ext uri="{BB962C8B-B14F-4D97-AF65-F5344CB8AC3E}">
        <p14:creationId xmlns:p14="http://schemas.microsoft.com/office/powerpoint/2010/main" val="3716319889"/>
      </p:ext>
    </p:extLst>
  </p:cSld>
  <p:clrMapOvr>
    <a:masterClrMapping/>
  </p:clrMapOvr>
</p:notes>
</file>

<file path=ppt/notesSlides/notesSlide3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3214</a:t>
            </a:fld>
            <a:endParaRPr lang="en-US" dirty="0"/>
          </a:p>
        </p:txBody>
      </p:sp>
    </p:spTree>
    <p:extLst>
      <p:ext uri="{BB962C8B-B14F-4D97-AF65-F5344CB8AC3E}">
        <p14:creationId xmlns:p14="http://schemas.microsoft.com/office/powerpoint/2010/main" val="3818267271"/>
      </p:ext>
    </p:extLst>
  </p:cSld>
  <p:clrMapOvr>
    <a:masterClrMapping/>
  </p:clrMapOvr>
</p:notes>
</file>

<file path=ppt/notesSlides/notesSlide3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3215</a:t>
            </a:fld>
            <a:endParaRPr lang="en-US" dirty="0"/>
          </a:p>
        </p:txBody>
      </p:sp>
    </p:spTree>
    <p:extLst>
      <p:ext uri="{BB962C8B-B14F-4D97-AF65-F5344CB8AC3E}">
        <p14:creationId xmlns:p14="http://schemas.microsoft.com/office/powerpoint/2010/main" val="3617548373"/>
      </p:ext>
    </p:extLst>
  </p:cSld>
  <p:clrMapOvr>
    <a:masterClrMapping/>
  </p:clrMapOvr>
</p:notes>
</file>

<file path=ppt/notesSlides/notesSlide3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3216</a:t>
            </a:fld>
            <a:endParaRPr lang="en-US" dirty="0"/>
          </a:p>
        </p:txBody>
      </p:sp>
    </p:spTree>
    <p:extLst>
      <p:ext uri="{BB962C8B-B14F-4D97-AF65-F5344CB8AC3E}">
        <p14:creationId xmlns:p14="http://schemas.microsoft.com/office/powerpoint/2010/main" val="497758417"/>
      </p:ext>
    </p:extLst>
  </p:cSld>
  <p:clrMapOvr>
    <a:masterClrMapping/>
  </p:clrMapOvr>
</p:notes>
</file>

<file path=ppt/notesSlides/notesSlide3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3217</a:t>
            </a:fld>
            <a:endParaRPr lang="en-US" dirty="0"/>
          </a:p>
        </p:txBody>
      </p:sp>
    </p:spTree>
    <p:extLst>
      <p:ext uri="{BB962C8B-B14F-4D97-AF65-F5344CB8AC3E}">
        <p14:creationId xmlns:p14="http://schemas.microsoft.com/office/powerpoint/2010/main" val="326008573"/>
      </p:ext>
    </p:extLst>
  </p:cSld>
  <p:clrMapOvr>
    <a:masterClrMapping/>
  </p:clrMapOvr>
</p:notes>
</file>

<file path=ppt/notesSlides/notesSlide3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3218</a:t>
            </a:fld>
            <a:endParaRPr lang="en-US" dirty="0"/>
          </a:p>
        </p:txBody>
      </p:sp>
    </p:spTree>
    <p:extLst>
      <p:ext uri="{BB962C8B-B14F-4D97-AF65-F5344CB8AC3E}">
        <p14:creationId xmlns:p14="http://schemas.microsoft.com/office/powerpoint/2010/main" val="1692023044"/>
      </p:ext>
    </p:extLst>
  </p:cSld>
  <p:clrMapOvr>
    <a:masterClrMapping/>
  </p:clrMapOvr>
</p:notes>
</file>

<file path=ppt/notesSlides/notesSlide3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3219</a:t>
            </a:fld>
            <a:endParaRPr lang="en-US" dirty="0"/>
          </a:p>
        </p:txBody>
      </p:sp>
    </p:spTree>
    <p:extLst>
      <p:ext uri="{BB962C8B-B14F-4D97-AF65-F5344CB8AC3E}">
        <p14:creationId xmlns:p14="http://schemas.microsoft.com/office/powerpoint/2010/main" val="2022018684"/>
      </p:ext>
    </p:extLst>
  </p:cSld>
  <p:clrMapOvr>
    <a:masterClrMapping/>
  </p:clrMapOvr>
</p:notes>
</file>

<file path=ppt/notesSlides/notesSlide3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3220</a:t>
            </a:fld>
            <a:endParaRPr lang="en-US" dirty="0"/>
          </a:p>
        </p:txBody>
      </p:sp>
    </p:spTree>
    <p:extLst>
      <p:ext uri="{BB962C8B-B14F-4D97-AF65-F5344CB8AC3E}">
        <p14:creationId xmlns:p14="http://schemas.microsoft.com/office/powerpoint/2010/main" val="559217494"/>
      </p:ext>
    </p:extLst>
  </p:cSld>
  <p:clrMapOvr>
    <a:masterClrMapping/>
  </p:clrMapOvr>
</p:notes>
</file>

<file path=ppt/notesSlides/notesSlide3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3221</a:t>
            </a:fld>
            <a:endParaRPr lang="en-US" dirty="0"/>
          </a:p>
        </p:txBody>
      </p:sp>
    </p:spTree>
    <p:extLst>
      <p:ext uri="{BB962C8B-B14F-4D97-AF65-F5344CB8AC3E}">
        <p14:creationId xmlns:p14="http://schemas.microsoft.com/office/powerpoint/2010/main" val="3851530393"/>
      </p:ext>
    </p:extLst>
  </p:cSld>
  <p:clrMapOvr>
    <a:masterClrMapping/>
  </p:clrMapOvr>
</p:notes>
</file>

<file path=ppt/notesSlides/notesSlide3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3222</a:t>
            </a:fld>
            <a:endParaRPr lang="en-US" dirty="0"/>
          </a:p>
        </p:txBody>
      </p:sp>
    </p:spTree>
    <p:extLst>
      <p:ext uri="{BB962C8B-B14F-4D97-AF65-F5344CB8AC3E}">
        <p14:creationId xmlns:p14="http://schemas.microsoft.com/office/powerpoint/2010/main" val="1010470634"/>
      </p:ext>
    </p:extLst>
  </p:cSld>
  <p:clrMapOvr>
    <a:masterClrMapping/>
  </p:clrMapOvr>
</p:notes>
</file>

<file path=ppt/notesSlides/notesSlide3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3223</a:t>
            </a:fld>
            <a:endParaRPr lang="en-US" dirty="0"/>
          </a:p>
        </p:txBody>
      </p:sp>
    </p:spTree>
    <p:extLst>
      <p:ext uri="{BB962C8B-B14F-4D97-AF65-F5344CB8AC3E}">
        <p14:creationId xmlns:p14="http://schemas.microsoft.com/office/powerpoint/2010/main" val="1127368481"/>
      </p:ext>
    </p:extLst>
  </p:cSld>
  <p:clrMapOvr>
    <a:masterClrMapping/>
  </p:clrMapOvr>
</p:notes>
</file>

<file path=ppt/notesSlides/notesSlide3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3224</a:t>
            </a:fld>
            <a:endParaRPr lang="en-US" dirty="0"/>
          </a:p>
        </p:txBody>
      </p:sp>
    </p:spTree>
    <p:extLst>
      <p:ext uri="{BB962C8B-B14F-4D97-AF65-F5344CB8AC3E}">
        <p14:creationId xmlns:p14="http://schemas.microsoft.com/office/powerpoint/2010/main" val="817933664"/>
      </p:ext>
    </p:extLst>
  </p:cSld>
  <p:clrMapOvr>
    <a:masterClrMapping/>
  </p:clrMapOvr>
</p:notes>
</file>

<file path=ppt/notesSlides/notesSlide3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3225</a:t>
            </a:fld>
            <a:endParaRPr lang="en-US" dirty="0"/>
          </a:p>
        </p:txBody>
      </p:sp>
    </p:spTree>
    <p:extLst>
      <p:ext uri="{BB962C8B-B14F-4D97-AF65-F5344CB8AC3E}">
        <p14:creationId xmlns:p14="http://schemas.microsoft.com/office/powerpoint/2010/main" val="4204192674"/>
      </p:ext>
    </p:extLst>
  </p:cSld>
  <p:clrMapOvr>
    <a:masterClrMapping/>
  </p:clrMapOvr>
</p:notes>
</file>

<file path=ppt/notesSlides/notesSlide3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3226</a:t>
            </a:fld>
            <a:endParaRPr lang="en-US" dirty="0"/>
          </a:p>
        </p:txBody>
      </p:sp>
    </p:spTree>
    <p:extLst>
      <p:ext uri="{BB962C8B-B14F-4D97-AF65-F5344CB8AC3E}">
        <p14:creationId xmlns:p14="http://schemas.microsoft.com/office/powerpoint/2010/main" val="3198512204"/>
      </p:ext>
    </p:extLst>
  </p:cSld>
  <p:clrMapOvr>
    <a:masterClrMapping/>
  </p:clrMapOvr>
</p:notes>
</file>

<file path=ppt/notesSlides/notesSlide3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3227</a:t>
            </a:fld>
            <a:endParaRPr lang="en-US" dirty="0"/>
          </a:p>
        </p:txBody>
      </p:sp>
    </p:spTree>
    <p:extLst>
      <p:ext uri="{BB962C8B-B14F-4D97-AF65-F5344CB8AC3E}">
        <p14:creationId xmlns:p14="http://schemas.microsoft.com/office/powerpoint/2010/main" val="138755503"/>
      </p:ext>
    </p:extLst>
  </p:cSld>
  <p:clrMapOvr>
    <a:masterClrMapping/>
  </p:clrMapOvr>
</p:notes>
</file>

<file path=ppt/notesSlides/notesSlide3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3228</a:t>
            </a:fld>
            <a:endParaRPr lang="en-US" dirty="0"/>
          </a:p>
        </p:txBody>
      </p:sp>
    </p:spTree>
    <p:extLst>
      <p:ext uri="{BB962C8B-B14F-4D97-AF65-F5344CB8AC3E}">
        <p14:creationId xmlns:p14="http://schemas.microsoft.com/office/powerpoint/2010/main" val="583038161"/>
      </p:ext>
    </p:extLst>
  </p:cSld>
  <p:clrMapOvr>
    <a:masterClrMapping/>
  </p:clrMapOvr>
</p:notes>
</file>

<file path=ppt/notesSlides/notesSlide3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3229</a:t>
            </a:fld>
            <a:endParaRPr lang="en-US" dirty="0"/>
          </a:p>
        </p:txBody>
      </p:sp>
    </p:spTree>
    <p:extLst>
      <p:ext uri="{BB962C8B-B14F-4D97-AF65-F5344CB8AC3E}">
        <p14:creationId xmlns:p14="http://schemas.microsoft.com/office/powerpoint/2010/main" val="1851076666"/>
      </p:ext>
    </p:extLst>
  </p:cSld>
  <p:clrMapOvr>
    <a:masterClrMapping/>
  </p:clrMapOvr>
</p:notes>
</file>

<file path=ppt/notesSlides/notesSlide3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3230</a:t>
            </a:fld>
            <a:endParaRPr lang="en-US" dirty="0"/>
          </a:p>
        </p:txBody>
      </p:sp>
    </p:spTree>
    <p:extLst>
      <p:ext uri="{BB962C8B-B14F-4D97-AF65-F5344CB8AC3E}">
        <p14:creationId xmlns:p14="http://schemas.microsoft.com/office/powerpoint/2010/main" val="2064014243"/>
      </p:ext>
    </p:extLst>
  </p:cSld>
  <p:clrMapOvr>
    <a:masterClrMapping/>
  </p:clrMapOvr>
</p:notes>
</file>

<file path=ppt/notesSlides/notesSlide3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3231</a:t>
            </a:fld>
            <a:endParaRPr lang="en-US" dirty="0"/>
          </a:p>
        </p:txBody>
      </p:sp>
    </p:spTree>
    <p:extLst>
      <p:ext uri="{BB962C8B-B14F-4D97-AF65-F5344CB8AC3E}">
        <p14:creationId xmlns:p14="http://schemas.microsoft.com/office/powerpoint/2010/main" val="468744432"/>
      </p:ext>
    </p:extLst>
  </p:cSld>
  <p:clrMapOvr>
    <a:masterClrMapping/>
  </p:clrMapOvr>
</p:notes>
</file>

<file path=ppt/notesSlides/notesSlide3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3232</a:t>
            </a:fld>
            <a:endParaRPr lang="en-US" dirty="0"/>
          </a:p>
        </p:txBody>
      </p:sp>
    </p:spTree>
    <p:extLst>
      <p:ext uri="{BB962C8B-B14F-4D97-AF65-F5344CB8AC3E}">
        <p14:creationId xmlns:p14="http://schemas.microsoft.com/office/powerpoint/2010/main" val="199911712"/>
      </p:ext>
    </p:extLst>
  </p:cSld>
  <p:clrMapOvr>
    <a:masterClrMapping/>
  </p:clrMapOvr>
</p:notes>
</file>

<file path=ppt/notesSlides/notesSlide3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3233</a:t>
            </a:fld>
            <a:endParaRPr lang="en-US" dirty="0"/>
          </a:p>
        </p:txBody>
      </p:sp>
    </p:spTree>
    <p:extLst>
      <p:ext uri="{BB962C8B-B14F-4D97-AF65-F5344CB8AC3E}">
        <p14:creationId xmlns:p14="http://schemas.microsoft.com/office/powerpoint/2010/main" val="3808311637"/>
      </p:ext>
    </p:extLst>
  </p:cSld>
  <p:clrMapOvr>
    <a:masterClrMapping/>
  </p:clrMapOvr>
</p:notes>
</file>

<file path=ppt/notesSlides/notesSlide3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3234</a:t>
            </a:fld>
            <a:endParaRPr lang="en-US" dirty="0"/>
          </a:p>
        </p:txBody>
      </p:sp>
    </p:spTree>
    <p:extLst>
      <p:ext uri="{BB962C8B-B14F-4D97-AF65-F5344CB8AC3E}">
        <p14:creationId xmlns:p14="http://schemas.microsoft.com/office/powerpoint/2010/main" val="1146011338"/>
      </p:ext>
    </p:extLst>
  </p:cSld>
  <p:clrMapOvr>
    <a:masterClrMapping/>
  </p:clrMapOvr>
</p:notes>
</file>

<file path=ppt/notesSlides/notesSlide3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3235</a:t>
            </a:fld>
            <a:endParaRPr lang="en-US" dirty="0"/>
          </a:p>
        </p:txBody>
      </p:sp>
    </p:spTree>
    <p:extLst>
      <p:ext uri="{BB962C8B-B14F-4D97-AF65-F5344CB8AC3E}">
        <p14:creationId xmlns:p14="http://schemas.microsoft.com/office/powerpoint/2010/main" val="4004144125"/>
      </p:ext>
    </p:extLst>
  </p:cSld>
  <p:clrMapOvr>
    <a:masterClrMapping/>
  </p:clrMapOvr>
</p:notes>
</file>

<file path=ppt/notesSlides/notesSlide3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3236</a:t>
            </a:fld>
            <a:endParaRPr lang="en-US" dirty="0"/>
          </a:p>
        </p:txBody>
      </p:sp>
    </p:spTree>
    <p:extLst>
      <p:ext uri="{BB962C8B-B14F-4D97-AF65-F5344CB8AC3E}">
        <p14:creationId xmlns:p14="http://schemas.microsoft.com/office/powerpoint/2010/main" val="1832946769"/>
      </p:ext>
    </p:extLst>
  </p:cSld>
  <p:clrMapOvr>
    <a:masterClrMapping/>
  </p:clrMapOvr>
</p:notes>
</file>

<file path=ppt/notesSlides/notesSlide3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3237</a:t>
            </a:fld>
            <a:endParaRPr lang="en-US" dirty="0"/>
          </a:p>
        </p:txBody>
      </p:sp>
    </p:spTree>
    <p:extLst>
      <p:ext uri="{BB962C8B-B14F-4D97-AF65-F5344CB8AC3E}">
        <p14:creationId xmlns:p14="http://schemas.microsoft.com/office/powerpoint/2010/main" val="3497628945"/>
      </p:ext>
    </p:extLst>
  </p:cSld>
  <p:clrMapOvr>
    <a:masterClrMapping/>
  </p:clrMapOvr>
</p:notes>
</file>

<file path=ppt/notesSlides/notesSlide3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3238</a:t>
            </a:fld>
            <a:endParaRPr lang="en-US" dirty="0"/>
          </a:p>
        </p:txBody>
      </p:sp>
    </p:spTree>
    <p:extLst>
      <p:ext uri="{BB962C8B-B14F-4D97-AF65-F5344CB8AC3E}">
        <p14:creationId xmlns:p14="http://schemas.microsoft.com/office/powerpoint/2010/main" val="4048474936"/>
      </p:ext>
    </p:extLst>
  </p:cSld>
  <p:clrMapOvr>
    <a:masterClrMapping/>
  </p:clrMapOvr>
</p:notes>
</file>

<file path=ppt/notesSlides/notesSlide3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3239</a:t>
            </a:fld>
            <a:endParaRPr lang="en-US" dirty="0"/>
          </a:p>
        </p:txBody>
      </p:sp>
    </p:spTree>
    <p:extLst>
      <p:ext uri="{BB962C8B-B14F-4D97-AF65-F5344CB8AC3E}">
        <p14:creationId xmlns:p14="http://schemas.microsoft.com/office/powerpoint/2010/main" val="2583449081"/>
      </p:ext>
    </p:extLst>
  </p:cSld>
  <p:clrMapOvr>
    <a:masterClrMapping/>
  </p:clrMapOvr>
</p:notes>
</file>

<file path=ppt/notesSlides/notesSlide3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3240</a:t>
            </a:fld>
            <a:endParaRPr lang="en-US" dirty="0"/>
          </a:p>
        </p:txBody>
      </p:sp>
    </p:spTree>
    <p:extLst>
      <p:ext uri="{BB962C8B-B14F-4D97-AF65-F5344CB8AC3E}">
        <p14:creationId xmlns:p14="http://schemas.microsoft.com/office/powerpoint/2010/main" val="3198004039"/>
      </p:ext>
    </p:extLst>
  </p:cSld>
  <p:clrMapOvr>
    <a:masterClrMapping/>
  </p:clrMapOvr>
</p:notes>
</file>

<file path=ppt/notesSlides/notesSlide3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3241</a:t>
            </a:fld>
            <a:endParaRPr lang="en-US" dirty="0"/>
          </a:p>
        </p:txBody>
      </p:sp>
    </p:spTree>
    <p:extLst>
      <p:ext uri="{BB962C8B-B14F-4D97-AF65-F5344CB8AC3E}">
        <p14:creationId xmlns:p14="http://schemas.microsoft.com/office/powerpoint/2010/main" val="3794913164"/>
      </p:ext>
    </p:extLst>
  </p:cSld>
  <p:clrMapOvr>
    <a:masterClrMapping/>
  </p:clrMapOvr>
</p:notes>
</file>

<file path=ppt/notesSlides/notesSlide3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3242</a:t>
            </a:fld>
            <a:endParaRPr lang="en-US" dirty="0"/>
          </a:p>
        </p:txBody>
      </p:sp>
    </p:spTree>
    <p:extLst>
      <p:ext uri="{BB962C8B-B14F-4D97-AF65-F5344CB8AC3E}">
        <p14:creationId xmlns:p14="http://schemas.microsoft.com/office/powerpoint/2010/main" val="3410674700"/>
      </p:ext>
    </p:extLst>
  </p:cSld>
  <p:clrMapOvr>
    <a:masterClrMapping/>
  </p:clrMapOvr>
</p:notes>
</file>

<file path=ppt/notesSlides/notesSlide3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3243</a:t>
            </a:fld>
            <a:endParaRPr lang="en-US" dirty="0"/>
          </a:p>
        </p:txBody>
      </p:sp>
    </p:spTree>
    <p:extLst>
      <p:ext uri="{BB962C8B-B14F-4D97-AF65-F5344CB8AC3E}">
        <p14:creationId xmlns:p14="http://schemas.microsoft.com/office/powerpoint/2010/main" val="3490710712"/>
      </p:ext>
    </p:extLst>
  </p:cSld>
  <p:clrMapOvr>
    <a:masterClrMapping/>
  </p:clrMapOvr>
</p:notes>
</file>

<file path=ppt/notesSlides/notesSlide3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3244</a:t>
            </a:fld>
            <a:endParaRPr lang="en-US" dirty="0"/>
          </a:p>
        </p:txBody>
      </p:sp>
    </p:spTree>
    <p:extLst>
      <p:ext uri="{BB962C8B-B14F-4D97-AF65-F5344CB8AC3E}">
        <p14:creationId xmlns:p14="http://schemas.microsoft.com/office/powerpoint/2010/main" val="1216469470"/>
      </p:ext>
    </p:extLst>
  </p:cSld>
  <p:clrMapOvr>
    <a:masterClrMapping/>
  </p:clrMapOvr>
</p:notes>
</file>

<file path=ppt/notesSlides/notesSlide3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3245</a:t>
            </a:fld>
            <a:endParaRPr lang="en-US" dirty="0"/>
          </a:p>
        </p:txBody>
      </p:sp>
    </p:spTree>
    <p:extLst>
      <p:ext uri="{BB962C8B-B14F-4D97-AF65-F5344CB8AC3E}">
        <p14:creationId xmlns:p14="http://schemas.microsoft.com/office/powerpoint/2010/main" val="1098103069"/>
      </p:ext>
    </p:extLst>
  </p:cSld>
  <p:clrMapOvr>
    <a:masterClrMapping/>
  </p:clrMapOvr>
</p:notes>
</file>

<file path=ppt/notesSlides/notesSlide3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3246</a:t>
            </a:fld>
            <a:endParaRPr lang="en-US" dirty="0"/>
          </a:p>
        </p:txBody>
      </p:sp>
    </p:spTree>
    <p:extLst>
      <p:ext uri="{BB962C8B-B14F-4D97-AF65-F5344CB8AC3E}">
        <p14:creationId xmlns:p14="http://schemas.microsoft.com/office/powerpoint/2010/main" val="797003547"/>
      </p:ext>
    </p:extLst>
  </p:cSld>
  <p:clrMapOvr>
    <a:masterClrMapping/>
  </p:clrMapOvr>
</p:notes>
</file>

<file path=ppt/notesSlides/notesSlide3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3247</a:t>
            </a:fld>
            <a:endParaRPr lang="en-US" dirty="0"/>
          </a:p>
        </p:txBody>
      </p:sp>
    </p:spTree>
    <p:extLst>
      <p:ext uri="{BB962C8B-B14F-4D97-AF65-F5344CB8AC3E}">
        <p14:creationId xmlns:p14="http://schemas.microsoft.com/office/powerpoint/2010/main" val="1788148459"/>
      </p:ext>
    </p:extLst>
  </p:cSld>
  <p:clrMapOvr>
    <a:masterClrMapping/>
  </p:clrMapOvr>
</p:notes>
</file>

<file path=ppt/notesSlides/notesSlide3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3248</a:t>
            </a:fld>
            <a:endParaRPr lang="en-US" dirty="0"/>
          </a:p>
        </p:txBody>
      </p:sp>
    </p:spTree>
    <p:extLst>
      <p:ext uri="{BB962C8B-B14F-4D97-AF65-F5344CB8AC3E}">
        <p14:creationId xmlns:p14="http://schemas.microsoft.com/office/powerpoint/2010/main" val="408570051"/>
      </p:ext>
    </p:extLst>
  </p:cSld>
  <p:clrMapOvr>
    <a:masterClrMapping/>
  </p:clrMapOvr>
</p:notes>
</file>

<file path=ppt/notesSlides/notesSlide3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3249</a:t>
            </a:fld>
            <a:endParaRPr lang="en-US" dirty="0"/>
          </a:p>
        </p:txBody>
      </p:sp>
    </p:spTree>
    <p:extLst>
      <p:ext uri="{BB962C8B-B14F-4D97-AF65-F5344CB8AC3E}">
        <p14:creationId xmlns:p14="http://schemas.microsoft.com/office/powerpoint/2010/main" val="2228485256"/>
      </p:ext>
    </p:extLst>
  </p:cSld>
  <p:clrMapOvr>
    <a:masterClrMapping/>
  </p:clrMapOvr>
</p:notes>
</file>

<file path=ppt/notesSlides/notesSlide3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3250</a:t>
            </a:fld>
            <a:endParaRPr lang="en-US" dirty="0"/>
          </a:p>
        </p:txBody>
      </p:sp>
    </p:spTree>
    <p:extLst>
      <p:ext uri="{BB962C8B-B14F-4D97-AF65-F5344CB8AC3E}">
        <p14:creationId xmlns:p14="http://schemas.microsoft.com/office/powerpoint/2010/main" val="656944863"/>
      </p:ext>
    </p:extLst>
  </p:cSld>
  <p:clrMapOvr>
    <a:masterClrMapping/>
  </p:clrMapOvr>
</p:notes>
</file>

<file path=ppt/notesSlides/notesSlide3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3251</a:t>
            </a:fld>
            <a:endParaRPr lang="en-US" dirty="0"/>
          </a:p>
        </p:txBody>
      </p:sp>
    </p:spTree>
    <p:extLst>
      <p:ext uri="{BB962C8B-B14F-4D97-AF65-F5344CB8AC3E}">
        <p14:creationId xmlns:p14="http://schemas.microsoft.com/office/powerpoint/2010/main" val="2441838402"/>
      </p:ext>
    </p:extLst>
  </p:cSld>
  <p:clrMapOvr>
    <a:masterClrMapping/>
  </p:clrMapOvr>
</p:notes>
</file>

<file path=ppt/notesSlides/notesSlide3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3252</a:t>
            </a:fld>
            <a:endParaRPr lang="en-US" dirty="0"/>
          </a:p>
        </p:txBody>
      </p:sp>
    </p:spTree>
    <p:extLst>
      <p:ext uri="{BB962C8B-B14F-4D97-AF65-F5344CB8AC3E}">
        <p14:creationId xmlns:p14="http://schemas.microsoft.com/office/powerpoint/2010/main" val="240529367"/>
      </p:ext>
    </p:extLst>
  </p:cSld>
  <p:clrMapOvr>
    <a:masterClrMapping/>
  </p:clrMapOvr>
</p:notes>
</file>

<file path=ppt/notesSlides/notesSlide3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3253</a:t>
            </a:fld>
            <a:endParaRPr lang="en-US" dirty="0"/>
          </a:p>
        </p:txBody>
      </p:sp>
    </p:spTree>
    <p:extLst>
      <p:ext uri="{BB962C8B-B14F-4D97-AF65-F5344CB8AC3E}">
        <p14:creationId xmlns:p14="http://schemas.microsoft.com/office/powerpoint/2010/main" val="1736542072"/>
      </p:ext>
    </p:extLst>
  </p:cSld>
  <p:clrMapOvr>
    <a:masterClrMapping/>
  </p:clrMapOvr>
</p:notes>
</file>

<file path=ppt/notesSlides/notesSlide3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3254</a:t>
            </a:fld>
            <a:endParaRPr lang="en-US" dirty="0"/>
          </a:p>
        </p:txBody>
      </p:sp>
    </p:spTree>
    <p:extLst>
      <p:ext uri="{BB962C8B-B14F-4D97-AF65-F5344CB8AC3E}">
        <p14:creationId xmlns:p14="http://schemas.microsoft.com/office/powerpoint/2010/main" val="718620868"/>
      </p:ext>
    </p:extLst>
  </p:cSld>
  <p:clrMapOvr>
    <a:masterClrMapping/>
  </p:clrMapOvr>
</p:notes>
</file>

<file path=ppt/notesSlides/notesSlide3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3255</a:t>
            </a:fld>
            <a:endParaRPr lang="en-US" dirty="0"/>
          </a:p>
        </p:txBody>
      </p:sp>
    </p:spTree>
    <p:extLst>
      <p:ext uri="{BB962C8B-B14F-4D97-AF65-F5344CB8AC3E}">
        <p14:creationId xmlns:p14="http://schemas.microsoft.com/office/powerpoint/2010/main" val="2654977196"/>
      </p:ext>
    </p:extLst>
  </p:cSld>
  <p:clrMapOvr>
    <a:masterClrMapping/>
  </p:clrMapOvr>
</p:notes>
</file>

<file path=ppt/notesSlides/notesSlide3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3256</a:t>
            </a:fld>
            <a:endParaRPr lang="en-US" dirty="0"/>
          </a:p>
        </p:txBody>
      </p:sp>
    </p:spTree>
    <p:extLst>
      <p:ext uri="{BB962C8B-B14F-4D97-AF65-F5344CB8AC3E}">
        <p14:creationId xmlns:p14="http://schemas.microsoft.com/office/powerpoint/2010/main" val="384900202"/>
      </p:ext>
    </p:extLst>
  </p:cSld>
  <p:clrMapOvr>
    <a:masterClrMapping/>
  </p:clrMapOvr>
</p:notes>
</file>

<file path=ppt/notesSlides/notesSlide3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3257</a:t>
            </a:fld>
            <a:endParaRPr lang="en-US" dirty="0"/>
          </a:p>
        </p:txBody>
      </p:sp>
    </p:spTree>
    <p:extLst>
      <p:ext uri="{BB962C8B-B14F-4D97-AF65-F5344CB8AC3E}">
        <p14:creationId xmlns:p14="http://schemas.microsoft.com/office/powerpoint/2010/main" val="1675237294"/>
      </p:ext>
    </p:extLst>
  </p:cSld>
  <p:clrMapOvr>
    <a:masterClrMapping/>
  </p:clrMapOvr>
</p:notes>
</file>

<file path=ppt/notesSlides/notesSlide3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3258</a:t>
            </a:fld>
            <a:endParaRPr lang="en-US" dirty="0"/>
          </a:p>
        </p:txBody>
      </p:sp>
    </p:spTree>
    <p:extLst>
      <p:ext uri="{BB962C8B-B14F-4D97-AF65-F5344CB8AC3E}">
        <p14:creationId xmlns:p14="http://schemas.microsoft.com/office/powerpoint/2010/main" val="1955446888"/>
      </p:ext>
    </p:extLst>
  </p:cSld>
  <p:clrMapOvr>
    <a:masterClrMapping/>
  </p:clrMapOvr>
</p:notes>
</file>

<file path=ppt/notesSlides/notesSlide3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3259</a:t>
            </a:fld>
            <a:endParaRPr lang="en-US" dirty="0"/>
          </a:p>
        </p:txBody>
      </p:sp>
    </p:spTree>
    <p:extLst>
      <p:ext uri="{BB962C8B-B14F-4D97-AF65-F5344CB8AC3E}">
        <p14:creationId xmlns:p14="http://schemas.microsoft.com/office/powerpoint/2010/main" val="2893841464"/>
      </p:ext>
    </p:extLst>
  </p:cSld>
  <p:clrMapOvr>
    <a:masterClrMapping/>
  </p:clrMapOvr>
</p:notes>
</file>

<file path=ppt/notesSlides/notesSlide3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3260</a:t>
            </a:fld>
            <a:endParaRPr lang="en-US" dirty="0"/>
          </a:p>
        </p:txBody>
      </p:sp>
    </p:spTree>
    <p:extLst>
      <p:ext uri="{BB962C8B-B14F-4D97-AF65-F5344CB8AC3E}">
        <p14:creationId xmlns:p14="http://schemas.microsoft.com/office/powerpoint/2010/main" val="862426695"/>
      </p:ext>
    </p:extLst>
  </p:cSld>
  <p:clrMapOvr>
    <a:masterClrMapping/>
  </p:clrMapOvr>
</p:notes>
</file>

<file path=ppt/notesSlides/notesSlide3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3261</a:t>
            </a:fld>
            <a:endParaRPr lang="en-US" dirty="0"/>
          </a:p>
        </p:txBody>
      </p:sp>
    </p:spTree>
    <p:extLst>
      <p:ext uri="{BB962C8B-B14F-4D97-AF65-F5344CB8AC3E}">
        <p14:creationId xmlns:p14="http://schemas.microsoft.com/office/powerpoint/2010/main" val="3810388052"/>
      </p:ext>
    </p:extLst>
  </p:cSld>
  <p:clrMapOvr>
    <a:masterClrMapping/>
  </p:clrMapOvr>
</p:notes>
</file>

<file path=ppt/notesSlides/notesSlide3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3262</a:t>
            </a:fld>
            <a:endParaRPr lang="en-US" dirty="0"/>
          </a:p>
        </p:txBody>
      </p:sp>
    </p:spTree>
    <p:extLst>
      <p:ext uri="{BB962C8B-B14F-4D97-AF65-F5344CB8AC3E}">
        <p14:creationId xmlns:p14="http://schemas.microsoft.com/office/powerpoint/2010/main" val="2516776300"/>
      </p:ext>
    </p:extLst>
  </p:cSld>
  <p:clrMapOvr>
    <a:masterClrMapping/>
  </p:clrMapOvr>
</p:notes>
</file>

<file path=ppt/notesSlides/notesSlide3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3263</a:t>
            </a:fld>
            <a:endParaRPr lang="en-US" dirty="0"/>
          </a:p>
        </p:txBody>
      </p:sp>
    </p:spTree>
    <p:extLst>
      <p:ext uri="{BB962C8B-B14F-4D97-AF65-F5344CB8AC3E}">
        <p14:creationId xmlns:p14="http://schemas.microsoft.com/office/powerpoint/2010/main" val="2777267317"/>
      </p:ext>
    </p:extLst>
  </p:cSld>
  <p:clrMapOvr>
    <a:masterClrMapping/>
  </p:clrMapOvr>
</p:notes>
</file>

<file path=ppt/notesSlides/notesSlide3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3264</a:t>
            </a:fld>
            <a:endParaRPr lang="en-US" dirty="0"/>
          </a:p>
        </p:txBody>
      </p:sp>
    </p:spTree>
    <p:extLst>
      <p:ext uri="{BB962C8B-B14F-4D97-AF65-F5344CB8AC3E}">
        <p14:creationId xmlns:p14="http://schemas.microsoft.com/office/powerpoint/2010/main" val="1251597802"/>
      </p:ext>
    </p:extLst>
  </p:cSld>
  <p:clrMapOvr>
    <a:masterClrMapping/>
  </p:clrMapOvr>
</p:notes>
</file>

<file path=ppt/notesSlides/notesSlide3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3265</a:t>
            </a:fld>
            <a:endParaRPr lang="en-US" dirty="0"/>
          </a:p>
        </p:txBody>
      </p:sp>
    </p:spTree>
    <p:extLst>
      <p:ext uri="{BB962C8B-B14F-4D97-AF65-F5344CB8AC3E}">
        <p14:creationId xmlns:p14="http://schemas.microsoft.com/office/powerpoint/2010/main" val="48054455"/>
      </p:ext>
    </p:extLst>
  </p:cSld>
  <p:clrMapOvr>
    <a:masterClrMapping/>
  </p:clrMapOvr>
</p:notes>
</file>

<file path=ppt/notesSlides/notesSlide3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3266</a:t>
            </a:fld>
            <a:endParaRPr lang="en-US" dirty="0"/>
          </a:p>
        </p:txBody>
      </p:sp>
    </p:spTree>
    <p:extLst>
      <p:ext uri="{BB962C8B-B14F-4D97-AF65-F5344CB8AC3E}">
        <p14:creationId xmlns:p14="http://schemas.microsoft.com/office/powerpoint/2010/main" val="3775128435"/>
      </p:ext>
    </p:extLst>
  </p:cSld>
  <p:clrMapOvr>
    <a:masterClrMapping/>
  </p:clrMapOvr>
</p:notes>
</file>

<file path=ppt/notesSlides/notesSlide3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3267</a:t>
            </a:fld>
            <a:endParaRPr lang="en-US" dirty="0"/>
          </a:p>
        </p:txBody>
      </p:sp>
    </p:spTree>
    <p:extLst>
      <p:ext uri="{BB962C8B-B14F-4D97-AF65-F5344CB8AC3E}">
        <p14:creationId xmlns:p14="http://schemas.microsoft.com/office/powerpoint/2010/main" val="1564910229"/>
      </p:ext>
    </p:extLst>
  </p:cSld>
  <p:clrMapOvr>
    <a:masterClrMapping/>
  </p:clrMapOvr>
</p:notes>
</file>

<file path=ppt/notesSlides/notesSlide3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3268</a:t>
            </a:fld>
            <a:endParaRPr lang="en-US" dirty="0"/>
          </a:p>
        </p:txBody>
      </p:sp>
    </p:spTree>
    <p:extLst>
      <p:ext uri="{BB962C8B-B14F-4D97-AF65-F5344CB8AC3E}">
        <p14:creationId xmlns:p14="http://schemas.microsoft.com/office/powerpoint/2010/main" val="2629165101"/>
      </p:ext>
    </p:extLst>
  </p:cSld>
  <p:clrMapOvr>
    <a:masterClrMapping/>
  </p:clrMapOvr>
</p:notes>
</file>

<file path=ppt/notesSlides/notesSlide3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3269</a:t>
            </a:fld>
            <a:endParaRPr lang="en-US" dirty="0"/>
          </a:p>
        </p:txBody>
      </p:sp>
    </p:spTree>
    <p:extLst>
      <p:ext uri="{BB962C8B-B14F-4D97-AF65-F5344CB8AC3E}">
        <p14:creationId xmlns:p14="http://schemas.microsoft.com/office/powerpoint/2010/main" val="1556842102"/>
      </p:ext>
    </p:extLst>
  </p:cSld>
  <p:clrMapOvr>
    <a:masterClrMapping/>
  </p:clrMapOvr>
</p:notes>
</file>

<file path=ppt/notesSlides/notesSlide3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3270</a:t>
            </a:fld>
            <a:endParaRPr lang="en-US" dirty="0"/>
          </a:p>
        </p:txBody>
      </p:sp>
    </p:spTree>
    <p:extLst>
      <p:ext uri="{BB962C8B-B14F-4D97-AF65-F5344CB8AC3E}">
        <p14:creationId xmlns:p14="http://schemas.microsoft.com/office/powerpoint/2010/main" val="3674417118"/>
      </p:ext>
    </p:extLst>
  </p:cSld>
  <p:clrMapOvr>
    <a:masterClrMapping/>
  </p:clrMapOvr>
</p:notes>
</file>

<file path=ppt/notesSlides/notesSlide3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3271</a:t>
            </a:fld>
            <a:endParaRPr lang="en-US" dirty="0"/>
          </a:p>
        </p:txBody>
      </p:sp>
    </p:spTree>
    <p:extLst>
      <p:ext uri="{BB962C8B-B14F-4D97-AF65-F5344CB8AC3E}">
        <p14:creationId xmlns:p14="http://schemas.microsoft.com/office/powerpoint/2010/main" val="3121528423"/>
      </p:ext>
    </p:extLst>
  </p:cSld>
  <p:clrMapOvr>
    <a:masterClrMapping/>
  </p:clrMapOvr>
</p:notes>
</file>

<file path=ppt/notesSlides/notesSlide3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3272</a:t>
            </a:fld>
            <a:endParaRPr lang="en-US" dirty="0"/>
          </a:p>
        </p:txBody>
      </p:sp>
    </p:spTree>
    <p:extLst>
      <p:ext uri="{BB962C8B-B14F-4D97-AF65-F5344CB8AC3E}">
        <p14:creationId xmlns:p14="http://schemas.microsoft.com/office/powerpoint/2010/main" val="2903035614"/>
      </p:ext>
    </p:extLst>
  </p:cSld>
  <p:clrMapOvr>
    <a:masterClrMapping/>
  </p:clrMapOvr>
</p:notes>
</file>

<file path=ppt/notesSlides/notesSlide3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3273</a:t>
            </a:fld>
            <a:endParaRPr lang="en-US" dirty="0"/>
          </a:p>
        </p:txBody>
      </p:sp>
    </p:spTree>
    <p:extLst>
      <p:ext uri="{BB962C8B-B14F-4D97-AF65-F5344CB8AC3E}">
        <p14:creationId xmlns:p14="http://schemas.microsoft.com/office/powerpoint/2010/main" val="2917703060"/>
      </p:ext>
    </p:extLst>
  </p:cSld>
  <p:clrMapOvr>
    <a:masterClrMapping/>
  </p:clrMapOvr>
</p:notes>
</file>

<file path=ppt/notesSlides/notesSlide3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3274</a:t>
            </a:fld>
            <a:endParaRPr lang="en-US" dirty="0"/>
          </a:p>
        </p:txBody>
      </p:sp>
    </p:spTree>
    <p:extLst>
      <p:ext uri="{BB962C8B-B14F-4D97-AF65-F5344CB8AC3E}">
        <p14:creationId xmlns:p14="http://schemas.microsoft.com/office/powerpoint/2010/main" val="3831738022"/>
      </p:ext>
    </p:extLst>
  </p:cSld>
  <p:clrMapOvr>
    <a:masterClrMapping/>
  </p:clrMapOvr>
</p:notes>
</file>

<file path=ppt/notesSlides/notesSlide3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3275</a:t>
            </a:fld>
            <a:endParaRPr lang="en-US" dirty="0"/>
          </a:p>
        </p:txBody>
      </p:sp>
    </p:spTree>
    <p:extLst>
      <p:ext uri="{BB962C8B-B14F-4D97-AF65-F5344CB8AC3E}">
        <p14:creationId xmlns:p14="http://schemas.microsoft.com/office/powerpoint/2010/main" val="352698138"/>
      </p:ext>
    </p:extLst>
  </p:cSld>
  <p:clrMapOvr>
    <a:masterClrMapping/>
  </p:clrMapOvr>
</p:notes>
</file>

<file path=ppt/notesSlides/notesSlide3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3276</a:t>
            </a:fld>
            <a:endParaRPr lang="en-US" dirty="0"/>
          </a:p>
        </p:txBody>
      </p:sp>
    </p:spTree>
    <p:extLst>
      <p:ext uri="{BB962C8B-B14F-4D97-AF65-F5344CB8AC3E}">
        <p14:creationId xmlns:p14="http://schemas.microsoft.com/office/powerpoint/2010/main" val="961196792"/>
      </p:ext>
    </p:extLst>
  </p:cSld>
  <p:clrMapOvr>
    <a:masterClrMapping/>
  </p:clrMapOvr>
</p:notes>
</file>

<file path=ppt/notesSlides/notesSlide3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3277</a:t>
            </a:fld>
            <a:endParaRPr lang="en-US" dirty="0"/>
          </a:p>
        </p:txBody>
      </p:sp>
    </p:spTree>
    <p:extLst>
      <p:ext uri="{BB962C8B-B14F-4D97-AF65-F5344CB8AC3E}">
        <p14:creationId xmlns:p14="http://schemas.microsoft.com/office/powerpoint/2010/main" val="2405081857"/>
      </p:ext>
    </p:extLst>
  </p:cSld>
  <p:clrMapOvr>
    <a:masterClrMapping/>
  </p:clrMapOvr>
</p:notes>
</file>

<file path=ppt/notesSlides/notesSlide3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3278</a:t>
            </a:fld>
            <a:endParaRPr lang="en-US" dirty="0"/>
          </a:p>
        </p:txBody>
      </p:sp>
    </p:spTree>
    <p:extLst>
      <p:ext uri="{BB962C8B-B14F-4D97-AF65-F5344CB8AC3E}">
        <p14:creationId xmlns:p14="http://schemas.microsoft.com/office/powerpoint/2010/main" val="2701836080"/>
      </p:ext>
    </p:extLst>
  </p:cSld>
  <p:clrMapOvr>
    <a:masterClrMapping/>
  </p:clrMapOvr>
</p:notes>
</file>

<file path=ppt/notesSlides/notesSlide3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3279</a:t>
            </a:fld>
            <a:endParaRPr lang="en-US" dirty="0"/>
          </a:p>
        </p:txBody>
      </p:sp>
    </p:spTree>
    <p:extLst>
      <p:ext uri="{BB962C8B-B14F-4D97-AF65-F5344CB8AC3E}">
        <p14:creationId xmlns:p14="http://schemas.microsoft.com/office/powerpoint/2010/main" val="2283279629"/>
      </p:ext>
    </p:extLst>
  </p:cSld>
  <p:clrMapOvr>
    <a:masterClrMapping/>
  </p:clrMapOvr>
</p:notes>
</file>

<file path=ppt/notesSlides/notesSlide3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3280</a:t>
            </a:fld>
            <a:endParaRPr lang="en-US" dirty="0"/>
          </a:p>
        </p:txBody>
      </p:sp>
    </p:spTree>
    <p:extLst>
      <p:ext uri="{BB962C8B-B14F-4D97-AF65-F5344CB8AC3E}">
        <p14:creationId xmlns:p14="http://schemas.microsoft.com/office/powerpoint/2010/main" val="2549389732"/>
      </p:ext>
    </p:extLst>
  </p:cSld>
  <p:clrMapOvr>
    <a:masterClrMapping/>
  </p:clrMapOvr>
</p:notes>
</file>

<file path=ppt/notesSlides/notesSlide3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3281</a:t>
            </a:fld>
            <a:endParaRPr lang="en-US" dirty="0"/>
          </a:p>
        </p:txBody>
      </p:sp>
    </p:spTree>
    <p:extLst>
      <p:ext uri="{BB962C8B-B14F-4D97-AF65-F5344CB8AC3E}">
        <p14:creationId xmlns:p14="http://schemas.microsoft.com/office/powerpoint/2010/main" val="2044477591"/>
      </p:ext>
    </p:extLst>
  </p:cSld>
  <p:clrMapOvr>
    <a:masterClrMapping/>
  </p:clrMapOvr>
</p:notes>
</file>

<file path=ppt/notesSlides/notesSlide3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3282</a:t>
            </a:fld>
            <a:endParaRPr lang="en-US" dirty="0"/>
          </a:p>
        </p:txBody>
      </p:sp>
    </p:spTree>
    <p:extLst>
      <p:ext uri="{BB962C8B-B14F-4D97-AF65-F5344CB8AC3E}">
        <p14:creationId xmlns:p14="http://schemas.microsoft.com/office/powerpoint/2010/main" val="32596539"/>
      </p:ext>
    </p:extLst>
  </p:cSld>
  <p:clrMapOvr>
    <a:masterClrMapping/>
  </p:clrMapOvr>
</p:notes>
</file>

<file path=ppt/notesSlides/notesSlide3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3283</a:t>
            </a:fld>
            <a:endParaRPr lang="en-US" dirty="0"/>
          </a:p>
        </p:txBody>
      </p:sp>
    </p:spTree>
    <p:extLst>
      <p:ext uri="{BB962C8B-B14F-4D97-AF65-F5344CB8AC3E}">
        <p14:creationId xmlns:p14="http://schemas.microsoft.com/office/powerpoint/2010/main" val="3072303998"/>
      </p:ext>
    </p:extLst>
  </p:cSld>
  <p:clrMapOvr>
    <a:masterClrMapping/>
  </p:clrMapOvr>
</p:notes>
</file>

<file path=ppt/notesSlides/notesSlide3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3284</a:t>
            </a:fld>
            <a:endParaRPr lang="en-US" dirty="0"/>
          </a:p>
        </p:txBody>
      </p:sp>
    </p:spTree>
    <p:extLst>
      <p:ext uri="{BB962C8B-B14F-4D97-AF65-F5344CB8AC3E}">
        <p14:creationId xmlns:p14="http://schemas.microsoft.com/office/powerpoint/2010/main" val="4220449944"/>
      </p:ext>
    </p:extLst>
  </p:cSld>
  <p:clrMapOvr>
    <a:masterClrMapping/>
  </p:clrMapOvr>
</p:notes>
</file>

<file path=ppt/notesSlides/notesSlide3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3285</a:t>
            </a:fld>
            <a:endParaRPr lang="en-US" dirty="0"/>
          </a:p>
        </p:txBody>
      </p:sp>
    </p:spTree>
    <p:extLst>
      <p:ext uri="{BB962C8B-B14F-4D97-AF65-F5344CB8AC3E}">
        <p14:creationId xmlns:p14="http://schemas.microsoft.com/office/powerpoint/2010/main" val="2291476256"/>
      </p:ext>
    </p:extLst>
  </p:cSld>
  <p:clrMapOvr>
    <a:masterClrMapping/>
  </p:clrMapOvr>
</p:notes>
</file>

<file path=ppt/notesSlides/notesSlide3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3286</a:t>
            </a:fld>
            <a:endParaRPr lang="en-US" dirty="0"/>
          </a:p>
        </p:txBody>
      </p:sp>
    </p:spTree>
    <p:extLst>
      <p:ext uri="{BB962C8B-B14F-4D97-AF65-F5344CB8AC3E}">
        <p14:creationId xmlns:p14="http://schemas.microsoft.com/office/powerpoint/2010/main" val="573844048"/>
      </p:ext>
    </p:extLst>
  </p:cSld>
  <p:clrMapOvr>
    <a:masterClrMapping/>
  </p:clrMapOvr>
</p:notes>
</file>

<file path=ppt/notesSlides/notesSlide3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3287</a:t>
            </a:fld>
            <a:endParaRPr lang="en-US" dirty="0"/>
          </a:p>
        </p:txBody>
      </p:sp>
    </p:spTree>
    <p:extLst>
      <p:ext uri="{BB962C8B-B14F-4D97-AF65-F5344CB8AC3E}">
        <p14:creationId xmlns:p14="http://schemas.microsoft.com/office/powerpoint/2010/main" val="3941746343"/>
      </p:ext>
    </p:extLst>
  </p:cSld>
  <p:clrMapOvr>
    <a:masterClrMapping/>
  </p:clrMapOvr>
</p:notes>
</file>

<file path=ppt/notesSlides/notesSlide3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3288</a:t>
            </a:fld>
            <a:endParaRPr lang="en-US" dirty="0"/>
          </a:p>
        </p:txBody>
      </p:sp>
    </p:spTree>
    <p:extLst>
      <p:ext uri="{BB962C8B-B14F-4D97-AF65-F5344CB8AC3E}">
        <p14:creationId xmlns:p14="http://schemas.microsoft.com/office/powerpoint/2010/main" val="3470094272"/>
      </p:ext>
    </p:extLst>
  </p:cSld>
  <p:clrMapOvr>
    <a:masterClrMapping/>
  </p:clrMapOvr>
</p:notes>
</file>

<file path=ppt/notesSlides/notesSlide3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3289</a:t>
            </a:fld>
            <a:endParaRPr lang="en-US" dirty="0"/>
          </a:p>
        </p:txBody>
      </p:sp>
    </p:spTree>
    <p:extLst>
      <p:ext uri="{BB962C8B-B14F-4D97-AF65-F5344CB8AC3E}">
        <p14:creationId xmlns:p14="http://schemas.microsoft.com/office/powerpoint/2010/main" val="330039144"/>
      </p:ext>
    </p:extLst>
  </p:cSld>
  <p:clrMapOvr>
    <a:masterClrMapping/>
  </p:clrMapOvr>
</p:notes>
</file>

<file path=ppt/notesSlides/notesSlide3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3290</a:t>
            </a:fld>
            <a:endParaRPr lang="en-US" dirty="0"/>
          </a:p>
        </p:txBody>
      </p:sp>
    </p:spTree>
    <p:extLst>
      <p:ext uri="{BB962C8B-B14F-4D97-AF65-F5344CB8AC3E}">
        <p14:creationId xmlns:p14="http://schemas.microsoft.com/office/powerpoint/2010/main" val="2650944677"/>
      </p:ext>
    </p:extLst>
  </p:cSld>
  <p:clrMapOvr>
    <a:masterClrMapping/>
  </p:clrMapOvr>
</p:notes>
</file>

<file path=ppt/notesSlides/notesSlide3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3291</a:t>
            </a:fld>
            <a:endParaRPr lang="en-US" dirty="0"/>
          </a:p>
        </p:txBody>
      </p:sp>
    </p:spTree>
    <p:extLst>
      <p:ext uri="{BB962C8B-B14F-4D97-AF65-F5344CB8AC3E}">
        <p14:creationId xmlns:p14="http://schemas.microsoft.com/office/powerpoint/2010/main" val="1835278513"/>
      </p:ext>
    </p:extLst>
  </p:cSld>
  <p:clrMapOvr>
    <a:masterClrMapping/>
  </p:clrMapOvr>
</p:notes>
</file>

<file path=ppt/notesSlides/notesSlide3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3292</a:t>
            </a:fld>
            <a:endParaRPr lang="en-US" dirty="0"/>
          </a:p>
        </p:txBody>
      </p:sp>
    </p:spTree>
    <p:extLst>
      <p:ext uri="{BB962C8B-B14F-4D97-AF65-F5344CB8AC3E}">
        <p14:creationId xmlns:p14="http://schemas.microsoft.com/office/powerpoint/2010/main" val="1398569364"/>
      </p:ext>
    </p:extLst>
  </p:cSld>
  <p:clrMapOvr>
    <a:masterClrMapping/>
  </p:clrMapOvr>
</p:notes>
</file>

<file path=ppt/notesSlides/notesSlide3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3293</a:t>
            </a:fld>
            <a:endParaRPr lang="en-US" dirty="0"/>
          </a:p>
        </p:txBody>
      </p:sp>
    </p:spTree>
    <p:extLst>
      <p:ext uri="{BB962C8B-B14F-4D97-AF65-F5344CB8AC3E}">
        <p14:creationId xmlns:p14="http://schemas.microsoft.com/office/powerpoint/2010/main" val="3154776065"/>
      </p:ext>
    </p:extLst>
  </p:cSld>
  <p:clrMapOvr>
    <a:masterClrMapping/>
  </p:clrMapOvr>
</p:notes>
</file>

<file path=ppt/notesSlides/notesSlide3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3294</a:t>
            </a:fld>
            <a:endParaRPr lang="en-US" dirty="0"/>
          </a:p>
        </p:txBody>
      </p:sp>
    </p:spTree>
    <p:extLst>
      <p:ext uri="{BB962C8B-B14F-4D97-AF65-F5344CB8AC3E}">
        <p14:creationId xmlns:p14="http://schemas.microsoft.com/office/powerpoint/2010/main" val="1653347437"/>
      </p:ext>
    </p:extLst>
  </p:cSld>
  <p:clrMapOvr>
    <a:masterClrMapping/>
  </p:clrMapOvr>
</p:notes>
</file>

<file path=ppt/notesSlides/notesSlide3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3295</a:t>
            </a:fld>
            <a:endParaRPr lang="en-US" dirty="0"/>
          </a:p>
        </p:txBody>
      </p:sp>
    </p:spTree>
    <p:extLst>
      <p:ext uri="{BB962C8B-B14F-4D97-AF65-F5344CB8AC3E}">
        <p14:creationId xmlns:p14="http://schemas.microsoft.com/office/powerpoint/2010/main" val="1796780204"/>
      </p:ext>
    </p:extLst>
  </p:cSld>
  <p:clrMapOvr>
    <a:masterClrMapping/>
  </p:clrMapOvr>
</p:notes>
</file>

<file path=ppt/notesSlides/notesSlide3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3296</a:t>
            </a:fld>
            <a:endParaRPr lang="en-US" dirty="0"/>
          </a:p>
        </p:txBody>
      </p:sp>
    </p:spTree>
    <p:extLst>
      <p:ext uri="{BB962C8B-B14F-4D97-AF65-F5344CB8AC3E}">
        <p14:creationId xmlns:p14="http://schemas.microsoft.com/office/powerpoint/2010/main" val="1208016986"/>
      </p:ext>
    </p:extLst>
  </p:cSld>
  <p:clrMapOvr>
    <a:masterClrMapping/>
  </p:clrMapOvr>
</p:notes>
</file>

<file path=ppt/notesSlides/notesSlide3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3297</a:t>
            </a:fld>
            <a:endParaRPr lang="en-US" dirty="0"/>
          </a:p>
        </p:txBody>
      </p:sp>
    </p:spTree>
    <p:extLst>
      <p:ext uri="{BB962C8B-B14F-4D97-AF65-F5344CB8AC3E}">
        <p14:creationId xmlns:p14="http://schemas.microsoft.com/office/powerpoint/2010/main" val="2929481441"/>
      </p:ext>
    </p:extLst>
  </p:cSld>
  <p:clrMapOvr>
    <a:masterClrMapping/>
  </p:clrMapOvr>
</p:notes>
</file>

<file path=ppt/notesSlides/notesSlide3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3298</a:t>
            </a:fld>
            <a:endParaRPr lang="en-US" dirty="0"/>
          </a:p>
        </p:txBody>
      </p:sp>
    </p:spTree>
    <p:extLst>
      <p:ext uri="{BB962C8B-B14F-4D97-AF65-F5344CB8AC3E}">
        <p14:creationId xmlns:p14="http://schemas.microsoft.com/office/powerpoint/2010/main" val="2831993766"/>
      </p:ext>
    </p:extLst>
  </p:cSld>
  <p:clrMapOvr>
    <a:masterClrMapping/>
  </p:clrMapOvr>
</p:notes>
</file>

<file path=ppt/notesSlides/notesSlide3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3299</a:t>
            </a:fld>
            <a:endParaRPr lang="en-US" dirty="0"/>
          </a:p>
        </p:txBody>
      </p:sp>
    </p:spTree>
    <p:extLst>
      <p:ext uri="{BB962C8B-B14F-4D97-AF65-F5344CB8AC3E}">
        <p14:creationId xmlns:p14="http://schemas.microsoft.com/office/powerpoint/2010/main" val="1605130361"/>
      </p:ext>
    </p:extLst>
  </p:cSld>
  <p:clrMapOvr>
    <a:masterClrMapping/>
  </p:clrMapOvr>
</p:notes>
</file>

<file path=ppt/notesSlides/notesSlide3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3300</a:t>
            </a:fld>
            <a:endParaRPr lang="en-US" dirty="0"/>
          </a:p>
        </p:txBody>
      </p:sp>
    </p:spTree>
    <p:extLst>
      <p:ext uri="{BB962C8B-B14F-4D97-AF65-F5344CB8AC3E}">
        <p14:creationId xmlns:p14="http://schemas.microsoft.com/office/powerpoint/2010/main" val="2228021916"/>
      </p:ext>
    </p:extLst>
  </p:cSld>
  <p:clrMapOvr>
    <a:masterClrMapping/>
  </p:clrMapOvr>
</p:notes>
</file>

<file path=ppt/notesSlides/notesSlide3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3301</a:t>
            </a:fld>
            <a:endParaRPr lang="en-US" dirty="0"/>
          </a:p>
        </p:txBody>
      </p:sp>
    </p:spTree>
    <p:extLst>
      <p:ext uri="{BB962C8B-B14F-4D97-AF65-F5344CB8AC3E}">
        <p14:creationId xmlns:p14="http://schemas.microsoft.com/office/powerpoint/2010/main" val="957718239"/>
      </p:ext>
    </p:extLst>
  </p:cSld>
  <p:clrMapOvr>
    <a:masterClrMapping/>
  </p:clrMapOvr>
</p:notes>
</file>

<file path=ppt/notesSlides/notesSlide3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3302</a:t>
            </a:fld>
            <a:endParaRPr lang="en-US" dirty="0"/>
          </a:p>
        </p:txBody>
      </p:sp>
    </p:spTree>
    <p:extLst>
      <p:ext uri="{BB962C8B-B14F-4D97-AF65-F5344CB8AC3E}">
        <p14:creationId xmlns:p14="http://schemas.microsoft.com/office/powerpoint/2010/main" val="2632475897"/>
      </p:ext>
    </p:extLst>
  </p:cSld>
  <p:clrMapOvr>
    <a:masterClrMapping/>
  </p:clrMapOvr>
</p:notes>
</file>

<file path=ppt/notesSlides/notesSlide3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3303</a:t>
            </a:fld>
            <a:endParaRPr lang="en-US" dirty="0"/>
          </a:p>
        </p:txBody>
      </p:sp>
    </p:spTree>
    <p:extLst>
      <p:ext uri="{BB962C8B-B14F-4D97-AF65-F5344CB8AC3E}">
        <p14:creationId xmlns:p14="http://schemas.microsoft.com/office/powerpoint/2010/main" val="3648084288"/>
      </p:ext>
    </p:extLst>
  </p:cSld>
  <p:clrMapOvr>
    <a:masterClrMapping/>
  </p:clrMapOvr>
</p:notes>
</file>

<file path=ppt/notesSlides/notesSlide3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3304</a:t>
            </a:fld>
            <a:endParaRPr lang="en-US" dirty="0"/>
          </a:p>
        </p:txBody>
      </p:sp>
    </p:spTree>
    <p:extLst>
      <p:ext uri="{BB962C8B-B14F-4D97-AF65-F5344CB8AC3E}">
        <p14:creationId xmlns:p14="http://schemas.microsoft.com/office/powerpoint/2010/main" val="2688399877"/>
      </p:ext>
    </p:extLst>
  </p:cSld>
  <p:clrMapOvr>
    <a:masterClrMapping/>
  </p:clrMapOvr>
</p:notes>
</file>

<file path=ppt/notesSlides/notesSlide3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3305</a:t>
            </a:fld>
            <a:endParaRPr lang="en-US" dirty="0"/>
          </a:p>
        </p:txBody>
      </p:sp>
    </p:spTree>
    <p:extLst>
      <p:ext uri="{BB962C8B-B14F-4D97-AF65-F5344CB8AC3E}">
        <p14:creationId xmlns:p14="http://schemas.microsoft.com/office/powerpoint/2010/main" val="607120113"/>
      </p:ext>
    </p:extLst>
  </p:cSld>
  <p:clrMapOvr>
    <a:masterClrMapping/>
  </p:clrMapOvr>
</p:notes>
</file>

<file path=ppt/notesSlides/notesSlide3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3306</a:t>
            </a:fld>
            <a:endParaRPr lang="en-US" dirty="0"/>
          </a:p>
        </p:txBody>
      </p:sp>
    </p:spTree>
    <p:extLst>
      <p:ext uri="{BB962C8B-B14F-4D97-AF65-F5344CB8AC3E}">
        <p14:creationId xmlns:p14="http://schemas.microsoft.com/office/powerpoint/2010/main" val="2184094467"/>
      </p:ext>
    </p:extLst>
  </p:cSld>
  <p:clrMapOvr>
    <a:masterClrMapping/>
  </p:clrMapOvr>
</p:notes>
</file>

<file path=ppt/notesSlides/notesSlide3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3307</a:t>
            </a:fld>
            <a:endParaRPr lang="en-US" dirty="0"/>
          </a:p>
        </p:txBody>
      </p:sp>
    </p:spTree>
    <p:extLst>
      <p:ext uri="{BB962C8B-B14F-4D97-AF65-F5344CB8AC3E}">
        <p14:creationId xmlns:p14="http://schemas.microsoft.com/office/powerpoint/2010/main" val="2731813008"/>
      </p:ext>
    </p:extLst>
  </p:cSld>
  <p:clrMapOvr>
    <a:masterClrMapping/>
  </p:clrMapOvr>
</p:notes>
</file>

<file path=ppt/notesSlides/notesSlide3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3308</a:t>
            </a:fld>
            <a:endParaRPr lang="en-US" dirty="0"/>
          </a:p>
        </p:txBody>
      </p:sp>
    </p:spTree>
    <p:extLst>
      <p:ext uri="{BB962C8B-B14F-4D97-AF65-F5344CB8AC3E}">
        <p14:creationId xmlns:p14="http://schemas.microsoft.com/office/powerpoint/2010/main" val="3050437342"/>
      </p:ext>
    </p:extLst>
  </p:cSld>
  <p:clrMapOvr>
    <a:masterClrMapping/>
  </p:clrMapOvr>
</p:notes>
</file>

<file path=ppt/notesSlides/notesSlide3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3309</a:t>
            </a:fld>
            <a:endParaRPr lang="en-US" dirty="0"/>
          </a:p>
        </p:txBody>
      </p:sp>
    </p:spTree>
    <p:extLst>
      <p:ext uri="{BB962C8B-B14F-4D97-AF65-F5344CB8AC3E}">
        <p14:creationId xmlns:p14="http://schemas.microsoft.com/office/powerpoint/2010/main" val="3934943929"/>
      </p:ext>
    </p:extLst>
  </p:cSld>
  <p:clrMapOvr>
    <a:masterClrMapping/>
  </p:clrMapOvr>
</p:notes>
</file>

<file path=ppt/notesSlides/notesSlide3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3310</a:t>
            </a:fld>
            <a:endParaRPr lang="en-US" dirty="0"/>
          </a:p>
        </p:txBody>
      </p:sp>
    </p:spTree>
    <p:extLst>
      <p:ext uri="{BB962C8B-B14F-4D97-AF65-F5344CB8AC3E}">
        <p14:creationId xmlns:p14="http://schemas.microsoft.com/office/powerpoint/2010/main" val="3538947361"/>
      </p:ext>
    </p:extLst>
  </p:cSld>
  <p:clrMapOvr>
    <a:masterClrMapping/>
  </p:clrMapOvr>
</p:notes>
</file>

<file path=ppt/notesSlides/notesSlide3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3311</a:t>
            </a:fld>
            <a:endParaRPr lang="en-US" dirty="0"/>
          </a:p>
        </p:txBody>
      </p:sp>
    </p:spTree>
    <p:extLst>
      <p:ext uri="{BB962C8B-B14F-4D97-AF65-F5344CB8AC3E}">
        <p14:creationId xmlns:p14="http://schemas.microsoft.com/office/powerpoint/2010/main" val="219894309"/>
      </p:ext>
    </p:extLst>
  </p:cSld>
  <p:clrMapOvr>
    <a:masterClrMapping/>
  </p:clrMapOvr>
</p:notes>
</file>

<file path=ppt/notesSlides/notesSlide3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3312</a:t>
            </a:fld>
            <a:endParaRPr lang="en-US" dirty="0"/>
          </a:p>
        </p:txBody>
      </p:sp>
    </p:spTree>
    <p:extLst>
      <p:ext uri="{BB962C8B-B14F-4D97-AF65-F5344CB8AC3E}">
        <p14:creationId xmlns:p14="http://schemas.microsoft.com/office/powerpoint/2010/main" val="3631749009"/>
      </p:ext>
    </p:extLst>
  </p:cSld>
  <p:clrMapOvr>
    <a:masterClrMapping/>
  </p:clrMapOvr>
</p:notes>
</file>

<file path=ppt/notesSlides/notesSlide3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3313</a:t>
            </a:fld>
            <a:endParaRPr lang="en-US" dirty="0"/>
          </a:p>
        </p:txBody>
      </p:sp>
    </p:spTree>
    <p:extLst>
      <p:ext uri="{BB962C8B-B14F-4D97-AF65-F5344CB8AC3E}">
        <p14:creationId xmlns:p14="http://schemas.microsoft.com/office/powerpoint/2010/main" val="2226134743"/>
      </p:ext>
    </p:extLst>
  </p:cSld>
  <p:clrMapOvr>
    <a:masterClrMapping/>
  </p:clrMapOvr>
</p:notes>
</file>

<file path=ppt/notesSlides/notesSlide3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3314</a:t>
            </a:fld>
            <a:endParaRPr lang="en-US" dirty="0"/>
          </a:p>
        </p:txBody>
      </p:sp>
    </p:spTree>
    <p:extLst>
      <p:ext uri="{BB962C8B-B14F-4D97-AF65-F5344CB8AC3E}">
        <p14:creationId xmlns:p14="http://schemas.microsoft.com/office/powerpoint/2010/main" val="3958072081"/>
      </p:ext>
    </p:extLst>
  </p:cSld>
  <p:clrMapOvr>
    <a:masterClrMapping/>
  </p:clrMapOvr>
</p:notes>
</file>

<file path=ppt/notesSlides/notesSlide3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3315</a:t>
            </a:fld>
            <a:endParaRPr lang="en-US" dirty="0"/>
          </a:p>
        </p:txBody>
      </p:sp>
    </p:spTree>
    <p:extLst>
      <p:ext uri="{BB962C8B-B14F-4D97-AF65-F5344CB8AC3E}">
        <p14:creationId xmlns:p14="http://schemas.microsoft.com/office/powerpoint/2010/main" val="2870706064"/>
      </p:ext>
    </p:extLst>
  </p:cSld>
  <p:clrMapOvr>
    <a:masterClrMapping/>
  </p:clrMapOvr>
</p:notes>
</file>

<file path=ppt/notesSlides/notesSlide3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3316</a:t>
            </a:fld>
            <a:endParaRPr lang="en-US" dirty="0"/>
          </a:p>
        </p:txBody>
      </p:sp>
    </p:spTree>
    <p:extLst>
      <p:ext uri="{BB962C8B-B14F-4D97-AF65-F5344CB8AC3E}">
        <p14:creationId xmlns:p14="http://schemas.microsoft.com/office/powerpoint/2010/main" val="3643282014"/>
      </p:ext>
    </p:extLst>
  </p:cSld>
  <p:clrMapOvr>
    <a:masterClrMapping/>
  </p:clrMapOvr>
</p:notes>
</file>

<file path=ppt/notesSlides/notesSlide3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3317</a:t>
            </a:fld>
            <a:endParaRPr lang="en-US" dirty="0"/>
          </a:p>
        </p:txBody>
      </p:sp>
    </p:spTree>
    <p:extLst>
      <p:ext uri="{BB962C8B-B14F-4D97-AF65-F5344CB8AC3E}">
        <p14:creationId xmlns:p14="http://schemas.microsoft.com/office/powerpoint/2010/main" val="4066836917"/>
      </p:ext>
    </p:extLst>
  </p:cSld>
  <p:clrMapOvr>
    <a:masterClrMapping/>
  </p:clrMapOvr>
</p:notes>
</file>

<file path=ppt/notesSlides/notesSlide3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3318</a:t>
            </a:fld>
            <a:endParaRPr lang="en-US" dirty="0"/>
          </a:p>
        </p:txBody>
      </p:sp>
    </p:spTree>
    <p:extLst>
      <p:ext uri="{BB962C8B-B14F-4D97-AF65-F5344CB8AC3E}">
        <p14:creationId xmlns:p14="http://schemas.microsoft.com/office/powerpoint/2010/main" val="2734830124"/>
      </p:ext>
    </p:extLst>
  </p:cSld>
  <p:clrMapOvr>
    <a:masterClrMapping/>
  </p:clrMapOvr>
</p:notes>
</file>

<file path=ppt/notesSlides/notesSlide3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3319</a:t>
            </a:fld>
            <a:endParaRPr lang="en-US" dirty="0"/>
          </a:p>
        </p:txBody>
      </p:sp>
    </p:spTree>
    <p:extLst>
      <p:ext uri="{BB962C8B-B14F-4D97-AF65-F5344CB8AC3E}">
        <p14:creationId xmlns:p14="http://schemas.microsoft.com/office/powerpoint/2010/main" val="1005471797"/>
      </p:ext>
    </p:extLst>
  </p:cSld>
  <p:clrMapOvr>
    <a:masterClrMapping/>
  </p:clrMapOvr>
</p:notes>
</file>

<file path=ppt/notesSlides/notesSlide3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3320</a:t>
            </a:fld>
            <a:endParaRPr lang="en-US" dirty="0"/>
          </a:p>
        </p:txBody>
      </p:sp>
    </p:spTree>
    <p:extLst>
      <p:ext uri="{BB962C8B-B14F-4D97-AF65-F5344CB8AC3E}">
        <p14:creationId xmlns:p14="http://schemas.microsoft.com/office/powerpoint/2010/main" val="3291620191"/>
      </p:ext>
    </p:extLst>
  </p:cSld>
  <p:clrMapOvr>
    <a:masterClrMapping/>
  </p:clrMapOvr>
</p:notes>
</file>

<file path=ppt/notesSlides/notesSlide3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3321</a:t>
            </a:fld>
            <a:endParaRPr lang="en-US" dirty="0"/>
          </a:p>
        </p:txBody>
      </p:sp>
    </p:spTree>
    <p:extLst>
      <p:ext uri="{BB962C8B-B14F-4D97-AF65-F5344CB8AC3E}">
        <p14:creationId xmlns:p14="http://schemas.microsoft.com/office/powerpoint/2010/main" val="1320699514"/>
      </p:ext>
    </p:extLst>
  </p:cSld>
  <p:clrMapOvr>
    <a:masterClrMapping/>
  </p:clrMapOvr>
</p:notes>
</file>

<file path=ppt/notesSlides/notesSlide3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3322</a:t>
            </a:fld>
            <a:endParaRPr lang="en-US" dirty="0"/>
          </a:p>
        </p:txBody>
      </p:sp>
    </p:spTree>
    <p:extLst>
      <p:ext uri="{BB962C8B-B14F-4D97-AF65-F5344CB8AC3E}">
        <p14:creationId xmlns:p14="http://schemas.microsoft.com/office/powerpoint/2010/main" val="3940539184"/>
      </p:ext>
    </p:extLst>
  </p:cSld>
  <p:clrMapOvr>
    <a:masterClrMapping/>
  </p:clrMapOvr>
</p:notes>
</file>

<file path=ppt/notesSlides/notesSlide3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3323</a:t>
            </a:fld>
            <a:endParaRPr lang="en-US" dirty="0"/>
          </a:p>
        </p:txBody>
      </p:sp>
    </p:spTree>
    <p:extLst>
      <p:ext uri="{BB962C8B-B14F-4D97-AF65-F5344CB8AC3E}">
        <p14:creationId xmlns:p14="http://schemas.microsoft.com/office/powerpoint/2010/main" val="4242390595"/>
      </p:ext>
    </p:extLst>
  </p:cSld>
  <p:clrMapOvr>
    <a:masterClrMapping/>
  </p:clrMapOvr>
</p:notes>
</file>

<file path=ppt/notesSlides/notesSlide3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3324</a:t>
            </a:fld>
            <a:endParaRPr lang="en-US" dirty="0"/>
          </a:p>
        </p:txBody>
      </p:sp>
    </p:spTree>
    <p:extLst>
      <p:ext uri="{BB962C8B-B14F-4D97-AF65-F5344CB8AC3E}">
        <p14:creationId xmlns:p14="http://schemas.microsoft.com/office/powerpoint/2010/main" val="858009537"/>
      </p:ext>
    </p:extLst>
  </p:cSld>
  <p:clrMapOvr>
    <a:masterClrMapping/>
  </p:clrMapOvr>
</p:notes>
</file>

<file path=ppt/notesSlides/notesSlide3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3325</a:t>
            </a:fld>
            <a:endParaRPr lang="en-US" dirty="0"/>
          </a:p>
        </p:txBody>
      </p:sp>
    </p:spTree>
    <p:extLst>
      <p:ext uri="{BB962C8B-B14F-4D97-AF65-F5344CB8AC3E}">
        <p14:creationId xmlns:p14="http://schemas.microsoft.com/office/powerpoint/2010/main" val="1673654548"/>
      </p:ext>
    </p:extLst>
  </p:cSld>
  <p:clrMapOvr>
    <a:masterClrMapping/>
  </p:clrMapOvr>
</p:notes>
</file>

<file path=ppt/notesSlides/notesSlide3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3326</a:t>
            </a:fld>
            <a:endParaRPr lang="en-US" dirty="0"/>
          </a:p>
        </p:txBody>
      </p:sp>
    </p:spTree>
    <p:extLst>
      <p:ext uri="{BB962C8B-B14F-4D97-AF65-F5344CB8AC3E}">
        <p14:creationId xmlns:p14="http://schemas.microsoft.com/office/powerpoint/2010/main" val="2253380979"/>
      </p:ext>
    </p:extLst>
  </p:cSld>
  <p:clrMapOvr>
    <a:masterClrMapping/>
  </p:clrMapOvr>
</p:notes>
</file>

<file path=ppt/notesSlides/notesSlide3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3327</a:t>
            </a:fld>
            <a:endParaRPr lang="en-US" dirty="0"/>
          </a:p>
        </p:txBody>
      </p:sp>
    </p:spTree>
    <p:extLst>
      <p:ext uri="{BB962C8B-B14F-4D97-AF65-F5344CB8AC3E}">
        <p14:creationId xmlns:p14="http://schemas.microsoft.com/office/powerpoint/2010/main" val="2110736800"/>
      </p:ext>
    </p:extLst>
  </p:cSld>
  <p:clrMapOvr>
    <a:masterClrMapping/>
  </p:clrMapOvr>
</p:notes>
</file>

<file path=ppt/notesSlides/notesSlide3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3328</a:t>
            </a:fld>
            <a:endParaRPr lang="en-US" dirty="0"/>
          </a:p>
        </p:txBody>
      </p:sp>
    </p:spTree>
    <p:extLst>
      <p:ext uri="{BB962C8B-B14F-4D97-AF65-F5344CB8AC3E}">
        <p14:creationId xmlns:p14="http://schemas.microsoft.com/office/powerpoint/2010/main" val="539521643"/>
      </p:ext>
    </p:extLst>
  </p:cSld>
  <p:clrMapOvr>
    <a:masterClrMapping/>
  </p:clrMapOvr>
</p:notes>
</file>

<file path=ppt/notesSlides/notesSlide3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3329</a:t>
            </a:fld>
            <a:endParaRPr lang="en-US" dirty="0"/>
          </a:p>
        </p:txBody>
      </p:sp>
    </p:spTree>
    <p:extLst>
      <p:ext uri="{BB962C8B-B14F-4D97-AF65-F5344CB8AC3E}">
        <p14:creationId xmlns:p14="http://schemas.microsoft.com/office/powerpoint/2010/main" val="3686060126"/>
      </p:ext>
    </p:extLst>
  </p:cSld>
  <p:clrMapOvr>
    <a:masterClrMapping/>
  </p:clrMapOvr>
</p:notes>
</file>

<file path=ppt/notesSlides/notesSlide3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3330</a:t>
            </a:fld>
            <a:endParaRPr lang="en-US" dirty="0"/>
          </a:p>
        </p:txBody>
      </p:sp>
    </p:spTree>
    <p:extLst>
      <p:ext uri="{BB962C8B-B14F-4D97-AF65-F5344CB8AC3E}">
        <p14:creationId xmlns:p14="http://schemas.microsoft.com/office/powerpoint/2010/main" val="1144497235"/>
      </p:ext>
    </p:extLst>
  </p:cSld>
  <p:clrMapOvr>
    <a:masterClrMapping/>
  </p:clrMapOvr>
</p:notes>
</file>

<file path=ppt/notesSlides/notesSlide3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3331</a:t>
            </a:fld>
            <a:endParaRPr lang="en-US" dirty="0"/>
          </a:p>
        </p:txBody>
      </p:sp>
    </p:spTree>
    <p:extLst>
      <p:ext uri="{BB962C8B-B14F-4D97-AF65-F5344CB8AC3E}">
        <p14:creationId xmlns:p14="http://schemas.microsoft.com/office/powerpoint/2010/main" val="2619571699"/>
      </p:ext>
    </p:extLst>
  </p:cSld>
  <p:clrMapOvr>
    <a:masterClrMapping/>
  </p:clrMapOvr>
</p:notes>
</file>

<file path=ppt/notesSlides/notesSlide3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3332</a:t>
            </a:fld>
            <a:endParaRPr lang="en-US" dirty="0"/>
          </a:p>
        </p:txBody>
      </p:sp>
    </p:spTree>
    <p:extLst>
      <p:ext uri="{BB962C8B-B14F-4D97-AF65-F5344CB8AC3E}">
        <p14:creationId xmlns:p14="http://schemas.microsoft.com/office/powerpoint/2010/main" val="2801289343"/>
      </p:ext>
    </p:extLst>
  </p:cSld>
  <p:clrMapOvr>
    <a:masterClrMapping/>
  </p:clrMapOvr>
</p:notes>
</file>

<file path=ppt/notesSlides/notesSlide3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3333</a:t>
            </a:fld>
            <a:endParaRPr lang="en-US" dirty="0"/>
          </a:p>
        </p:txBody>
      </p:sp>
    </p:spTree>
    <p:extLst>
      <p:ext uri="{BB962C8B-B14F-4D97-AF65-F5344CB8AC3E}">
        <p14:creationId xmlns:p14="http://schemas.microsoft.com/office/powerpoint/2010/main" val="4056534960"/>
      </p:ext>
    </p:extLst>
  </p:cSld>
  <p:clrMapOvr>
    <a:masterClrMapping/>
  </p:clrMapOvr>
</p:notes>
</file>

<file path=ppt/notesSlides/notesSlide3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3334</a:t>
            </a:fld>
            <a:endParaRPr lang="en-US" dirty="0"/>
          </a:p>
        </p:txBody>
      </p:sp>
    </p:spTree>
    <p:extLst>
      <p:ext uri="{BB962C8B-B14F-4D97-AF65-F5344CB8AC3E}">
        <p14:creationId xmlns:p14="http://schemas.microsoft.com/office/powerpoint/2010/main" val="3784523394"/>
      </p:ext>
    </p:extLst>
  </p:cSld>
  <p:clrMapOvr>
    <a:masterClrMapping/>
  </p:clrMapOvr>
</p:notes>
</file>

<file path=ppt/notesSlides/notesSlide3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3335</a:t>
            </a:fld>
            <a:endParaRPr lang="en-US" dirty="0"/>
          </a:p>
        </p:txBody>
      </p:sp>
    </p:spTree>
    <p:extLst>
      <p:ext uri="{BB962C8B-B14F-4D97-AF65-F5344CB8AC3E}">
        <p14:creationId xmlns:p14="http://schemas.microsoft.com/office/powerpoint/2010/main" val="1628551014"/>
      </p:ext>
    </p:extLst>
  </p:cSld>
  <p:clrMapOvr>
    <a:masterClrMapping/>
  </p:clrMapOvr>
</p:notes>
</file>

<file path=ppt/notesSlides/notesSlide3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3336</a:t>
            </a:fld>
            <a:endParaRPr lang="en-US" dirty="0"/>
          </a:p>
        </p:txBody>
      </p:sp>
    </p:spTree>
    <p:extLst>
      <p:ext uri="{BB962C8B-B14F-4D97-AF65-F5344CB8AC3E}">
        <p14:creationId xmlns:p14="http://schemas.microsoft.com/office/powerpoint/2010/main" val="299910452"/>
      </p:ext>
    </p:extLst>
  </p:cSld>
  <p:clrMapOvr>
    <a:masterClrMapping/>
  </p:clrMapOvr>
</p:notes>
</file>

<file path=ppt/notesSlides/notesSlide3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3337</a:t>
            </a:fld>
            <a:endParaRPr lang="en-US" dirty="0"/>
          </a:p>
        </p:txBody>
      </p:sp>
    </p:spTree>
    <p:extLst>
      <p:ext uri="{BB962C8B-B14F-4D97-AF65-F5344CB8AC3E}">
        <p14:creationId xmlns:p14="http://schemas.microsoft.com/office/powerpoint/2010/main" val="3571789635"/>
      </p:ext>
    </p:extLst>
  </p:cSld>
  <p:clrMapOvr>
    <a:masterClrMapping/>
  </p:clrMapOvr>
</p:notes>
</file>

<file path=ppt/notesSlides/notesSlide3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3338</a:t>
            </a:fld>
            <a:endParaRPr lang="en-US" dirty="0"/>
          </a:p>
        </p:txBody>
      </p:sp>
    </p:spTree>
    <p:extLst>
      <p:ext uri="{BB962C8B-B14F-4D97-AF65-F5344CB8AC3E}">
        <p14:creationId xmlns:p14="http://schemas.microsoft.com/office/powerpoint/2010/main" val="987371105"/>
      </p:ext>
    </p:extLst>
  </p:cSld>
  <p:clrMapOvr>
    <a:masterClrMapping/>
  </p:clrMapOvr>
</p:notes>
</file>

<file path=ppt/notesSlides/notesSlide3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3339</a:t>
            </a:fld>
            <a:endParaRPr lang="en-US" dirty="0"/>
          </a:p>
        </p:txBody>
      </p:sp>
    </p:spTree>
    <p:extLst>
      <p:ext uri="{BB962C8B-B14F-4D97-AF65-F5344CB8AC3E}">
        <p14:creationId xmlns:p14="http://schemas.microsoft.com/office/powerpoint/2010/main" val="2139781789"/>
      </p:ext>
    </p:extLst>
  </p:cSld>
  <p:clrMapOvr>
    <a:masterClrMapping/>
  </p:clrMapOvr>
</p:notes>
</file>

<file path=ppt/notesSlides/notesSlide3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3340</a:t>
            </a:fld>
            <a:endParaRPr lang="en-US" dirty="0"/>
          </a:p>
        </p:txBody>
      </p:sp>
    </p:spTree>
    <p:extLst>
      <p:ext uri="{BB962C8B-B14F-4D97-AF65-F5344CB8AC3E}">
        <p14:creationId xmlns:p14="http://schemas.microsoft.com/office/powerpoint/2010/main" val="2880438587"/>
      </p:ext>
    </p:extLst>
  </p:cSld>
  <p:clrMapOvr>
    <a:masterClrMapping/>
  </p:clrMapOvr>
</p:notes>
</file>

<file path=ppt/notesSlides/notesSlide3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3341</a:t>
            </a:fld>
            <a:endParaRPr lang="en-US" dirty="0"/>
          </a:p>
        </p:txBody>
      </p:sp>
    </p:spTree>
    <p:extLst>
      <p:ext uri="{BB962C8B-B14F-4D97-AF65-F5344CB8AC3E}">
        <p14:creationId xmlns:p14="http://schemas.microsoft.com/office/powerpoint/2010/main" val="1282381618"/>
      </p:ext>
    </p:extLst>
  </p:cSld>
  <p:clrMapOvr>
    <a:masterClrMapping/>
  </p:clrMapOvr>
</p:notes>
</file>

<file path=ppt/notesSlides/notesSlide3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3342</a:t>
            </a:fld>
            <a:endParaRPr lang="en-US" dirty="0"/>
          </a:p>
        </p:txBody>
      </p:sp>
    </p:spTree>
    <p:extLst>
      <p:ext uri="{BB962C8B-B14F-4D97-AF65-F5344CB8AC3E}">
        <p14:creationId xmlns:p14="http://schemas.microsoft.com/office/powerpoint/2010/main" val="1464190304"/>
      </p:ext>
    </p:extLst>
  </p:cSld>
  <p:clrMapOvr>
    <a:masterClrMapping/>
  </p:clrMapOvr>
</p:notes>
</file>

<file path=ppt/notesSlides/notesSlide3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3343</a:t>
            </a:fld>
            <a:endParaRPr lang="en-US" dirty="0"/>
          </a:p>
        </p:txBody>
      </p:sp>
    </p:spTree>
    <p:extLst>
      <p:ext uri="{BB962C8B-B14F-4D97-AF65-F5344CB8AC3E}">
        <p14:creationId xmlns:p14="http://schemas.microsoft.com/office/powerpoint/2010/main" val="662166415"/>
      </p:ext>
    </p:extLst>
  </p:cSld>
  <p:clrMapOvr>
    <a:masterClrMapping/>
  </p:clrMapOvr>
</p:notes>
</file>

<file path=ppt/notesSlides/notesSlide3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3344</a:t>
            </a:fld>
            <a:endParaRPr lang="en-US" dirty="0"/>
          </a:p>
        </p:txBody>
      </p:sp>
    </p:spTree>
    <p:extLst>
      <p:ext uri="{BB962C8B-B14F-4D97-AF65-F5344CB8AC3E}">
        <p14:creationId xmlns:p14="http://schemas.microsoft.com/office/powerpoint/2010/main" val="3905726599"/>
      </p:ext>
    </p:extLst>
  </p:cSld>
  <p:clrMapOvr>
    <a:masterClrMapping/>
  </p:clrMapOvr>
</p:notes>
</file>

<file path=ppt/notesSlides/notesSlide3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3345</a:t>
            </a:fld>
            <a:endParaRPr lang="en-US" dirty="0"/>
          </a:p>
        </p:txBody>
      </p:sp>
    </p:spTree>
    <p:extLst>
      <p:ext uri="{BB962C8B-B14F-4D97-AF65-F5344CB8AC3E}">
        <p14:creationId xmlns:p14="http://schemas.microsoft.com/office/powerpoint/2010/main" val="3193865454"/>
      </p:ext>
    </p:extLst>
  </p:cSld>
  <p:clrMapOvr>
    <a:masterClrMapping/>
  </p:clrMapOvr>
</p:notes>
</file>

<file path=ppt/notesSlides/notesSlide3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3346</a:t>
            </a:fld>
            <a:endParaRPr lang="en-US" dirty="0"/>
          </a:p>
        </p:txBody>
      </p:sp>
    </p:spTree>
    <p:extLst>
      <p:ext uri="{BB962C8B-B14F-4D97-AF65-F5344CB8AC3E}">
        <p14:creationId xmlns:p14="http://schemas.microsoft.com/office/powerpoint/2010/main" val="3720188026"/>
      </p:ext>
    </p:extLst>
  </p:cSld>
  <p:clrMapOvr>
    <a:masterClrMapping/>
  </p:clrMapOvr>
</p:notes>
</file>

<file path=ppt/notesSlides/notesSlide3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3347</a:t>
            </a:fld>
            <a:endParaRPr lang="en-US" dirty="0"/>
          </a:p>
        </p:txBody>
      </p:sp>
    </p:spTree>
    <p:extLst>
      <p:ext uri="{BB962C8B-B14F-4D97-AF65-F5344CB8AC3E}">
        <p14:creationId xmlns:p14="http://schemas.microsoft.com/office/powerpoint/2010/main" val="3790275756"/>
      </p:ext>
    </p:extLst>
  </p:cSld>
  <p:clrMapOvr>
    <a:masterClrMapping/>
  </p:clrMapOvr>
</p:notes>
</file>

<file path=ppt/notesSlides/notesSlide3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3348</a:t>
            </a:fld>
            <a:endParaRPr lang="en-US" dirty="0"/>
          </a:p>
        </p:txBody>
      </p:sp>
    </p:spTree>
    <p:extLst>
      <p:ext uri="{BB962C8B-B14F-4D97-AF65-F5344CB8AC3E}">
        <p14:creationId xmlns:p14="http://schemas.microsoft.com/office/powerpoint/2010/main" val="2396777058"/>
      </p:ext>
    </p:extLst>
  </p:cSld>
  <p:clrMapOvr>
    <a:masterClrMapping/>
  </p:clrMapOvr>
</p:notes>
</file>

<file path=ppt/notesSlides/notesSlide3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3349</a:t>
            </a:fld>
            <a:endParaRPr lang="en-US" dirty="0"/>
          </a:p>
        </p:txBody>
      </p:sp>
    </p:spTree>
    <p:extLst>
      <p:ext uri="{BB962C8B-B14F-4D97-AF65-F5344CB8AC3E}">
        <p14:creationId xmlns:p14="http://schemas.microsoft.com/office/powerpoint/2010/main" val="127250079"/>
      </p:ext>
    </p:extLst>
  </p:cSld>
  <p:clrMapOvr>
    <a:masterClrMapping/>
  </p:clrMapOvr>
</p:notes>
</file>

<file path=ppt/notesSlides/notesSlide3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3350</a:t>
            </a:fld>
            <a:endParaRPr lang="en-US" dirty="0"/>
          </a:p>
        </p:txBody>
      </p:sp>
    </p:spTree>
    <p:extLst>
      <p:ext uri="{BB962C8B-B14F-4D97-AF65-F5344CB8AC3E}">
        <p14:creationId xmlns:p14="http://schemas.microsoft.com/office/powerpoint/2010/main" val="1805072041"/>
      </p:ext>
    </p:extLst>
  </p:cSld>
  <p:clrMapOvr>
    <a:masterClrMapping/>
  </p:clrMapOvr>
</p:notes>
</file>

<file path=ppt/notesSlides/notesSlide3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3351</a:t>
            </a:fld>
            <a:endParaRPr lang="en-US" dirty="0"/>
          </a:p>
        </p:txBody>
      </p:sp>
    </p:spTree>
    <p:extLst>
      <p:ext uri="{BB962C8B-B14F-4D97-AF65-F5344CB8AC3E}">
        <p14:creationId xmlns:p14="http://schemas.microsoft.com/office/powerpoint/2010/main" val="2102242976"/>
      </p:ext>
    </p:extLst>
  </p:cSld>
  <p:clrMapOvr>
    <a:masterClrMapping/>
  </p:clrMapOvr>
</p:notes>
</file>

<file path=ppt/notesSlides/notesSlide3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3352</a:t>
            </a:fld>
            <a:endParaRPr lang="en-US" dirty="0"/>
          </a:p>
        </p:txBody>
      </p:sp>
    </p:spTree>
    <p:extLst>
      <p:ext uri="{BB962C8B-B14F-4D97-AF65-F5344CB8AC3E}">
        <p14:creationId xmlns:p14="http://schemas.microsoft.com/office/powerpoint/2010/main" val="1399977243"/>
      </p:ext>
    </p:extLst>
  </p:cSld>
  <p:clrMapOvr>
    <a:masterClrMapping/>
  </p:clrMapOvr>
</p:notes>
</file>

<file path=ppt/notesSlides/notesSlide3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3353</a:t>
            </a:fld>
            <a:endParaRPr lang="en-US" dirty="0"/>
          </a:p>
        </p:txBody>
      </p:sp>
    </p:spTree>
    <p:extLst>
      <p:ext uri="{BB962C8B-B14F-4D97-AF65-F5344CB8AC3E}">
        <p14:creationId xmlns:p14="http://schemas.microsoft.com/office/powerpoint/2010/main" val="4187040217"/>
      </p:ext>
    </p:extLst>
  </p:cSld>
  <p:clrMapOvr>
    <a:masterClrMapping/>
  </p:clrMapOvr>
</p:notes>
</file>

<file path=ppt/notesSlides/notesSlide3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3354</a:t>
            </a:fld>
            <a:endParaRPr lang="en-US" dirty="0"/>
          </a:p>
        </p:txBody>
      </p:sp>
    </p:spTree>
    <p:extLst>
      <p:ext uri="{BB962C8B-B14F-4D97-AF65-F5344CB8AC3E}">
        <p14:creationId xmlns:p14="http://schemas.microsoft.com/office/powerpoint/2010/main" val="1844720833"/>
      </p:ext>
    </p:extLst>
  </p:cSld>
  <p:clrMapOvr>
    <a:masterClrMapping/>
  </p:clrMapOvr>
</p:notes>
</file>

<file path=ppt/notesSlides/notesSlide3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3355</a:t>
            </a:fld>
            <a:endParaRPr lang="en-US" dirty="0"/>
          </a:p>
        </p:txBody>
      </p:sp>
    </p:spTree>
    <p:extLst>
      <p:ext uri="{BB962C8B-B14F-4D97-AF65-F5344CB8AC3E}">
        <p14:creationId xmlns:p14="http://schemas.microsoft.com/office/powerpoint/2010/main" val="2188399440"/>
      </p:ext>
    </p:extLst>
  </p:cSld>
  <p:clrMapOvr>
    <a:masterClrMapping/>
  </p:clrMapOvr>
</p:notes>
</file>

<file path=ppt/notesSlides/notesSlide3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3356</a:t>
            </a:fld>
            <a:endParaRPr lang="en-US" dirty="0"/>
          </a:p>
        </p:txBody>
      </p:sp>
    </p:spTree>
    <p:extLst>
      <p:ext uri="{BB962C8B-B14F-4D97-AF65-F5344CB8AC3E}">
        <p14:creationId xmlns:p14="http://schemas.microsoft.com/office/powerpoint/2010/main" val="148243426"/>
      </p:ext>
    </p:extLst>
  </p:cSld>
  <p:clrMapOvr>
    <a:masterClrMapping/>
  </p:clrMapOvr>
</p:notes>
</file>

<file path=ppt/notesSlides/notesSlide3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3357</a:t>
            </a:fld>
            <a:endParaRPr lang="en-US" dirty="0"/>
          </a:p>
        </p:txBody>
      </p:sp>
    </p:spTree>
    <p:extLst>
      <p:ext uri="{BB962C8B-B14F-4D97-AF65-F5344CB8AC3E}">
        <p14:creationId xmlns:p14="http://schemas.microsoft.com/office/powerpoint/2010/main" val="2750034104"/>
      </p:ext>
    </p:extLst>
  </p:cSld>
  <p:clrMapOvr>
    <a:masterClrMapping/>
  </p:clrMapOvr>
</p:notes>
</file>

<file path=ppt/notesSlides/notesSlide3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3358</a:t>
            </a:fld>
            <a:endParaRPr lang="en-US" dirty="0"/>
          </a:p>
        </p:txBody>
      </p:sp>
    </p:spTree>
    <p:extLst>
      <p:ext uri="{BB962C8B-B14F-4D97-AF65-F5344CB8AC3E}">
        <p14:creationId xmlns:p14="http://schemas.microsoft.com/office/powerpoint/2010/main" val="3389495846"/>
      </p:ext>
    </p:extLst>
  </p:cSld>
  <p:clrMapOvr>
    <a:masterClrMapping/>
  </p:clrMapOvr>
</p:notes>
</file>

<file path=ppt/notesSlides/notesSlide3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3359</a:t>
            </a:fld>
            <a:endParaRPr lang="en-US" dirty="0"/>
          </a:p>
        </p:txBody>
      </p:sp>
    </p:spTree>
    <p:extLst>
      <p:ext uri="{BB962C8B-B14F-4D97-AF65-F5344CB8AC3E}">
        <p14:creationId xmlns:p14="http://schemas.microsoft.com/office/powerpoint/2010/main" val="3379674227"/>
      </p:ext>
    </p:extLst>
  </p:cSld>
  <p:clrMapOvr>
    <a:masterClrMapping/>
  </p:clrMapOvr>
</p:notes>
</file>

<file path=ppt/notesSlides/notesSlide3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3360</a:t>
            </a:fld>
            <a:endParaRPr lang="en-US" dirty="0"/>
          </a:p>
        </p:txBody>
      </p:sp>
    </p:spTree>
    <p:extLst>
      <p:ext uri="{BB962C8B-B14F-4D97-AF65-F5344CB8AC3E}">
        <p14:creationId xmlns:p14="http://schemas.microsoft.com/office/powerpoint/2010/main" val="1149535830"/>
      </p:ext>
    </p:extLst>
  </p:cSld>
  <p:clrMapOvr>
    <a:masterClrMapping/>
  </p:clrMapOvr>
</p:notes>
</file>

<file path=ppt/notesSlides/notesSlide3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3361</a:t>
            </a:fld>
            <a:endParaRPr lang="en-US" dirty="0"/>
          </a:p>
        </p:txBody>
      </p:sp>
    </p:spTree>
    <p:extLst>
      <p:ext uri="{BB962C8B-B14F-4D97-AF65-F5344CB8AC3E}">
        <p14:creationId xmlns:p14="http://schemas.microsoft.com/office/powerpoint/2010/main" val="3320109750"/>
      </p:ext>
    </p:extLst>
  </p:cSld>
  <p:clrMapOvr>
    <a:masterClrMapping/>
  </p:clrMapOvr>
</p:notes>
</file>

<file path=ppt/notesSlides/notesSlide3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3362</a:t>
            </a:fld>
            <a:endParaRPr lang="en-US" dirty="0"/>
          </a:p>
        </p:txBody>
      </p:sp>
    </p:spTree>
    <p:extLst>
      <p:ext uri="{BB962C8B-B14F-4D97-AF65-F5344CB8AC3E}">
        <p14:creationId xmlns:p14="http://schemas.microsoft.com/office/powerpoint/2010/main" val="2797641384"/>
      </p:ext>
    </p:extLst>
  </p:cSld>
  <p:clrMapOvr>
    <a:masterClrMapping/>
  </p:clrMapOvr>
</p:notes>
</file>

<file path=ppt/notesSlides/notesSlide3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3363</a:t>
            </a:fld>
            <a:endParaRPr lang="en-US" dirty="0"/>
          </a:p>
        </p:txBody>
      </p:sp>
    </p:spTree>
    <p:extLst>
      <p:ext uri="{BB962C8B-B14F-4D97-AF65-F5344CB8AC3E}">
        <p14:creationId xmlns:p14="http://schemas.microsoft.com/office/powerpoint/2010/main" val="2760734201"/>
      </p:ext>
    </p:extLst>
  </p:cSld>
  <p:clrMapOvr>
    <a:masterClrMapping/>
  </p:clrMapOvr>
</p:notes>
</file>

<file path=ppt/notesSlides/notesSlide3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3364</a:t>
            </a:fld>
            <a:endParaRPr lang="en-US" dirty="0"/>
          </a:p>
        </p:txBody>
      </p:sp>
    </p:spTree>
    <p:extLst>
      <p:ext uri="{BB962C8B-B14F-4D97-AF65-F5344CB8AC3E}">
        <p14:creationId xmlns:p14="http://schemas.microsoft.com/office/powerpoint/2010/main" val="1020211552"/>
      </p:ext>
    </p:extLst>
  </p:cSld>
  <p:clrMapOvr>
    <a:masterClrMapping/>
  </p:clrMapOvr>
</p:notes>
</file>

<file path=ppt/notesSlides/notesSlide3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3365</a:t>
            </a:fld>
            <a:endParaRPr lang="en-US" dirty="0"/>
          </a:p>
        </p:txBody>
      </p:sp>
    </p:spTree>
    <p:extLst>
      <p:ext uri="{BB962C8B-B14F-4D97-AF65-F5344CB8AC3E}">
        <p14:creationId xmlns:p14="http://schemas.microsoft.com/office/powerpoint/2010/main" val="4112108015"/>
      </p:ext>
    </p:extLst>
  </p:cSld>
  <p:clrMapOvr>
    <a:masterClrMapping/>
  </p:clrMapOvr>
</p:notes>
</file>

<file path=ppt/notesSlides/notesSlide3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3366</a:t>
            </a:fld>
            <a:endParaRPr lang="en-US" dirty="0"/>
          </a:p>
        </p:txBody>
      </p:sp>
    </p:spTree>
    <p:extLst>
      <p:ext uri="{BB962C8B-B14F-4D97-AF65-F5344CB8AC3E}">
        <p14:creationId xmlns:p14="http://schemas.microsoft.com/office/powerpoint/2010/main" val="3969219623"/>
      </p:ext>
    </p:extLst>
  </p:cSld>
  <p:clrMapOvr>
    <a:masterClrMapping/>
  </p:clrMapOvr>
</p:notes>
</file>

<file path=ppt/notesSlides/notesSlide3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3367</a:t>
            </a:fld>
            <a:endParaRPr lang="en-US" dirty="0"/>
          </a:p>
        </p:txBody>
      </p:sp>
    </p:spTree>
    <p:extLst>
      <p:ext uri="{BB962C8B-B14F-4D97-AF65-F5344CB8AC3E}">
        <p14:creationId xmlns:p14="http://schemas.microsoft.com/office/powerpoint/2010/main" val="1547590461"/>
      </p:ext>
    </p:extLst>
  </p:cSld>
  <p:clrMapOvr>
    <a:masterClrMapping/>
  </p:clrMapOvr>
</p:notes>
</file>

<file path=ppt/notesSlides/notesSlide3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3368</a:t>
            </a:fld>
            <a:endParaRPr lang="en-US" dirty="0"/>
          </a:p>
        </p:txBody>
      </p:sp>
    </p:spTree>
    <p:extLst>
      <p:ext uri="{BB962C8B-B14F-4D97-AF65-F5344CB8AC3E}">
        <p14:creationId xmlns:p14="http://schemas.microsoft.com/office/powerpoint/2010/main" val="3913462729"/>
      </p:ext>
    </p:extLst>
  </p:cSld>
  <p:clrMapOvr>
    <a:masterClrMapping/>
  </p:clrMapOvr>
</p:notes>
</file>

<file path=ppt/notesSlides/notesSlide3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3369</a:t>
            </a:fld>
            <a:endParaRPr lang="en-US" dirty="0"/>
          </a:p>
        </p:txBody>
      </p:sp>
    </p:spTree>
    <p:extLst>
      <p:ext uri="{BB962C8B-B14F-4D97-AF65-F5344CB8AC3E}">
        <p14:creationId xmlns:p14="http://schemas.microsoft.com/office/powerpoint/2010/main" val="3010635540"/>
      </p:ext>
    </p:extLst>
  </p:cSld>
  <p:clrMapOvr>
    <a:masterClrMapping/>
  </p:clrMapOvr>
</p:notes>
</file>

<file path=ppt/notesSlides/notesSlide3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3370</a:t>
            </a:fld>
            <a:endParaRPr lang="en-US" dirty="0"/>
          </a:p>
        </p:txBody>
      </p:sp>
    </p:spTree>
    <p:extLst>
      <p:ext uri="{BB962C8B-B14F-4D97-AF65-F5344CB8AC3E}">
        <p14:creationId xmlns:p14="http://schemas.microsoft.com/office/powerpoint/2010/main" val="265933361"/>
      </p:ext>
    </p:extLst>
  </p:cSld>
  <p:clrMapOvr>
    <a:masterClrMapping/>
  </p:clrMapOvr>
</p:notes>
</file>

<file path=ppt/notesSlides/notesSlide3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3371</a:t>
            </a:fld>
            <a:endParaRPr lang="en-US" dirty="0"/>
          </a:p>
        </p:txBody>
      </p:sp>
    </p:spTree>
    <p:extLst>
      <p:ext uri="{BB962C8B-B14F-4D97-AF65-F5344CB8AC3E}">
        <p14:creationId xmlns:p14="http://schemas.microsoft.com/office/powerpoint/2010/main" val="3534143348"/>
      </p:ext>
    </p:extLst>
  </p:cSld>
  <p:clrMapOvr>
    <a:masterClrMapping/>
  </p:clrMapOvr>
</p:notes>
</file>

<file path=ppt/notesSlides/notesSlide3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3372</a:t>
            </a:fld>
            <a:endParaRPr lang="en-US" dirty="0"/>
          </a:p>
        </p:txBody>
      </p:sp>
    </p:spTree>
    <p:extLst>
      <p:ext uri="{BB962C8B-B14F-4D97-AF65-F5344CB8AC3E}">
        <p14:creationId xmlns:p14="http://schemas.microsoft.com/office/powerpoint/2010/main" val="561624532"/>
      </p:ext>
    </p:extLst>
  </p:cSld>
  <p:clrMapOvr>
    <a:masterClrMapping/>
  </p:clrMapOvr>
</p:notes>
</file>

<file path=ppt/notesSlides/notesSlide3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3373</a:t>
            </a:fld>
            <a:endParaRPr lang="en-US" dirty="0"/>
          </a:p>
        </p:txBody>
      </p:sp>
    </p:spTree>
    <p:extLst>
      <p:ext uri="{BB962C8B-B14F-4D97-AF65-F5344CB8AC3E}">
        <p14:creationId xmlns:p14="http://schemas.microsoft.com/office/powerpoint/2010/main" val="3987839861"/>
      </p:ext>
    </p:extLst>
  </p:cSld>
  <p:clrMapOvr>
    <a:masterClrMapping/>
  </p:clrMapOvr>
</p:notes>
</file>

<file path=ppt/notesSlides/notesSlide3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3374</a:t>
            </a:fld>
            <a:endParaRPr lang="en-US" dirty="0"/>
          </a:p>
        </p:txBody>
      </p:sp>
    </p:spTree>
    <p:extLst>
      <p:ext uri="{BB962C8B-B14F-4D97-AF65-F5344CB8AC3E}">
        <p14:creationId xmlns:p14="http://schemas.microsoft.com/office/powerpoint/2010/main" val="1490382144"/>
      </p:ext>
    </p:extLst>
  </p:cSld>
  <p:clrMapOvr>
    <a:masterClrMapping/>
  </p:clrMapOvr>
</p:notes>
</file>

<file path=ppt/notesSlides/notesSlide3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3375</a:t>
            </a:fld>
            <a:endParaRPr lang="en-US" dirty="0"/>
          </a:p>
        </p:txBody>
      </p:sp>
    </p:spTree>
    <p:extLst>
      <p:ext uri="{BB962C8B-B14F-4D97-AF65-F5344CB8AC3E}">
        <p14:creationId xmlns:p14="http://schemas.microsoft.com/office/powerpoint/2010/main" val="547238256"/>
      </p:ext>
    </p:extLst>
  </p:cSld>
  <p:clrMapOvr>
    <a:masterClrMapping/>
  </p:clrMapOvr>
</p:notes>
</file>

<file path=ppt/notesSlides/notesSlide3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3376</a:t>
            </a:fld>
            <a:endParaRPr lang="en-US" dirty="0"/>
          </a:p>
        </p:txBody>
      </p:sp>
    </p:spTree>
    <p:extLst>
      <p:ext uri="{BB962C8B-B14F-4D97-AF65-F5344CB8AC3E}">
        <p14:creationId xmlns:p14="http://schemas.microsoft.com/office/powerpoint/2010/main" val="126755195"/>
      </p:ext>
    </p:extLst>
  </p:cSld>
  <p:clrMapOvr>
    <a:masterClrMapping/>
  </p:clrMapOvr>
</p:notes>
</file>

<file path=ppt/notesSlides/notesSlide3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3377</a:t>
            </a:fld>
            <a:endParaRPr lang="en-US" dirty="0"/>
          </a:p>
        </p:txBody>
      </p:sp>
    </p:spTree>
    <p:extLst>
      <p:ext uri="{BB962C8B-B14F-4D97-AF65-F5344CB8AC3E}">
        <p14:creationId xmlns:p14="http://schemas.microsoft.com/office/powerpoint/2010/main" val="3392739806"/>
      </p:ext>
    </p:extLst>
  </p:cSld>
  <p:clrMapOvr>
    <a:masterClrMapping/>
  </p:clrMapOvr>
</p:notes>
</file>

<file path=ppt/notesSlides/notesSlide3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3378</a:t>
            </a:fld>
            <a:endParaRPr lang="en-US" dirty="0"/>
          </a:p>
        </p:txBody>
      </p:sp>
    </p:spTree>
    <p:extLst>
      <p:ext uri="{BB962C8B-B14F-4D97-AF65-F5344CB8AC3E}">
        <p14:creationId xmlns:p14="http://schemas.microsoft.com/office/powerpoint/2010/main" val="4135465714"/>
      </p:ext>
    </p:extLst>
  </p:cSld>
  <p:clrMapOvr>
    <a:masterClrMapping/>
  </p:clrMapOvr>
</p:notes>
</file>

<file path=ppt/notesSlides/notesSlide3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3379</a:t>
            </a:fld>
            <a:endParaRPr lang="en-US" dirty="0"/>
          </a:p>
        </p:txBody>
      </p:sp>
    </p:spTree>
    <p:extLst>
      <p:ext uri="{BB962C8B-B14F-4D97-AF65-F5344CB8AC3E}">
        <p14:creationId xmlns:p14="http://schemas.microsoft.com/office/powerpoint/2010/main" val="3919359479"/>
      </p:ext>
    </p:extLst>
  </p:cSld>
  <p:clrMapOvr>
    <a:masterClrMapping/>
  </p:clrMapOvr>
</p:notes>
</file>

<file path=ppt/notesSlides/notesSlide3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3380</a:t>
            </a:fld>
            <a:endParaRPr lang="en-US" dirty="0"/>
          </a:p>
        </p:txBody>
      </p:sp>
    </p:spTree>
    <p:extLst>
      <p:ext uri="{BB962C8B-B14F-4D97-AF65-F5344CB8AC3E}">
        <p14:creationId xmlns:p14="http://schemas.microsoft.com/office/powerpoint/2010/main" val="522854137"/>
      </p:ext>
    </p:extLst>
  </p:cSld>
  <p:clrMapOvr>
    <a:masterClrMapping/>
  </p:clrMapOvr>
</p:notes>
</file>

<file path=ppt/notesSlides/notesSlide3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3381</a:t>
            </a:fld>
            <a:endParaRPr lang="en-US" dirty="0"/>
          </a:p>
        </p:txBody>
      </p:sp>
    </p:spTree>
    <p:extLst>
      <p:ext uri="{BB962C8B-B14F-4D97-AF65-F5344CB8AC3E}">
        <p14:creationId xmlns:p14="http://schemas.microsoft.com/office/powerpoint/2010/main" val="2207351856"/>
      </p:ext>
    </p:extLst>
  </p:cSld>
  <p:clrMapOvr>
    <a:masterClrMapping/>
  </p:clrMapOvr>
</p:notes>
</file>

<file path=ppt/notesSlides/notesSlide3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3382</a:t>
            </a:fld>
            <a:endParaRPr lang="en-US" dirty="0"/>
          </a:p>
        </p:txBody>
      </p:sp>
    </p:spTree>
    <p:extLst>
      <p:ext uri="{BB962C8B-B14F-4D97-AF65-F5344CB8AC3E}">
        <p14:creationId xmlns:p14="http://schemas.microsoft.com/office/powerpoint/2010/main" val="154980647"/>
      </p:ext>
    </p:extLst>
  </p:cSld>
  <p:clrMapOvr>
    <a:masterClrMapping/>
  </p:clrMapOvr>
</p:notes>
</file>

<file path=ppt/notesSlides/notesSlide3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3383</a:t>
            </a:fld>
            <a:endParaRPr lang="en-US" dirty="0"/>
          </a:p>
        </p:txBody>
      </p:sp>
    </p:spTree>
    <p:extLst>
      <p:ext uri="{BB962C8B-B14F-4D97-AF65-F5344CB8AC3E}">
        <p14:creationId xmlns:p14="http://schemas.microsoft.com/office/powerpoint/2010/main" val="3977012147"/>
      </p:ext>
    </p:extLst>
  </p:cSld>
  <p:clrMapOvr>
    <a:masterClrMapping/>
  </p:clrMapOvr>
</p:notes>
</file>

<file path=ppt/notesSlides/notesSlide3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3384</a:t>
            </a:fld>
            <a:endParaRPr lang="en-US" dirty="0"/>
          </a:p>
        </p:txBody>
      </p:sp>
    </p:spTree>
    <p:extLst>
      <p:ext uri="{BB962C8B-B14F-4D97-AF65-F5344CB8AC3E}">
        <p14:creationId xmlns:p14="http://schemas.microsoft.com/office/powerpoint/2010/main" val="434033799"/>
      </p:ext>
    </p:extLst>
  </p:cSld>
  <p:clrMapOvr>
    <a:masterClrMapping/>
  </p:clrMapOvr>
</p:notes>
</file>

<file path=ppt/notesSlides/notesSlide3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3385</a:t>
            </a:fld>
            <a:endParaRPr lang="en-US" dirty="0"/>
          </a:p>
        </p:txBody>
      </p:sp>
    </p:spTree>
    <p:extLst>
      <p:ext uri="{BB962C8B-B14F-4D97-AF65-F5344CB8AC3E}">
        <p14:creationId xmlns:p14="http://schemas.microsoft.com/office/powerpoint/2010/main" val="1560481402"/>
      </p:ext>
    </p:extLst>
  </p:cSld>
  <p:clrMapOvr>
    <a:masterClrMapping/>
  </p:clrMapOvr>
</p:notes>
</file>

<file path=ppt/notesSlides/notesSlide3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3386</a:t>
            </a:fld>
            <a:endParaRPr lang="en-US" dirty="0"/>
          </a:p>
        </p:txBody>
      </p:sp>
    </p:spTree>
    <p:extLst>
      <p:ext uri="{BB962C8B-B14F-4D97-AF65-F5344CB8AC3E}">
        <p14:creationId xmlns:p14="http://schemas.microsoft.com/office/powerpoint/2010/main" val="1893380710"/>
      </p:ext>
    </p:extLst>
  </p:cSld>
  <p:clrMapOvr>
    <a:masterClrMapping/>
  </p:clrMapOvr>
</p:notes>
</file>

<file path=ppt/notesSlides/notesSlide3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3387</a:t>
            </a:fld>
            <a:endParaRPr lang="en-US" dirty="0"/>
          </a:p>
        </p:txBody>
      </p:sp>
    </p:spTree>
    <p:extLst>
      <p:ext uri="{BB962C8B-B14F-4D97-AF65-F5344CB8AC3E}">
        <p14:creationId xmlns:p14="http://schemas.microsoft.com/office/powerpoint/2010/main" val="3395339852"/>
      </p:ext>
    </p:extLst>
  </p:cSld>
  <p:clrMapOvr>
    <a:masterClrMapping/>
  </p:clrMapOvr>
</p:notes>
</file>

<file path=ppt/notesSlides/notesSlide3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3388</a:t>
            </a:fld>
            <a:endParaRPr lang="en-US" dirty="0"/>
          </a:p>
        </p:txBody>
      </p:sp>
    </p:spTree>
    <p:extLst>
      <p:ext uri="{BB962C8B-B14F-4D97-AF65-F5344CB8AC3E}">
        <p14:creationId xmlns:p14="http://schemas.microsoft.com/office/powerpoint/2010/main" val="1081322079"/>
      </p:ext>
    </p:extLst>
  </p:cSld>
  <p:clrMapOvr>
    <a:masterClrMapping/>
  </p:clrMapOvr>
</p:notes>
</file>

<file path=ppt/notesSlides/notesSlide3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3389</a:t>
            </a:fld>
            <a:endParaRPr lang="en-US" dirty="0"/>
          </a:p>
        </p:txBody>
      </p:sp>
    </p:spTree>
    <p:extLst>
      <p:ext uri="{BB962C8B-B14F-4D97-AF65-F5344CB8AC3E}">
        <p14:creationId xmlns:p14="http://schemas.microsoft.com/office/powerpoint/2010/main" val="937845638"/>
      </p:ext>
    </p:extLst>
  </p:cSld>
  <p:clrMapOvr>
    <a:masterClrMapping/>
  </p:clrMapOvr>
</p:notes>
</file>

<file path=ppt/notesSlides/notesSlide3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3390</a:t>
            </a:fld>
            <a:endParaRPr lang="en-US" dirty="0"/>
          </a:p>
        </p:txBody>
      </p:sp>
    </p:spTree>
    <p:extLst>
      <p:ext uri="{BB962C8B-B14F-4D97-AF65-F5344CB8AC3E}">
        <p14:creationId xmlns:p14="http://schemas.microsoft.com/office/powerpoint/2010/main" val="2323359600"/>
      </p:ext>
    </p:extLst>
  </p:cSld>
  <p:clrMapOvr>
    <a:masterClrMapping/>
  </p:clrMapOvr>
</p:notes>
</file>

<file path=ppt/notesSlides/notesSlide3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3391</a:t>
            </a:fld>
            <a:endParaRPr lang="en-US" dirty="0"/>
          </a:p>
        </p:txBody>
      </p:sp>
    </p:spTree>
    <p:extLst>
      <p:ext uri="{BB962C8B-B14F-4D97-AF65-F5344CB8AC3E}">
        <p14:creationId xmlns:p14="http://schemas.microsoft.com/office/powerpoint/2010/main" val="680409609"/>
      </p:ext>
    </p:extLst>
  </p:cSld>
  <p:clrMapOvr>
    <a:masterClrMapping/>
  </p:clrMapOvr>
</p:notes>
</file>

<file path=ppt/notesSlides/notesSlide3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3392</a:t>
            </a:fld>
            <a:endParaRPr lang="en-US" dirty="0"/>
          </a:p>
        </p:txBody>
      </p:sp>
    </p:spTree>
    <p:extLst>
      <p:ext uri="{BB962C8B-B14F-4D97-AF65-F5344CB8AC3E}">
        <p14:creationId xmlns:p14="http://schemas.microsoft.com/office/powerpoint/2010/main" val="1308191199"/>
      </p:ext>
    </p:extLst>
  </p:cSld>
  <p:clrMapOvr>
    <a:masterClrMapping/>
  </p:clrMapOvr>
</p:notes>
</file>

<file path=ppt/notesSlides/notesSlide3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3393</a:t>
            </a:fld>
            <a:endParaRPr lang="en-US" dirty="0"/>
          </a:p>
        </p:txBody>
      </p:sp>
    </p:spTree>
    <p:extLst>
      <p:ext uri="{BB962C8B-B14F-4D97-AF65-F5344CB8AC3E}">
        <p14:creationId xmlns:p14="http://schemas.microsoft.com/office/powerpoint/2010/main" val="2690936067"/>
      </p:ext>
    </p:extLst>
  </p:cSld>
  <p:clrMapOvr>
    <a:masterClrMapping/>
  </p:clrMapOvr>
</p:notes>
</file>

<file path=ppt/notesSlides/notesSlide3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3394</a:t>
            </a:fld>
            <a:endParaRPr lang="en-US" dirty="0"/>
          </a:p>
        </p:txBody>
      </p:sp>
    </p:spTree>
    <p:extLst>
      <p:ext uri="{BB962C8B-B14F-4D97-AF65-F5344CB8AC3E}">
        <p14:creationId xmlns:p14="http://schemas.microsoft.com/office/powerpoint/2010/main" val="4190936567"/>
      </p:ext>
    </p:extLst>
  </p:cSld>
  <p:clrMapOvr>
    <a:masterClrMapping/>
  </p:clrMapOvr>
</p:notes>
</file>

<file path=ppt/notesSlides/notesSlide3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3395</a:t>
            </a:fld>
            <a:endParaRPr lang="en-US" dirty="0"/>
          </a:p>
        </p:txBody>
      </p:sp>
    </p:spTree>
    <p:extLst>
      <p:ext uri="{BB962C8B-B14F-4D97-AF65-F5344CB8AC3E}">
        <p14:creationId xmlns:p14="http://schemas.microsoft.com/office/powerpoint/2010/main" val="1893752397"/>
      </p:ext>
    </p:extLst>
  </p:cSld>
  <p:clrMapOvr>
    <a:masterClrMapping/>
  </p:clrMapOvr>
</p:notes>
</file>

<file path=ppt/notesSlides/notesSlide3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3396</a:t>
            </a:fld>
            <a:endParaRPr lang="en-US" dirty="0"/>
          </a:p>
        </p:txBody>
      </p:sp>
    </p:spTree>
    <p:extLst>
      <p:ext uri="{BB962C8B-B14F-4D97-AF65-F5344CB8AC3E}">
        <p14:creationId xmlns:p14="http://schemas.microsoft.com/office/powerpoint/2010/main" val="2944073387"/>
      </p:ext>
    </p:extLst>
  </p:cSld>
  <p:clrMapOvr>
    <a:masterClrMapping/>
  </p:clrMapOvr>
</p:notes>
</file>

<file path=ppt/notesSlides/notesSlide3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3397</a:t>
            </a:fld>
            <a:endParaRPr lang="en-US" dirty="0"/>
          </a:p>
        </p:txBody>
      </p:sp>
    </p:spTree>
    <p:extLst>
      <p:ext uri="{BB962C8B-B14F-4D97-AF65-F5344CB8AC3E}">
        <p14:creationId xmlns:p14="http://schemas.microsoft.com/office/powerpoint/2010/main" val="601505888"/>
      </p:ext>
    </p:extLst>
  </p:cSld>
  <p:clrMapOvr>
    <a:masterClrMapping/>
  </p:clrMapOvr>
</p:notes>
</file>

<file path=ppt/notesSlides/notesSlide3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3398</a:t>
            </a:fld>
            <a:endParaRPr lang="en-US" dirty="0"/>
          </a:p>
        </p:txBody>
      </p:sp>
    </p:spTree>
    <p:extLst>
      <p:ext uri="{BB962C8B-B14F-4D97-AF65-F5344CB8AC3E}">
        <p14:creationId xmlns:p14="http://schemas.microsoft.com/office/powerpoint/2010/main" val="3132944014"/>
      </p:ext>
    </p:extLst>
  </p:cSld>
  <p:clrMapOvr>
    <a:masterClrMapping/>
  </p:clrMapOvr>
</p:notes>
</file>

<file path=ppt/notesSlides/notesSlide3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3399</a:t>
            </a:fld>
            <a:endParaRPr lang="en-US" dirty="0"/>
          </a:p>
        </p:txBody>
      </p:sp>
    </p:spTree>
    <p:extLst>
      <p:ext uri="{BB962C8B-B14F-4D97-AF65-F5344CB8AC3E}">
        <p14:creationId xmlns:p14="http://schemas.microsoft.com/office/powerpoint/2010/main" val="2709814638"/>
      </p:ext>
    </p:extLst>
  </p:cSld>
  <p:clrMapOvr>
    <a:masterClrMapping/>
  </p:clrMapOvr>
</p:notes>
</file>

<file path=ppt/notesSlides/notesSlide3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3400</a:t>
            </a:fld>
            <a:endParaRPr lang="en-US" dirty="0"/>
          </a:p>
        </p:txBody>
      </p:sp>
    </p:spTree>
    <p:extLst>
      <p:ext uri="{BB962C8B-B14F-4D97-AF65-F5344CB8AC3E}">
        <p14:creationId xmlns:p14="http://schemas.microsoft.com/office/powerpoint/2010/main" val="581926666"/>
      </p:ext>
    </p:extLst>
  </p:cSld>
  <p:clrMapOvr>
    <a:masterClrMapping/>
  </p:clrMapOvr>
</p:notes>
</file>

<file path=ppt/notesSlides/notesSlide3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3401</a:t>
            </a:fld>
            <a:endParaRPr lang="en-US" dirty="0"/>
          </a:p>
        </p:txBody>
      </p:sp>
    </p:spTree>
    <p:extLst>
      <p:ext uri="{BB962C8B-B14F-4D97-AF65-F5344CB8AC3E}">
        <p14:creationId xmlns:p14="http://schemas.microsoft.com/office/powerpoint/2010/main" val="677170647"/>
      </p:ext>
    </p:extLst>
  </p:cSld>
  <p:clrMapOvr>
    <a:masterClrMapping/>
  </p:clrMapOvr>
</p:notes>
</file>

<file path=ppt/notesSlides/notesSlide3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3402</a:t>
            </a:fld>
            <a:endParaRPr lang="en-US" dirty="0"/>
          </a:p>
        </p:txBody>
      </p:sp>
    </p:spTree>
    <p:extLst>
      <p:ext uri="{BB962C8B-B14F-4D97-AF65-F5344CB8AC3E}">
        <p14:creationId xmlns:p14="http://schemas.microsoft.com/office/powerpoint/2010/main" val="2169767090"/>
      </p:ext>
    </p:extLst>
  </p:cSld>
  <p:clrMapOvr>
    <a:masterClrMapping/>
  </p:clrMapOvr>
</p:notes>
</file>

<file path=ppt/notesSlides/notesSlide3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3403</a:t>
            </a:fld>
            <a:endParaRPr lang="en-US" dirty="0"/>
          </a:p>
        </p:txBody>
      </p:sp>
    </p:spTree>
    <p:extLst>
      <p:ext uri="{BB962C8B-B14F-4D97-AF65-F5344CB8AC3E}">
        <p14:creationId xmlns:p14="http://schemas.microsoft.com/office/powerpoint/2010/main" val="3242008550"/>
      </p:ext>
    </p:extLst>
  </p:cSld>
  <p:clrMapOvr>
    <a:masterClrMapping/>
  </p:clrMapOvr>
</p:notes>
</file>

<file path=ppt/notesSlides/notesSlide3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3404</a:t>
            </a:fld>
            <a:endParaRPr lang="en-US" dirty="0"/>
          </a:p>
        </p:txBody>
      </p:sp>
    </p:spTree>
    <p:extLst>
      <p:ext uri="{BB962C8B-B14F-4D97-AF65-F5344CB8AC3E}">
        <p14:creationId xmlns:p14="http://schemas.microsoft.com/office/powerpoint/2010/main" val="3293410546"/>
      </p:ext>
    </p:extLst>
  </p:cSld>
  <p:clrMapOvr>
    <a:masterClrMapping/>
  </p:clrMapOvr>
</p:notes>
</file>

<file path=ppt/notesSlides/notesSlide3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3405</a:t>
            </a:fld>
            <a:endParaRPr lang="en-US" dirty="0"/>
          </a:p>
        </p:txBody>
      </p:sp>
    </p:spTree>
    <p:extLst>
      <p:ext uri="{BB962C8B-B14F-4D97-AF65-F5344CB8AC3E}">
        <p14:creationId xmlns:p14="http://schemas.microsoft.com/office/powerpoint/2010/main" val="1746192518"/>
      </p:ext>
    </p:extLst>
  </p:cSld>
  <p:clrMapOvr>
    <a:masterClrMapping/>
  </p:clrMapOvr>
</p:notes>
</file>

<file path=ppt/notesSlides/notesSlide3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3406</a:t>
            </a:fld>
            <a:endParaRPr lang="en-US" dirty="0"/>
          </a:p>
        </p:txBody>
      </p:sp>
    </p:spTree>
    <p:extLst>
      <p:ext uri="{BB962C8B-B14F-4D97-AF65-F5344CB8AC3E}">
        <p14:creationId xmlns:p14="http://schemas.microsoft.com/office/powerpoint/2010/main" val="4005317209"/>
      </p:ext>
    </p:extLst>
  </p:cSld>
  <p:clrMapOvr>
    <a:masterClrMapping/>
  </p:clrMapOvr>
</p:notes>
</file>

<file path=ppt/notesSlides/notesSlide3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3407</a:t>
            </a:fld>
            <a:endParaRPr lang="en-US" dirty="0"/>
          </a:p>
        </p:txBody>
      </p:sp>
    </p:spTree>
    <p:extLst>
      <p:ext uri="{BB962C8B-B14F-4D97-AF65-F5344CB8AC3E}">
        <p14:creationId xmlns:p14="http://schemas.microsoft.com/office/powerpoint/2010/main" val="2822732480"/>
      </p:ext>
    </p:extLst>
  </p:cSld>
  <p:clrMapOvr>
    <a:masterClrMapping/>
  </p:clrMapOvr>
</p:notes>
</file>

<file path=ppt/notesSlides/notesSlide3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3408</a:t>
            </a:fld>
            <a:endParaRPr lang="en-US" dirty="0"/>
          </a:p>
        </p:txBody>
      </p:sp>
    </p:spTree>
    <p:extLst>
      <p:ext uri="{BB962C8B-B14F-4D97-AF65-F5344CB8AC3E}">
        <p14:creationId xmlns:p14="http://schemas.microsoft.com/office/powerpoint/2010/main" val="1177539318"/>
      </p:ext>
    </p:extLst>
  </p:cSld>
  <p:clrMapOvr>
    <a:masterClrMapping/>
  </p:clrMapOvr>
</p:notes>
</file>

<file path=ppt/notesSlides/notesSlide3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3409</a:t>
            </a:fld>
            <a:endParaRPr lang="en-US" dirty="0"/>
          </a:p>
        </p:txBody>
      </p:sp>
    </p:spTree>
    <p:extLst>
      <p:ext uri="{BB962C8B-B14F-4D97-AF65-F5344CB8AC3E}">
        <p14:creationId xmlns:p14="http://schemas.microsoft.com/office/powerpoint/2010/main" val="467471560"/>
      </p:ext>
    </p:extLst>
  </p:cSld>
  <p:clrMapOvr>
    <a:masterClrMapping/>
  </p:clrMapOvr>
</p:notes>
</file>

<file path=ppt/notesSlides/notesSlide3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3410</a:t>
            </a:fld>
            <a:endParaRPr lang="en-US" dirty="0"/>
          </a:p>
        </p:txBody>
      </p:sp>
    </p:spTree>
    <p:extLst>
      <p:ext uri="{BB962C8B-B14F-4D97-AF65-F5344CB8AC3E}">
        <p14:creationId xmlns:p14="http://schemas.microsoft.com/office/powerpoint/2010/main" val="2226532288"/>
      </p:ext>
    </p:extLst>
  </p:cSld>
  <p:clrMapOvr>
    <a:masterClrMapping/>
  </p:clrMapOvr>
</p:notes>
</file>

<file path=ppt/notesSlides/notesSlide3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3411</a:t>
            </a:fld>
            <a:endParaRPr lang="en-US" dirty="0"/>
          </a:p>
        </p:txBody>
      </p:sp>
    </p:spTree>
    <p:extLst>
      <p:ext uri="{BB962C8B-B14F-4D97-AF65-F5344CB8AC3E}">
        <p14:creationId xmlns:p14="http://schemas.microsoft.com/office/powerpoint/2010/main" val="1800550554"/>
      </p:ext>
    </p:extLst>
  </p:cSld>
  <p:clrMapOvr>
    <a:masterClrMapping/>
  </p:clrMapOvr>
</p:notes>
</file>

<file path=ppt/notesSlides/notesSlide3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3412</a:t>
            </a:fld>
            <a:endParaRPr lang="en-US" dirty="0"/>
          </a:p>
        </p:txBody>
      </p:sp>
    </p:spTree>
    <p:extLst>
      <p:ext uri="{BB962C8B-B14F-4D97-AF65-F5344CB8AC3E}">
        <p14:creationId xmlns:p14="http://schemas.microsoft.com/office/powerpoint/2010/main" val="3181485953"/>
      </p:ext>
    </p:extLst>
  </p:cSld>
  <p:clrMapOvr>
    <a:masterClrMapping/>
  </p:clrMapOvr>
</p:notes>
</file>

<file path=ppt/notesSlides/notesSlide3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3413</a:t>
            </a:fld>
            <a:endParaRPr lang="en-US" dirty="0"/>
          </a:p>
        </p:txBody>
      </p:sp>
    </p:spTree>
    <p:extLst>
      <p:ext uri="{BB962C8B-B14F-4D97-AF65-F5344CB8AC3E}">
        <p14:creationId xmlns:p14="http://schemas.microsoft.com/office/powerpoint/2010/main" val="3342476725"/>
      </p:ext>
    </p:extLst>
  </p:cSld>
  <p:clrMapOvr>
    <a:masterClrMapping/>
  </p:clrMapOvr>
</p:notes>
</file>

<file path=ppt/notesSlides/notesSlide3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3414</a:t>
            </a:fld>
            <a:endParaRPr lang="en-US" dirty="0"/>
          </a:p>
        </p:txBody>
      </p:sp>
    </p:spTree>
    <p:extLst>
      <p:ext uri="{BB962C8B-B14F-4D97-AF65-F5344CB8AC3E}">
        <p14:creationId xmlns:p14="http://schemas.microsoft.com/office/powerpoint/2010/main" val="2449485341"/>
      </p:ext>
    </p:extLst>
  </p:cSld>
  <p:clrMapOvr>
    <a:masterClrMapping/>
  </p:clrMapOvr>
</p:notes>
</file>

<file path=ppt/notesSlides/notesSlide3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3415</a:t>
            </a:fld>
            <a:endParaRPr lang="en-US" dirty="0"/>
          </a:p>
        </p:txBody>
      </p:sp>
    </p:spTree>
    <p:extLst>
      <p:ext uri="{BB962C8B-B14F-4D97-AF65-F5344CB8AC3E}">
        <p14:creationId xmlns:p14="http://schemas.microsoft.com/office/powerpoint/2010/main" val="2830093912"/>
      </p:ext>
    </p:extLst>
  </p:cSld>
  <p:clrMapOvr>
    <a:masterClrMapping/>
  </p:clrMapOvr>
</p:notes>
</file>

<file path=ppt/notesSlides/notesSlide3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3416</a:t>
            </a:fld>
            <a:endParaRPr lang="en-US" dirty="0"/>
          </a:p>
        </p:txBody>
      </p:sp>
    </p:spTree>
    <p:extLst>
      <p:ext uri="{BB962C8B-B14F-4D97-AF65-F5344CB8AC3E}">
        <p14:creationId xmlns:p14="http://schemas.microsoft.com/office/powerpoint/2010/main" val="455730003"/>
      </p:ext>
    </p:extLst>
  </p:cSld>
  <p:clrMapOvr>
    <a:masterClrMapping/>
  </p:clrMapOvr>
</p:notes>
</file>

<file path=ppt/notesSlides/notesSlide3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3417</a:t>
            </a:fld>
            <a:endParaRPr lang="en-US" dirty="0"/>
          </a:p>
        </p:txBody>
      </p:sp>
    </p:spTree>
    <p:extLst>
      <p:ext uri="{BB962C8B-B14F-4D97-AF65-F5344CB8AC3E}">
        <p14:creationId xmlns:p14="http://schemas.microsoft.com/office/powerpoint/2010/main" val="3595916103"/>
      </p:ext>
    </p:extLst>
  </p:cSld>
  <p:clrMapOvr>
    <a:masterClrMapping/>
  </p:clrMapOvr>
</p:notes>
</file>

<file path=ppt/notesSlides/notesSlide3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3418</a:t>
            </a:fld>
            <a:endParaRPr lang="en-US" dirty="0"/>
          </a:p>
        </p:txBody>
      </p:sp>
    </p:spTree>
    <p:extLst>
      <p:ext uri="{BB962C8B-B14F-4D97-AF65-F5344CB8AC3E}">
        <p14:creationId xmlns:p14="http://schemas.microsoft.com/office/powerpoint/2010/main" val="1057962949"/>
      </p:ext>
    </p:extLst>
  </p:cSld>
  <p:clrMapOvr>
    <a:masterClrMapping/>
  </p:clrMapOvr>
</p:notes>
</file>

<file path=ppt/notesSlides/notesSlide3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3419</a:t>
            </a:fld>
            <a:endParaRPr lang="en-US" dirty="0"/>
          </a:p>
        </p:txBody>
      </p:sp>
    </p:spTree>
    <p:extLst>
      <p:ext uri="{BB962C8B-B14F-4D97-AF65-F5344CB8AC3E}">
        <p14:creationId xmlns:p14="http://schemas.microsoft.com/office/powerpoint/2010/main" val="3165108417"/>
      </p:ext>
    </p:extLst>
  </p:cSld>
  <p:clrMapOvr>
    <a:masterClrMapping/>
  </p:clrMapOvr>
</p:notes>
</file>

<file path=ppt/notesSlides/notesSlide3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3420</a:t>
            </a:fld>
            <a:endParaRPr lang="en-US" dirty="0"/>
          </a:p>
        </p:txBody>
      </p:sp>
    </p:spTree>
    <p:extLst>
      <p:ext uri="{BB962C8B-B14F-4D97-AF65-F5344CB8AC3E}">
        <p14:creationId xmlns:p14="http://schemas.microsoft.com/office/powerpoint/2010/main" val="4043057005"/>
      </p:ext>
    </p:extLst>
  </p:cSld>
  <p:clrMapOvr>
    <a:masterClrMapping/>
  </p:clrMapOvr>
</p:notes>
</file>

<file path=ppt/notesSlides/notesSlide3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3421</a:t>
            </a:fld>
            <a:endParaRPr lang="en-US" dirty="0"/>
          </a:p>
        </p:txBody>
      </p:sp>
    </p:spTree>
    <p:extLst>
      <p:ext uri="{BB962C8B-B14F-4D97-AF65-F5344CB8AC3E}">
        <p14:creationId xmlns:p14="http://schemas.microsoft.com/office/powerpoint/2010/main" val="1870571638"/>
      </p:ext>
    </p:extLst>
  </p:cSld>
  <p:clrMapOvr>
    <a:masterClrMapping/>
  </p:clrMapOvr>
</p:notes>
</file>

<file path=ppt/notesSlides/notesSlide3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3422</a:t>
            </a:fld>
            <a:endParaRPr lang="en-US" dirty="0"/>
          </a:p>
        </p:txBody>
      </p:sp>
    </p:spTree>
    <p:extLst>
      <p:ext uri="{BB962C8B-B14F-4D97-AF65-F5344CB8AC3E}">
        <p14:creationId xmlns:p14="http://schemas.microsoft.com/office/powerpoint/2010/main" val="2588095458"/>
      </p:ext>
    </p:extLst>
  </p:cSld>
  <p:clrMapOvr>
    <a:masterClrMapping/>
  </p:clrMapOvr>
</p:notes>
</file>

<file path=ppt/notesSlides/notesSlide3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3423</a:t>
            </a:fld>
            <a:endParaRPr lang="en-US" dirty="0"/>
          </a:p>
        </p:txBody>
      </p:sp>
    </p:spTree>
    <p:extLst>
      <p:ext uri="{BB962C8B-B14F-4D97-AF65-F5344CB8AC3E}">
        <p14:creationId xmlns:p14="http://schemas.microsoft.com/office/powerpoint/2010/main" val="3386731180"/>
      </p:ext>
    </p:extLst>
  </p:cSld>
  <p:clrMapOvr>
    <a:masterClrMapping/>
  </p:clrMapOvr>
</p:notes>
</file>

<file path=ppt/notesSlides/notesSlide3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3424</a:t>
            </a:fld>
            <a:endParaRPr lang="en-US" dirty="0"/>
          </a:p>
        </p:txBody>
      </p:sp>
    </p:spTree>
    <p:extLst>
      <p:ext uri="{BB962C8B-B14F-4D97-AF65-F5344CB8AC3E}">
        <p14:creationId xmlns:p14="http://schemas.microsoft.com/office/powerpoint/2010/main" val="3706626186"/>
      </p:ext>
    </p:extLst>
  </p:cSld>
  <p:clrMapOvr>
    <a:masterClrMapping/>
  </p:clrMapOvr>
</p:notes>
</file>

<file path=ppt/notesSlides/notesSlide3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3425</a:t>
            </a:fld>
            <a:endParaRPr lang="en-US" dirty="0"/>
          </a:p>
        </p:txBody>
      </p:sp>
    </p:spTree>
    <p:extLst>
      <p:ext uri="{BB962C8B-B14F-4D97-AF65-F5344CB8AC3E}">
        <p14:creationId xmlns:p14="http://schemas.microsoft.com/office/powerpoint/2010/main" val="3918575937"/>
      </p:ext>
    </p:extLst>
  </p:cSld>
  <p:clrMapOvr>
    <a:masterClrMapping/>
  </p:clrMapOvr>
</p:notes>
</file>

<file path=ppt/notesSlides/notesSlide3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3426</a:t>
            </a:fld>
            <a:endParaRPr lang="en-US" dirty="0"/>
          </a:p>
        </p:txBody>
      </p:sp>
    </p:spTree>
    <p:extLst>
      <p:ext uri="{BB962C8B-B14F-4D97-AF65-F5344CB8AC3E}">
        <p14:creationId xmlns:p14="http://schemas.microsoft.com/office/powerpoint/2010/main" val="3094214643"/>
      </p:ext>
    </p:extLst>
  </p:cSld>
  <p:clrMapOvr>
    <a:masterClrMapping/>
  </p:clrMapOvr>
</p:notes>
</file>

<file path=ppt/notesSlides/notesSlide3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3427</a:t>
            </a:fld>
            <a:endParaRPr lang="en-US" dirty="0"/>
          </a:p>
        </p:txBody>
      </p:sp>
    </p:spTree>
    <p:extLst>
      <p:ext uri="{BB962C8B-B14F-4D97-AF65-F5344CB8AC3E}">
        <p14:creationId xmlns:p14="http://schemas.microsoft.com/office/powerpoint/2010/main" val="2022201802"/>
      </p:ext>
    </p:extLst>
  </p:cSld>
  <p:clrMapOvr>
    <a:masterClrMapping/>
  </p:clrMapOvr>
</p:notes>
</file>

<file path=ppt/notesSlides/notesSlide3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3428</a:t>
            </a:fld>
            <a:endParaRPr lang="en-US" dirty="0"/>
          </a:p>
        </p:txBody>
      </p:sp>
    </p:spTree>
    <p:extLst>
      <p:ext uri="{BB962C8B-B14F-4D97-AF65-F5344CB8AC3E}">
        <p14:creationId xmlns:p14="http://schemas.microsoft.com/office/powerpoint/2010/main" val="1735610926"/>
      </p:ext>
    </p:extLst>
  </p:cSld>
  <p:clrMapOvr>
    <a:masterClrMapping/>
  </p:clrMapOvr>
</p:notes>
</file>

<file path=ppt/notesSlides/notesSlide3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3429</a:t>
            </a:fld>
            <a:endParaRPr lang="en-US" dirty="0"/>
          </a:p>
        </p:txBody>
      </p:sp>
    </p:spTree>
    <p:extLst>
      <p:ext uri="{BB962C8B-B14F-4D97-AF65-F5344CB8AC3E}">
        <p14:creationId xmlns:p14="http://schemas.microsoft.com/office/powerpoint/2010/main" val="3127420343"/>
      </p:ext>
    </p:extLst>
  </p:cSld>
  <p:clrMapOvr>
    <a:masterClrMapping/>
  </p:clrMapOvr>
</p:notes>
</file>

<file path=ppt/notesSlides/notesSlide3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3430</a:t>
            </a:fld>
            <a:endParaRPr lang="en-US" dirty="0"/>
          </a:p>
        </p:txBody>
      </p:sp>
    </p:spTree>
    <p:extLst>
      <p:ext uri="{BB962C8B-B14F-4D97-AF65-F5344CB8AC3E}">
        <p14:creationId xmlns:p14="http://schemas.microsoft.com/office/powerpoint/2010/main" val="444566404"/>
      </p:ext>
    </p:extLst>
  </p:cSld>
  <p:clrMapOvr>
    <a:masterClrMapping/>
  </p:clrMapOvr>
</p:notes>
</file>

<file path=ppt/notesSlides/notesSlide3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3431</a:t>
            </a:fld>
            <a:endParaRPr lang="en-US" dirty="0"/>
          </a:p>
        </p:txBody>
      </p:sp>
    </p:spTree>
    <p:extLst>
      <p:ext uri="{BB962C8B-B14F-4D97-AF65-F5344CB8AC3E}">
        <p14:creationId xmlns:p14="http://schemas.microsoft.com/office/powerpoint/2010/main" val="2380135840"/>
      </p:ext>
    </p:extLst>
  </p:cSld>
  <p:clrMapOvr>
    <a:masterClrMapping/>
  </p:clrMapOvr>
</p:notes>
</file>

<file path=ppt/notesSlides/notesSlide3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3432</a:t>
            </a:fld>
            <a:endParaRPr lang="en-US" dirty="0"/>
          </a:p>
        </p:txBody>
      </p:sp>
    </p:spTree>
    <p:extLst>
      <p:ext uri="{BB962C8B-B14F-4D97-AF65-F5344CB8AC3E}">
        <p14:creationId xmlns:p14="http://schemas.microsoft.com/office/powerpoint/2010/main" val="1753912547"/>
      </p:ext>
    </p:extLst>
  </p:cSld>
  <p:clrMapOvr>
    <a:masterClrMapping/>
  </p:clrMapOvr>
</p:notes>
</file>

<file path=ppt/notesSlides/notesSlide3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3433</a:t>
            </a:fld>
            <a:endParaRPr lang="en-US" dirty="0"/>
          </a:p>
        </p:txBody>
      </p:sp>
    </p:spTree>
    <p:extLst>
      <p:ext uri="{BB962C8B-B14F-4D97-AF65-F5344CB8AC3E}">
        <p14:creationId xmlns:p14="http://schemas.microsoft.com/office/powerpoint/2010/main" val="3327310055"/>
      </p:ext>
    </p:extLst>
  </p:cSld>
  <p:clrMapOvr>
    <a:masterClrMapping/>
  </p:clrMapOvr>
</p:notes>
</file>

<file path=ppt/notesSlides/notesSlide3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3434</a:t>
            </a:fld>
            <a:endParaRPr lang="en-US" dirty="0"/>
          </a:p>
        </p:txBody>
      </p:sp>
    </p:spTree>
    <p:extLst>
      <p:ext uri="{BB962C8B-B14F-4D97-AF65-F5344CB8AC3E}">
        <p14:creationId xmlns:p14="http://schemas.microsoft.com/office/powerpoint/2010/main" val="1533406751"/>
      </p:ext>
    </p:extLst>
  </p:cSld>
  <p:clrMapOvr>
    <a:masterClrMapping/>
  </p:clrMapOvr>
</p:notes>
</file>

<file path=ppt/notesSlides/notesSlide3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3435</a:t>
            </a:fld>
            <a:endParaRPr lang="en-US" dirty="0"/>
          </a:p>
        </p:txBody>
      </p:sp>
    </p:spTree>
    <p:extLst>
      <p:ext uri="{BB962C8B-B14F-4D97-AF65-F5344CB8AC3E}">
        <p14:creationId xmlns:p14="http://schemas.microsoft.com/office/powerpoint/2010/main" val="2579427738"/>
      </p:ext>
    </p:extLst>
  </p:cSld>
  <p:clrMapOvr>
    <a:masterClrMapping/>
  </p:clrMapOvr>
</p:notes>
</file>

<file path=ppt/notesSlides/notesSlide3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3436</a:t>
            </a:fld>
            <a:endParaRPr lang="en-US" dirty="0"/>
          </a:p>
        </p:txBody>
      </p:sp>
    </p:spTree>
    <p:extLst>
      <p:ext uri="{BB962C8B-B14F-4D97-AF65-F5344CB8AC3E}">
        <p14:creationId xmlns:p14="http://schemas.microsoft.com/office/powerpoint/2010/main" val="3348935237"/>
      </p:ext>
    </p:extLst>
  </p:cSld>
  <p:clrMapOvr>
    <a:masterClrMapping/>
  </p:clrMapOvr>
</p:notes>
</file>

<file path=ppt/notesSlides/notesSlide3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3437</a:t>
            </a:fld>
            <a:endParaRPr lang="en-US" dirty="0"/>
          </a:p>
        </p:txBody>
      </p:sp>
    </p:spTree>
    <p:extLst>
      <p:ext uri="{BB962C8B-B14F-4D97-AF65-F5344CB8AC3E}">
        <p14:creationId xmlns:p14="http://schemas.microsoft.com/office/powerpoint/2010/main" val="451412952"/>
      </p:ext>
    </p:extLst>
  </p:cSld>
  <p:clrMapOvr>
    <a:masterClrMapping/>
  </p:clrMapOvr>
</p:notes>
</file>

<file path=ppt/notesSlides/notesSlide3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3438</a:t>
            </a:fld>
            <a:endParaRPr lang="en-US" dirty="0"/>
          </a:p>
        </p:txBody>
      </p:sp>
    </p:spTree>
    <p:extLst>
      <p:ext uri="{BB962C8B-B14F-4D97-AF65-F5344CB8AC3E}">
        <p14:creationId xmlns:p14="http://schemas.microsoft.com/office/powerpoint/2010/main" val="3958843609"/>
      </p:ext>
    </p:extLst>
  </p:cSld>
  <p:clrMapOvr>
    <a:masterClrMapping/>
  </p:clrMapOvr>
</p:notes>
</file>

<file path=ppt/notesSlides/notesSlide3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3439</a:t>
            </a:fld>
            <a:endParaRPr lang="en-US" dirty="0"/>
          </a:p>
        </p:txBody>
      </p:sp>
    </p:spTree>
    <p:extLst>
      <p:ext uri="{BB962C8B-B14F-4D97-AF65-F5344CB8AC3E}">
        <p14:creationId xmlns:p14="http://schemas.microsoft.com/office/powerpoint/2010/main" val="3755574141"/>
      </p:ext>
    </p:extLst>
  </p:cSld>
  <p:clrMapOvr>
    <a:masterClrMapping/>
  </p:clrMapOvr>
</p:notes>
</file>

<file path=ppt/notesSlides/notesSlide3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3440</a:t>
            </a:fld>
            <a:endParaRPr lang="en-US" dirty="0"/>
          </a:p>
        </p:txBody>
      </p:sp>
    </p:spTree>
    <p:extLst>
      <p:ext uri="{BB962C8B-B14F-4D97-AF65-F5344CB8AC3E}">
        <p14:creationId xmlns:p14="http://schemas.microsoft.com/office/powerpoint/2010/main" val="1049611100"/>
      </p:ext>
    </p:extLst>
  </p:cSld>
  <p:clrMapOvr>
    <a:masterClrMapping/>
  </p:clrMapOvr>
</p:notes>
</file>

<file path=ppt/notesSlides/notesSlide3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3441</a:t>
            </a:fld>
            <a:endParaRPr lang="en-US" dirty="0"/>
          </a:p>
        </p:txBody>
      </p:sp>
    </p:spTree>
    <p:extLst>
      <p:ext uri="{BB962C8B-B14F-4D97-AF65-F5344CB8AC3E}">
        <p14:creationId xmlns:p14="http://schemas.microsoft.com/office/powerpoint/2010/main" val="3594147188"/>
      </p:ext>
    </p:extLst>
  </p:cSld>
  <p:clrMapOvr>
    <a:masterClrMapping/>
  </p:clrMapOvr>
</p:notes>
</file>

<file path=ppt/notesSlides/notesSlide3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3442</a:t>
            </a:fld>
            <a:endParaRPr lang="en-US" dirty="0"/>
          </a:p>
        </p:txBody>
      </p:sp>
    </p:spTree>
    <p:extLst>
      <p:ext uri="{BB962C8B-B14F-4D97-AF65-F5344CB8AC3E}">
        <p14:creationId xmlns:p14="http://schemas.microsoft.com/office/powerpoint/2010/main" val="3325903545"/>
      </p:ext>
    </p:extLst>
  </p:cSld>
  <p:clrMapOvr>
    <a:masterClrMapping/>
  </p:clrMapOvr>
</p:notes>
</file>

<file path=ppt/notesSlides/notesSlide3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3443</a:t>
            </a:fld>
            <a:endParaRPr lang="en-US" dirty="0"/>
          </a:p>
        </p:txBody>
      </p:sp>
    </p:spTree>
    <p:extLst>
      <p:ext uri="{BB962C8B-B14F-4D97-AF65-F5344CB8AC3E}">
        <p14:creationId xmlns:p14="http://schemas.microsoft.com/office/powerpoint/2010/main" val="1825989001"/>
      </p:ext>
    </p:extLst>
  </p:cSld>
  <p:clrMapOvr>
    <a:masterClrMapping/>
  </p:clrMapOvr>
</p:notes>
</file>

<file path=ppt/notesSlides/notesSlide3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3444</a:t>
            </a:fld>
            <a:endParaRPr lang="en-US" dirty="0"/>
          </a:p>
        </p:txBody>
      </p:sp>
    </p:spTree>
    <p:extLst>
      <p:ext uri="{BB962C8B-B14F-4D97-AF65-F5344CB8AC3E}">
        <p14:creationId xmlns:p14="http://schemas.microsoft.com/office/powerpoint/2010/main" val="2810778370"/>
      </p:ext>
    </p:extLst>
  </p:cSld>
  <p:clrMapOvr>
    <a:masterClrMapping/>
  </p:clrMapOvr>
</p:notes>
</file>

<file path=ppt/notesSlides/notesSlide3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3445</a:t>
            </a:fld>
            <a:endParaRPr lang="en-US" dirty="0"/>
          </a:p>
        </p:txBody>
      </p:sp>
    </p:spTree>
    <p:extLst>
      <p:ext uri="{BB962C8B-B14F-4D97-AF65-F5344CB8AC3E}">
        <p14:creationId xmlns:p14="http://schemas.microsoft.com/office/powerpoint/2010/main" val="3734548126"/>
      </p:ext>
    </p:extLst>
  </p:cSld>
  <p:clrMapOvr>
    <a:masterClrMapping/>
  </p:clrMapOvr>
</p:notes>
</file>

<file path=ppt/notesSlides/notesSlide3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3446</a:t>
            </a:fld>
            <a:endParaRPr lang="en-US" dirty="0"/>
          </a:p>
        </p:txBody>
      </p:sp>
    </p:spTree>
    <p:extLst>
      <p:ext uri="{BB962C8B-B14F-4D97-AF65-F5344CB8AC3E}">
        <p14:creationId xmlns:p14="http://schemas.microsoft.com/office/powerpoint/2010/main" val="2704843111"/>
      </p:ext>
    </p:extLst>
  </p:cSld>
  <p:clrMapOvr>
    <a:masterClrMapping/>
  </p:clrMapOvr>
</p:notes>
</file>

<file path=ppt/notesSlides/notesSlide3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3447</a:t>
            </a:fld>
            <a:endParaRPr lang="en-US" dirty="0"/>
          </a:p>
        </p:txBody>
      </p:sp>
    </p:spTree>
    <p:extLst>
      <p:ext uri="{BB962C8B-B14F-4D97-AF65-F5344CB8AC3E}">
        <p14:creationId xmlns:p14="http://schemas.microsoft.com/office/powerpoint/2010/main" val="1329040795"/>
      </p:ext>
    </p:extLst>
  </p:cSld>
  <p:clrMapOvr>
    <a:masterClrMapping/>
  </p:clrMapOvr>
</p:notes>
</file>

<file path=ppt/notesSlides/notesSlide3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3448</a:t>
            </a:fld>
            <a:endParaRPr lang="en-US" dirty="0"/>
          </a:p>
        </p:txBody>
      </p:sp>
    </p:spTree>
    <p:extLst>
      <p:ext uri="{BB962C8B-B14F-4D97-AF65-F5344CB8AC3E}">
        <p14:creationId xmlns:p14="http://schemas.microsoft.com/office/powerpoint/2010/main" val="3045553376"/>
      </p:ext>
    </p:extLst>
  </p:cSld>
  <p:clrMapOvr>
    <a:masterClrMapping/>
  </p:clrMapOvr>
</p:notes>
</file>

<file path=ppt/notesSlides/notesSlide3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3449</a:t>
            </a:fld>
            <a:endParaRPr lang="en-US" dirty="0"/>
          </a:p>
        </p:txBody>
      </p:sp>
    </p:spTree>
    <p:extLst>
      <p:ext uri="{BB962C8B-B14F-4D97-AF65-F5344CB8AC3E}">
        <p14:creationId xmlns:p14="http://schemas.microsoft.com/office/powerpoint/2010/main" val="520058889"/>
      </p:ext>
    </p:extLst>
  </p:cSld>
  <p:clrMapOvr>
    <a:masterClrMapping/>
  </p:clrMapOvr>
</p:notes>
</file>

<file path=ppt/notesSlides/notesSlide3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3450</a:t>
            </a:fld>
            <a:endParaRPr lang="en-US" dirty="0"/>
          </a:p>
        </p:txBody>
      </p:sp>
    </p:spTree>
    <p:extLst>
      <p:ext uri="{BB962C8B-B14F-4D97-AF65-F5344CB8AC3E}">
        <p14:creationId xmlns:p14="http://schemas.microsoft.com/office/powerpoint/2010/main" val="3928084708"/>
      </p:ext>
    </p:extLst>
  </p:cSld>
  <p:clrMapOvr>
    <a:masterClrMapping/>
  </p:clrMapOvr>
</p:notes>
</file>

<file path=ppt/notesSlides/notesSlide3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3451</a:t>
            </a:fld>
            <a:endParaRPr lang="en-US" dirty="0"/>
          </a:p>
        </p:txBody>
      </p:sp>
    </p:spTree>
    <p:extLst>
      <p:ext uri="{BB962C8B-B14F-4D97-AF65-F5344CB8AC3E}">
        <p14:creationId xmlns:p14="http://schemas.microsoft.com/office/powerpoint/2010/main" val="2460421815"/>
      </p:ext>
    </p:extLst>
  </p:cSld>
  <p:clrMapOvr>
    <a:masterClrMapping/>
  </p:clrMapOvr>
</p:notes>
</file>

<file path=ppt/notesSlides/notesSlide3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3452</a:t>
            </a:fld>
            <a:endParaRPr lang="en-US" dirty="0"/>
          </a:p>
        </p:txBody>
      </p:sp>
    </p:spTree>
    <p:extLst>
      <p:ext uri="{BB962C8B-B14F-4D97-AF65-F5344CB8AC3E}">
        <p14:creationId xmlns:p14="http://schemas.microsoft.com/office/powerpoint/2010/main" val="2979968130"/>
      </p:ext>
    </p:extLst>
  </p:cSld>
  <p:clrMapOvr>
    <a:masterClrMapping/>
  </p:clrMapOvr>
</p:notes>
</file>

<file path=ppt/notesSlides/notesSlide3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3453</a:t>
            </a:fld>
            <a:endParaRPr lang="en-US" dirty="0"/>
          </a:p>
        </p:txBody>
      </p:sp>
    </p:spTree>
    <p:extLst>
      <p:ext uri="{BB962C8B-B14F-4D97-AF65-F5344CB8AC3E}">
        <p14:creationId xmlns:p14="http://schemas.microsoft.com/office/powerpoint/2010/main" val="1716242048"/>
      </p:ext>
    </p:extLst>
  </p:cSld>
  <p:clrMapOvr>
    <a:masterClrMapping/>
  </p:clrMapOvr>
</p:notes>
</file>

<file path=ppt/notesSlides/notesSlide3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3454</a:t>
            </a:fld>
            <a:endParaRPr lang="en-US" dirty="0"/>
          </a:p>
        </p:txBody>
      </p:sp>
    </p:spTree>
    <p:extLst>
      <p:ext uri="{BB962C8B-B14F-4D97-AF65-F5344CB8AC3E}">
        <p14:creationId xmlns:p14="http://schemas.microsoft.com/office/powerpoint/2010/main" val="772618455"/>
      </p:ext>
    </p:extLst>
  </p:cSld>
  <p:clrMapOvr>
    <a:masterClrMapping/>
  </p:clrMapOvr>
</p:notes>
</file>

<file path=ppt/notesSlides/notesSlide3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3455</a:t>
            </a:fld>
            <a:endParaRPr lang="en-US" dirty="0"/>
          </a:p>
        </p:txBody>
      </p:sp>
    </p:spTree>
    <p:extLst>
      <p:ext uri="{BB962C8B-B14F-4D97-AF65-F5344CB8AC3E}">
        <p14:creationId xmlns:p14="http://schemas.microsoft.com/office/powerpoint/2010/main" val="4081151589"/>
      </p:ext>
    </p:extLst>
  </p:cSld>
  <p:clrMapOvr>
    <a:masterClrMapping/>
  </p:clrMapOvr>
</p:notes>
</file>

<file path=ppt/notesSlides/notesSlide3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3456</a:t>
            </a:fld>
            <a:endParaRPr lang="en-US" dirty="0"/>
          </a:p>
        </p:txBody>
      </p:sp>
    </p:spTree>
    <p:extLst>
      <p:ext uri="{BB962C8B-B14F-4D97-AF65-F5344CB8AC3E}">
        <p14:creationId xmlns:p14="http://schemas.microsoft.com/office/powerpoint/2010/main" val="3972062109"/>
      </p:ext>
    </p:extLst>
  </p:cSld>
  <p:clrMapOvr>
    <a:masterClrMapping/>
  </p:clrMapOvr>
</p:notes>
</file>

<file path=ppt/notesSlides/notesSlide3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3457</a:t>
            </a:fld>
            <a:endParaRPr lang="en-US" dirty="0"/>
          </a:p>
        </p:txBody>
      </p:sp>
    </p:spTree>
    <p:extLst>
      <p:ext uri="{BB962C8B-B14F-4D97-AF65-F5344CB8AC3E}">
        <p14:creationId xmlns:p14="http://schemas.microsoft.com/office/powerpoint/2010/main" val="1679632500"/>
      </p:ext>
    </p:extLst>
  </p:cSld>
  <p:clrMapOvr>
    <a:masterClrMapping/>
  </p:clrMapOvr>
</p:notes>
</file>

<file path=ppt/notesSlides/notesSlide3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3458</a:t>
            </a:fld>
            <a:endParaRPr lang="en-US" dirty="0"/>
          </a:p>
        </p:txBody>
      </p:sp>
    </p:spTree>
    <p:extLst>
      <p:ext uri="{BB962C8B-B14F-4D97-AF65-F5344CB8AC3E}">
        <p14:creationId xmlns:p14="http://schemas.microsoft.com/office/powerpoint/2010/main" val="4056479526"/>
      </p:ext>
    </p:extLst>
  </p:cSld>
  <p:clrMapOvr>
    <a:masterClrMapping/>
  </p:clrMapOvr>
</p:notes>
</file>

<file path=ppt/notesSlides/notesSlide3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3459</a:t>
            </a:fld>
            <a:endParaRPr lang="en-US" dirty="0"/>
          </a:p>
        </p:txBody>
      </p:sp>
    </p:spTree>
    <p:extLst>
      <p:ext uri="{BB962C8B-B14F-4D97-AF65-F5344CB8AC3E}">
        <p14:creationId xmlns:p14="http://schemas.microsoft.com/office/powerpoint/2010/main" val="1466670447"/>
      </p:ext>
    </p:extLst>
  </p:cSld>
  <p:clrMapOvr>
    <a:masterClrMapping/>
  </p:clrMapOvr>
</p:notes>
</file>

<file path=ppt/notesSlides/notesSlide3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3460</a:t>
            </a:fld>
            <a:endParaRPr lang="en-US" dirty="0"/>
          </a:p>
        </p:txBody>
      </p:sp>
    </p:spTree>
    <p:extLst>
      <p:ext uri="{BB962C8B-B14F-4D97-AF65-F5344CB8AC3E}">
        <p14:creationId xmlns:p14="http://schemas.microsoft.com/office/powerpoint/2010/main" val="2522146479"/>
      </p:ext>
    </p:extLst>
  </p:cSld>
  <p:clrMapOvr>
    <a:masterClrMapping/>
  </p:clrMapOvr>
</p:notes>
</file>

<file path=ppt/notesSlides/notesSlide3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3461</a:t>
            </a:fld>
            <a:endParaRPr lang="en-US" dirty="0"/>
          </a:p>
        </p:txBody>
      </p:sp>
    </p:spTree>
    <p:extLst>
      <p:ext uri="{BB962C8B-B14F-4D97-AF65-F5344CB8AC3E}">
        <p14:creationId xmlns:p14="http://schemas.microsoft.com/office/powerpoint/2010/main" val="1117227864"/>
      </p:ext>
    </p:extLst>
  </p:cSld>
  <p:clrMapOvr>
    <a:masterClrMapping/>
  </p:clrMapOvr>
</p:notes>
</file>

<file path=ppt/notesSlides/notesSlide3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3462</a:t>
            </a:fld>
            <a:endParaRPr lang="en-US" dirty="0"/>
          </a:p>
        </p:txBody>
      </p:sp>
    </p:spTree>
    <p:extLst>
      <p:ext uri="{BB962C8B-B14F-4D97-AF65-F5344CB8AC3E}">
        <p14:creationId xmlns:p14="http://schemas.microsoft.com/office/powerpoint/2010/main" val="2968688391"/>
      </p:ext>
    </p:extLst>
  </p:cSld>
  <p:clrMapOvr>
    <a:masterClrMapping/>
  </p:clrMapOvr>
</p:notes>
</file>

<file path=ppt/notesSlides/notesSlide3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3463</a:t>
            </a:fld>
            <a:endParaRPr lang="en-US" dirty="0"/>
          </a:p>
        </p:txBody>
      </p:sp>
    </p:spTree>
    <p:extLst>
      <p:ext uri="{BB962C8B-B14F-4D97-AF65-F5344CB8AC3E}">
        <p14:creationId xmlns:p14="http://schemas.microsoft.com/office/powerpoint/2010/main" val="201656357"/>
      </p:ext>
    </p:extLst>
  </p:cSld>
  <p:clrMapOvr>
    <a:masterClrMapping/>
  </p:clrMapOvr>
</p:notes>
</file>

<file path=ppt/notesSlides/notesSlide3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3464</a:t>
            </a:fld>
            <a:endParaRPr lang="en-US" dirty="0"/>
          </a:p>
        </p:txBody>
      </p:sp>
    </p:spTree>
    <p:extLst>
      <p:ext uri="{BB962C8B-B14F-4D97-AF65-F5344CB8AC3E}">
        <p14:creationId xmlns:p14="http://schemas.microsoft.com/office/powerpoint/2010/main" val="3691009981"/>
      </p:ext>
    </p:extLst>
  </p:cSld>
  <p:clrMapOvr>
    <a:masterClrMapping/>
  </p:clrMapOvr>
</p:notes>
</file>

<file path=ppt/notesSlides/notesSlide3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3465</a:t>
            </a:fld>
            <a:endParaRPr lang="en-US" dirty="0"/>
          </a:p>
        </p:txBody>
      </p:sp>
    </p:spTree>
    <p:extLst>
      <p:ext uri="{BB962C8B-B14F-4D97-AF65-F5344CB8AC3E}">
        <p14:creationId xmlns:p14="http://schemas.microsoft.com/office/powerpoint/2010/main" val="3219681642"/>
      </p:ext>
    </p:extLst>
  </p:cSld>
  <p:clrMapOvr>
    <a:masterClrMapping/>
  </p:clrMapOvr>
</p:notes>
</file>

<file path=ppt/notesSlides/notesSlide3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3466</a:t>
            </a:fld>
            <a:endParaRPr lang="en-US" dirty="0"/>
          </a:p>
        </p:txBody>
      </p:sp>
    </p:spTree>
    <p:extLst>
      <p:ext uri="{BB962C8B-B14F-4D97-AF65-F5344CB8AC3E}">
        <p14:creationId xmlns:p14="http://schemas.microsoft.com/office/powerpoint/2010/main" val="221578503"/>
      </p:ext>
    </p:extLst>
  </p:cSld>
  <p:clrMapOvr>
    <a:masterClrMapping/>
  </p:clrMapOvr>
</p:notes>
</file>

<file path=ppt/notesSlides/notesSlide3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3467</a:t>
            </a:fld>
            <a:endParaRPr lang="en-US" dirty="0"/>
          </a:p>
        </p:txBody>
      </p:sp>
    </p:spTree>
    <p:extLst>
      <p:ext uri="{BB962C8B-B14F-4D97-AF65-F5344CB8AC3E}">
        <p14:creationId xmlns:p14="http://schemas.microsoft.com/office/powerpoint/2010/main" val="2909961079"/>
      </p:ext>
    </p:extLst>
  </p:cSld>
  <p:clrMapOvr>
    <a:masterClrMapping/>
  </p:clrMapOvr>
</p:notes>
</file>

<file path=ppt/notesSlides/notesSlide3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3468</a:t>
            </a:fld>
            <a:endParaRPr lang="en-US" dirty="0"/>
          </a:p>
        </p:txBody>
      </p:sp>
    </p:spTree>
    <p:extLst>
      <p:ext uri="{BB962C8B-B14F-4D97-AF65-F5344CB8AC3E}">
        <p14:creationId xmlns:p14="http://schemas.microsoft.com/office/powerpoint/2010/main" val="3386848055"/>
      </p:ext>
    </p:extLst>
  </p:cSld>
  <p:clrMapOvr>
    <a:masterClrMapping/>
  </p:clrMapOvr>
</p:notes>
</file>

<file path=ppt/notesSlides/notesSlide3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3469</a:t>
            </a:fld>
            <a:endParaRPr lang="en-US" dirty="0"/>
          </a:p>
        </p:txBody>
      </p:sp>
    </p:spTree>
    <p:extLst>
      <p:ext uri="{BB962C8B-B14F-4D97-AF65-F5344CB8AC3E}">
        <p14:creationId xmlns:p14="http://schemas.microsoft.com/office/powerpoint/2010/main" val="3969195092"/>
      </p:ext>
    </p:extLst>
  </p:cSld>
  <p:clrMapOvr>
    <a:masterClrMapping/>
  </p:clrMapOvr>
</p:notes>
</file>

<file path=ppt/notesSlides/notesSlide3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3470</a:t>
            </a:fld>
            <a:endParaRPr lang="en-US" dirty="0"/>
          </a:p>
        </p:txBody>
      </p:sp>
    </p:spTree>
    <p:extLst>
      <p:ext uri="{BB962C8B-B14F-4D97-AF65-F5344CB8AC3E}">
        <p14:creationId xmlns:p14="http://schemas.microsoft.com/office/powerpoint/2010/main" val="1360979872"/>
      </p:ext>
    </p:extLst>
  </p:cSld>
  <p:clrMapOvr>
    <a:masterClrMapping/>
  </p:clrMapOvr>
</p:notes>
</file>

<file path=ppt/notesSlides/notesSlide3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3471</a:t>
            </a:fld>
            <a:endParaRPr lang="en-US" dirty="0"/>
          </a:p>
        </p:txBody>
      </p:sp>
    </p:spTree>
    <p:extLst>
      <p:ext uri="{BB962C8B-B14F-4D97-AF65-F5344CB8AC3E}">
        <p14:creationId xmlns:p14="http://schemas.microsoft.com/office/powerpoint/2010/main" val="64882921"/>
      </p:ext>
    </p:extLst>
  </p:cSld>
  <p:clrMapOvr>
    <a:masterClrMapping/>
  </p:clrMapOvr>
</p:notes>
</file>

<file path=ppt/notesSlides/notesSlide3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3472</a:t>
            </a:fld>
            <a:endParaRPr lang="en-US" dirty="0"/>
          </a:p>
        </p:txBody>
      </p:sp>
    </p:spTree>
    <p:extLst>
      <p:ext uri="{BB962C8B-B14F-4D97-AF65-F5344CB8AC3E}">
        <p14:creationId xmlns:p14="http://schemas.microsoft.com/office/powerpoint/2010/main" val="571218234"/>
      </p:ext>
    </p:extLst>
  </p:cSld>
  <p:clrMapOvr>
    <a:masterClrMapping/>
  </p:clrMapOvr>
</p:notes>
</file>

<file path=ppt/notesSlides/notesSlide3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3473</a:t>
            </a:fld>
            <a:endParaRPr lang="en-US" dirty="0"/>
          </a:p>
        </p:txBody>
      </p:sp>
    </p:spTree>
    <p:extLst>
      <p:ext uri="{BB962C8B-B14F-4D97-AF65-F5344CB8AC3E}">
        <p14:creationId xmlns:p14="http://schemas.microsoft.com/office/powerpoint/2010/main" val="2415404873"/>
      </p:ext>
    </p:extLst>
  </p:cSld>
  <p:clrMapOvr>
    <a:masterClrMapping/>
  </p:clrMapOvr>
</p:notes>
</file>

<file path=ppt/notesSlides/notesSlide3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3474</a:t>
            </a:fld>
            <a:endParaRPr lang="en-US" dirty="0"/>
          </a:p>
        </p:txBody>
      </p:sp>
    </p:spTree>
    <p:extLst>
      <p:ext uri="{BB962C8B-B14F-4D97-AF65-F5344CB8AC3E}">
        <p14:creationId xmlns:p14="http://schemas.microsoft.com/office/powerpoint/2010/main" val="1759663365"/>
      </p:ext>
    </p:extLst>
  </p:cSld>
  <p:clrMapOvr>
    <a:masterClrMapping/>
  </p:clrMapOvr>
</p:notes>
</file>

<file path=ppt/notesSlides/notesSlide3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3475</a:t>
            </a:fld>
            <a:endParaRPr lang="en-US" dirty="0"/>
          </a:p>
        </p:txBody>
      </p:sp>
    </p:spTree>
    <p:extLst>
      <p:ext uri="{BB962C8B-B14F-4D97-AF65-F5344CB8AC3E}">
        <p14:creationId xmlns:p14="http://schemas.microsoft.com/office/powerpoint/2010/main" val="2050644414"/>
      </p:ext>
    </p:extLst>
  </p:cSld>
  <p:clrMapOvr>
    <a:masterClrMapping/>
  </p:clrMapOvr>
</p:notes>
</file>

<file path=ppt/notesSlides/notesSlide3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3476</a:t>
            </a:fld>
            <a:endParaRPr lang="en-US" dirty="0"/>
          </a:p>
        </p:txBody>
      </p:sp>
    </p:spTree>
    <p:extLst>
      <p:ext uri="{BB962C8B-B14F-4D97-AF65-F5344CB8AC3E}">
        <p14:creationId xmlns:p14="http://schemas.microsoft.com/office/powerpoint/2010/main" val="2385810242"/>
      </p:ext>
    </p:extLst>
  </p:cSld>
  <p:clrMapOvr>
    <a:masterClrMapping/>
  </p:clrMapOvr>
</p:notes>
</file>

<file path=ppt/notesSlides/notesSlide3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3477</a:t>
            </a:fld>
            <a:endParaRPr lang="en-US" dirty="0"/>
          </a:p>
        </p:txBody>
      </p:sp>
    </p:spTree>
    <p:extLst>
      <p:ext uri="{BB962C8B-B14F-4D97-AF65-F5344CB8AC3E}">
        <p14:creationId xmlns:p14="http://schemas.microsoft.com/office/powerpoint/2010/main" val="3583069448"/>
      </p:ext>
    </p:extLst>
  </p:cSld>
  <p:clrMapOvr>
    <a:masterClrMapping/>
  </p:clrMapOvr>
</p:notes>
</file>

<file path=ppt/notesSlides/notesSlide3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3478</a:t>
            </a:fld>
            <a:endParaRPr lang="en-US" dirty="0"/>
          </a:p>
        </p:txBody>
      </p:sp>
    </p:spTree>
    <p:extLst>
      <p:ext uri="{BB962C8B-B14F-4D97-AF65-F5344CB8AC3E}">
        <p14:creationId xmlns:p14="http://schemas.microsoft.com/office/powerpoint/2010/main" val="1313643014"/>
      </p:ext>
    </p:extLst>
  </p:cSld>
  <p:clrMapOvr>
    <a:masterClrMapping/>
  </p:clrMapOvr>
</p:notes>
</file>

<file path=ppt/notesSlides/notesSlide3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3479</a:t>
            </a:fld>
            <a:endParaRPr lang="en-US" dirty="0"/>
          </a:p>
        </p:txBody>
      </p:sp>
    </p:spTree>
    <p:extLst>
      <p:ext uri="{BB962C8B-B14F-4D97-AF65-F5344CB8AC3E}">
        <p14:creationId xmlns:p14="http://schemas.microsoft.com/office/powerpoint/2010/main" val="2088353002"/>
      </p:ext>
    </p:extLst>
  </p:cSld>
  <p:clrMapOvr>
    <a:masterClrMapping/>
  </p:clrMapOvr>
</p:notes>
</file>

<file path=ppt/notesSlides/notesSlide3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3480</a:t>
            </a:fld>
            <a:endParaRPr lang="en-US" dirty="0"/>
          </a:p>
        </p:txBody>
      </p:sp>
    </p:spTree>
    <p:extLst>
      <p:ext uri="{BB962C8B-B14F-4D97-AF65-F5344CB8AC3E}">
        <p14:creationId xmlns:p14="http://schemas.microsoft.com/office/powerpoint/2010/main" val="1554391815"/>
      </p:ext>
    </p:extLst>
  </p:cSld>
  <p:clrMapOvr>
    <a:masterClrMapping/>
  </p:clrMapOvr>
</p:notes>
</file>

<file path=ppt/notesSlides/notesSlide3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3481</a:t>
            </a:fld>
            <a:endParaRPr lang="en-US" dirty="0"/>
          </a:p>
        </p:txBody>
      </p:sp>
    </p:spTree>
    <p:extLst>
      <p:ext uri="{BB962C8B-B14F-4D97-AF65-F5344CB8AC3E}">
        <p14:creationId xmlns:p14="http://schemas.microsoft.com/office/powerpoint/2010/main" val="1831746284"/>
      </p:ext>
    </p:extLst>
  </p:cSld>
  <p:clrMapOvr>
    <a:masterClrMapping/>
  </p:clrMapOvr>
</p:notes>
</file>

<file path=ppt/notesSlides/notesSlide3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3482</a:t>
            </a:fld>
            <a:endParaRPr lang="en-US" dirty="0"/>
          </a:p>
        </p:txBody>
      </p:sp>
    </p:spTree>
    <p:extLst>
      <p:ext uri="{BB962C8B-B14F-4D97-AF65-F5344CB8AC3E}">
        <p14:creationId xmlns:p14="http://schemas.microsoft.com/office/powerpoint/2010/main" val="1472198814"/>
      </p:ext>
    </p:extLst>
  </p:cSld>
  <p:clrMapOvr>
    <a:masterClrMapping/>
  </p:clrMapOvr>
</p:notes>
</file>

<file path=ppt/notesSlides/notesSlide3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3483</a:t>
            </a:fld>
            <a:endParaRPr lang="en-US" dirty="0"/>
          </a:p>
        </p:txBody>
      </p:sp>
    </p:spTree>
    <p:extLst>
      <p:ext uri="{BB962C8B-B14F-4D97-AF65-F5344CB8AC3E}">
        <p14:creationId xmlns:p14="http://schemas.microsoft.com/office/powerpoint/2010/main" val="3434867483"/>
      </p:ext>
    </p:extLst>
  </p:cSld>
  <p:clrMapOvr>
    <a:masterClrMapping/>
  </p:clrMapOvr>
</p:notes>
</file>

<file path=ppt/notesSlides/notesSlide3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3484</a:t>
            </a:fld>
            <a:endParaRPr lang="en-US" dirty="0"/>
          </a:p>
        </p:txBody>
      </p:sp>
    </p:spTree>
    <p:extLst>
      <p:ext uri="{BB962C8B-B14F-4D97-AF65-F5344CB8AC3E}">
        <p14:creationId xmlns:p14="http://schemas.microsoft.com/office/powerpoint/2010/main" val="952092413"/>
      </p:ext>
    </p:extLst>
  </p:cSld>
  <p:clrMapOvr>
    <a:masterClrMapping/>
  </p:clrMapOvr>
</p:notes>
</file>

<file path=ppt/notesSlides/notesSlide3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3485</a:t>
            </a:fld>
            <a:endParaRPr lang="en-US" dirty="0"/>
          </a:p>
        </p:txBody>
      </p:sp>
    </p:spTree>
    <p:extLst>
      <p:ext uri="{BB962C8B-B14F-4D97-AF65-F5344CB8AC3E}">
        <p14:creationId xmlns:p14="http://schemas.microsoft.com/office/powerpoint/2010/main" val="1227653192"/>
      </p:ext>
    </p:extLst>
  </p:cSld>
  <p:clrMapOvr>
    <a:masterClrMapping/>
  </p:clrMapOvr>
</p:notes>
</file>

<file path=ppt/notesSlides/notesSlide3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3486</a:t>
            </a:fld>
            <a:endParaRPr lang="en-US" dirty="0"/>
          </a:p>
        </p:txBody>
      </p:sp>
    </p:spTree>
    <p:extLst>
      <p:ext uri="{BB962C8B-B14F-4D97-AF65-F5344CB8AC3E}">
        <p14:creationId xmlns:p14="http://schemas.microsoft.com/office/powerpoint/2010/main" val="3172474424"/>
      </p:ext>
    </p:extLst>
  </p:cSld>
  <p:clrMapOvr>
    <a:masterClrMapping/>
  </p:clrMapOvr>
</p:notes>
</file>

<file path=ppt/notesSlides/notesSlide3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3487</a:t>
            </a:fld>
            <a:endParaRPr lang="en-US" dirty="0"/>
          </a:p>
        </p:txBody>
      </p:sp>
    </p:spTree>
    <p:extLst>
      <p:ext uri="{BB962C8B-B14F-4D97-AF65-F5344CB8AC3E}">
        <p14:creationId xmlns:p14="http://schemas.microsoft.com/office/powerpoint/2010/main" val="3381719515"/>
      </p:ext>
    </p:extLst>
  </p:cSld>
  <p:clrMapOvr>
    <a:masterClrMapping/>
  </p:clrMapOvr>
</p:notes>
</file>

<file path=ppt/notesSlides/notesSlide3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3488</a:t>
            </a:fld>
            <a:endParaRPr lang="en-US" dirty="0"/>
          </a:p>
        </p:txBody>
      </p:sp>
    </p:spTree>
    <p:extLst>
      <p:ext uri="{BB962C8B-B14F-4D97-AF65-F5344CB8AC3E}">
        <p14:creationId xmlns:p14="http://schemas.microsoft.com/office/powerpoint/2010/main" val="314212773"/>
      </p:ext>
    </p:extLst>
  </p:cSld>
  <p:clrMapOvr>
    <a:masterClrMapping/>
  </p:clrMapOvr>
</p:notes>
</file>

<file path=ppt/notesSlides/notesSlide3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3489</a:t>
            </a:fld>
            <a:endParaRPr lang="en-US" dirty="0"/>
          </a:p>
        </p:txBody>
      </p:sp>
    </p:spTree>
    <p:extLst>
      <p:ext uri="{BB962C8B-B14F-4D97-AF65-F5344CB8AC3E}">
        <p14:creationId xmlns:p14="http://schemas.microsoft.com/office/powerpoint/2010/main" val="470456535"/>
      </p:ext>
    </p:extLst>
  </p:cSld>
  <p:clrMapOvr>
    <a:masterClrMapping/>
  </p:clrMapOvr>
</p:notes>
</file>

<file path=ppt/notesSlides/notesSlide3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3490</a:t>
            </a:fld>
            <a:endParaRPr lang="en-US" dirty="0"/>
          </a:p>
        </p:txBody>
      </p:sp>
    </p:spTree>
    <p:extLst>
      <p:ext uri="{BB962C8B-B14F-4D97-AF65-F5344CB8AC3E}">
        <p14:creationId xmlns:p14="http://schemas.microsoft.com/office/powerpoint/2010/main" val="24977966"/>
      </p:ext>
    </p:extLst>
  </p:cSld>
  <p:clrMapOvr>
    <a:masterClrMapping/>
  </p:clrMapOvr>
</p:notes>
</file>

<file path=ppt/notesSlides/notesSlide3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3491</a:t>
            </a:fld>
            <a:endParaRPr lang="en-US" dirty="0"/>
          </a:p>
        </p:txBody>
      </p:sp>
    </p:spTree>
    <p:extLst>
      <p:ext uri="{BB962C8B-B14F-4D97-AF65-F5344CB8AC3E}">
        <p14:creationId xmlns:p14="http://schemas.microsoft.com/office/powerpoint/2010/main" val="3293807863"/>
      </p:ext>
    </p:extLst>
  </p:cSld>
  <p:clrMapOvr>
    <a:masterClrMapping/>
  </p:clrMapOvr>
</p:notes>
</file>

<file path=ppt/notesSlides/notesSlide3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3492</a:t>
            </a:fld>
            <a:endParaRPr lang="en-US" dirty="0"/>
          </a:p>
        </p:txBody>
      </p:sp>
    </p:spTree>
    <p:extLst>
      <p:ext uri="{BB962C8B-B14F-4D97-AF65-F5344CB8AC3E}">
        <p14:creationId xmlns:p14="http://schemas.microsoft.com/office/powerpoint/2010/main" val="732053875"/>
      </p:ext>
    </p:extLst>
  </p:cSld>
  <p:clrMapOvr>
    <a:masterClrMapping/>
  </p:clrMapOvr>
</p:notes>
</file>

<file path=ppt/notesSlides/notesSlide3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3493</a:t>
            </a:fld>
            <a:endParaRPr lang="en-US" dirty="0"/>
          </a:p>
        </p:txBody>
      </p:sp>
    </p:spTree>
    <p:extLst>
      <p:ext uri="{BB962C8B-B14F-4D97-AF65-F5344CB8AC3E}">
        <p14:creationId xmlns:p14="http://schemas.microsoft.com/office/powerpoint/2010/main" val="2032140181"/>
      </p:ext>
    </p:extLst>
  </p:cSld>
  <p:clrMapOvr>
    <a:masterClrMapping/>
  </p:clrMapOvr>
</p:notes>
</file>

<file path=ppt/notesSlides/notesSlide3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3494</a:t>
            </a:fld>
            <a:endParaRPr lang="en-US" dirty="0"/>
          </a:p>
        </p:txBody>
      </p:sp>
    </p:spTree>
    <p:extLst>
      <p:ext uri="{BB962C8B-B14F-4D97-AF65-F5344CB8AC3E}">
        <p14:creationId xmlns:p14="http://schemas.microsoft.com/office/powerpoint/2010/main" val="3066523556"/>
      </p:ext>
    </p:extLst>
  </p:cSld>
  <p:clrMapOvr>
    <a:masterClrMapping/>
  </p:clrMapOvr>
</p:notes>
</file>

<file path=ppt/notesSlides/notesSlide3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3495</a:t>
            </a:fld>
            <a:endParaRPr lang="en-US" dirty="0"/>
          </a:p>
        </p:txBody>
      </p:sp>
    </p:spTree>
    <p:extLst>
      <p:ext uri="{BB962C8B-B14F-4D97-AF65-F5344CB8AC3E}">
        <p14:creationId xmlns:p14="http://schemas.microsoft.com/office/powerpoint/2010/main" val="2471653764"/>
      </p:ext>
    </p:extLst>
  </p:cSld>
  <p:clrMapOvr>
    <a:masterClrMapping/>
  </p:clrMapOvr>
</p:notes>
</file>

<file path=ppt/notesSlides/notesSlide3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3496</a:t>
            </a:fld>
            <a:endParaRPr lang="en-US" dirty="0"/>
          </a:p>
        </p:txBody>
      </p:sp>
    </p:spTree>
    <p:extLst>
      <p:ext uri="{BB962C8B-B14F-4D97-AF65-F5344CB8AC3E}">
        <p14:creationId xmlns:p14="http://schemas.microsoft.com/office/powerpoint/2010/main" val="1970895753"/>
      </p:ext>
    </p:extLst>
  </p:cSld>
  <p:clrMapOvr>
    <a:masterClrMapping/>
  </p:clrMapOvr>
</p:notes>
</file>

<file path=ppt/notesSlides/notesSlide3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3497</a:t>
            </a:fld>
            <a:endParaRPr lang="en-US" dirty="0"/>
          </a:p>
        </p:txBody>
      </p:sp>
    </p:spTree>
    <p:extLst>
      <p:ext uri="{BB962C8B-B14F-4D97-AF65-F5344CB8AC3E}">
        <p14:creationId xmlns:p14="http://schemas.microsoft.com/office/powerpoint/2010/main" val="5331591"/>
      </p:ext>
    </p:extLst>
  </p:cSld>
  <p:clrMapOvr>
    <a:masterClrMapping/>
  </p:clrMapOvr>
</p:notes>
</file>

<file path=ppt/notesSlides/notesSlide3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3498</a:t>
            </a:fld>
            <a:endParaRPr lang="en-US" dirty="0"/>
          </a:p>
        </p:txBody>
      </p:sp>
    </p:spTree>
    <p:extLst>
      <p:ext uri="{BB962C8B-B14F-4D97-AF65-F5344CB8AC3E}">
        <p14:creationId xmlns:p14="http://schemas.microsoft.com/office/powerpoint/2010/main" val="944268471"/>
      </p:ext>
    </p:extLst>
  </p:cSld>
  <p:clrMapOvr>
    <a:masterClrMapping/>
  </p:clrMapOvr>
</p:notes>
</file>

<file path=ppt/notesSlides/notesSlide3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3499</a:t>
            </a:fld>
            <a:endParaRPr lang="en-US" dirty="0"/>
          </a:p>
        </p:txBody>
      </p:sp>
    </p:spTree>
    <p:extLst>
      <p:ext uri="{BB962C8B-B14F-4D97-AF65-F5344CB8AC3E}">
        <p14:creationId xmlns:p14="http://schemas.microsoft.com/office/powerpoint/2010/main" val="978550768"/>
      </p:ext>
    </p:extLst>
  </p:cSld>
  <p:clrMapOvr>
    <a:masterClrMapping/>
  </p:clrMapOvr>
</p:notes>
</file>

<file path=ppt/notesSlides/notesSlide3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3500</a:t>
            </a:fld>
            <a:endParaRPr lang="en-US" dirty="0"/>
          </a:p>
        </p:txBody>
      </p:sp>
    </p:spTree>
    <p:extLst>
      <p:ext uri="{BB962C8B-B14F-4D97-AF65-F5344CB8AC3E}">
        <p14:creationId xmlns:p14="http://schemas.microsoft.com/office/powerpoint/2010/main" val="2254072275"/>
      </p:ext>
    </p:extLst>
  </p:cSld>
  <p:clrMapOvr>
    <a:masterClrMapping/>
  </p:clrMapOvr>
</p:notes>
</file>

<file path=ppt/notesSlides/notesSlide3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3501</a:t>
            </a:fld>
            <a:endParaRPr lang="en-US" dirty="0"/>
          </a:p>
        </p:txBody>
      </p:sp>
    </p:spTree>
    <p:extLst>
      <p:ext uri="{BB962C8B-B14F-4D97-AF65-F5344CB8AC3E}">
        <p14:creationId xmlns:p14="http://schemas.microsoft.com/office/powerpoint/2010/main" val="175561307"/>
      </p:ext>
    </p:extLst>
  </p:cSld>
  <p:clrMapOvr>
    <a:masterClrMapping/>
  </p:clrMapOvr>
</p:notes>
</file>

<file path=ppt/notesSlides/notesSlide3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3502</a:t>
            </a:fld>
            <a:endParaRPr lang="en-US" dirty="0"/>
          </a:p>
        </p:txBody>
      </p:sp>
    </p:spTree>
    <p:extLst>
      <p:ext uri="{BB962C8B-B14F-4D97-AF65-F5344CB8AC3E}">
        <p14:creationId xmlns:p14="http://schemas.microsoft.com/office/powerpoint/2010/main" val="2421317372"/>
      </p:ext>
    </p:extLst>
  </p:cSld>
  <p:clrMapOvr>
    <a:masterClrMapping/>
  </p:clrMapOvr>
</p:notes>
</file>

<file path=ppt/notesSlides/notesSlide3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3503</a:t>
            </a:fld>
            <a:endParaRPr lang="en-US" dirty="0"/>
          </a:p>
        </p:txBody>
      </p:sp>
    </p:spTree>
    <p:extLst>
      <p:ext uri="{BB962C8B-B14F-4D97-AF65-F5344CB8AC3E}">
        <p14:creationId xmlns:p14="http://schemas.microsoft.com/office/powerpoint/2010/main" val="1400687730"/>
      </p:ext>
    </p:extLst>
  </p:cSld>
  <p:clrMapOvr>
    <a:masterClrMapping/>
  </p:clrMapOvr>
</p:notes>
</file>

<file path=ppt/notesSlides/notesSlide3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3504</a:t>
            </a:fld>
            <a:endParaRPr lang="en-US" dirty="0"/>
          </a:p>
        </p:txBody>
      </p:sp>
    </p:spTree>
    <p:extLst>
      <p:ext uri="{BB962C8B-B14F-4D97-AF65-F5344CB8AC3E}">
        <p14:creationId xmlns:p14="http://schemas.microsoft.com/office/powerpoint/2010/main" val="2990528146"/>
      </p:ext>
    </p:extLst>
  </p:cSld>
  <p:clrMapOvr>
    <a:masterClrMapping/>
  </p:clrMapOvr>
</p:notes>
</file>

<file path=ppt/notesSlides/notesSlide3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3505</a:t>
            </a:fld>
            <a:endParaRPr lang="en-US" dirty="0"/>
          </a:p>
        </p:txBody>
      </p:sp>
    </p:spTree>
    <p:extLst>
      <p:ext uri="{BB962C8B-B14F-4D97-AF65-F5344CB8AC3E}">
        <p14:creationId xmlns:p14="http://schemas.microsoft.com/office/powerpoint/2010/main" val="696994819"/>
      </p:ext>
    </p:extLst>
  </p:cSld>
  <p:clrMapOvr>
    <a:masterClrMapping/>
  </p:clrMapOvr>
</p:notes>
</file>

<file path=ppt/notesSlides/notesSlide3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3506</a:t>
            </a:fld>
            <a:endParaRPr lang="en-US" dirty="0"/>
          </a:p>
        </p:txBody>
      </p:sp>
    </p:spTree>
    <p:extLst>
      <p:ext uri="{BB962C8B-B14F-4D97-AF65-F5344CB8AC3E}">
        <p14:creationId xmlns:p14="http://schemas.microsoft.com/office/powerpoint/2010/main" val="59994470"/>
      </p:ext>
    </p:extLst>
  </p:cSld>
  <p:clrMapOvr>
    <a:masterClrMapping/>
  </p:clrMapOvr>
</p:notes>
</file>

<file path=ppt/notesSlides/notesSlide3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3507</a:t>
            </a:fld>
            <a:endParaRPr lang="en-US" dirty="0"/>
          </a:p>
        </p:txBody>
      </p:sp>
    </p:spTree>
    <p:extLst>
      <p:ext uri="{BB962C8B-B14F-4D97-AF65-F5344CB8AC3E}">
        <p14:creationId xmlns:p14="http://schemas.microsoft.com/office/powerpoint/2010/main" val="1853154649"/>
      </p:ext>
    </p:extLst>
  </p:cSld>
  <p:clrMapOvr>
    <a:masterClrMapping/>
  </p:clrMapOvr>
</p:notes>
</file>

<file path=ppt/notesSlides/notesSlide3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3508</a:t>
            </a:fld>
            <a:endParaRPr lang="en-US" dirty="0"/>
          </a:p>
        </p:txBody>
      </p:sp>
    </p:spTree>
    <p:extLst>
      <p:ext uri="{BB962C8B-B14F-4D97-AF65-F5344CB8AC3E}">
        <p14:creationId xmlns:p14="http://schemas.microsoft.com/office/powerpoint/2010/main" val="1198070754"/>
      </p:ext>
    </p:extLst>
  </p:cSld>
  <p:clrMapOvr>
    <a:masterClrMapping/>
  </p:clrMapOvr>
</p:notes>
</file>

<file path=ppt/notesSlides/notesSlide3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3509</a:t>
            </a:fld>
            <a:endParaRPr lang="en-US" dirty="0"/>
          </a:p>
        </p:txBody>
      </p:sp>
    </p:spTree>
    <p:extLst>
      <p:ext uri="{BB962C8B-B14F-4D97-AF65-F5344CB8AC3E}">
        <p14:creationId xmlns:p14="http://schemas.microsoft.com/office/powerpoint/2010/main" val="2775074510"/>
      </p:ext>
    </p:extLst>
  </p:cSld>
  <p:clrMapOvr>
    <a:masterClrMapping/>
  </p:clrMapOvr>
</p:notes>
</file>

<file path=ppt/notesSlides/notesSlide3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3510</a:t>
            </a:fld>
            <a:endParaRPr lang="en-US" dirty="0"/>
          </a:p>
        </p:txBody>
      </p:sp>
    </p:spTree>
    <p:extLst>
      <p:ext uri="{BB962C8B-B14F-4D97-AF65-F5344CB8AC3E}">
        <p14:creationId xmlns:p14="http://schemas.microsoft.com/office/powerpoint/2010/main" val="3854932421"/>
      </p:ext>
    </p:extLst>
  </p:cSld>
  <p:clrMapOvr>
    <a:masterClrMapping/>
  </p:clrMapOvr>
</p:notes>
</file>

<file path=ppt/notesSlides/notesSlide3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3511</a:t>
            </a:fld>
            <a:endParaRPr lang="en-US" dirty="0"/>
          </a:p>
        </p:txBody>
      </p:sp>
    </p:spTree>
    <p:extLst>
      <p:ext uri="{BB962C8B-B14F-4D97-AF65-F5344CB8AC3E}">
        <p14:creationId xmlns:p14="http://schemas.microsoft.com/office/powerpoint/2010/main" val="889768787"/>
      </p:ext>
    </p:extLst>
  </p:cSld>
  <p:clrMapOvr>
    <a:masterClrMapping/>
  </p:clrMapOvr>
</p:notes>
</file>

<file path=ppt/notesSlides/notesSlide3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3512</a:t>
            </a:fld>
            <a:endParaRPr lang="en-US" dirty="0"/>
          </a:p>
        </p:txBody>
      </p:sp>
    </p:spTree>
    <p:extLst>
      <p:ext uri="{BB962C8B-B14F-4D97-AF65-F5344CB8AC3E}">
        <p14:creationId xmlns:p14="http://schemas.microsoft.com/office/powerpoint/2010/main" val="2781257162"/>
      </p:ext>
    </p:extLst>
  </p:cSld>
  <p:clrMapOvr>
    <a:masterClrMapping/>
  </p:clrMapOvr>
</p:notes>
</file>

<file path=ppt/notesSlides/notesSlide3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3513</a:t>
            </a:fld>
            <a:endParaRPr lang="en-US" dirty="0"/>
          </a:p>
        </p:txBody>
      </p:sp>
    </p:spTree>
    <p:extLst>
      <p:ext uri="{BB962C8B-B14F-4D97-AF65-F5344CB8AC3E}">
        <p14:creationId xmlns:p14="http://schemas.microsoft.com/office/powerpoint/2010/main" val="625651701"/>
      </p:ext>
    </p:extLst>
  </p:cSld>
  <p:clrMapOvr>
    <a:masterClrMapping/>
  </p:clrMapOvr>
</p:notes>
</file>

<file path=ppt/notesSlides/notesSlide3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3514</a:t>
            </a:fld>
            <a:endParaRPr lang="en-US" dirty="0"/>
          </a:p>
        </p:txBody>
      </p:sp>
    </p:spTree>
    <p:extLst>
      <p:ext uri="{BB962C8B-B14F-4D97-AF65-F5344CB8AC3E}">
        <p14:creationId xmlns:p14="http://schemas.microsoft.com/office/powerpoint/2010/main" val="4178313752"/>
      </p:ext>
    </p:extLst>
  </p:cSld>
  <p:clrMapOvr>
    <a:masterClrMapping/>
  </p:clrMapOvr>
</p:notes>
</file>

<file path=ppt/notesSlides/notesSlide3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3515</a:t>
            </a:fld>
            <a:endParaRPr lang="en-US" dirty="0"/>
          </a:p>
        </p:txBody>
      </p:sp>
    </p:spTree>
    <p:extLst>
      <p:ext uri="{BB962C8B-B14F-4D97-AF65-F5344CB8AC3E}">
        <p14:creationId xmlns:p14="http://schemas.microsoft.com/office/powerpoint/2010/main" val="4211096521"/>
      </p:ext>
    </p:extLst>
  </p:cSld>
  <p:clrMapOvr>
    <a:masterClrMapping/>
  </p:clrMapOvr>
</p:notes>
</file>

<file path=ppt/notesSlides/notesSlide3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3516</a:t>
            </a:fld>
            <a:endParaRPr lang="en-US" dirty="0"/>
          </a:p>
        </p:txBody>
      </p:sp>
    </p:spTree>
    <p:extLst>
      <p:ext uri="{BB962C8B-B14F-4D97-AF65-F5344CB8AC3E}">
        <p14:creationId xmlns:p14="http://schemas.microsoft.com/office/powerpoint/2010/main" val="997329190"/>
      </p:ext>
    </p:extLst>
  </p:cSld>
  <p:clrMapOvr>
    <a:masterClrMapping/>
  </p:clrMapOvr>
</p:notes>
</file>

<file path=ppt/notesSlides/notesSlide3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3517</a:t>
            </a:fld>
            <a:endParaRPr lang="en-US" dirty="0"/>
          </a:p>
        </p:txBody>
      </p:sp>
    </p:spTree>
    <p:extLst>
      <p:ext uri="{BB962C8B-B14F-4D97-AF65-F5344CB8AC3E}">
        <p14:creationId xmlns:p14="http://schemas.microsoft.com/office/powerpoint/2010/main" val="1095233247"/>
      </p:ext>
    </p:extLst>
  </p:cSld>
  <p:clrMapOvr>
    <a:masterClrMapping/>
  </p:clrMapOvr>
</p:notes>
</file>

<file path=ppt/notesSlides/notesSlide3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3518</a:t>
            </a:fld>
            <a:endParaRPr lang="en-US" dirty="0"/>
          </a:p>
        </p:txBody>
      </p:sp>
    </p:spTree>
    <p:extLst>
      <p:ext uri="{BB962C8B-B14F-4D97-AF65-F5344CB8AC3E}">
        <p14:creationId xmlns:p14="http://schemas.microsoft.com/office/powerpoint/2010/main" val="424481597"/>
      </p:ext>
    </p:extLst>
  </p:cSld>
  <p:clrMapOvr>
    <a:masterClrMapping/>
  </p:clrMapOvr>
</p:notes>
</file>

<file path=ppt/notesSlides/notesSlide3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3519</a:t>
            </a:fld>
            <a:endParaRPr lang="en-US" dirty="0"/>
          </a:p>
        </p:txBody>
      </p:sp>
    </p:spTree>
    <p:extLst>
      <p:ext uri="{BB962C8B-B14F-4D97-AF65-F5344CB8AC3E}">
        <p14:creationId xmlns:p14="http://schemas.microsoft.com/office/powerpoint/2010/main" val="1085989639"/>
      </p:ext>
    </p:extLst>
  </p:cSld>
  <p:clrMapOvr>
    <a:masterClrMapping/>
  </p:clrMapOvr>
</p:notes>
</file>

<file path=ppt/notesSlides/notesSlide3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3520</a:t>
            </a:fld>
            <a:endParaRPr lang="en-US" dirty="0"/>
          </a:p>
        </p:txBody>
      </p:sp>
    </p:spTree>
    <p:extLst>
      <p:ext uri="{BB962C8B-B14F-4D97-AF65-F5344CB8AC3E}">
        <p14:creationId xmlns:p14="http://schemas.microsoft.com/office/powerpoint/2010/main" val="2882316501"/>
      </p:ext>
    </p:extLst>
  </p:cSld>
  <p:clrMapOvr>
    <a:masterClrMapping/>
  </p:clrMapOvr>
</p:notes>
</file>

<file path=ppt/notesSlides/notesSlide3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3521</a:t>
            </a:fld>
            <a:endParaRPr lang="en-US" dirty="0"/>
          </a:p>
        </p:txBody>
      </p:sp>
    </p:spTree>
    <p:extLst>
      <p:ext uri="{BB962C8B-B14F-4D97-AF65-F5344CB8AC3E}">
        <p14:creationId xmlns:p14="http://schemas.microsoft.com/office/powerpoint/2010/main" val="3786496207"/>
      </p:ext>
    </p:extLst>
  </p:cSld>
  <p:clrMapOvr>
    <a:masterClrMapping/>
  </p:clrMapOvr>
</p:notes>
</file>

<file path=ppt/notesSlides/notesSlide3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3522</a:t>
            </a:fld>
            <a:endParaRPr lang="en-US" dirty="0"/>
          </a:p>
        </p:txBody>
      </p:sp>
    </p:spTree>
    <p:extLst>
      <p:ext uri="{BB962C8B-B14F-4D97-AF65-F5344CB8AC3E}">
        <p14:creationId xmlns:p14="http://schemas.microsoft.com/office/powerpoint/2010/main" val="4221669161"/>
      </p:ext>
    </p:extLst>
  </p:cSld>
  <p:clrMapOvr>
    <a:masterClrMapping/>
  </p:clrMapOvr>
</p:notes>
</file>

<file path=ppt/notesSlides/notesSlide3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3523</a:t>
            </a:fld>
            <a:endParaRPr lang="en-US" dirty="0"/>
          </a:p>
        </p:txBody>
      </p:sp>
    </p:spTree>
    <p:extLst>
      <p:ext uri="{BB962C8B-B14F-4D97-AF65-F5344CB8AC3E}">
        <p14:creationId xmlns:p14="http://schemas.microsoft.com/office/powerpoint/2010/main" val="1892807733"/>
      </p:ext>
    </p:extLst>
  </p:cSld>
  <p:clrMapOvr>
    <a:masterClrMapping/>
  </p:clrMapOvr>
</p:notes>
</file>

<file path=ppt/notesSlides/notesSlide3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3524</a:t>
            </a:fld>
            <a:endParaRPr lang="en-US" dirty="0"/>
          </a:p>
        </p:txBody>
      </p:sp>
    </p:spTree>
    <p:extLst>
      <p:ext uri="{BB962C8B-B14F-4D97-AF65-F5344CB8AC3E}">
        <p14:creationId xmlns:p14="http://schemas.microsoft.com/office/powerpoint/2010/main" val="1592736343"/>
      </p:ext>
    </p:extLst>
  </p:cSld>
  <p:clrMapOvr>
    <a:masterClrMapping/>
  </p:clrMapOvr>
</p:notes>
</file>

<file path=ppt/notesSlides/notesSlide3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3525</a:t>
            </a:fld>
            <a:endParaRPr lang="en-US" dirty="0"/>
          </a:p>
        </p:txBody>
      </p:sp>
    </p:spTree>
    <p:extLst>
      <p:ext uri="{BB962C8B-B14F-4D97-AF65-F5344CB8AC3E}">
        <p14:creationId xmlns:p14="http://schemas.microsoft.com/office/powerpoint/2010/main" val="3507745117"/>
      </p:ext>
    </p:extLst>
  </p:cSld>
  <p:clrMapOvr>
    <a:masterClrMapping/>
  </p:clrMapOvr>
</p:notes>
</file>

<file path=ppt/notesSlides/notesSlide3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3526</a:t>
            </a:fld>
            <a:endParaRPr lang="en-US" dirty="0"/>
          </a:p>
        </p:txBody>
      </p:sp>
    </p:spTree>
    <p:extLst>
      <p:ext uri="{BB962C8B-B14F-4D97-AF65-F5344CB8AC3E}">
        <p14:creationId xmlns:p14="http://schemas.microsoft.com/office/powerpoint/2010/main" val="3173172163"/>
      </p:ext>
    </p:extLst>
  </p:cSld>
  <p:clrMapOvr>
    <a:masterClrMapping/>
  </p:clrMapOvr>
</p:notes>
</file>

<file path=ppt/notesSlides/notesSlide3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3527</a:t>
            </a:fld>
            <a:endParaRPr lang="en-US" dirty="0"/>
          </a:p>
        </p:txBody>
      </p:sp>
    </p:spTree>
    <p:extLst>
      <p:ext uri="{BB962C8B-B14F-4D97-AF65-F5344CB8AC3E}">
        <p14:creationId xmlns:p14="http://schemas.microsoft.com/office/powerpoint/2010/main" val="1247469402"/>
      </p:ext>
    </p:extLst>
  </p:cSld>
  <p:clrMapOvr>
    <a:masterClrMapping/>
  </p:clrMapOvr>
</p:notes>
</file>

<file path=ppt/notesSlides/notesSlide3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3528</a:t>
            </a:fld>
            <a:endParaRPr lang="en-US" dirty="0"/>
          </a:p>
        </p:txBody>
      </p:sp>
    </p:spTree>
    <p:extLst>
      <p:ext uri="{BB962C8B-B14F-4D97-AF65-F5344CB8AC3E}">
        <p14:creationId xmlns:p14="http://schemas.microsoft.com/office/powerpoint/2010/main" val="2247278817"/>
      </p:ext>
    </p:extLst>
  </p:cSld>
  <p:clrMapOvr>
    <a:masterClrMapping/>
  </p:clrMapOvr>
</p:notes>
</file>

<file path=ppt/notesSlides/notesSlide3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3529</a:t>
            </a:fld>
            <a:endParaRPr lang="en-US" dirty="0"/>
          </a:p>
        </p:txBody>
      </p:sp>
    </p:spTree>
    <p:extLst>
      <p:ext uri="{BB962C8B-B14F-4D97-AF65-F5344CB8AC3E}">
        <p14:creationId xmlns:p14="http://schemas.microsoft.com/office/powerpoint/2010/main" val="1061749066"/>
      </p:ext>
    </p:extLst>
  </p:cSld>
  <p:clrMapOvr>
    <a:masterClrMapping/>
  </p:clrMapOvr>
</p:notes>
</file>

<file path=ppt/notesSlides/notesSlide3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3530</a:t>
            </a:fld>
            <a:endParaRPr lang="en-US" dirty="0"/>
          </a:p>
        </p:txBody>
      </p:sp>
    </p:spTree>
    <p:extLst>
      <p:ext uri="{BB962C8B-B14F-4D97-AF65-F5344CB8AC3E}">
        <p14:creationId xmlns:p14="http://schemas.microsoft.com/office/powerpoint/2010/main" val="68764394"/>
      </p:ext>
    </p:extLst>
  </p:cSld>
  <p:clrMapOvr>
    <a:masterClrMapping/>
  </p:clrMapOvr>
</p:notes>
</file>

<file path=ppt/notesSlides/notesSlide3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3531</a:t>
            </a:fld>
            <a:endParaRPr lang="en-US" dirty="0"/>
          </a:p>
        </p:txBody>
      </p:sp>
    </p:spTree>
    <p:extLst>
      <p:ext uri="{BB962C8B-B14F-4D97-AF65-F5344CB8AC3E}">
        <p14:creationId xmlns:p14="http://schemas.microsoft.com/office/powerpoint/2010/main" val="440475510"/>
      </p:ext>
    </p:extLst>
  </p:cSld>
  <p:clrMapOvr>
    <a:masterClrMapping/>
  </p:clrMapOvr>
</p:notes>
</file>

<file path=ppt/notesSlides/notesSlide3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3532</a:t>
            </a:fld>
            <a:endParaRPr lang="en-US" dirty="0"/>
          </a:p>
        </p:txBody>
      </p:sp>
    </p:spTree>
    <p:extLst>
      <p:ext uri="{BB962C8B-B14F-4D97-AF65-F5344CB8AC3E}">
        <p14:creationId xmlns:p14="http://schemas.microsoft.com/office/powerpoint/2010/main" val="2987503898"/>
      </p:ext>
    </p:extLst>
  </p:cSld>
  <p:clrMapOvr>
    <a:masterClrMapping/>
  </p:clrMapOvr>
</p:notes>
</file>

<file path=ppt/notesSlides/notesSlide3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3533</a:t>
            </a:fld>
            <a:endParaRPr lang="en-US" dirty="0"/>
          </a:p>
        </p:txBody>
      </p:sp>
    </p:spTree>
    <p:extLst>
      <p:ext uri="{BB962C8B-B14F-4D97-AF65-F5344CB8AC3E}">
        <p14:creationId xmlns:p14="http://schemas.microsoft.com/office/powerpoint/2010/main" val="1819275470"/>
      </p:ext>
    </p:extLst>
  </p:cSld>
  <p:clrMapOvr>
    <a:masterClrMapping/>
  </p:clrMapOvr>
</p:notes>
</file>

<file path=ppt/notesSlides/notesSlide3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3534</a:t>
            </a:fld>
            <a:endParaRPr lang="en-US" dirty="0"/>
          </a:p>
        </p:txBody>
      </p:sp>
    </p:spTree>
    <p:extLst>
      <p:ext uri="{BB962C8B-B14F-4D97-AF65-F5344CB8AC3E}">
        <p14:creationId xmlns:p14="http://schemas.microsoft.com/office/powerpoint/2010/main" val="3592776092"/>
      </p:ext>
    </p:extLst>
  </p:cSld>
  <p:clrMapOvr>
    <a:masterClrMapping/>
  </p:clrMapOvr>
</p:notes>
</file>

<file path=ppt/notesSlides/notesSlide3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3535</a:t>
            </a:fld>
            <a:endParaRPr lang="en-US" dirty="0"/>
          </a:p>
        </p:txBody>
      </p:sp>
    </p:spTree>
    <p:extLst>
      <p:ext uri="{BB962C8B-B14F-4D97-AF65-F5344CB8AC3E}">
        <p14:creationId xmlns:p14="http://schemas.microsoft.com/office/powerpoint/2010/main" val="2633609230"/>
      </p:ext>
    </p:extLst>
  </p:cSld>
  <p:clrMapOvr>
    <a:masterClrMapping/>
  </p:clrMapOvr>
</p:notes>
</file>

<file path=ppt/notesSlides/notesSlide3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3536</a:t>
            </a:fld>
            <a:endParaRPr lang="en-US" dirty="0"/>
          </a:p>
        </p:txBody>
      </p:sp>
    </p:spTree>
    <p:extLst>
      <p:ext uri="{BB962C8B-B14F-4D97-AF65-F5344CB8AC3E}">
        <p14:creationId xmlns:p14="http://schemas.microsoft.com/office/powerpoint/2010/main" val="3592031266"/>
      </p:ext>
    </p:extLst>
  </p:cSld>
  <p:clrMapOvr>
    <a:masterClrMapping/>
  </p:clrMapOvr>
</p:notes>
</file>

<file path=ppt/notesSlides/notesSlide3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3537</a:t>
            </a:fld>
            <a:endParaRPr lang="en-US" dirty="0"/>
          </a:p>
        </p:txBody>
      </p:sp>
    </p:spTree>
    <p:extLst>
      <p:ext uri="{BB962C8B-B14F-4D97-AF65-F5344CB8AC3E}">
        <p14:creationId xmlns:p14="http://schemas.microsoft.com/office/powerpoint/2010/main" val="3218030418"/>
      </p:ext>
    </p:extLst>
  </p:cSld>
  <p:clrMapOvr>
    <a:masterClrMapping/>
  </p:clrMapOvr>
</p:notes>
</file>

<file path=ppt/notesSlides/notesSlide3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3538</a:t>
            </a:fld>
            <a:endParaRPr lang="en-US" dirty="0"/>
          </a:p>
        </p:txBody>
      </p:sp>
    </p:spTree>
    <p:extLst>
      <p:ext uri="{BB962C8B-B14F-4D97-AF65-F5344CB8AC3E}">
        <p14:creationId xmlns:p14="http://schemas.microsoft.com/office/powerpoint/2010/main" val="2910766496"/>
      </p:ext>
    </p:extLst>
  </p:cSld>
  <p:clrMapOvr>
    <a:masterClrMapping/>
  </p:clrMapOvr>
</p:notes>
</file>

<file path=ppt/notesSlides/notesSlide3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3539</a:t>
            </a:fld>
            <a:endParaRPr lang="en-US" dirty="0"/>
          </a:p>
        </p:txBody>
      </p:sp>
    </p:spTree>
    <p:extLst>
      <p:ext uri="{BB962C8B-B14F-4D97-AF65-F5344CB8AC3E}">
        <p14:creationId xmlns:p14="http://schemas.microsoft.com/office/powerpoint/2010/main" val="956745345"/>
      </p:ext>
    </p:extLst>
  </p:cSld>
  <p:clrMapOvr>
    <a:masterClrMapping/>
  </p:clrMapOvr>
</p:notes>
</file>

<file path=ppt/notesSlides/notesSlide3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3540</a:t>
            </a:fld>
            <a:endParaRPr lang="en-US" dirty="0"/>
          </a:p>
        </p:txBody>
      </p:sp>
    </p:spTree>
    <p:extLst>
      <p:ext uri="{BB962C8B-B14F-4D97-AF65-F5344CB8AC3E}">
        <p14:creationId xmlns:p14="http://schemas.microsoft.com/office/powerpoint/2010/main" val="4209174197"/>
      </p:ext>
    </p:extLst>
  </p:cSld>
  <p:clrMapOvr>
    <a:masterClrMapping/>
  </p:clrMapOvr>
</p:notes>
</file>

<file path=ppt/notesSlides/notesSlide3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3541</a:t>
            </a:fld>
            <a:endParaRPr lang="en-US" dirty="0"/>
          </a:p>
        </p:txBody>
      </p:sp>
    </p:spTree>
    <p:extLst>
      <p:ext uri="{BB962C8B-B14F-4D97-AF65-F5344CB8AC3E}">
        <p14:creationId xmlns:p14="http://schemas.microsoft.com/office/powerpoint/2010/main" val="48090758"/>
      </p:ext>
    </p:extLst>
  </p:cSld>
  <p:clrMapOvr>
    <a:masterClrMapping/>
  </p:clrMapOvr>
</p:notes>
</file>

<file path=ppt/notesSlides/notesSlide3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3542</a:t>
            </a:fld>
            <a:endParaRPr lang="en-US" dirty="0"/>
          </a:p>
        </p:txBody>
      </p:sp>
    </p:spTree>
    <p:extLst>
      <p:ext uri="{BB962C8B-B14F-4D97-AF65-F5344CB8AC3E}">
        <p14:creationId xmlns:p14="http://schemas.microsoft.com/office/powerpoint/2010/main" val="712715210"/>
      </p:ext>
    </p:extLst>
  </p:cSld>
  <p:clrMapOvr>
    <a:masterClrMapping/>
  </p:clrMapOvr>
</p:notes>
</file>

<file path=ppt/notesSlides/notesSlide3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3543</a:t>
            </a:fld>
            <a:endParaRPr lang="en-US" dirty="0"/>
          </a:p>
        </p:txBody>
      </p:sp>
    </p:spTree>
    <p:extLst>
      <p:ext uri="{BB962C8B-B14F-4D97-AF65-F5344CB8AC3E}">
        <p14:creationId xmlns:p14="http://schemas.microsoft.com/office/powerpoint/2010/main" val="3577926165"/>
      </p:ext>
    </p:extLst>
  </p:cSld>
  <p:clrMapOvr>
    <a:masterClrMapping/>
  </p:clrMapOvr>
</p:notes>
</file>

<file path=ppt/notesSlides/notesSlide3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3544</a:t>
            </a:fld>
            <a:endParaRPr lang="en-US" dirty="0"/>
          </a:p>
        </p:txBody>
      </p:sp>
    </p:spTree>
    <p:extLst>
      <p:ext uri="{BB962C8B-B14F-4D97-AF65-F5344CB8AC3E}">
        <p14:creationId xmlns:p14="http://schemas.microsoft.com/office/powerpoint/2010/main" val="3872239789"/>
      </p:ext>
    </p:extLst>
  </p:cSld>
  <p:clrMapOvr>
    <a:masterClrMapping/>
  </p:clrMapOvr>
</p:notes>
</file>

<file path=ppt/notesSlides/notesSlide3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3545</a:t>
            </a:fld>
            <a:endParaRPr lang="en-US" dirty="0"/>
          </a:p>
        </p:txBody>
      </p:sp>
    </p:spTree>
    <p:extLst>
      <p:ext uri="{BB962C8B-B14F-4D97-AF65-F5344CB8AC3E}">
        <p14:creationId xmlns:p14="http://schemas.microsoft.com/office/powerpoint/2010/main" val="448344497"/>
      </p:ext>
    </p:extLst>
  </p:cSld>
  <p:clrMapOvr>
    <a:masterClrMapping/>
  </p:clrMapOvr>
</p:notes>
</file>

<file path=ppt/notesSlides/notesSlide3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3546</a:t>
            </a:fld>
            <a:endParaRPr lang="en-US" dirty="0"/>
          </a:p>
        </p:txBody>
      </p:sp>
    </p:spTree>
    <p:extLst>
      <p:ext uri="{BB962C8B-B14F-4D97-AF65-F5344CB8AC3E}">
        <p14:creationId xmlns:p14="http://schemas.microsoft.com/office/powerpoint/2010/main" val="840101998"/>
      </p:ext>
    </p:extLst>
  </p:cSld>
  <p:clrMapOvr>
    <a:masterClrMapping/>
  </p:clrMapOvr>
</p:notes>
</file>

<file path=ppt/notesSlides/notesSlide3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3547</a:t>
            </a:fld>
            <a:endParaRPr lang="en-US" dirty="0"/>
          </a:p>
        </p:txBody>
      </p:sp>
    </p:spTree>
    <p:extLst>
      <p:ext uri="{BB962C8B-B14F-4D97-AF65-F5344CB8AC3E}">
        <p14:creationId xmlns:p14="http://schemas.microsoft.com/office/powerpoint/2010/main" val="4244918620"/>
      </p:ext>
    </p:extLst>
  </p:cSld>
  <p:clrMapOvr>
    <a:masterClrMapping/>
  </p:clrMapOvr>
</p:notes>
</file>

<file path=ppt/notesSlides/notesSlide3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3548</a:t>
            </a:fld>
            <a:endParaRPr lang="en-US" dirty="0"/>
          </a:p>
        </p:txBody>
      </p:sp>
    </p:spTree>
    <p:extLst>
      <p:ext uri="{BB962C8B-B14F-4D97-AF65-F5344CB8AC3E}">
        <p14:creationId xmlns:p14="http://schemas.microsoft.com/office/powerpoint/2010/main" val="2847244083"/>
      </p:ext>
    </p:extLst>
  </p:cSld>
  <p:clrMapOvr>
    <a:masterClrMapping/>
  </p:clrMapOvr>
</p:notes>
</file>

<file path=ppt/notesSlides/notesSlide3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3549</a:t>
            </a:fld>
            <a:endParaRPr lang="en-US" dirty="0"/>
          </a:p>
        </p:txBody>
      </p:sp>
    </p:spTree>
    <p:extLst>
      <p:ext uri="{BB962C8B-B14F-4D97-AF65-F5344CB8AC3E}">
        <p14:creationId xmlns:p14="http://schemas.microsoft.com/office/powerpoint/2010/main" val="1688670159"/>
      </p:ext>
    </p:extLst>
  </p:cSld>
  <p:clrMapOvr>
    <a:masterClrMapping/>
  </p:clrMapOvr>
</p:notes>
</file>

<file path=ppt/notesSlides/notesSlide3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3550</a:t>
            </a:fld>
            <a:endParaRPr lang="en-US" dirty="0"/>
          </a:p>
        </p:txBody>
      </p:sp>
    </p:spTree>
    <p:extLst>
      <p:ext uri="{BB962C8B-B14F-4D97-AF65-F5344CB8AC3E}">
        <p14:creationId xmlns:p14="http://schemas.microsoft.com/office/powerpoint/2010/main" val="1588602582"/>
      </p:ext>
    </p:extLst>
  </p:cSld>
  <p:clrMapOvr>
    <a:masterClrMapping/>
  </p:clrMapOvr>
</p:notes>
</file>

<file path=ppt/notesSlides/notesSlide3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3551</a:t>
            </a:fld>
            <a:endParaRPr lang="en-US" dirty="0"/>
          </a:p>
        </p:txBody>
      </p:sp>
    </p:spTree>
    <p:extLst>
      <p:ext uri="{BB962C8B-B14F-4D97-AF65-F5344CB8AC3E}">
        <p14:creationId xmlns:p14="http://schemas.microsoft.com/office/powerpoint/2010/main" val="2185221926"/>
      </p:ext>
    </p:extLst>
  </p:cSld>
  <p:clrMapOvr>
    <a:masterClrMapping/>
  </p:clrMapOvr>
</p:notes>
</file>

<file path=ppt/notesSlides/notesSlide3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3552</a:t>
            </a:fld>
            <a:endParaRPr lang="en-US" dirty="0"/>
          </a:p>
        </p:txBody>
      </p:sp>
    </p:spTree>
    <p:extLst>
      <p:ext uri="{BB962C8B-B14F-4D97-AF65-F5344CB8AC3E}">
        <p14:creationId xmlns:p14="http://schemas.microsoft.com/office/powerpoint/2010/main" val="1846264341"/>
      </p:ext>
    </p:extLst>
  </p:cSld>
  <p:clrMapOvr>
    <a:masterClrMapping/>
  </p:clrMapOvr>
</p:notes>
</file>

<file path=ppt/notesSlides/notesSlide3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3553</a:t>
            </a:fld>
            <a:endParaRPr lang="en-US" dirty="0"/>
          </a:p>
        </p:txBody>
      </p:sp>
    </p:spTree>
    <p:extLst>
      <p:ext uri="{BB962C8B-B14F-4D97-AF65-F5344CB8AC3E}">
        <p14:creationId xmlns:p14="http://schemas.microsoft.com/office/powerpoint/2010/main" val="164865926"/>
      </p:ext>
    </p:extLst>
  </p:cSld>
  <p:clrMapOvr>
    <a:masterClrMapping/>
  </p:clrMapOvr>
</p:notes>
</file>

<file path=ppt/notesSlides/notesSlide3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3554</a:t>
            </a:fld>
            <a:endParaRPr lang="en-US" dirty="0"/>
          </a:p>
        </p:txBody>
      </p:sp>
    </p:spTree>
    <p:extLst>
      <p:ext uri="{BB962C8B-B14F-4D97-AF65-F5344CB8AC3E}">
        <p14:creationId xmlns:p14="http://schemas.microsoft.com/office/powerpoint/2010/main" val="358256378"/>
      </p:ext>
    </p:extLst>
  </p:cSld>
  <p:clrMapOvr>
    <a:masterClrMapping/>
  </p:clrMapOvr>
</p:notes>
</file>

<file path=ppt/notesSlides/notesSlide3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3555</a:t>
            </a:fld>
            <a:endParaRPr lang="en-US" dirty="0"/>
          </a:p>
        </p:txBody>
      </p:sp>
    </p:spTree>
    <p:extLst>
      <p:ext uri="{BB962C8B-B14F-4D97-AF65-F5344CB8AC3E}">
        <p14:creationId xmlns:p14="http://schemas.microsoft.com/office/powerpoint/2010/main" val="3588886731"/>
      </p:ext>
    </p:extLst>
  </p:cSld>
  <p:clrMapOvr>
    <a:masterClrMapping/>
  </p:clrMapOvr>
</p:notes>
</file>

<file path=ppt/notesSlides/notesSlide3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3556</a:t>
            </a:fld>
            <a:endParaRPr lang="en-US" dirty="0"/>
          </a:p>
        </p:txBody>
      </p:sp>
    </p:spTree>
    <p:extLst>
      <p:ext uri="{BB962C8B-B14F-4D97-AF65-F5344CB8AC3E}">
        <p14:creationId xmlns:p14="http://schemas.microsoft.com/office/powerpoint/2010/main" val="3799822635"/>
      </p:ext>
    </p:extLst>
  </p:cSld>
  <p:clrMapOvr>
    <a:masterClrMapping/>
  </p:clrMapOvr>
</p:notes>
</file>

<file path=ppt/notesSlides/notesSlide3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3557</a:t>
            </a:fld>
            <a:endParaRPr lang="en-US" dirty="0"/>
          </a:p>
        </p:txBody>
      </p:sp>
    </p:spTree>
    <p:extLst>
      <p:ext uri="{BB962C8B-B14F-4D97-AF65-F5344CB8AC3E}">
        <p14:creationId xmlns:p14="http://schemas.microsoft.com/office/powerpoint/2010/main" val="2242322658"/>
      </p:ext>
    </p:extLst>
  </p:cSld>
  <p:clrMapOvr>
    <a:masterClrMapping/>
  </p:clrMapOvr>
</p:notes>
</file>

<file path=ppt/notesSlides/notesSlide3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3558</a:t>
            </a:fld>
            <a:endParaRPr lang="en-US" dirty="0"/>
          </a:p>
        </p:txBody>
      </p:sp>
    </p:spTree>
    <p:extLst>
      <p:ext uri="{BB962C8B-B14F-4D97-AF65-F5344CB8AC3E}">
        <p14:creationId xmlns:p14="http://schemas.microsoft.com/office/powerpoint/2010/main" val="1372949599"/>
      </p:ext>
    </p:extLst>
  </p:cSld>
  <p:clrMapOvr>
    <a:masterClrMapping/>
  </p:clrMapOvr>
</p:notes>
</file>

<file path=ppt/notesSlides/notesSlide3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3559</a:t>
            </a:fld>
            <a:endParaRPr lang="en-US" dirty="0"/>
          </a:p>
        </p:txBody>
      </p:sp>
    </p:spTree>
    <p:extLst>
      <p:ext uri="{BB962C8B-B14F-4D97-AF65-F5344CB8AC3E}">
        <p14:creationId xmlns:p14="http://schemas.microsoft.com/office/powerpoint/2010/main" val="492392631"/>
      </p:ext>
    </p:extLst>
  </p:cSld>
  <p:clrMapOvr>
    <a:masterClrMapping/>
  </p:clrMapOvr>
</p:notes>
</file>

<file path=ppt/notesSlides/notesSlide3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3560</a:t>
            </a:fld>
            <a:endParaRPr lang="en-US" dirty="0"/>
          </a:p>
        </p:txBody>
      </p:sp>
    </p:spTree>
    <p:extLst>
      <p:ext uri="{BB962C8B-B14F-4D97-AF65-F5344CB8AC3E}">
        <p14:creationId xmlns:p14="http://schemas.microsoft.com/office/powerpoint/2010/main" val="1418010055"/>
      </p:ext>
    </p:extLst>
  </p:cSld>
  <p:clrMapOvr>
    <a:masterClrMapping/>
  </p:clrMapOvr>
</p:notes>
</file>

<file path=ppt/notesSlides/notesSlide3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3561</a:t>
            </a:fld>
            <a:endParaRPr lang="en-US" dirty="0"/>
          </a:p>
        </p:txBody>
      </p:sp>
    </p:spTree>
    <p:extLst>
      <p:ext uri="{BB962C8B-B14F-4D97-AF65-F5344CB8AC3E}">
        <p14:creationId xmlns:p14="http://schemas.microsoft.com/office/powerpoint/2010/main" val="1524735027"/>
      </p:ext>
    </p:extLst>
  </p:cSld>
  <p:clrMapOvr>
    <a:masterClrMapping/>
  </p:clrMapOvr>
</p:notes>
</file>

<file path=ppt/notesSlides/notesSlide3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3562</a:t>
            </a:fld>
            <a:endParaRPr lang="en-US" dirty="0"/>
          </a:p>
        </p:txBody>
      </p:sp>
    </p:spTree>
    <p:extLst>
      <p:ext uri="{BB962C8B-B14F-4D97-AF65-F5344CB8AC3E}">
        <p14:creationId xmlns:p14="http://schemas.microsoft.com/office/powerpoint/2010/main" val="2968784978"/>
      </p:ext>
    </p:extLst>
  </p:cSld>
  <p:clrMapOvr>
    <a:masterClrMapping/>
  </p:clrMapOvr>
</p:notes>
</file>

<file path=ppt/notesSlides/notesSlide3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3563</a:t>
            </a:fld>
            <a:endParaRPr lang="en-US" dirty="0"/>
          </a:p>
        </p:txBody>
      </p:sp>
    </p:spTree>
    <p:extLst>
      <p:ext uri="{BB962C8B-B14F-4D97-AF65-F5344CB8AC3E}">
        <p14:creationId xmlns:p14="http://schemas.microsoft.com/office/powerpoint/2010/main" val="3483500856"/>
      </p:ext>
    </p:extLst>
  </p:cSld>
  <p:clrMapOvr>
    <a:masterClrMapping/>
  </p:clrMapOvr>
</p:notes>
</file>

<file path=ppt/notesSlides/notesSlide3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3564</a:t>
            </a:fld>
            <a:endParaRPr lang="en-US" dirty="0"/>
          </a:p>
        </p:txBody>
      </p:sp>
    </p:spTree>
    <p:extLst>
      <p:ext uri="{BB962C8B-B14F-4D97-AF65-F5344CB8AC3E}">
        <p14:creationId xmlns:p14="http://schemas.microsoft.com/office/powerpoint/2010/main" val="411343200"/>
      </p:ext>
    </p:extLst>
  </p:cSld>
  <p:clrMapOvr>
    <a:masterClrMapping/>
  </p:clrMapOvr>
</p:notes>
</file>

<file path=ppt/notesSlides/notesSlide3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3565</a:t>
            </a:fld>
            <a:endParaRPr lang="en-US" dirty="0"/>
          </a:p>
        </p:txBody>
      </p:sp>
    </p:spTree>
    <p:extLst>
      <p:ext uri="{BB962C8B-B14F-4D97-AF65-F5344CB8AC3E}">
        <p14:creationId xmlns:p14="http://schemas.microsoft.com/office/powerpoint/2010/main" val="3619187630"/>
      </p:ext>
    </p:extLst>
  </p:cSld>
  <p:clrMapOvr>
    <a:masterClrMapping/>
  </p:clrMapOvr>
</p:notes>
</file>

<file path=ppt/notesSlides/notesSlide3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3566</a:t>
            </a:fld>
            <a:endParaRPr lang="en-US" dirty="0"/>
          </a:p>
        </p:txBody>
      </p:sp>
    </p:spTree>
    <p:extLst>
      <p:ext uri="{BB962C8B-B14F-4D97-AF65-F5344CB8AC3E}">
        <p14:creationId xmlns:p14="http://schemas.microsoft.com/office/powerpoint/2010/main" val="1678210715"/>
      </p:ext>
    </p:extLst>
  </p:cSld>
  <p:clrMapOvr>
    <a:masterClrMapping/>
  </p:clrMapOvr>
</p:notes>
</file>

<file path=ppt/notesSlides/notesSlide3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3567</a:t>
            </a:fld>
            <a:endParaRPr lang="en-US" dirty="0"/>
          </a:p>
        </p:txBody>
      </p:sp>
    </p:spTree>
    <p:extLst>
      <p:ext uri="{BB962C8B-B14F-4D97-AF65-F5344CB8AC3E}">
        <p14:creationId xmlns:p14="http://schemas.microsoft.com/office/powerpoint/2010/main" val="973243997"/>
      </p:ext>
    </p:extLst>
  </p:cSld>
  <p:clrMapOvr>
    <a:masterClrMapping/>
  </p:clrMapOvr>
</p:notes>
</file>

<file path=ppt/notesSlides/notesSlide3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3568</a:t>
            </a:fld>
            <a:endParaRPr lang="en-US" dirty="0"/>
          </a:p>
        </p:txBody>
      </p:sp>
    </p:spTree>
    <p:extLst>
      <p:ext uri="{BB962C8B-B14F-4D97-AF65-F5344CB8AC3E}">
        <p14:creationId xmlns:p14="http://schemas.microsoft.com/office/powerpoint/2010/main" val="1404901550"/>
      </p:ext>
    </p:extLst>
  </p:cSld>
  <p:clrMapOvr>
    <a:masterClrMapping/>
  </p:clrMapOvr>
</p:notes>
</file>

<file path=ppt/notesSlides/notesSlide3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3569</a:t>
            </a:fld>
            <a:endParaRPr lang="en-US" dirty="0"/>
          </a:p>
        </p:txBody>
      </p:sp>
    </p:spTree>
    <p:extLst>
      <p:ext uri="{BB962C8B-B14F-4D97-AF65-F5344CB8AC3E}">
        <p14:creationId xmlns:p14="http://schemas.microsoft.com/office/powerpoint/2010/main" val="1086615059"/>
      </p:ext>
    </p:extLst>
  </p:cSld>
  <p:clrMapOvr>
    <a:masterClrMapping/>
  </p:clrMapOvr>
</p:notes>
</file>

<file path=ppt/notesSlides/notesSlide3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3570</a:t>
            </a:fld>
            <a:endParaRPr lang="en-US" dirty="0"/>
          </a:p>
        </p:txBody>
      </p:sp>
    </p:spTree>
    <p:extLst>
      <p:ext uri="{BB962C8B-B14F-4D97-AF65-F5344CB8AC3E}">
        <p14:creationId xmlns:p14="http://schemas.microsoft.com/office/powerpoint/2010/main" val="2442390965"/>
      </p:ext>
    </p:extLst>
  </p:cSld>
  <p:clrMapOvr>
    <a:masterClrMapping/>
  </p:clrMapOvr>
</p:notes>
</file>

<file path=ppt/notesSlides/notesSlide3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3571</a:t>
            </a:fld>
            <a:endParaRPr lang="en-US" dirty="0"/>
          </a:p>
        </p:txBody>
      </p:sp>
    </p:spTree>
    <p:extLst>
      <p:ext uri="{BB962C8B-B14F-4D97-AF65-F5344CB8AC3E}">
        <p14:creationId xmlns:p14="http://schemas.microsoft.com/office/powerpoint/2010/main" val="141759209"/>
      </p:ext>
    </p:extLst>
  </p:cSld>
  <p:clrMapOvr>
    <a:masterClrMapping/>
  </p:clrMapOvr>
</p:notes>
</file>

<file path=ppt/notesSlides/notesSlide3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3572</a:t>
            </a:fld>
            <a:endParaRPr lang="en-US" dirty="0"/>
          </a:p>
        </p:txBody>
      </p:sp>
    </p:spTree>
    <p:extLst>
      <p:ext uri="{BB962C8B-B14F-4D97-AF65-F5344CB8AC3E}">
        <p14:creationId xmlns:p14="http://schemas.microsoft.com/office/powerpoint/2010/main" val="69628251"/>
      </p:ext>
    </p:extLst>
  </p:cSld>
  <p:clrMapOvr>
    <a:masterClrMapping/>
  </p:clrMapOvr>
</p:notes>
</file>

<file path=ppt/notesSlides/notesSlide3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3573</a:t>
            </a:fld>
            <a:endParaRPr lang="en-US" dirty="0"/>
          </a:p>
        </p:txBody>
      </p:sp>
    </p:spTree>
    <p:extLst>
      <p:ext uri="{BB962C8B-B14F-4D97-AF65-F5344CB8AC3E}">
        <p14:creationId xmlns:p14="http://schemas.microsoft.com/office/powerpoint/2010/main" val="666079283"/>
      </p:ext>
    </p:extLst>
  </p:cSld>
  <p:clrMapOvr>
    <a:masterClrMapping/>
  </p:clrMapOvr>
</p:notes>
</file>

<file path=ppt/notesSlides/notesSlide3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3574</a:t>
            </a:fld>
            <a:endParaRPr lang="en-US" dirty="0"/>
          </a:p>
        </p:txBody>
      </p:sp>
    </p:spTree>
    <p:extLst>
      <p:ext uri="{BB962C8B-B14F-4D97-AF65-F5344CB8AC3E}">
        <p14:creationId xmlns:p14="http://schemas.microsoft.com/office/powerpoint/2010/main" val="1114736208"/>
      </p:ext>
    </p:extLst>
  </p:cSld>
  <p:clrMapOvr>
    <a:masterClrMapping/>
  </p:clrMapOvr>
</p:notes>
</file>

<file path=ppt/notesSlides/notesSlide3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3575</a:t>
            </a:fld>
            <a:endParaRPr lang="en-US" dirty="0"/>
          </a:p>
        </p:txBody>
      </p:sp>
    </p:spTree>
    <p:extLst>
      <p:ext uri="{BB962C8B-B14F-4D97-AF65-F5344CB8AC3E}">
        <p14:creationId xmlns:p14="http://schemas.microsoft.com/office/powerpoint/2010/main" val="1129406237"/>
      </p:ext>
    </p:extLst>
  </p:cSld>
  <p:clrMapOvr>
    <a:masterClrMapping/>
  </p:clrMapOvr>
</p:notes>
</file>

<file path=ppt/notesSlides/notesSlide3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3576</a:t>
            </a:fld>
            <a:endParaRPr lang="en-US" dirty="0"/>
          </a:p>
        </p:txBody>
      </p:sp>
    </p:spTree>
    <p:extLst>
      <p:ext uri="{BB962C8B-B14F-4D97-AF65-F5344CB8AC3E}">
        <p14:creationId xmlns:p14="http://schemas.microsoft.com/office/powerpoint/2010/main" val="3517064666"/>
      </p:ext>
    </p:extLst>
  </p:cSld>
  <p:clrMapOvr>
    <a:masterClrMapping/>
  </p:clrMapOvr>
</p:notes>
</file>

<file path=ppt/notesSlides/notesSlide3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3577</a:t>
            </a:fld>
            <a:endParaRPr lang="en-US" dirty="0"/>
          </a:p>
        </p:txBody>
      </p:sp>
    </p:spTree>
    <p:extLst>
      <p:ext uri="{BB962C8B-B14F-4D97-AF65-F5344CB8AC3E}">
        <p14:creationId xmlns:p14="http://schemas.microsoft.com/office/powerpoint/2010/main" val="2814714856"/>
      </p:ext>
    </p:extLst>
  </p:cSld>
  <p:clrMapOvr>
    <a:masterClrMapping/>
  </p:clrMapOvr>
</p:notes>
</file>

<file path=ppt/notesSlides/notesSlide3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3578</a:t>
            </a:fld>
            <a:endParaRPr lang="en-US" dirty="0"/>
          </a:p>
        </p:txBody>
      </p:sp>
    </p:spTree>
    <p:extLst>
      <p:ext uri="{BB962C8B-B14F-4D97-AF65-F5344CB8AC3E}">
        <p14:creationId xmlns:p14="http://schemas.microsoft.com/office/powerpoint/2010/main" val="3001856103"/>
      </p:ext>
    </p:extLst>
  </p:cSld>
  <p:clrMapOvr>
    <a:masterClrMapping/>
  </p:clrMapOvr>
</p:notes>
</file>

<file path=ppt/notesSlides/notesSlide3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3579</a:t>
            </a:fld>
            <a:endParaRPr lang="en-US" dirty="0"/>
          </a:p>
        </p:txBody>
      </p:sp>
    </p:spTree>
    <p:extLst>
      <p:ext uri="{BB962C8B-B14F-4D97-AF65-F5344CB8AC3E}">
        <p14:creationId xmlns:p14="http://schemas.microsoft.com/office/powerpoint/2010/main" val="159302789"/>
      </p:ext>
    </p:extLst>
  </p:cSld>
  <p:clrMapOvr>
    <a:masterClrMapping/>
  </p:clrMapOvr>
</p:notes>
</file>

<file path=ppt/notesSlides/notesSlide3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3580</a:t>
            </a:fld>
            <a:endParaRPr lang="en-US" dirty="0"/>
          </a:p>
        </p:txBody>
      </p:sp>
    </p:spTree>
    <p:extLst>
      <p:ext uri="{BB962C8B-B14F-4D97-AF65-F5344CB8AC3E}">
        <p14:creationId xmlns:p14="http://schemas.microsoft.com/office/powerpoint/2010/main" val="2846037999"/>
      </p:ext>
    </p:extLst>
  </p:cSld>
  <p:clrMapOvr>
    <a:masterClrMapping/>
  </p:clrMapOvr>
</p:notes>
</file>

<file path=ppt/notesSlides/notesSlide3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3581</a:t>
            </a:fld>
            <a:endParaRPr lang="en-US" dirty="0"/>
          </a:p>
        </p:txBody>
      </p:sp>
    </p:spTree>
    <p:extLst>
      <p:ext uri="{BB962C8B-B14F-4D97-AF65-F5344CB8AC3E}">
        <p14:creationId xmlns:p14="http://schemas.microsoft.com/office/powerpoint/2010/main" val="1585653742"/>
      </p:ext>
    </p:extLst>
  </p:cSld>
  <p:clrMapOvr>
    <a:masterClrMapping/>
  </p:clrMapOvr>
</p:notes>
</file>

<file path=ppt/notesSlides/notesSlide3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3582</a:t>
            </a:fld>
            <a:endParaRPr lang="en-US" dirty="0"/>
          </a:p>
        </p:txBody>
      </p:sp>
    </p:spTree>
    <p:extLst>
      <p:ext uri="{BB962C8B-B14F-4D97-AF65-F5344CB8AC3E}">
        <p14:creationId xmlns:p14="http://schemas.microsoft.com/office/powerpoint/2010/main" val="3074792235"/>
      </p:ext>
    </p:extLst>
  </p:cSld>
  <p:clrMapOvr>
    <a:masterClrMapping/>
  </p:clrMapOvr>
</p:notes>
</file>

<file path=ppt/notesSlides/notesSlide3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3583</a:t>
            </a:fld>
            <a:endParaRPr lang="en-US" dirty="0"/>
          </a:p>
        </p:txBody>
      </p:sp>
    </p:spTree>
    <p:extLst>
      <p:ext uri="{BB962C8B-B14F-4D97-AF65-F5344CB8AC3E}">
        <p14:creationId xmlns:p14="http://schemas.microsoft.com/office/powerpoint/2010/main" val="1240998909"/>
      </p:ext>
    </p:extLst>
  </p:cSld>
  <p:clrMapOvr>
    <a:masterClrMapping/>
  </p:clrMapOvr>
</p:notes>
</file>

<file path=ppt/notesSlides/notesSlide3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3584</a:t>
            </a:fld>
            <a:endParaRPr lang="en-US" dirty="0"/>
          </a:p>
        </p:txBody>
      </p:sp>
    </p:spTree>
    <p:extLst>
      <p:ext uri="{BB962C8B-B14F-4D97-AF65-F5344CB8AC3E}">
        <p14:creationId xmlns:p14="http://schemas.microsoft.com/office/powerpoint/2010/main" val="1601584911"/>
      </p:ext>
    </p:extLst>
  </p:cSld>
  <p:clrMapOvr>
    <a:masterClrMapping/>
  </p:clrMapOvr>
</p:notes>
</file>

<file path=ppt/notesSlides/notesSlide3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3585</a:t>
            </a:fld>
            <a:endParaRPr lang="en-US" dirty="0"/>
          </a:p>
        </p:txBody>
      </p:sp>
    </p:spTree>
    <p:extLst>
      <p:ext uri="{BB962C8B-B14F-4D97-AF65-F5344CB8AC3E}">
        <p14:creationId xmlns:p14="http://schemas.microsoft.com/office/powerpoint/2010/main" val="2693836949"/>
      </p:ext>
    </p:extLst>
  </p:cSld>
  <p:clrMapOvr>
    <a:masterClrMapping/>
  </p:clrMapOvr>
</p:notes>
</file>

<file path=ppt/notesSlides/notesSlide3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3586</a:t>
            </a:fld>
            <a:endParaRPr lang="en-US" dirty="0"/>
          </a:p>
        </p:txBody>
      </p:sp>
    </p:spTree>
    <p:extLst>
      <p:ext uri="{BB962C8B-B14F-4D97-AF65-F5344CB8AC3E}">
        <p14:creationId xmlns:p14="http://schemas.microsoft.com/office/powerpoint/2010/main" val="1951419259"/>
      </p:ext>
    </p:extLst>
  </p:cSld>
  <p:clrMapOvr>
    <a:masterClrMapping/>
  </p:clrMapOvr>
</p:notes>
</file>

<file path=ppt/notesSlides/notesSlide3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3587</a:t>
            </a:fld>
            <a:endParaRPr lang="en-US" dirty="0"/>
          </a:p>
        </p:txBody>
      </p:sp>
    </p:spTree>
    <p:extLst>
      <p:ext uri="{BB962C8B-B14F-4D97-AF65-F5344CB8AC3E}">
        <p14:creationId xmlns:p14="http://schemas.microsoft.com/office/powerpoint/2010/main" val="1991408498"/>
      </p:ext>
    </p:extLst>
  </p:cSld>
  <p:clrMapOvr>
    <a:masterClrMapping/>
  </p:clrMapOvr>
</p:notes>
</file>

<file path=ppt/notesSlides/notesSlide3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3588</a:t>
            </a:fld>
            <a:endParaRPr lang="en-US" dirty="0"/>
          </a:p>
        </p:txBody>
      </p:sp>
    </p:spTree>
    <p:extLst>
      <p:ext uri="{BB962C8B-B14F-4D97-AF65-F5344CB8AC3E}">
        <p14:creationId xmlns:p14="http://schemas.microsoft.com/office/powerpoint/2010/main" val="3059398612"/>
      </p:ext>
    </p:extLst>
  </p:cSld>
  <p:clrMapOvr>
    <a:masterClrMapping/>
  </p:clrMapOvr>
</p:notes>
</file>

<file path=ppt/notesSlides/notesSlide3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3589</a:t>
            </a:fld>
            <a:endParaRPr lang="en-US" dirty="0"/>
          </a:p>
        </p:txBody>
      </p:sp>
    </p:spTree>
    <p:extLst>
      <p:ext uri="{BB962C8B-B14F-4D97-AF65-F5344CB8AC3E}">
        <p14:creationId xmlns:p14="http://schemas.microsoft.com/office/powerpoint/2010/main" val="846619204"/>
      </p:ext>
    </p:extLst>
  </p:cSld>
  <p:clrMapOvr>
    <a:masterClrMapping/>
  </p:clrMapOvr>
</p:notes>
</file>

<file path=ppt/notesSlides/notesSlide3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3590</a:t>
            </a:fld>
            <a:endParaRPr lang="en-US" dirty="0"/>
          </a:p>
        </p:txBody>
      </p:sp>
    </p:spTree>
    <p:extLst>
      <p:ext uri="{BB962C8B-B14F-4D97-AF65-F5344CB8AC3E}">
        <p14:creationId xmlns:p14="http://schemas.microsoft.com/office/powerpoint/2010/main" val="802606283"/>
      </p:ext>
    </p:extLst>
  </p:cSld>
  <p:clrMapOvr>
    <a:masterClrMapping/>
  </p:clrMapOvr>
</p:notes>
</file>

<file path=ppt/notesSlides/notesSlide3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3591</a:t>
            </a:fld>
            <a:endParaRPr lang="en-US" dirty="0"/>
          </a:p>
        </p:txBody>
      </p:sp>
    </p:spTree>
    <p:extLst>
      <p:ext uri="{BB962C8B-B14F-4D97-AF65-F5344CB8AC3E}">
        <p14:creationId xmlns:p14="http://schemas.microsoft.com/office/powerpoint/2010/main" val="4062198068"/>
      </p:ext>
    </p:extLst>
  </p:cSld>
  <p:clrMapOvr>
    <a:masterClrMapping/>
  </p:clrMapOvr>
</p:notes>
</file>

<file path=ppt/notesSlides/notesSlide3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3592</a:t>
            </a:fld>
            <a:endParaRPr lang="en-US" dirty="0"/>
          </a:p>
        </p:txBody>
      </p:sp>
    </p:spTree>
    <p:extLst>
      <p:ext uri="{BB962C8B-B14F-4D97-AF65-F5344CB8AC3E}">
        <p14:creationId xmlns:p14="http://schemas.microsoft.com/office/powerpoint/2010/main" val="3843815937"/>
      </p:ext>
    </p:extLst>
  </p:cSld>
  <p:clrMapOvr>
    <a:masterClrMapping/>
  </p:clrMapOvr>
</p:notes>
</file>

<file path=ppt/notesSlides/notesSlide3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3593</a:t>
            </a:fld>
            <a:endParaRPr lang="en-US" dirty="0"/>
          </a:p>
        </p:txBody>
      </p:sp>
    </p:spTree>
    <p:extLst>
      <p:ext uri="{BB962C8B-B14F-4D97-AF65-F5344CB8AC3E}">
        <p14:creationId xmlns:p14="http://schemas.microsoft.com/office/powerpoint/2010/main" val="3659600958"/>
      </p:ext>
    </p:extLst>
  </p:cSld>
  <p:clrMapOvr>
    <a:masterClrMapping/>
  </p:clrMapOvr>
</p:notes>
</file>

<file path=ppt/notesSlides/notesSlide3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3594</a:t>
            </a:fld>
            <a:endParaRPr lang="en-US" dirty="0"/>
          </a:p>
        </p:txBody>
      </p:sp>
    </p:spTree>
    <p:extLst>
      <p:ext uri="{BB962C8B-B14F-4D97-AF65-F5344CB8AC3E}">
        <p14:creationId xmlns:p14="http://schemas.microsoft.com/office/powerpoint/2010/main" val="3640355296"/>
      </p:ext>
    </p:extLst>
  </p:cSld>
  <p:clrMapOvr>
    <a:masterClrMapping/>
  </p:clrMapOvr>
</p:notes>
</file>

<file path=ppt/notesSlides/notesSlide3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3595</a:t>
            </a:fld>
            <a:endParaRPr lang="en-US" dirty="0"/>
          </a:p>
        </p:txBody>
      </p:sp>
    </p:spTree>
    <p:extLst>
      <p:ext uri="{BB962C8B-B14F-4D97-AF65-F5344CB8AC3E}">
        <p14:creationId xmlns:p14="http://schemas.microsoft.com/office/powerpoint/2010/main" val="2883280725"/>
      </p:ext>
    </p:extLst>
  </p:cSld>
  <p:clrMapOvr>
    <a:masterClrMapping/>
  </p:clrMapOvr>
</p:notes>
</file>

<file path=ppt/notesSlides/notesSlide3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3596</a:t>
            </a:fld>
            <a:endParaRPr lang="en-US" dirty="0"/>
          </a:p>
        </p:txBody>
      </p:sp>
    </p:spTree>
    <p:extLst>
      <p:ext uri="{BB962C8B-B14F-4D97-AF65-F5344CB8AC3E}">
        <p14:creationId xmlns:p14="http://schemas.microsoft.com/office/powerpoint/2010/main" val="4005080852"/>
      </p:ext>
    </p:extLst>
  </p:cSld>
  <p:clrMapOvr>
    <a:masterClrMapping/>
  </p:clrMapOvr>
</p:notes>
</file>

<file path=ppt/notesSlides/notesSlide3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3597</a:t>
            </a:fld>
            <a:endParaRPr lang="en-US" dirty="0"/>
          </a:p>
        </p:txBody>
      </p:sp>
    </p:spTree>
    <p:extLst>
      <p:ext uri="{BB962C8B-B14F-4D97-AF65-F5344CB8AC3E}">
        <p14:creationId xmlns:p14="http://schemas.microsoft.com/office/powerpoint/2010/main" val="2296857535"/>
      </p:ext>
    </p:extLst>
  </p:cSld>
  <p:clrMapOvr>
    <a:masterClrMapping/>
  </p:clrMapOvr>
</p:notes>
</file>

<file path=ppt/notesSlides/notesSlide3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3598</a:t>
            </a:fld>
            <a:endParaRPr lang="en-US" dirty="0"/>
          </a:p>
        </p:txBody>
      </p:sp>
    </p:spTree>
    <p:extLst>
      <p:ext uri="{BB962C8B-B14F-4D97-AF65-F5344CB8AC3E}">
        <p14:creationId xmlns:p14="http://schemas.microsoft.com/office/powerpoint/2010/main" val="3183086712"/>
      </p:ext>
    </p:extLst>
  </p:cSld>
  <p:clrMapOvr>
    <a:masterClrMapping/>
  </p:clrMapOvr>
</p:notes>
</file>

<file path=ppt/notesSlides/notesSlide3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3599</a:t>
            </a:fld>
            <a:endParaRPr lang="en-US" dirty="0"/>
          </a:p>
        </p:txBody>
      </p:sp>
    </p:spTree>
    <p:extLst>
      <p:ext uri="{BB962C8B-B14F-4D97-AF65-F5344CB8AC3E}">
        <p14:creationId xmlns:p14="http://schemas.microsoft.com/office/powerpoint/2010/main" val="4072410549"/>
      </p:ext>
    </p:extLst>
  </p:cSld>
  <p:clrMapOvr>
    <a:masterClrMapping/>
  </p:clrMapOvr>
</p:notes>
</file>

<file path=ppt/notesSlides/notesSlide3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3600</a:t>
            </a:fld>
            <a:endParaRPr lang="en-US" dirty="0"/>
          </a:p>
        </p:txBody>
      </p:sp>
    </p:spTree>
    <p:extLst>
      <p:ext uri="{BB962C8B-B14F-4D97-AF65-F5344CB8AC3E}">
        <p14:creationId xmlns:p14="http://schemas.microsoft.com/office/powerpoint/2010/main" val="3236972952"/>
      </p:ext>
    </p:extLst>
  </p:cSld>
  <p:clrMapOvr>
    <a:masterClrMapping/>
  </p:clrMapOvr>
</p:notes>
</file>

<file path=ppt/notesSlides/notesSlide3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3601</a:t>
            </a:fld>
            <a:endParaRPr lang="en-US" dirty="0"/>
          </a:p>
        </p:txBody>
      </p:sp>
    </p:spTree>
    <p:extLst>
      <p:ext uri="{BB962C8B-B14F-4D97-AF65-F5344CB8AC3E}">
        <p14:creationId xmlns:p14="http://schemas.microsoft.com/office/powerpoint/2010/main" val="1104441844"/>
      </p:ext>
    </p:extLst>
  </p:cSld>
  <p:clrMapOvr>
    <a:masterClrMapping/>
  </p:clrMapOvr>
</p:notes>
</file>

<file path=ppt/notesSlides/notesSlide3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3602</a:t>
            </a:fld>
            <a:endParaRPr lang="en-US" dirty="0"/>
          </a:p>
        </p:txBody>
      </p:sp>
    </p:spTree>
    <p:extLst>
      <p:ext uri="{BB962C8B-B14F-4D97-AF65-F5344CB8AC3E}">
        <p14:creationId xmlns:p14="http://schemas.microsoft.com/office/powerpoint/2010/main" val="404390074"/>
      </p:ext>
    </p:extLst>
  </p:cSld>
  <p:clrMapOvr>
    <a:masterClrMapping/>
  </p:clrMapOvr>
</p:notes>
</file>

<file path=ppt/notesSlides/notesSlide3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3603</a:t>
            </a:fld>
            <a:endParaRPr lang="en-US" dirty="0"/>
          </a:p>
        </p:txBody>
      </p:sp>
    </p:spTree>
    <p:extLst>
      <p:ext uri="{BB962C8B-B14F-4D97-AF65-F5344CB8AC3E}">
        <p14:creationId xmlns:p14="http://schemas.microsoft.com/office/powerpoint/2010/main" val="596798500"/>
      </p:ext>
    </p:extLst>
  </p:cSld>
  <p:clrMapOvr>
    <a:masterClrMapping/>
  </p:clrMapOvr>
</p:notes>
</file>

<file path=ppt/notesSlides/notesSlide3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3604</a:t>
            </a:fld>
            <a:endParaRPr lang="en-US" dirty="0"/>
          </a:p>
        </p:txBody>
      </p:sp>
    </p:spTree>
    <p:extLst>
      <p:ext uri="{BB962C8B-B14F-4D97-AF65-F5344CB8AC3E}">
        <p14:creationId xmlns:p14="http://schemas.microsoft.com/office/powerpoint/2010/main" val="2817121578"/>
      </p:ext>
    </p:extLst>
  </p:cSld>
  <p:clrMapOvr>
    <a:masterClrMapping/>
  </p:clrMapOvr>
</p:notes>
</file>

<file path=ppt/notesSlides/notesSlide3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3605</a:t>
            </a:fld>
            <a:endParaRPr lang="en-US" dirty="0"/>
          </a:p>
        </p:txBody>
      </p:sp>
    </p:spTree>
    <p:extLst>
      <p:ext uri="{BB962C8B-B14F-4D97-AF65-F5344CB8AC3E}">
        <p14:creationId xmlns:p14="http://schemas.microsoft.com/office/powerpoint/2010/main" val="1082258226"/>
      </p:ext>
    </p:extLst>
  </p:cSld>
  <p:clrMapOvr>
    <a:masterClrMapping/>
  </p:clrMapOvr>
</p:notes>
</file>

<file path=ppt/notesSlides/notesSlide3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3606</a:t>
            </a:fld>
            <a:endParaRPr lang="en-US" dirty="0"/>
          </a:p>
        </p:txBody>
      </p:sp>
    </p:spTree>
    <p:extLst>
      <p:ext uri="{BB962C8B-B14F-4D97-AF65-F5344CB8AC3E}">
        <p14:creationId xmlns:p14="http://schemas.microsoft.com/office/powerpoint/2010/main" val="1805562020"/>
      </p:ext>
    </p:extLst>
  </p:cSld>
  <p:clrMapOvr>
    <a:masterClrMapping/>
  </p:clrMapOvr>
</p:notes>
</file>

<file path=ppt/notesSlides/notesSlide3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3607</a:t>
            </a:fld>
            <a:endParaRPr lang="en-US" dirty="0"/>
          </a:p>
        </p:txBody>
      </p:sp>
    </p:spTree>
    <p:extLst>
      <p:ext uri="{BB962C8B-B14F-4D97-AF65-F5344CB8AC3E}">
        <p14:creationId xmlns:p14="http://schemas.microsoft.com/office/powerpoint/2010/main" val="1895915286"/>
      </p:ext>
    </p:extLst>
  </p:cSld>
  <p:clrMapOvr>
    <a:masterClrMapping/>
  </p:clrMapOvr>
</p:notes>
</file>

<file path=ppt/notesSlides/notesSlide3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3608</a:t>
            </a:fld>
            <a:endParaRPr lang="en-US" dirty="0"/>
          </a:p>
        </p:txBody>
      </p:sp>
    </p:spTree>
    <p:extLst>
      <p:ext uri="{BB962C8B-B14F-4D97-AF65-F5344CB8AC3E}">
        <p14:creationId xmlns:p14="http://schemas.microsoft.com/office/powerpoint/2010/main" val="3239845057"/>
      </p:ext>
    </p:extLst>
  </p:cSld>
  <p:clrMapOvr>
    <a:masterClrMapping/>
  </p:clrMapOvr>
</p:notes>
</file>

<file path=ppt/notesSlides/notesSlide3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3609</a:t>
            </a:fld>
            <a:endParaRPr lang="en-US" dirty="0"/>
          </a:p>
        </p:txBody>
      </p:sp>
    </p:spTree>
    <p:extLst>
      <p:ext uri="{BB962C8B-B14F-4D97-AF65-F5344CB8AC3E}">
        <p14:creationId xmlns:p14="http://schemas.microsoft.com/office/powerpoint/2010/main" val="3313573151"/>
      </p:ext>
    </p:extLst>
  </p:cSld>
  <p:clrMapOvr>
    <a:masterClrMapping/>
  </p:clrMapOvr>
</p:notes>
</file>

<file path=ppt/notesSlides/notesSlide3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3610</a:t>
            </a:fld>
            <a:endParaRPr lang="en-US" dirty="0"/>
          </a:p>
        </p:txBody>
      </p:sp>
    </p:spTree>
    <p:extLst>
      <p:ext uri="{BB962C8B-B14F-4D97-AF65-F5344CB8AC3E}">
        <p14:creationId xmlns:p14="http://schemas.microsoft.com/office/powerpoint/2010/main" val="542303566"/>
      </p:ext>
    </p:extLst>
  </p:cSld>
  <p:clrMapOvr>
    <a:masterClrMapping/>
  </p:clrMapOvr>
</p:notes>
</file>

<file path=ppt/notesSlides/notesSlide3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3611</a:t>
            </a:fld>
            <a:endParaRPr lang="en-US" dirty="0"/>
          </a:p>
        </p:txBody>
      </p:sp>
    </p:spTree>
    <p:extLst>
      <p:ext uri="{BB962C8B-B14F-4D97-AF65-F5344CB8AC3E}">
        <p14:creationId xmlns:p14="http://schemas.microsoft.com/office/powerpoint/2010/main" val="3143499182"/>
      </p:ext>
    </p:extLst>
  </p:cSld>
  <p:clrMapOvr>
    <a:masterClrMapping/>
  </p:clrMapOvr>
</p:notes>
</file>

<file path=ppt/notesSlides/notesSlide3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3612</a:t>
            </a:fld>
            <a:endParaRPr lang="en-US" dirty="0"/>
          </a:p>
        </p:txBody>
      </p:sp>
    </p:spTree>
    <p:extLst>
      <p:ext uri="{BB962C8B-B14F-4D97-AF65-F5344CB8AC3E}">
        <p14:creationId xmlns:p14="http://schemas.microsoft.com/office/powerpoint/2010/main" val="1907981361"/>
      </p:ext>
    </p:extLst>
  </p:cSld>
  <p:clrMapOvr>
    <a:masterClrMapping/>
  </p:clrMapOvr>
</p:notes>
</file>

<file path=ppt/notesSlides/notesSlide3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3613</a:t>
            </a:fld>
            <a:endParaRPr lang="en-US" dirty="0"/>
          </a:p>
        </p:txBody>
      </p:sp>
    </p:spTree>
    <p:extLst>
      <p:ext uri="{BB962C8B-B14F-4D97-AF65-F5344CB8AC3E}">
        <p14:creationId xmlns:p14="http://schemas.microsoft.com/office/powerpoint/2010/main" val="3712219786"/>
      </p:ext>
    </p:extLst>
  </p:cSld>
  <p:clrMapOvr>
    <a:masterClrMapping/>
  </p:clrMapOvr>
</p:notes>
</file>

<file path=ppt/notesSlides/notesSlide3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3614</a:t>
            </a:fld>
            <a:endParaRPr lang="en-US" dirty="0"/>
          </a:p>
        </p:txBody>
      </p:sp>
    </p:spTree>
    <p:extLst>
      <p:ext uri="{BB962C8B-B14F-4D97-AF65-F5344CB8AC3E}">
        <p14:creationId xmlns:p14="http://schemas.microsoft.com/office/powerpoint/2010/main" val="2710337914"/>
      </p:ext>
    </p:extLst>
  </p:cSld>
  <p:clrMapOvr>
    <a:masterClrMapping/>
  </p:clrMapOvr>
</p:notes>
</file>

<file path=ppt/notesSlides/notesSlide3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3615</a:t>
            </a:fld>
            <a:endParaRPr lang="en-US" dirty="0"/>
          </a:p>
        </p:txBody>
      </p:sp>
    </p:spTree>
    <p:extLst>
      <p:ext uri="{BB962C8B-B14F-4D97-AF65-F5344CB8AC3E}">
        <p14:creationId xmlns:p14="http://schemas.microsoft.com/office/powerpoint/2010/main" val="174158374"/>
      </p:ext>
    </p:extLst>
  </p:cSld>
  <p:clrMapOvr>
    <a:masterClrMapping/>
  </p:clrMapOvr>
</p:notes>
</file>

<file path=ppt/notesSlides/notesSlide3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3616</a:t>
            </a:fld>
            <a:endParaRPr lang="en-US" dirty="0"/>
          </a:p>
        </p:txBody>
      </p:sp>
    </p:spTree>
    <p:extLst>
      <p:ext uri="{BB962C8B-B14F-4D97-AF65-F5344CB8AC3E}">
        <p14:creationId xmlns:p14="http://schemas.microsoft.com/office/powerpoint/2010/main" val="134369246"/>
      </p:ext>
    </p:extLst>
  </p:cSld>
  <p:clrMapOvr>
    <a:masterClrMapping/>
  </p:clrMapOvr>
</p:notes>
</file>

<file path=ppt/notesSlides/notesSlide3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3617</a:t>
            </a:fld>
            <a:endParaRPr lang="en-US" dirty="0"/>
          </a:p>
        </p:txBody>
      </p:sp>
    </p:spTree>
    <p:extLst>
      <p:ext uri="{BB962C8B-B14F-4D97-AF65-F5344CB8AC3E}">
        <p14:creationId xmlns:p14="http://schemas.microsoft.com/office/powerpoint/2010/main" val="4176727588"/>
      </p:ext>
    </p:extLst>
  </p:cSld>
  <p:clrMapOvr>
    <a:masterClrMapping/>
  </p:clrMapOvr>
</p:notes>
</file>

<file path=ppt/notesSlides/notesSlide3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3618</a:t>
            </a:fld>
            <a:endParaRPr lang="en-US" dirty="0"/>
          </a:p>
        </p:txBody>
      </p:sp>
    </p:spTree>
    <p:extLst>
      <p:ext uri="{BB962C8B-B14F-4D97-AF65-F5344CB8AC3E}">
        <p14:creationId xmlns:p14="http://schemas.microsoft.com/office/powerpoint/2010/main" val="1128598950"/>
      </p:ext>
    </p:extLst>
  </p:cSld>
  <p:clrMapOvr>
    <a:masterClrMapping/>
  </p:clrMapOvr>
</p:notes>
</file>

<file path=ppt/notesSlides/notesSlide3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3619</a:t>
            </a:fld>
            <a:endParaRPr lang="en-US" dirty="0"/>
          </a:p>
        </p:txBody>
      </p:sp>
    </p:spTree>
    <p:extLst>
      <p:ext uri="{BB962C8B-B14F-4D97-AF65-F5344CB8AC3E}">
        <p14:creationId xmlns:p14="http://schemas.microsoft.com/office/powerpoint/2010/main" val="3131046656"/>
      </p:ext>
    </p:extLst>
  </p:cSld>
  <p:clrMapOvr>
    <a:masterClrMapping/>
  </p:clrMapOvr>
</p:notes>
</file>

<file path=ppt/notesSlides/notesSlide3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3620</a:t>
            </a:fld>
            <a:endParaRPr lang="en-US" dirty="0"/>
          </a:p>
        </p:txBody>
      </p:sp>
    </p:spTree>
    <p:extLst>
      <p:ext uri="{BB962C8B-B14F-4D97-AF65-F5344CB8AC3E}">
        <p14:creationId xmlns:p14="http://schemas.microsoft.com/office/powerpoint/2010/main" val="165469858"/>
      </p:ext>
    </p:extLst>
  </p:cSld>
  <p:clrMapOvr>
    <a:masterClrMapping/>
  </p:clrMapOvr>
</p:notes>
</file>

<file path=ppt/notesSlides/notesSlide3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3621</a:t>
            </a:fld>
            <a:endParaRPr lang="en-US" dirty="0"/>
          </a:p>
        </p:txBody>
      </p:sp>
    </p:spTree>
    <p:extLst>
      <p:ext uri="{BB962C8B-B14F-4D97-AF65-F5344CB8AC3E}">
        <p14:creationId xmlns:p14="http://schemas.microsoft.com/office/powerpoint/2010/main" val="1430585829"/>
      </p:ext>
    </p:extLst>
  </p:cSld>
  <p:clrMapOvr>
    <a:masterClrMapping/>
  </p:clrMapOvr>
</p:notes>
</file>

<file path=ppt/notesSlides/notesSlide3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3622</a:t>
            </a:fld>
            <a:endParaRPr lang="en-US" dirty="0"/>
          </a:p>
        </p:txBody>
      </p:sp>
    </p:spTree>
    <p:extLst>
      <p:ext uri="{BB962C8B-B14F-4D97-AF65-F5344CB8AC3E}">
        <p14:creationId xmlns:p14="http://schemas.microsoft.com/office/powerpoint/2010/main" val="2573747014"/>
      </p:ext>
    </p:extLst>
  </p:cSld>
  <p:clrMapOvr>
    <a:masterClrMapping/>
  </p:clrMapOvr>
</p:notes>
</file>

<file path=ppt/notesSlides/notesSlide3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3623</a:t>
            </a:fld>
            <a:endParaRPr lang="en-US" dirty="0"/>
          </a:p>
        </p:txBody>
      </p:sp>
    </p:spTree>
    <p:extLst>
      <p:ext uri="{BB962C8B-B14F-4D97-AF65-F5344CB8AC3E}">
        <p14:creationId xmlns:p14="http://schemas.microsoft.com/office/powerpoint/2010/main" val="2232504"/>
      </p:ext>
    </p:extLst>
  </p:cSld>
  <p:clrMapOvr>
    <a:masterClrMapping/>
  </p:clrMapOvr>
</p:notes>
</file>

<file path=ppt/notesSlides/notesSlide3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3624</a:t>
            </a:fld>
            <a:endParaRPr lang="en-US" dirty="0"/>
          </a:p>
        </p:txBody>
      </p:sp>
    </p:spTree>
    <p:extLst>
      <p:ext uri="{BB962C8B-B14F-4D97-AF65-F5344CB8AC3E}">
        <p14:creationId xmlns:p14="http://schemas.microsoft.com/office/powerpoint/2010/main" val="866800993"/>
      </p:ext>
    </p:extLst>
  </p:cSld>
  <p:clrMapOvr>
    <a:masterClrMapping/>
  </p:clrMapOvr>
</p:notes>
</file>

<file path=ppt/notesSlides/notesSlide3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3625</a:t>
            </a:fld>
            <a:endParaRPr lang="en-US" dirty="0"/>
          </a:p>
        </p:txBody>
      </p:sp>
    </p:spTree>
    <p:extLst>
      <p:ext uri="{BB962C8B-B14F-4D97-AF65-F5344CB8AC3E}">
        <p14:creationId xmlns:p14="http://schemas.microsoft.com/office/powerpoint/2010/main" val="2460920422"/>
      </p:ext>
    </p:extLst>
  </p:cSld>
  <p:clrMapOvr>
    <a:masterClrMapping/>
  </p:clrMapOvr>
</p:notes>
</file>

<file path=ppt/notesSlides/notesSlide3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3626</a:t>
            </a:fld>
            <a:endParaRPr lang="en-US" dirty="0"/>
          </a:p>
        </p:txBody>
      </p:sp>
    </p:spTree>
    <p:extLst>
      <p:ext uri="{BB962C8B-B14F-4D97-AF65-F5344CB8AC3E}">
        <p14:creationId xmlns:p14="http://schemas.microsoft.com/office/powerpoint/2010/main" val="2900190603"/>
      </p:ext>
    </p:extLst>
  </p:cSld>
  <p:clrMapOvr>
    <a:masterClrMapping/>
  </p:clrMapOvr>
</p:notes>
</file>

<file path=ppt/notesSlides/notesSlide3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3627</a:t>
            </a:fld>
            <a:endParaRPr lang="en-US" dirty="0"/>
          </a:p>
        </p:txBody>
      </p:sp>
    </p:spTree>
    <p:extLst>
      <p:ext uri="{BB962C8B-B14F-4D97-AF65-F5344CB8AC3E}">
        <p14:creationId xmlns:p14="http://schemas.microsoft.com/office/powerpoint/2010/main" val="2942057098"/>
      </p:ext>
    </p:extLst>
  </p:cSld>
  <p:clrMapOvr>
    <a:masterClrMapping/>
  </p:clrMapOvr>
</p:notes>
</file>

<file path=ppt/notesSlides/notesSlide3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3628</a:t>
            </a:fld>
            <a:endParaRPr lang="en-US" dirty="0"/>
          </a:p>
        </p:txBody>
      </p:sp>
    </p:spTree>
    <p:extLst>
      <p:ext uri="{BB962C8B-B14F-4D97-AF65-F5344CB8AC3E}">
        <p14:creationId xmlns:p14="http://schemas.microsoft.com/office/powerpoint/2010/main" val="3940540124"/>
      </p:ext>
    </p:extLst>
  </p:cSld>
  <p:clrMapOvr>
    <a:masterClrMapping/>
  </p:clrMapOvr>
</p:notes>
</file>

<file path=ppt/notesSlides/notesSlide3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3629</a:t>
            </a:fld>
            <a:endParaRPr lang="en-US" dirty="0"/>
          </a:p>
        </p:txBody>
      </p:sp>
    </p:spTree>
    <p:extLst>
      <p:ext uri="{BB962C8B-B14F-4D97-AF65-F5344CB8AC3E}">
        <p14:creationId xmlns:p14="http://schemas.microsoft.com/office/powerpoint/2010/main" val="390873741"/>
      </p:ext>
    </p:extLst>
  </p:cSld>
  <p:clrMapOvr>
    <a:masterClrMapping/>
  </p:clrMapOvr>
</p:notes>
</file>

<file path=ppt/notesSlides/notesSlide3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3630</a:t>
            </a:fld>
            <a:endParaRPr lang="en-US" dirty="0"/>
          </a:p>
        </p:txBody>
      </p:sp>
    </p:spTree>
    <p:extLst>
      <p:ext uri="{BB962C8B-B14F-4D97-AF65-F5344CB8AC3E}">
        <p14:creationId xmlns:p14="http://schemas.microsoft.com/office/powerpoint/2010/main" val="1985601819"/>
      </p:ext>
    </p:extLst>
  </p:cSld>
  <p:clrMapOvr>
    <a:masterClrMapping/>
  </p:clrMapOvr>
</p:notes>
</file>

<file path=ppt/notesSlides/notesSlide3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3631</a:t>
            </a:fld>
            <a:endParaRPr lang="en-US" dirty="0"/>
          </a:p>
        </p:txBody>
      </p:sp>
    </p:spTree>
    <p:extLst>
      <p:ext uri="{BB962C8B-B14F-4D97-AF65-F5344CB8AC3E}">
        <p14:creationId xmlns:p14="http://schemas.microsoft.com/office/powerpoint/2010/main" val="2489381487"/>
      </p:ext>
    </p:extLst>
  </p:cSld>
  <p:clrMapOvr>
    <a:masterClrMapping/>
  </p:clrMapOvr>
</p:notes>
</file>

<file path=ppt/notesSlides/notesSlide3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3632</a:t>
            </a:fld>
            <a:endParaRPr lang="en-US" dirty="0"/>
          </a:p>
        </p:txBody>
      </p:sp>
    </p:spTree>
    <p:extLst>
      <p:ext uri="{BB962C8B-B14F-4D97-AF65-F5344CB8AC3E}">
        <p14:creationId xmlns:p14="http://schemas.microsoft.com/office/powerpoint/2010/main" val="3893680061"/>
      </p:ext>
    </p:extLst>
  </p:cSld>
  <p:clrMapOvr>
    <a:masterClrMapping/>
  </p:clrMapOvr>
</p:notes>
</file>

<file path=ppt/notesSlides/notesSlide3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3633</a:t>
            </a:fld>
            <a:endParaRPr lang="en-US" dirty="0"/>
          </a:p>
        </p:txBody>
      </p:sp>
    </p:spTree>
    <p:extLst>
      <p:ext uri="{BB962C8B-B14F-4D97-AF65-F5344CB8AC3E}">
        <p14:creationId xmlns:p14="http://schemas.microsoft.com/office/powerpoint/2010/main" val="1285896318"/>
      </p:ext>
    </p:extLst>
  </p:cSld>
  <p:clrMapOvr>
    <a:masterClrMapping/>
  </p:clrMapOvr>
</p:notes>
</file>

<file path=ppt/notesSlides/notesSlide3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3634</a:t>
            </a:fld>
            <a:endParaRPr lang="en-US" dirty="0"/>
          </a:p>
        </p:txBody>
      </p:sp>
    </p:spTree>
    <p:extLst>
      <p:ext uri="{BB962C8B-B14F-4D97-AF65-F5344CB8AC3E}">
        <p14:creationId xmlns:p14="http://schemas.microsoft.com/office/powerpoint/2010/main" val="1434119356"/>
      </p:ext>
    </p:extLst>
  </p:cSld>
  <p:clrMapOvr>
    <a:masterClrMapping/>
  </p:clrMapOvr>
</p:notes>
</file>

<file path=ppt/notesSlides/notesSlide3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3635</a:t>
            </a:fld>
            <a:endParaRPr lang="en-US" dirty="0"/>
          </a:p>
        </p:txBody>
      </p:sp>
    </p:spTree>
    <p:extLst>
      <p:ext uri="{BB962C8B-B14F-4D97-AF65-F5344CB8AC3E}">
        <p14:creationId xmlns:p14="http://schemas.microsoft.com/office/powerpoint/2010/main" val="3317103020"/>
      </p:ext>
    </p:extLst>
  </p:cSld>
  <p:clrMapOvr>
    <a:masterClrMapping/>
  </p:clrMapOvr>
</p:notes>
</file>

<file path=ppt/notesSlides/notesSlide3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3636</a:t>
            </a:fld>
            <a:endParaRPr lang="en-US" dirty="0"/>
          </a:p>
        </p:txBody>
      </p:sp>
    </p:spTree>
    <p:extLst>
      <p:ext uri="{BB962C8B-B14F-4D97-AF65-F5344CB8AC3E}">
        <p14:creationId xmlns:p14="http://schemas.microsoft.com/office/powerpoint/2010/main" val="582029114"/>
      </p:ext>
    </p:extLst>
  </p:cSld>
  <p:clrMapOvr>
    <a:masterClrMapping/>
  </p:clrMapOvr>
</p:notes>
</file>

<file path=ppt/notesSlides/notesSlide3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3637</a:t>
            </a:fld>
            <a:endParaRPr lang="en-US" dirty="0"/>
          </a:p>
        </p:txBody>
      </p:sp>
    </p:spTree>
    <p:extLst>
      <p:ext uri="{BB962C8B-B14F-4D97-AF65-F5344CB8AC3E}">
        <p14:creationId xmlns:p14="http://schemas.microsoft.com/office/powerpoint/2010/main" val="1256713500"/>
      </p:ext>
    </p:extLst>
  </p:cSld>
  <p:clrMapOvr>
    <a:masterClrMapping/>
  </p:clrMapOvr>
</p:notes>
</file>

<file path=ppt/notesSlides/notesSlide3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3638</a:t>
            </a:fld>
            <a:endParaRPr lang="en-US" dirty="0"/>
          </a:p>
        </p:txBody>
      </p:sp>
    </p:spTree>
    <p:extLst>
      <p:ext uri="{BB962C8B-B14F-4D97-AF65-F5344CB8AC3E}">
        <p14:creationId xmlns:p14="http://schemas.microsoft.com/office/powerpoint/2010/main" val="2244412569"/>
      </p:ext>
    </p:extLst>
  </p:cSld>
  <p:clrMapOvr>
    <a:masterClrMapping/>
  </p:clrMapOvr>
</p:notes>
</file>

<file path=ppt/notesSlides/notesSlide3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3639</a:t>
            </a:fld>
            <a:endParaRPr lang="en-US" dirty="0"/>
          </a:p>
        </p:txBody>
      </p:sp>
    </p:spTree>
    <p:extLst>
      <p:ext uri="{BB962C8B-B14F-4D97-AF65-F5344CB8AC3E}">
        <p14:creationId xmlns:p14="http://schemas.microsoft.com/office/powerpoint/2010/main" val="101675106"/>
      </p:ext>
    </p:extLst>
  </p:cSld>
  <p:clrMapOvr>
    <a:masterClrMapping/>
  </p:clrMapOvr>
</p:notes>
</file>

<file path=ppt/notesSlides/notesSlide3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3640</a:t>
            </a:fld>
            <a:endParaRPr lang="en-US" dirty="0"/>
          </a:p>
        </p:txBody>
      </p:sp>
    </p:spTree>
    <p:extLst>
      <p:ext uri="{BB962C8B-B14F-4D97-AF65-F5344CB8AC3E}">
        <p14:creationId xmlns:p14="http://schemas.microsoft.com/office/powerpoint/2010/main" val="776022087"/>
      </p:ext>
    </p:extLst>
  </p:cSld>
  <p:clrMapOvr>
    <a:masterClrMapping/>
  </p:clrMapOvr>
</p:notes>
</file>

<file path=ppt/notesSlides/notesSlide3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3641</a:t>
            </a:fld>
            <a:endParaRPr lang="en-US" dirty="0"/>
          </a:p>
        </p:txBody>
      </p:sp>
    </p:spTree>
    <p:extLst>
      <p:ext uri="{BB962C8B-B14F-4D97-AF65-F5344CB8AC3E}">
        <p14:creationId xmlns:p14="http://schemas.microsoft.com/office/powerpoint/2010/main" val="2671441784"/>
      </p:ext>
    </p:extLst>
  </p:cSld>
  <p:clrMapOvr>
    <a:masterClrMapping/>
  </p:clrMapOvr>
</p:notes>
</file>

<file path=ppt/notesSlides/notesSlide3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3642</a:t>
            </a:fld>
            <a:endParaRPr lang="en-US" dirty="0"/>
          </a:p>
        </p:txBody>
      </p:sp>
    </p:spTree>
    <p:extLst>
      <p:ext uri="{BB962C8B-B14F-4D97-AF65-F5344CB8AC3E}">
        <p14:creationId xmlns:p14="http://schemas.microsoft.com/office/powerpoint/2010/main" val="2378868450"/>
      </p:ext>
    </p:extLst>
  </p:cSld>
  <p:clrMapOvr>
    <a:masterClrMapping/>
  </p:clrMapOvr>
</p:notes>
</file>

<file path=ppt/notesSlides/notesSlide3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3643</a:t>
            </a:fld>
            <a:endParaRPr lang="en-US" dirty="0"/>
          </a:p>
        </p:txBody>
      </p:sp>
    </p:spTree>
    <p:extLst>
      <p:ext uri="{BB962C8B-B14F-4D97-AF65-F5344CB8AC3E}">
        <p14:creationId xmlns:p14="http://schemas.microsoft.com/office/powerpoint/2010/main" val="4053979059"/>
      </p:ext>
    </p:extLst>
  </p:cSld>
  <p:clrMapOvr>
    <a:masterClrMapping/>
  </p:clrMapOvr>
</p:notes>
</file>

<file path=ppt/notesSlides/notesSlide3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3644</a:t>
            </a:fld>
            <a:endParaRPr lang="en-US" dirty="0"/>
          </a:p>
        </p:txBody>
      </p:sp>
    </p:spTree>
    <p:extLst>
      <p:ext uri="{BB962C8B-B14F-4D97-AF65-F5344CB8AC3E}">
        <p14:creationId xmlns:p14="http://schemas.microsoft.com/office/powerpoint/2010/main" val="667927906"/>
      </p:ext>
    </p:extLst>
  </p:cSld>
  <p:clrMapOvr>
    <a:masterClrMapping/>
  </p:clrMapOvr>
</p:notes>
</file>

<file path=ppt/notesSlides/notesSlide3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3645</a:t>
            </a:fld>
            <a:endParaRPr lang="en-US" dirty="0"/>
          </a:p>
        </p:txBody>
      </p:sp>
    </p:spTree>
    <p:extLst>
      <p:ext uri="{BB962C8B-B14F-4D97-AF65-F5344CB8AC3E}">
        <p14:creationId xmlns:p14="http://schemas.microsoft.com/office/powerpoint/2010/main" val="1619497554"/>
      </p:ext>
    </p:extLst>
  </p:cSld>
  <p:clrMapOvr>
    <a:masterClrMapping/>
  </p:clrMapOvr>
</p:notes>
</file>

<file path=ppt/notesSlides/notesSlide3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3646</a:t>
            </a:fld>
            <a:endParaRPr lang="en-US" dirty="0"/>
          </a:p>
        </p:txBody>
      </p:sp>
    </p:spTree>
    <p:extLst>
      <p:ext uri="{BB962C8B-B14F-4D97-AF65-F5344CB8AC3E}">
        <p14:creationId xmlns:p14="http://schemas.microsoft.com/office/powerpoint/2010/main" val="2773747049"/>
      </p:ext>
    </p:extLst>
  </p:cSld>
  <p:clrMapOvr>
    <a:masterClrMapping/>
  </p:clrMapOvr>
</p:notes>
</file>

<file path=ppt/notesSlides/notesSlide3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3647</a:t>
            </a:fld>
            <a:endParaRPr lang="en-US" dirty="0"/>
          </a:p>
        </p:txBody>
      </p:sp>
    </p:spTree>
    <p:extLst>
      <p:ext uri="{BB962C8B-B14F-4D97-AF65-F5344CB8AC3E}">
        <p14:creationId xmlns:p14="http://schemas.microsoft.com/office/powerpoint/2010/main" val="1603742484"/>
      </p:ext>
    </p:extLst>
  </p:cSld>
  <p:clrMapOvr>
    <a:masterClrMapping/>
  </p:clrMapOvr>
</p:notes>
</file>

<file path=ppt/notesSlides/notesSlide3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3648</a:t>
            </a:fld>
            <a:endParaRPr lang="en-US" dirty="0"/>
          </a:p>
        </p:txBody>
      </p:sp>
    </p:spTree>
    <p:extLst>
      <p:ext uri="{BB962C8B-B14F-4D97-AF65-F5344CB8AC3E}">
        <p14:creationId xmlns:p14="http://schemas.microsoft.com/office/powerpoint/2010/main" val="916159903"/>
      </p:ext>
    </p:extLst>
  </p:cSld>
  <p:clrMapOvr>
    <a:masterClrMapping/>
  </p:clrMapOvr>
</p:notes>
</file>

<file path=ppt/notesSlides/notesSlide3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3649</a:t>
            </a:fld>
            <a:endParaRPr lang="en-US" dirty="0"/>
          </a:p>
        </p:txBody>
      </p:sp>
    </p:spTree>
    <p:extLst>
      <p:ext uri="{BB962C8B-B14F-4D97-AF65-F5344CB8AC3E}">
        <p14:creationId xmlns:p14="http://schemas.microsoft.com/office/powerpoint/2010/main" val="1390203920"/>
      </p:ext>
    </p:extLst>
  </p:cSld>
  <p:clrMapOvr>
    <a:masterClrMapping/>
  </p:clrMapOvr>
</p:notes>
</file>

<file path=ppt/notesSlides/notesSlide3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3650</a:t>
            </a:fld>
            <a:endParaRPr lang="en-US" dirty="0"/>
          </a:p>
        </p:txBody>
      </p:sp>
    </p:spTree>
    <p:extLst>
      <p:ext uri="{BB962C8B-B14F-4D97-AF65-F5344CB8AC3E}">
        <p14:creationId xmlns:p14="http://schemas.microsoft.com/office/powerpoint/2010/main" val="3222197363"/>
      </p:ext>
    </p:extLst>
  </p:cSld>
  <p:clrMapOvr>
    <a:masterClrMapping/>
  </p:clrMapOvr>
</p:notes>
</file>

<file path=ppt/notesSlides/notesSlide3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3651</a:t>
            </a:fld>
            <a:endParaRPr lang="en-US" dirty="0"/>
          </a:p>
        </p:txBody>
      </p:sp>
    </p:spTree>
    <p:extLst>
      <p:ext uri="{BB962C8B-B14F-4D97-AF65-F5344CB8AC3E}">
        <p14:creationId xmlns:p14="http://schemas.microsoft.com/office/powerpoint/2010/main" val="2706155390"/>
      </p:ext>
    </p:extLst>
  </p:cSld>
  <p:clrMapOvr>
    <a:masterClrMapping/>
  </p:clrMapOvr>
</p:notes>
</file>

<file path=ppt/notesSlides/notesSlide3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3652</a:t>
            </a:fld>
            <a:endParaRPr lang="en-US" dirty="0"/>
          </a:p>
        </p:txBody>
      </p:sp>
    </p:spTree>
    <p:extLst>
      <p:ext uri="{BB962C8B-B14F-4D97-AF65-F5344CB8AC3E}">
        <p14:creationId xmlns:p14="http://schemas.microsoft.com/office/powerpoint/2010/main" val="4082887169"/>
      </p:ext>
    </p:extLst>
  </p:cSld>
  <p:clrMapOvr>
    <a:masterClrMapping/>
  </p:clrMapOvr>
</p:notes>
</file>

<file path=ppt/notesSlides/notesSlide3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3653</a:t>
            </a:fld>
            <a:endParaRPr lang="en-US" dirty="0"/>
          </a:p>
        </p:txBody>
      </p:sp>
    </p:spTree>
    <p:extLst>
      <p:ext uri="{BB962C8B-B14F-4D97-AF65-F5344CB8AC3E}">
        <p14:creationId xmlns:p14="http://schemas.microsoft.com/office/powerpoint/2010/main" val="3835689374"/>
      </p:ext>
    </p:extLst>
  </p:cSld>
  <p:clrMapOvr>
    <a:masterClrMapping/>
  </p:clrMapOvr>
</p:notes>
</file>

<file path=ppt/notesSlides/notesSlide3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3654</a:t>
            </a:fld>
            <a:endParaRPr lang="en-US" dirty="0"/>
          </a:p>
        </p:txBody>
      </p:sp>
    </p:spTree>
    <p:extLst>
      <p:ext uri="{BB962C8B-B14F-4D97-AF65-F5344CB8AC3E}">
        <p14:creationId xmlns:p14="http://schemas.microsoft.com/office/powerpoint/2010/main" val="150156916"/>
      </p:ext>
    </p:extLst>
  </p:cSld>
  <p:clrMapOvr>
    <a:masterClrMapping/>
  </p:clrMapOvr>
</p:notes>
</file>

<file path=ppt/notesSlides/notesSlide3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3655</a:t>
            </a:fld>
            <a:endParaRPr lang="en-US" dirty="0"/>
          </a:p>
        </p:txBody>
      </p:sp>
    </p:spTree>
    <p:extLst>
      <p:ext uri="{BB962C8B-B14F-4D97-AF65-F5344CB8AC3E}">
        <p14:creationId xmlns:p14="http://schemas.microsoft.com/office/powerpoint/2010/main" val="1964940631"/>
      </p:ext>
    </p:extLst>
  </p:cSld>
  <p:clrMapOvr>
    <a:masterClrMapping/>
  </p:clrMapOvr>
</p:notes>
</file>

<file path=ppt/notesSlides/notesSlide3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3656</a:t>
            </a:fld>
            <a:endParaRPr lang="en-US" dirty="0"/>
          </a:p>
        </p:txBody>
      </p:sp>
    </p:spTree>
    <p:extLst>
      <p:ext uri="{BB962C8B-B14F-4D97-AF65-F5344CB8AC3E}">
        <p14:creationId xmlns:p14="http://schemas.microsoft.com/office/powerpoint/2010/main" val="477219785"/>
      </p:ext>
    </p:extLst>
  </p:cSld>
  <p:clrMapOvr>
    <a:masterClrMapping/>
  </p:clrMapOvr>
</p:notes>
</file>

<file path=ppt/notesSlides/notesSlide3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3657</a:t>
            </a:fld>
            <a:endParaRPr lang="en-US" dirty="0"/>
          </a:p>
        </p:txBody>
      </p:sp>
    </p:spTree>
    <p:extLst>
      <p:ext uri="{BB962C8B-B14F-4D97-AF65-F5344CB8AC3E}">
        <p14:creationId xmlns:p14="http://schemas.microsoft.com/office/powerpoint/2010/main" val="536255578"/>
      </p:ext>
    </p:extLst>
  </p:cSld>
  <p:clrMapOvr>
    <a:masterClrMapping/>
  </p:clrMapOvr>
</p:notes>
</file>

<file path=ppt/notesSlides/notesSlide3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3658</a:t>
            </a:fld>
            <a:endParaRPr lang="en-US" dirty="0"/>
          </a:p>
        </p:txBody>
      </p:sp>
    </p:spTree>
    <p:extLst>
      <p:ext uri="{BB962C8B-B14F-4D97-AF65-F5344CB8AC3E}">
        <p14:creationId xmlns:p14="http://schemas.microsoft.com/office/powerpoint/2010/main" val="1919487386"/>
      </p:ext>
    </p:extLst>
  </p:cSld>
  <p:clrMapOvr>
    <a:masterClrMapping/>
  </p:clrMapOvr>
</p:notes>
</file>

<file path=ppt/notesSlides/notesSlide3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3659</a:t>
            </a:fld>
            <a:endParaRPr lang="en-US" dirty="0"/>
          </a:p>
        </p:txBody>
      </p:sp>
    </p:spTree>
    <p:extLst>
      <p:ext uri="{BB962C8B-B14F-4D97-AF65-F5344CB8AC3E}">
        <p14:creationId xmlns:p14="http://schemas.microsoft.com/office/powerpoint/2010/main" val="1287117646"/>
      </p:ext>
    </p:extLst>
  </p:cSld>
  <p:clrMapOvr>
    <a:masterClrMapping/>
  </p:clrMapOvr>
</p:notes>
</file>

<file path=ppt/notesSlides/notesSlide3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3660</a:t>
            </a:fld>
            <a:endParaRPr lang="en-US" dirty="0"/>
          </a:p>
        </p:txBody>
      </p:sp>
    </p:spTree>
    <p:extLst>
      <p:ext uri="{BB962C8B-B14F-4D97-AF65-F5344CB8AC3E}">
        <p14:creationId xmlns:p14="http://schemas.microsoft.com/office/powerpoint/2010/main" val="339841411"/>
      </p:ext>
    </p:extLst>
  </p:cSld>
  <p:clrMapOvr>
    <a:masterClrMapping/>
  </p:clrMapOvr>
</p:notes>
</file>

<file path=ppt/notesSlides/notesSlide3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3661</a:t>
            </a:fld>
            <a:endParaRPr lang="en-US" dirty="0"/>
          </a:p>
        </p:txBody>
      </p:sp>
    </p:spTree>
    <p:extLst>
      <p:ext uri="{BB962C8B-B14F-4D97-AF65-F5344CB8AC3E}">
        <p14:creationId xmlns:p14="http://schemas.microsoft.com/office/powerpoint/2010/main" val="152153149"/>
      </p:ext>
    </p:extLst>
  </p:cSld>
  <p:clrMapOvr>
    <a:masterClrMapping/>
  </p:clrMapOvr>
</p:notes>
</file>

<file path=ppt/notesSlides/notesSlide3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3662</a:t>
            </a:fld>
            <a:endParaRPr lang="en-US" dirty="0"/>
          </a:p>
        </p:txBody>
      </p:sp>
    </p:spTree>
    <p:extLst>
      <p:ext uri="{BB962C8B-B14F-4D97-AF65-F5344CB8AC3E}">
        <p14:creationId xmlns:p14="http://schemas.microsoft.com/office/powerpoint/2010/main" val="3212624547"/>
      </p:ext>
    </p:extLst>
  </p:cSld>
  <p:clrMapOvr>
    <a:masterClrMapping/>
  </p:clrMapOvr>
</p:notes>
</file>

<file path=ppt/notesSlides/notesSlide3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3663</a:t>
            </a:fld>
            <a:endParaRPr lang="en-US" dirty="0"/>
          </a:p>
        </p:txBody>
      </p:sp>
    </p:spTree>
    <p:extLst>
      <p:ext uri="{BB962C8B-B14F-4D97-AF65-F5344CB8AC3E}">
        <p14:creationId xmlns:p14="http://schemas.microsoft.com/office/powerpoint/2010/main" val="1650821043"/>
      </p:ext>
    </p:extLst>
  </p:cSld>
  <p:clrMapOvr>
    <a:masterClrMapping/>
  </p:clrMapOvr>
</p:notes>
</file>

<file path=ppt/notesSlides/notesSlide3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3664</a:t>
            </a:fld>
            <a:endParaRPr lang="en-US" dirty="0"/>
          </a:p>
        </p:txBody>
      </p:sp>
    </p:spTree>
    <p:extLst>
      <p:ext uri="{BB962C8B-B14F-4D97-AF65-F5344CB8AC3E}">
        <p14:creationId xmlns:p14="http://schemas.microsoft.com/office/powerpoint/2010/main" val="341712545"/>
      </p:ext>
    </p:extLst>
  </p:cSld>
  <p:clrMapOvr>
    <a:masterClrMapping/>
  </p:clrMapOvr>
</p:notes>
</file>

<file path=ppt/notesSlides/notesSlide3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3665</a:t>
            </a:fld>
            <a:endParaRPr lang="en-US" dirty="0"/>
          </a:p>
        </p:txBody>
      </p:sp>
    </p:spTree>
    <p:extLst>
      <p:ext uri="{BB962C8B-B14F-4D97-AF65-F5344CB8AC3E}">
        <p14:creationId xmlns:p14="http://schemas.microsoft.com/office/powerpoint/2010/main" val="3387149222"/>
      </p:ext>
    </p:extLst>
  </p:cSld>
  <p:clrMapOvr>
    <a:masterClrMapping/>
  </p:clrMapOvr>
</p:notes>
</file>

<file path=ppt/notesSlides/notesSlide3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3666</a:t>
            </a:fld>
            <a:endParaRPr lang="en-US" dirty="0"/>
          </a:p>
        </p:txBody>
      </p:sp>
    </p:spTree>
    <p:extLst>
      <p:ext uri="{BB962C8B-B14F-4D97-AF65-F5344CB8AC3E}">
        <p14:creationId xmlns:p14="http://schemas.microsoft.com/office/powerpoint/2010/main" val="1759016321"/>
      </p:ext>
    </p:extLst>
  </p:cSld>
  <p:clrMapOvr>
    <a:masterClrMapping/>
  </p:clrMapOvr>
</p:notes>
</file>

<file path=ppt/notesSlides/notesSlide3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3667</a:t>
            </a:fld>
            <a:endParaRPr lang="en-US" dirty="0"/>
          </a:p>
        </p:txBody>
      </p:sp>
    </p:spTree>
    <p:extLst>
      <p:ext uri="{BB962C8B-B14F-4D97-AF65-F5344CB8AC3E}">
        <p14:creationId xmlns:p14="http://schemas.microsoft.com/office/powerpoint/2010/main" val="2977066141"/>
      </p:ext>
    </p:extLst>
  </p:cSld>
  <p:clrMapOvr>
    <a:masterClrMapping/>
  </p:clrMapOvr>
</p:notes>
</file>

<file path=ppt/notesSlides/notesSlide3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3668</a:t>
            </a:fld>
            <a:endParaRPr lang="en-US" dirty="0"/>
          </a:p>
        </p:txBody>
      </p:sp>
    </p:spTree>
    <p:extLst>
      <p:ext uri="{BB962C8B-B14F-4D97-AF65-F5344CB8AC3E}">
        <p14:creationId xmlns:p14="http://schemas.microsoft.com/office/powerpoint/2010/main" val="2571355953"/>
      </p:ext>
    </p:extLst>
  </p:cSld>
  <p:clrMapOvr>
    <a:masterClrMapping/>
  </p:clrMapOvr>
</p:notes>
</file>

<file path=ppt/notesSlides/notesSlide3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3669</a:t>
            </a:fld>
            <a:endParaRPr lang="en-US" dirty="0"/>
          </a:p>
        </p:txBody>
      </p:sp>
    </p:spTree>
    <p:extLst>
      <p:ext uri="{BB962C8B-B14F-4D97-AF65-F5344CB8AC3E}">
        <p14:creationId xmlns:p14="http://schemas.microsoft.com/office/powerpoint/2010/main" val="4210139253"/>
      </p:ext>
    </p:extLst>
  </p:cSld>
  <p:clrMapOvr>
    <a:masterClrMapping/>
  </p:clrMapOvr>
</p:notes>
</file>

<file path=ppt/notesSlides/notesSlide3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3670</a:t>
            </a:fld>
            <a:endParaRPr lang="en-US" dirty="0"/>
          </a:p>
        </p:txBody>
      </p:sp>
    </p:spTree>
    <p:extLst>
      <p:ext uri="{BB962C8B-B14F-4D97-AF65-F5344CB8AC3E}">
        <p14:creationId xmlns:p14="http://schemas.microsoft.com/office/powerpoint/2010/main" val="1028913974"/>
      </p:ext>
    </p:extLst>
  </p:cSld>
  <p:clrMapOvr>
    <a:masterClrMapping/>
  </p:clrMapOvr>
</p:notes>
</file>

<file path=ppt/notesSlides/notesSlide3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3671</a:t>
            </a:fld>
            <a:endParaRPr lang="en-US" dirty="0"/>
          </a:p>
        </p:txBody>
      </p:sp>
    </p:spTree>
    <p:extLst>
      <p:ext uri="{BB962C8B-B14F-4D97-AF65-F5344CB8AC3E}">
        <p14:creationId xmlns:p14="http://schemas.microsoft.com/office/powerpoint/2010/main" val="2588418972"/>
      </p:ext>
    </p:extLst>
  </p:cSld>
  <p:clrMapOvr>
    <a:masterClrMapping/>
  </p:clrMapOvr>
</p:notes>
</file>

<file path=ppt/notesSlides/notesSlide3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3672</a:t>
            </a:fld>
            <a:endParaRPr lang="en-US" dirty="0"/>
          </a:p>
        </p:txBody>
      </p:sp>
    </p:spTree>
    <p:extLst>
      <p:ext uri="{BB962C8B-B14F-4D97-AF65-F5344CB8AC3E}">
        <p14:creationId xmlns:p14="http://schemas.microsoft.com/office/powerpoint/2010/main" val="2144336718"/>
      </p:ext>
    </p:extLst>
  </p:cSld>
  <p:clrMapOvr>
    <a:masterClrMapping/>
  </p:clrMapOvr>
</p:notes>
</file>

<file path=ppt/notesSlides/notesSlide3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3673</a:t>
            </a:fld>
            <a:endParaRPr lang="en-US" dirty="0"/>
          </a:p>
        </p:txBody>
      </p:sp>
    </p:spTree>
    <p:extLst>
      <p:ext uri="{BB962C8B-B14F-4D97-AF65-F5344CB8AC3E}">
        <p14:creationId xmlns:p14="http://schemas.microsoft.com/office/powerpoint/2010/main" val="5547395"/>
      </p:ext>
    </p:extLst>
  </p:cSld>
  <p:clrMapOvr>
    <a:masterClrMapping/>
  </p:clrMapOvr>
</p:notes>
</file>

<file path=ppt/notesSlides/notesSlide3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3674</a:t>
            </a:fld>
            <a:endParaRPr lang="en-US" dirty="0"/>
          </a:p>
        </p:txBody>
      </p:sp>
    </p:spTree>
    <p:extLst>
      <p:ext uri="{BB962C8B-B14F-4D97-AF65-F5344CB8AC3E}">
        <p14:creationId xmlns:p14="http://schemas.microsoft.com/office/powerpoint/2010/main" val="4792331"/>
      </p:ext>
    </p:extLst>
  </p:cSld>
  <p:clrMapOvr>
    <a:masterClrMapping/>
  </p:clrMapOvr>
</p:notes>
</file>

<file path=ppt/notesSlides/notesSlide3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3675</a:t>
            </a:fld>
            <a:endParaRPr lang="en-US" dirty="0"/>
          </a:p>
        </p:txBody>
      </p:sp>
    </p:spTree>
    <p:extLst>
      <p:ext uri="{BB962C8B-B14F-4D97-AF65-F5344CB8AC3E}">
        <p14:creationId xmlns:p14="http://schemas.microsoft.com/office/powerpoint/2010/main" val="137660292"/>
      </p:ext>
    </p:extLst>
  </p:cSld>
  <p:clrMapOvr>
    <a:masterClrMapping/>
  </p:clrMapOvr>
</p:notes>
</file>

<file path=ppt/notesSlides/notesSlide3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3676</a:t>
            </a:fld>
            <a:endParaRPr lang="en-US" dirty="0"/>
          </a:p>
        </p:txBody>
      </p:sp>
    </p:spTree>
    <p:extLst>
      <p:ext uri="{BB962C8B-B14F-4D97-AF65-F5344CB8AC3E}">
        <p14:creationId xmlns:p14="http://schemas.microsoft.com/office/powerpoint/2010/main" val="241825789"/>
      </p:ext>
    </p:extLst>
  </p:cSld>
  <p:clrMapOvr>
    <a:masterClrMapping/>
  </p:clrMapOvr>
</p:notes>
</file>

<file path=ppt/notesSlides/notesSlide3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3677</a:t>
            </a:fld>
            <a:endParaRPr lang="en-US" dirty="0"/>
          </a:p>
        </p:txBody>
      </p:sp>
    </p:spTree>
    <p:extLst>
      <p:ext uri="{BB962C8B-B14F-4D97-AF65-F5344CB8AC3E}">
        <p14:creationId xmlns:p14="http://schemas.microsoft.com/office/powerpoint/2010/main" val="1091784548"/>
      </p:ext>
    </p:extLst>
  </p:cSld>
  <p:clrMapOvr>
    <a:masterClrMapping/>
  </p:clrMapOvr>
</p:notes>
</file>

<file path=ppt/notesSlides/notesSlide3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3678</a:t>
            </a:fld>
            <a:endParaRPr lang="en-US" dirty="0"/>
          </a:p>
        </p:txBody>
      </p:sp>
    </p:spTree>
    <p:extLst>
      <p:ext uri="{BB962C8B-B14F-4D97-AF65-F5344CB8AC3E}">
        <p14:creationId xmlns:p14="http://schemas.microsoft.com/office/powerpoint/2010/main" val="1588546309"/>
      </p:ext>
    </p:extLst>
  </p:cSld>
  <p:clrMapOvr>
    <a:masterClrMapping/>
  </p:clrMapOvr>
</p:notes>
</file>

<file path=ppt/notesSlides/notesSlide3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3679</a:t>
            </a:fld>
            <a:endParaRPr lang="en-US" dirty="0"/>
          </a:p>
        </p:txBody>
      </p:sp>
    </p:spTree>
    <p:extLst>
      <p:ext uri="{BB962C8B-B14F-4D97-AF65-F5344CB8AC3E}">
        <p14:creationId xmlns:p14="http://schemas.microsoft.com/office/powerpoint/2010/main" val="540860995"/>
      </p:ext>
    </p:extLst>
  </p:cSld>
  <p:clrMapOvr>
    <a:masterClrMapping/>
  </p:clrMapOvr>
</p:notes>
</file>

<file path=ppt/notesSlides/notesSlide3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3680</a:t>
            </a:fld>
            <a:endParaRPr lang="en-US" dirty="0"/>
          </a:p>
        </p:txBody>
      </p:sp>
    </p:spTree>
    <p:extLst>
      <p:ext uri="{BB962C8B-B14F-4D97-AF65-F5344CB8AC3E}">
        <p14:creationId xmlns:p14="http://schemas.microsoft.com/office/powerpoint/2010/main" val="3002461413"/>
      </p:ext>
    </p:extLst>
  </p:cSld>
  <p:clrMapOvr>
    <a:masterClrMapping/>
  </p:clrMapOvr>
</p:notes>
</file>

<file path=ppt/notesSlides/notesSlide3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3681</a:t>
            </a:fld>
            <a:endParaRPr lang="en-US" dirty="0"/>
          </a:p>
        </p:txBody>
      </p:sp>
    </p:spTree>
    <p:extLst>
      <p:ext uri="{BB962C8B-B14F-4D97-AF65-F5344CB8AC3E}">
        <p14:creationId xmlns:p14="http://schemas.microsoft.com/office/powerpoint/2010/main" val="3680686819"/>
      </p:ext>
    </p:extLst>
  </p:cSld>
  <p:clrMapOvr>
    <a:masterClrMapping/>
  </p:clrMapOvr>
</p:notes>
</file>

<file path=ppt/notesSlides/notesSlide3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3682</a:t>
            </a:fld>
            <a:endParaRPr lang="en-US" dirty="0"/>
          </a:p>
        </p:txBody>
      </p:sp>
    </p:spTree>
    <p:extLst>
      <p:ext uri="{BB962C8B-B14F-4D97-AF65-F5344CB8AC3E}">
        <p14:creationId xmlns:p14="http://schemas.microsoft.com/office/powerpoint/2010/main" val="2342733326"/>
      </p:ext>
    </p:extLst>
  </p:cSld>
  <p:clrMapOvr>
    <a:masterClrMapping/>
  </p:clrMapOvr>
</p:notes>
</file>

<file path=ppt/notesSlides/notesSlide3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3683</a:t>
            </a:fld>
            <a:endParaRPr lang="en-US" dirty="0"/>
          </a:p>
        </p:txBody>
      </p:sp>
    </p:spTree>
    <p:extLst>
      <p:ext uri="{BB962C8B-B14F-4D97-AF65-F5344CB8AC3E}">
        <p14:creationId xmlns:p14="http://schemas.microsoft.com/office/powerpoint/2010/main" val="2645690328"/>
      </p:ext>
    </p:extLst>
  </p:cSld>
  <p:clrMapOvr>
    <a:masterClrMapping/>
  </p:clrMapOvr>
</p:notes>
</file>

<file path=ppt/notesSlides/notesSlide3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3684</a:t>
            </a:fld>
            <a:endParaRPr lang="en-US" dirty="0"/>
          </a:p>
        </p:txBody>
      </p:sp>
    </p:spTree>
    <p:extLst>
      <p:ext uri="{BB962C8B-B14F-4D97-AF65-F5344CB8AC3E}">
        <p14:creationId xmlns:p14="http://schemas.microsoft.com/office/powerpoint/2010/main" val="3971210067"/>
      </p:ext>
    </p:extLst>
  </p:cSld>
  <p:clrMapOvr>
    <a:masterClrMapping/>
  </p:clrMapOvr>
</p:notes>
</file>

<file path=ppt/notesSlides/notesSlide3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3685</a:t>
            </a:fld>
            <a:endParaRPr lang="en-US" dirty="0"/>
          </a:p>
        </p:txBody>
      </p:sp>
    </p:spTree>
    <p:extLst>
      <p:ext uri="{BB962C8B-B14F-4D97-AF65-F5344CB8AC3E}">
        <p14:creationId xmlns:p14="http://schemas.microsoft.com/office/powerpoint/2010/main" val="3682604217"/>
      </p:ext>
    </p:extLst>
  </p:cSld>
  <p:clrMapOvr>
    <a:masterClrMapping/>
  </p:clrMapOvr>
</p:notes>
</file>

<file path=ppt/notesSlides/notesSlide3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3686</a:t>
            </a:fld>
            <a:endParaRPr lang="en-US" dirty="0"/>
          </a:p>
        </p:txBody>
      </p:sp>
    </p:spTree>
    <p:extLst>
      <p:ext uri="{BB962C8B-B14F-4D97-AF65-F5344CB8AC3E}">
        <p14:creationId xmlns:p14="http://schemas.microsoft.com/office/powerpoint/2010/main" val="3868222973"/>
      </p:ext>
    </p:extLst>
  </p:cSld>
  <p:clrMapOvr>
    <a:masterClrMapping/>
  </p:clrMapOvr>
</p:notes>
</file>

<file path=ppt/notesSlides/notesSlide3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3687</a:t>
            </a:fld>
            <a:endParaRPr lang="en-US" dirty="0"/>
          </a:p>
        </p:txBody>
      </p:sp>
    </p:spTree>
    <p:extLst>
      <p:ext uri="{BB962C8B-B14F-4D97-AF65-F5344CB8AC3E}">
        <p14:creationId xmlns:p14="http://schemas.microsoft.com/office/powerpoint/2010/main" val="961691596"/>
      </p:ext>
    </p:extLst>
  </p:cSld>
  <p:clrMapOvr>
    <a:masterClrMapping/>
  </p:clrMapOvr>
</p:notes>
</file>

<file path=ppt/notesSlides/notesSlide3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3688</a:t>
            </a:fld>
            <a:endParaRPr lang="en-US" dirty="0"/>
          </a:p>
        </p:txBody>
      </p:sp>
    </p:spTree>
    <p:extLst>
      <p:ext uri="{BB962C8B-B14F-4D97-AF65-F5344CB8AC3E}">
        <p14:creationId xmlns:p14="http://schemas.microsoft.com/office/powerpoint/2010/main" val="3264290790"/>
      </p:ext>
    </p:extLst>
  </p:cSld>
  <p:clrMapOvr>
    <a:masterClrMapping/>
  </p:clrMapOvr>
</p:notes>
</file>

<file path=ppt/notesSlides/notesSlide3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3689</a:t>
            </a:fld>
            <a:endParaRPr lang="en-US" dirty="0"/>
          </a:p>
        </p:txBody>
      </p:sp>
    </p:spTree>
    <p:extLst>
      <p:ext uri="{BB962C8B-B14F-4D97-AF65-F5344CB8AC3E}">
        <p14:creationId xmlns:p14="http://schemas.microsoft.com/office/powerpoint/2010/main" val="4129910408"/>
      </p:ext>
    </p:extLst>
  </p:cSld>
  <p:clrMapOvr>
    <a:masterClrMapping/>
  </p:clrMapOvr>
</p:notes>
</file>

<file path=ppt/notesSlides/notesSlide3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3690</a:t>
            </a:fld>
            <a:endParaRPr lang="en-US" dirty="0"/>
          </a:p>
        </p:txBody>
      </p:sp>
    </p:spTree>
    <p:extLst>
      <p:ext uri="{BB962C8B-B14F-4D97-AF65-F5344CB8AC3E}">
        <p14:creationId xmlns:p14="http://schemas.microsoft.com/office/powerpoint/2010/main" val="1740831552"/>
      </p:ext>
    </p:extLst>
  </p:cSld>
  <p:clrMapOvr>
    <a:masterClrMapping/>
  </p:clrMapOvr>
</p:notes>
</file>

<file path=ppt/notesSlides/notesSlide3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3691</a:t>
            </a:fld>
            <a:endParaRPr lang="en-US" dirty="0"/>
          </a:p>
        </p:txBody>
      </p:sp>
    </p:spTree>
    <p:extLst>
      <p:ext uri="{BB962C8B-B14F-4D97-AF65-F5344CB8AC3E}">
        <p14:creationId xmlns:p14="http://schemas.microsoft.com/office/powerpoint/2010/main" val="4157063862"/>
      </p:ext>
    </p:extLst>
  </p:cSld>
  <p:clrMapOvr>
    <a:masterClrMapping/>
  </p:clrMapOvr>
</p:notes>
</file>

<file path=ppt/notesSlides/notesSlide3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3692</a:t>
            </a:fld>
            <a:endParaRPr lang="en-US" dirty="0"/>
          </a:p>
        </p:txBody>
      </p:sp>
    </p:spTree>
    <p:extLst>
      <p:ext uri="{BB962C8B-B14F-4D97-AF65-F5344CB8AC3E}">
        <p14:creationId xmlns:p14="http://schemas.microsoft.com/office/powerpoint/2010/main" val="2437056360"/>
      </p:ext>
    </p:extLst>
  </p:cSld>
  <p:clrMapOvr>
    <a:masterClrMapping/>
  </p:clrMapOvr>
</p:notes>
</file>

<file path=ppt/notesSlides/notesSlide3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3693</a:t>
            </a:fld>
            <a:endParaRPr lang="en-US" dirty="0"/>
          </a:p>
        </p:txBody>
      </p:sp>
    </p:spTree>
    <p:extLst>
      <p:ext uri="{BB962C8B-B14F-4D97-AF65-F5344CB8AC3E}">
        <p14:creationId xmlns:p14="http://schemas.microsoft.com/office/powerpoint/2010/main" val="4081033729"/>
      </p:ext>
    </p:extLst>
  </p:cSld>
  <p:clrMapOvr>
    <a:masterClrMapping/>
  </p:clrMapOvr>
</p:notes>
</file>

<file path=ppt/notesSlides/notesSlide3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3694</a:t>
            </a:fld>
            <a:endParaRPr lang="en-US" dirty="0"/>
          </a:p>
        </p:txBody>
      </p:sp>
    </p:spTree>
    <p:extLst>
      <p:ext uri="{BB962C8B-B14F-4D97-AF65-F5344CB8AC3E}">
        <p14:creationId xmlns:p14="http://schemas.microsoft.com/office/powerpoint/2010/main" val="3564629487"/>
      </p:ext>
    </p:extLst>
  </p:cSld>
  <p:clrMapOvr>
    <a:masterClrMapping/>
  </p:clrMapOvr>
</p:notes>
</file>

<file path=ppt/notesSlides/notesSlide3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3695</a:t>
            </a:fld>
            <a:endParaRPr lang="en-US" dirty="0"/>
          </a:p>
        </p:txBody>
      </p:sp>
    </p:spTree>
    <p:extLst>
      <p:ext uri="{BB962C8B-B14F-4D97-AF65-F5344CB8AC3E}">
        <p14:creationId xmlns:p14="http://schemas.microsoft.com/office/powerpoint/2010/main" val="1596368403"/>
      </p:ext>
    </p:extLst>
  </p:cSld>
  <p:clrMapOvr>
    <a:masterClrMapping/>
  </p:clrMapOvr>
</p:notes>
</file>

<file path=ppt/notesSlides/notesSlide3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3696</a:t>
            </a:fld>
            <a:endParaRPr lang="en-US" dirty="0"/>
          </a:p>
        </p:txBody>
      </p:sp>
    </p:spTree>
    <p:extLst>
      <p:ext uri="{BB962C8B-B14F-4D97-AF65-F5344CB8AC3E}">
        <p14:creationId xmlns:p14="http://schemas.microsoft.com/office/powerpoint/2010/main" val="2365573712"/>
      </p:ext>
    </p:extLst>
  </p:cSld>
  <p:clrMapOvr>
    <a:masterClrMapping/>
  </p:clrMapOvr>
</p:notes>
</file>

<file path=ppt/notesSlides/notesSlide3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3697</a:t>
            </a:fld>
            <a:endParaRPr lang="en-US" dirty="0"/>
          </a:p>
        </p:txBody>
      </p:sp>
    </p:spTree>
    <p:extLst>
      <p:ext uri="{BB962C8B-B14F-4D97-AF65-F5344CB8AC3E}">
        <p14:creationId xmlns:p14="http://schemas.microsoft.com/office/powerpoint/2010/main" val="2073651535"/>
      </p:ext>
    </p:extLst>
  </p:cSld>
  <p:clrMapOvr>
    <a:masterClrMapping/>
  </p:clrMapOvr>
</p:notes>
</file>

<file path=ppt/notesSlides/notesSlide3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3698</a:t>
            </a:fld>
            <a:endParaRPr lang="en-US" dirty="0"/>
          </a:p>
        </p:txBody>
      </p:sp>
    </p:spTree>
    <p:extLst>
      <p:ext uri="{BB962C8B-B14F-4D97-AF65-F5344CB8AC3E}">
        <p14:creationId xmlns:p14="http://schemas.microsoft.com/office/powerpoint/2010/main" val="156651571"/>
      </p:ext>
    </p:extLst>
  </p:cSld>
  <p:clrMapOvr>
    <a:masterClrMapping/>
  </p:clrMapOvr>
</p:notes>
</file>

<file path=ppt/notesSlides/notesSlide3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3699</a:t>
            </a:fld>
            <a:endParaRPr lang="en-US" dirty="0"/>
          </a:p>
        </p:txBody>
      </p:sp>
    </p:spTree>
    <p:extLst>
      <p:ext uri="{BB962C8B-B14F-4D97-AF65-F5344CB8AC3E}">
        <p14:creationId xmlns:p14="http://schemas.microsoft.com/office/powerpoint/2010/main" val="1124047798"/>
      </p:ext>
    </p:extLst>
  </p:cSld>
  <p:clrMapOvr>
    <a:masterClrMapping/>
  </p:clrMapOvr>
</p:notes>
</file>

<file path=ppt/notesSlides/notesSlide3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3700</a:t>
            </a:fld>
            <a:endParaRPr lang="en-US" dirty="0"/>
          </a:p>
        </p:txBody>
      </p:sp>
    </p:spTree>
    <p:extLst>
      <p:ext uri="{BB962C8B-B14F-4D97-AF65-F5344CB8AC3E}">
        <p14:creationId xmlns:p14="http://schemas.microsoft.com/office/powerpoint/2010/main" val="244811057"/>
      </p:ext>
    </p:extLst>
  </p:cSld>
  <p:clrMapOvr>
    <a:masterClrMapping/>
  </p:clrMapOvr>
</p:notes>
</file>

<file path=ppt/notesSlides/notesSlide3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3701</a:t>
            </a:fld>
            <a:endParaRPr lang="en-US" dirty="0"/>
          </a:p>
        </p:txBody>
      </p:sp>
    </p:spTree>
    <p:extLst>
      <p:ext uri="{BB962C8B-B14F-4D97-AF65-F5344CB8AC3E}">
        <p14:creationId xmlns:p14="http://schemas.microsoft.com/office/powerpoint/2010/main" val="2637174981"/>
      </p:ext>
    </p:extLst>
  </p:cSld>
  <p:clrMapOvr>
    <a:masterClrMapping/>
  </p:clrMapOvr>
</p:notes>
</file>

<file path=ppt/notesSlides/notesSlide3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3702</a:t>
            </a:fld>
            <a:endParaRPr lang="en-US" dirty="0"/>
          </a:p>
        </p:txBody>
      </p:sp>
    </p:spTree>
    <p:extLst>
      <p:ext uri="{BB962C8B-B14F-4D97-AF65-F5344CB8AC3E}">
        <p14:creationId xmlns:p14="http://schemas.microsoft.com/office/powerpoint/2010/main" val="1695421844"/>
      </p:ext>
    </p:extLst>
  </p:cSld>
  <p:clrMapOvr>
    <a:masterClrMapping/>
  </p:clrMapOvr>
</p:notes>
</file>

<file path=ppt/notesSlides/notesSlide3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3703</a:t>
            </a:fld>
            <a:endParaRPr lang="en-US" dirty="0"/>
          </a:p>
        </p:txBody>
      </p:sp>
    </p:spTree>
    <p:extLst>
      <p:ext uri="{BB962C8B-B14F-4D97-AF65-F5344CB8AC3E}">
        <p14:creationId xmlns:p14="http://schemas.microsoft.com/office/powerpoint/2010/main" val="1009386490"/>
      </p:ext>
    </p:extLst>
  </p:cSld>
  <p:clrMapOvr>
    <a:masterClrMapping/>
  </p:clrMapOvr>
</p:notes>
</file>

<file path=ppt/notesSlides/notesSlide3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3704</a:t>
            </a:fld>
            <a:endParaRPr lang="en-US" dirty="0"/>
          </a:p>
        </p:txBody>
      </p:sp>
    </p:spTree>
    <p:extLst>
      <p:ext uri="{BB962C8B-B14F-4D97-AF65-F5344CB8AC3E}">
        <p14:creationId xmlns:p14="http://schemas.microsoft.com/office/powerpoint/2010/main" val="3607084936"/>
      </p:ext>
    </p:extLst>
  </p:cSld>
  <p:clrMapOvr>
    <a:masterClrMapping/>
  </p:clrMapOvr>
</p:notes>
</file>

<file path=ppt/notesSlides/notesSlide3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3705</a:t>
            </a:fld>
            <a:endParaRPr lang="en-US" dirty="0"/>
          </a:p>
        </p:txBody>
      </p:sp>
    </p:spTree>
    <p:extLst>
      <p:ext uri="{BB962C8B-B14F-4D97-AF65-F5344CB8AC3E}">
        <p14:creationId xmlns:p14="http://schemas.microsoft.com/office/powerpoint/2010/main" val="421712790"/>
      </p:ext>
    </p:extLst>
  </p:cSld>
  <p:clrMapOvr>
    <a:masterClrMapping/>
  </p:clrMapOvr>
</p:notes>
</file>

<file path=ppt/notesSlides/notesSlide3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3706</a:t>
            </a:fld>
            <a:endParaRPr lang="en-US" dirty="0"/>
          </a:p>
        </p:txBody>
      </p:sp>
    </p:spTree>
    <p:extLst>
      <p:ext uri="{BB962C8B-B14F-4D97-AF65-F5344CB8AC3E}">
        <p14:creationId xmlns:p14="http://schemas.microsoft.com/office/powerpoint/2010/main" val="896587811"/>
      </p:ext>
    </p:extLst>
  </p:cSld>
  <p:clrMapOvr>
    <a:masterClrMapping/>
  </p:clrMapOvr>
</p:notes>
</file>

<file path=ppt/notesSlides/notesSlide3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3707</a:t>
            </a:fld>
            <a:endParaRPr lang="en-US" dirty="0"/>
          </a:p>
        </p:txBody>
      </p:sp>
    </p:spTree>
    <p:extLst>
      <p:ext uri="{BB962C8B-B14F-4D97-AF65-F5344CB8AC3E}">
        <p14:creationId xmlns:p14="http://schemas.microsoft.com/office/powerpoint/2010/main" val="324305139"/>
      </p:ext>
    </p:extLst>
  </p:cSld>
  <p:clrMapOvr>
    <a:masterClrMapping/>
  </p:clrMapOvr>
</p:notes>
</file>

<file path=ppt/notesSlides/notesSlide3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3708</a:t>
            </a:fld>
            <a:endParaRPr lang="en-US" dirty="0"/>
          </a:p>
        </p:txBody>
      </p:sp>
    </p:spTree>
    <p:extLst>
      <p:ext uri="{BB962C8B-B14F-4D97-AF65-F5344CB8AC3E}">
        <p14:creationId xmlns:p14="http://schemas.microsoft.com/office/powerpoint/2010/main" val="1015624438"/>
      </p:ext>
    </p:extLst>
  </p:cSld>
  <p:clrMapOvr>
    <a:masterClrMapping/>
  </p:clrMapOvr>
</p:notes>
</file>

<file path=ppt/notesSlides/notesSlide3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3709</a:t>
            </a:fld>
            <a:endParaRPr lang="en-US" dirty="0"/>
          </a:p>
        </p:txBody>
      </p:sp>
    </p:spTree>
    <p:extLst>
      <p:ext uri="{BB962C8B-B14F-4D97-AF65-F5344CB8AC3E}">
        <p14:creationId xmlns:p14="http://schemas.microsoft.com/office/powerpoint/2010/main" val="2029507831"/>
      </p:ext>
    </p:extLst>
  </p:cSld>
  <p:clrMapOvr>
    <a:masterClrMapping/>
  </p:clrMapOvr>
</p:notes>
</file>

<file path=ppt/notesSlides/notesSlide3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3710</a:t>
            </a:fld>
            <a:endParaRPr lang="en-US" dirty="0"/>
          </a:p>
        </p:txBody>
      </p:sp>
    </p:spTree>
    <p:extLst>
      <p:ext uri="{BB962C8B-B14F-4D97-AF65-F5344CB8AC3E}">
        <p14:creationId xmlns:p14="http://schemas.microsoft.com/office/powerpoint/2010/main" val="3829156675"/>
      </p:ext>
    </p:extLst>
  </p:cSld>
  <p:clrMapOvr>
    <a:masterClrMapping/>
  </p:clrMapOvr>
</p:notes>
</file>

<file path=ppt/notesSlides/notesSlide3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3711</a:t>
            </a:fld>
            <a:endParaRPr lang="en-US" dirty="0"/>
          </a:p>
        </p:txBody>
      </p:sp>
    </p:spTree>
    <p:extLst>
      <p:ext uri="{BB962C8B-B14F-4D97-AF65-F5344CB8AC3E}">
        <p14:creationId xmlns:p14="http://schemas.microsoft.com/office/powerpoint/2010/main" val="1988063245"/>
      </p:ext>
    </p:extLst>
  </p:cSld>
  <p:clrMapOvr>
    <a:masterClrMapping/>
  </p:clrMapOvr>
</p:notes>
</file>

<file path=ppt/notesSlides/notesSlide3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3712</a:t>
            </a:fld>
            <a:endParaRPr lang="en-US" dirty="0"/>
          </a:p>
        </p:txBody>
      </p:sp>
    </p:spTree>
    <p:extLst>
      <p:ext uri="{BB962C8B-B14F-4D97-AF65-F5344CB8AC3E}">
        <p14:creationId xmlns:p14="http://schemas.microsoft.com/office/powerpoint/2010/main" val="722440753"/>
      </p:ext>
    </p:extLst>
  </p:cSld>
  <p:clrMapOvr>
    <a:masterClrMapping/>
  </p:clrMapOvr>
</p:notes>
</file>

<file path=ppt/notesSlides/notesSlide3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3713</a:t>
            </a:fld>
            <a:endParaRPr lang="en-US" dirty="0"/>
          </a:p>
        </p:txBody>
      </p:sp>
    </p:spTree>
    <p:extLst>
      <p:ext uri="{BB962C8B-B14F-4D97-AF65-F5344CB8AC3E}">
        <p14:creationId xmlns:p14="http://schemas.microsoft.com/office/powerpoint/2010/main" val="3256807442"/>
      </p:ext>
    </p:extLst>
  </p:cSld>
  <p:clrMapOvr>
    <a:masterClrMapping/>
  </p:clrMapOvr>
</p:notes>
</file>

<file path=ppt/notesSlides/notesSlide3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3714</a:t>
            </a:fld>
            <a:endParaRPr lang="en-US" dirty="0"/>
          </a:p>
        </p:txBody>
      </p:sp>
    </p:spTree>
    <p:extLst>
      <p:ext uri="{BB962C8B-B14F-4D97-AF65-F5344CB8AC3E}">
        <p14:creationId xmlns:p14="http://schemas.microsoft.com/office/powerpoint/2010/main" val="1098280265"/>
      </p:ext>
    </p:extLst>
  </p:cSld>
  <p:clrMapOvr>
    <a:masterClrMapping/>
  </p:clrMapOvr>
</p:notes>
</file>

<file path=ppt/notesSlides/notesSlide3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3715</a:t>
            </a:fld>
            <a:endParaRPr lang="en-US" dirty="0"/>
          </a:p>
        </p:txBody>
      </p:sp>
    </p:spTree>
    <p:extLst>
      <p:ext uri="{BB962C8B-B14F-4D97-AF65-F5344CB8AC3E}">
        <p14:creationId xmlns:p14="http://schemas.microsoft.com/office/powerpoint/2010/main" val="2679662843"/>
      </p:ext>
    </p:extLst>
  </p:cSld>
  <p:clrMapOvr>
    <a:masterClrMapping/>
  </p:clrMapOvr>
</p:notes>
</file>

<file path=ppt/notesSlides/notesSlide3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3716</a:t>
            </a:fld>
            <a:endParaRPr lang="en-US" dirty="0"/>
          </a:p>
        </p:txBody>
      </p:sp>
    </p:spTree>
    <p:extLst>
      <p:ext uri="{BB962C8B-B14F-4D97-AF65-F5344CB8AC3E}">
        <p14:creationId xmlns:p14="http://schemas.microsoft.com/office/powerpoint/2010/main" val="672628236"/>
      </p:ext>
    </p:extLst>
  </p:cSld>
  <p:clrMapOvr>
    <a:masterClrMapping/>
  </p:clrMapOvr>
</p:notes>
</file>

<file path=ppt/notesSlides/notesSlide3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3717</a:t>
            </a:fld>
            <a:endParaRPr lang="en-US" dirty="0"/>
          </a:p>
        </p:txBody>
      </p:sp>
    </p:spTree>
    <p:extLst>
      <p:ext uri="{BB962C8B-B14F-4D97-AF65-F5344CB8AC3E}">
        <p14:creationId xmlns:p14="http://schemas.microsoft.com/office/powerpoint/2010/main" val="1551423788"/>
      </p:ext>
    </p:extLst>
  </p:cSld>
  <p:clrMapOvr>
    <a:masterClrMapping/>
  </p:clrMapOvr>
</p:notes>
</file>

<file path=ppt/notesSlides/notesSlide3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3718</a:t>
            </a:fld>
            <a:endParaRPr lang="en-US" dirty="0"/>
          </a:p>
        </p:txBody>
      </p:sp>
    </p:spTree>
    <p:extLst>
      <p:ext uri="{BB962C8B-B14F-4D97-AF65-F5344CB8AC3E}">
        <p14:creationId xmlns:p14="http://schemas.microsoft.com/office/powerpoint/2010/main" val="1423338964"/>
      </p:ext>
    </p:extLst>
  </p:cSld>
  <p:clrMapOvr>
    <a:masterClrMapping/>
  </p:clrMapOvr>
</p:notes>
</file>

<file path=ppt/notesSlides/notesSlide3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3719</a:t>
            </a:fld>
            <a:endParaRPr lang="en-US" dirty="0"/>
          </a:p>
        </p:txBody>
      </p:sp>
    </p:spTree>
    <p:extLst>
      <p:ext uri="{BB962C8B-B14F-4D97-AF65-F5344CB8AC3E}">
        <p14:creationId xmlns:p14="http://schemas.microsoft.com/office/powerpoint/2010/main" val="2095587127"/>
      </p:ext>
    </p:extLst>
  </p:cSld>
  <p:clrMapOvr>
    <a:masterClrMapping/>
  </p:clrMapOvr>
</p:notes>
</file>

<file path=ppt/notesSlides/notesSlide3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3720</a:t>
            </a:fld>
            <a:endParaRPr lang="en-US" dirty="0"/>
          </a:p>
        </p:txBody>
      </p:sp>
    </p:spTree>
    <p:extLst>
      <p:ext uri="{BB962C8B-B14F-4D97-AF65-F5344CB8AC3E}">
        <p14:creationId xmlns:p14="http://schemas.microsoft.com/office/powerpoint/2010/main" val="1307458614"/>
      </p:ext>
    </p:extLst>
  </p:cSld>
  <p:clrMapOvr>
    <a:masterClrMapping/>
  </p:clrMapOvr>
</p:notes>
</file>

<file path=ppt/notesSlides/notesSlide3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3721</a:t>
            </a:fld>
            <a:endParaRPr lang="en-US" dirty="0"/>
          </a:p>
        </p:txBody>
      </p:sp>
    </p:spTree>
    <p:extLst>
      <p:ext uri="{BB962C8B-B14F-4D97-AF65-F5344CB8AC3E}">
        <p14:creationId xmlns:p14="http://schemas.microsoft.com/office/powerpoint/2010/main" val="1947050947"/>
      </p:ext>
    </p:extLst>
  </p:cSld>
  <p:clrMapOvr>
    <a:masterClrMapping/>
  </p:clrMapOvr>
</p:notes>
</file>

<file path=ppt/notesSlides/notesSlide3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3722</a:t>
            </a:fld>
            <a:endParaRPr lang="en-US" dirty="0"/>
          </a:p>
        </p:txBody>
      </p:sp>
    </p:spTree>
    <p:extLst>
      <p:ext uri="{BB962C8B-B14F-4D97-AF65-F5344CB8AC3E}">
        <p14:creationId xmlns:p14="http://schemas.microsoft.com/office/powerpoint/2010/main" val="2102501317"/>
      </p:ext>
    </p:extLst>
  </p:cSld>
  <p:clrMapOvr>
    <a:masterClrMapping/>
  </p:clrMapOvr>
</p:notes>
</file>

<file path=ppt/notesSlides/notesSlide3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3723</a:t>
            </a:fld>
            <a:endParaRPr lang="en-US" dirty="0"/>
          </a:p>
        </p:txBody>
      </p:sp>
    </p:spTree>
    <p:extLst>
      <p:ext uri="{BB962C8B-B14F-4D97-AF65-F5344CB8AC3E}">
        <p14:creationId xmlns:p14="http://schemas.microsoft.com/office/powerpoint/2010/main" val="2594918145"/>
      </p:ext>
    </p:extLst>
  </p:cSld>
  <p:clrMapOvr>
    <a:masterClrMapping/>
  </p:clrMapOvr>
</p:notes>
</file>

<file path=ppt/notesSlides/notesSlide3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3724</a:t>
            </a:fld>
            <a:endParaRPr lang="en-US" dirty="0"/>
          </a:p>
        </p:txBody>
      </p:sp>
    </p:spTree>
    <p:extLst>
      <p:ext uri="{BB962C8B-B14F-4D97-AF65-F5344CB8AC3E}">
        <p14:creationId xmlns:p14="http://schemas.microsoft.com/office/powerpoint/2010/main" val="1677375422"/>
      </p:ext>
    </p:extLst>
  </p:cSld>
  <p:clrMapOvr>
    <a:masterClrMapping/>
  </p:clrMapOvr>
</p:notes>
</file>

<file path=ppt/notesSlides/notesSlide3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3725</a:t>
            </a:fld>
            <a:endParaRPr lang="en-US" dirty="0"/>
          </a:p>
        </p:txBody>
      </p:sp>
    </p:spTree>
    <p:extLst>
      <p:ext uri="{BB962C8B-B14F-4D97-AF65-F5344CB8AC3E}">
        <p14:creationId xmlns:p14="http://schemas.microsoft.com/office/powerpoint/2010/main" val="2195188763"/>
      </p:ext>
    </p:extLst>
  </p:cSld>
  <p:clrMapOvr>
    <a:masterClrMapping/>
  </p:clrMapOvr>
</p:notes>
</file>

<file path=ppt/notesSlides/notesSlide3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3726</a:t>
            </a:fld>
            <a:endParaRPr lang="en-US" dirty="0"/>
          </a:p>
        </p:txBody>
      </p:sp>
    </p:spTree>
    <p:extLst>
      <p:ext uri="{BB962C8B-B14F-4D97-AF65-F5344CB8AC3E}">
        <p14:creationId xmlns:p14="http://schemas.microsoft.com/office/powerpoint/2010/main" val="1386168499"/>
      </p:ext>
    </p:extLst>
  </p:cSld>
  <p:clrMapOvr>
    <a:masterClrMapping/>
  </p:clrMapOvr>
</p:notes>
</file>

<file path=ppt/notesSlides/notesSlide3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3727</a:t>
            </a:fld>
            <a:endParaRPr lang="en-US" dirty="0"/>
          </a:p>
        </p:txBody>
      </p:sp>
    </p:spTree>
    <p:extLst>
      <p:ext uri="{BB962C8B-B14F-4D97-AF65-F5344CB8AC3E}">
        <p14:creationId xmlns:p14="http://schemas.microsoft.com/office/powerpoint/2010/main" val="4292628684"/>
      </p:ext>
    </p:extLst>
  </p:cSld>
  <p:clrMapOvr>
    <a:masterClrMapping/>
  </p:clrMapOvr>
</p:notes>
</file>

<file path=ppt/notesSlides/notesSlide3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3728</a:t>
            </a:fld>
            <a:endParaRPr lang="en-US" dirty="0"/>
          </a:p>
        </p:txBody>
      </p:sp>
    </p:spTree>
    <p:extLst>
      <p:ext uri="{BB962C8B-B14F-4D97-AF65-F5344CB8AC3E}">
        <p14:creationId xmlns:p14="http://schemas.microsoft.com/office/powerpoint/2010/main" val="2565932249"/>
      </p:ext>
    </p:extLst>
  </p:cSld>
  <p:clrMapOvr>
    <a:masterClrMapping/>
  </p:clrMapOvr>
</p:notes>
</file>

<file path=ppt/notesSlides/notesSlide3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3729</a:t>
            </a:fld>
            <a:endParaRPr lang="en-US" dirty="0"/>
          </a:p>
        </p:txBody>
      </p:sp>
    </p:spTree>
    <p:extLst>
      <p:ext uri="{BB962C8B-B14F-4D97-AF65-F5344CB8AC3E}">
        <p14:creationId xmlns:p14="http://schemas.microsoft.com/office/powerpoint/2010/main" val="3665924098"/>
      </p:ext>
    </p:extLst>
  </p:cSld>
  <p:clrMapOvr>
    <a:masterClrMapping/>
  </p:clrMapOvr>
</p:notes>
</file>

<file path=ppt/notesSlides/notesSlide3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3730</a:t>
            </a:fld>
            <a:endParaRPr lang="en-US" dirty="0"/>
          </a:p>
        </p:txBody>
      </p:sp>
    </p:spTree>
    <p:extLst>
      <p:ext uri="{BB962C8B-B14F-4D97-AF65-F5344CB8AC3E}">
        <p14:creationId xmlns:p14="http://schemas.microsoft.com/office/powerpoint/2010/main" val="95706730"/>
      </p:ext>
    </p:extLst>
  </p:cSld>
  <p:clrMapOvr>
    <a:masterClrMapping/>
  </p:clrMapOvr>
</p:notes>
</file>

<file path=ppt/notesSlides/notesSlide3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3731</a:t>
            </a:fld>
            <a:endParaRPr lang="en-US" dirty="0"/>
          </a:p>
        </p:txBody>
      </p:sp>
    </p:spTree>
    <p:extLst>
      <p:ext uri="{BB962C8B-B14F-4D97-AF65-F5344CB8AC3E}">
        <p14:creationId xmlns:p14="http://schemas.microsoft.com/office/powerpoint/2010/main" val="4257286423"/>
      </p:ext>
    </p:extLst>
  </p:cSld>
  <p:clrMapOvr>
    <a:masterClrMapping/>
  </p:clrMapOvr>
</p:notes>
</file>

<file path=ppt/notesSlides/notesSlide3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3732</a:t>
            </a:fld>
            <a:endParaRPr lang="en-US" dirty="0"/>
          </a:p>
        </p:txBody>
      </p:sp>
    </p:spTree>
    <p:extLst>
      <p:ext uri="{BB962C8B-B14F-4D97-AF65-F5344CB8AC3E}">
        <p14:creationId xmlns:p14="http://schemas.microsoft.com/office/powerpoint/2010/main" val="354437694"/>
      </p:ext>
    </p:extLst>
  </p:cSld>
  <p:clrMapOvr>
    <a:masterClrMapping/>
  </p:clrMapOvr>
</p:notes>
</file>

<file path=ppt/notesSlides/notesSlide3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3733</a:t>
            </a:fld>
            <a:endParaRPr lang="en-US" dirty="0"/>
          </a:p>
        </p:txBody>
      </p:sp>
    </p:spTree>
    <p:extLst>
      <p:ext uri="{BB962C8B-B14F-4D97-AF65-F5344CB8AC3E}">
        <p14:creationId xmlns:p14="http://schemas.microsoft.com/office/powerpoint/2010/main" val="2560517516"/>
      </p:ext>
    </p:extLst>
  </p:cSld>
  <p:clrMapOvr>
    <a:masterClrMapping/>
  </p:clrMapOvr>
</p:notes>
</file>

<file path=ppt/notesSlides/notesSlide3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3734</a:t>
            </a:fld>
            <a:endParaRPr lang="en-US" dirty="0"/>
          </a:p>
        </p:txBody>
      </p:sp>
    </p:spTree>
    <p:extLst>
      <p:ext uri="{BB962C8B-B14F-4D97-AF65-F5344CB8AC3E}">
        <p14:creationId xmlns:p14="http://schemas.microsoft.com/office/powerpoint/2010/main" val="2521528257"/>
      </p:ext>
    </p:extLst>
  </p:cSld>
  <p:clrMapOvr>
    <a:masterClrMapping/>
  </p:clrMapOvr>
</p:notes>
</file>

<file path=ppt/notesSlides/notesSlide3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3735</a:t>
            </a:fld>
            <a:endParaRPr lang="en-US" dirty="0"/>
          </a:p>
        </p:txBody>
      </p:sp>
    </p:spTree>
    <p:extLst>
      <p:ext uri="{BB962C8B-B14F-4D97-AF65-F5344CB8AC3E}">
        <p14:creationId xmlns:p14="http://schemas.microsoft.com/office/powerpoint/2010/main" val="182137155"/>
      </p:ext>
    </p:extLst>
  </p:cSld>
  <p:clrMapOvr>
    <a:masterClrMapping/>
  </p:clrMapOvr>
</p:notes>
</file>

<file path=ppt/notesSlides/notesSlide3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3736</a:t>
            </a:fld>
            <a:endParaRPr lang="en-US" dirty="0"/>
          </a:p>
        </p:txBody>
      </p:sp>
    </p:spTree>
    <p:extLst>
      <p:ext uri="{BB962C8B-B14F-4D97-AF65-F5344CB8AC3E}">
        <p14:creationId xmlns:p14="http://schemas.microsoft.com/office/powerpoint/2010/main" val="3260196665"/>
      </p:ext>
    </p:extLst>
  </p:cSld>
  <p:clrMapOvr>
    <a:masterClrMapping/>
  </p:clrMapOvr>
</p:notes>
</file>

<file path=ppt/notesSlides/notesSlide3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3737</a:t>
            </a:fld>
            <a:endParaRPr lang="en-US" dirty="0"/>
          </a:p>
        </p:txBody>
      </p:sp>
    </p:spTree>
    <p:extLst>
      <p:ext uri="{BB962C8B-B14F-4D97-AF65-F5344CB8AC3E}">
        <p14:creationId xmlns:p14="http://schemas.microsoft.com/office/powerpoint/2010/main" val="39764566"/>
      </p:ext>
    </p:extLst>
  </p:cSld>
  <p:clrMapOvr>
    <a:masterClrMapping/>
  </p:clrMapOvr>
</p:notes>
</file>

<file path=ppt/notesSlides/notesSlide3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3738</a:t>
            </a:fld>
            <a:endParaRPr lang="en-US" dirty="0"/>
          </a:p>
        </p:txBody>
      </p:sp>
    </p:spTree>
    <p:extLst>
      <p:ext uri="{BB962C8B-B14F-4D97-AF65-F5344CB8AC3E}">
        <p14:creationId xmlns:p14="http://schemas.microsoft.com/office/powerpoint/2010/main" val="2422683157"/>
      </p:ext>
    </p:extLst>
  </p:cSld>
  <p:clrMapOvr>
    <a:masterClrMapping/>
  </p:clrMapOvr>
</p:notes>
</file>

<file path=ppt/notesSlides/notesSlide3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3739</a:t>
            </a:fld>
            <a:endParaRPr lang="en-US" dirty="0"/>
          </a:p>
        </p:txBody>
      </p:sp>
    </p:spTree>
    <p:extLst>
      <p:ext uri="{BB962C8B-B14F-4D97-AF65-F5344CB8AC3E}">
        <p14:creationId xmlns:p14="http://schemas.microsoft.com/office/powerpoint/2010/main" val="2978936666"/>
      </p:ext>
    </p:extLst>
  </p:cSld>
  <p:clrMapOvr>
    <a:masterClrMapping/>
  </p:clrMapOvr>
</p:notes>
</file>

<file path=ppt/notesSlides/notesSlide3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3740</a:t>
            </a:fld>
            <a:endParaRPr lang="en-US" dirty="0"/>
          </a:p>
        </p:txBody>
      </p:sp>
    </p:spTree>
    <p:extLst>
      <p:ext uri="{BB962C8B-B14F-4D97-AF65-F5344CB8AC3E}">
        <p14:creationId xmlns:p14="http://schemas.microsoft.com/office/powerpoint/2010/main" val="1216340323"/>
      </p:ext>
    </p:extLst>
  </p:cSld>
  <p:clrMapOvr>
    <a:masterClrMapping/>
  </p:clrMapOvr>
</p:notes>
</file>

<file path=ppt/notesSlides/notesSlide3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3741</a:t>
            </a:fld>
            <a:endParaRPr lang="en-US" dirty="0"/>
          </a:p>
        </p:txBody>
      </p:sp>
    </p:spTree>
    <p:extLst>
      <p:ext uri="{BB962C8B-B14F-4D97-AF65-F5344CB8AC3E}">
        <p14:creationId xmlns:p14="http://schemas.microsoft.com/office/powerpoint/2010/main" val="389332219"/>
      </p:ext>
    </p:extLst>
  </p:cSld>
  <p:clrMapOvr>
    <a:masterClrMapping/>
  </p:clrMapOvr>
</p:notes>
</file>

<file path=ppt/notesSlides/notesSlide3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3742</a:t>
            </a:fld>
            <a:endParaRPr lang="en-US" dirty="0"/>
          </a:p>
        </p:txBody>
      </p:sp>
    </p:spTree>
    <p:extLst>
      <p:ext uri="{BB962C8B-B14F-4D97-AF65-F5344CB8AC3E}">
        <p14:creationId xmlns:p14="http://schemas.microsoft.com/office/powerpoint/2010/main" val="2882886975"/>
      </p:ext>
    </p:extLst>
  </p:cSld>
  <p:clrMapOvr>
    <a:masterClrMapping/>
  </p:clrMapOvr>
</p:notes>
</file>

<file path=ppt/notesSlides/notesSlide3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3743</a:t>
            </a:fld>
            <a:endParaRPr lang="en-US" dirty="0"/>
          </a:p>
        </p:txBody>
      </p:sp>
    </p:spTree>
    <p:extLst>
      <p:ext uri="{BB962C8B-B14F-4D97-AF65-F5344CB8AC3E}">
        <p14:creationId xmlns:p14="http://schemas.microsoft.com/office/powerpoint/2010/main" val="3772818069"/>
      </p:ext>
    </p:extLst>
  </p:cSld>
  <p:clrMapOvr>
    <a:masterClrMapping/>
  </p:clrMapOvr>
</p:notes>
</file>

<file path=ppt/notesSlides/notesSlide3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3744</a:t>
            </a:fld>
            <a:endParaRPr lang="en-US" dirty="0"/>
          </a:p>
        </p:txBody>
      </p:sp>
    </p:spTree>
    <p:extLst>
      <p:ext uri="{BB962C8B-B14F-4D97-AF65-F5344CB8AC3E}">
        <p14:creationId xmlns:p14="http://schemas.microsoft.com/office/powerpoint/2010/main" val="2229102454"/>
      </p:ext>
    </p:extLst>
  </p:cSld>
  <p:clrMapOvr>
    <a:masterClrMapping/>
  </p:clrMapOvr>
</p:notes>
</file>

<file path=ppt/notesSlides/notesSlide3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3745</a:t>
            </a:fld>
            <a:endParaRPr lang="en-US" dirty="0"/>
          </a:p>
        </p:txBody>
      </p:sp>
    </p:spTree>
    <p:extLst>
      <p:ext uri="{BB962C8B-B14F-4D97-AF65-F5344CB8AC3E}">
        <p14:creationId xmlns:p14="http://schemas.microsoft.com/office/powerpoint/2010/main" val="2134304719"/>
      </p:ext>
    </p:extLst>
  </p:cSld>
  <p:clrMapOvr>
    <a:masterClrMapping/>
  </p:clrMapOvr>
</p:notes>
</file>

<file path=ppt/notesSlides/notesSlide3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3746</a:t>
            </a:fld>
            <a:endParaRPr lang="en-US" dirty="0"/>
          </a:p>
        </p:txBody>
      </p:sp>
    </p:spTree>
    <p:extLst>
      <p:ext uri="{BB962C8B-B14F-4D97-AF65-F5344CB8AC3E}">
        <p14:creationId xmlns:p14="http://schemas.microsoft.com/office/powerpoint/2010/main" val="1437877384"/>
      </p:ext>
    </p:extLst>
  </p:cSld>
  <p:clrMapOvr>
    <a:masterClrMapping/>
  </p:clrMapOvr>
</p:notes>
</file>

<file path=ppt/notesSlides/notesSlide3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3747</a:t>
            </a:fld>
            <a:endParaRPr lang="en-US" dirty="0"/>
          </a:p>
        </p:txBody>
      </p:sp>
    </p:spTree>
    <p:extLst>
      <p:ext uri="{BB962C8B-B14F-4D97-AF65-F5344CB8AC3E}">
        <p14:creationId xmlns:p14="http://schemas.microsoft.com/office/powerpoint/2010/main" val="3120812710"/>
      </p:ext>
    </p:extLst>
  </p:cSld>
  <p:clrMapOvr>
    <a:masterClrMapping/>
  </p:clrMapOvr>
</p:notes>
</file>

<file path=ppt/notesSlides/notesSlide3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3748</a:t>
            </a:fld>
            <a:endParaRPr lang="en-US" dirty="0"/>
          </a:p>
        </p:txBody>
      </p:sp>
    </p:spTree>
    <p:extLst>
      <p:ext uri="{BB962C8B-B14F-4D97-AF65-F5344CB8AC3E}">
        <p14:creationId xmlns:p14="http://schemas.microsoft.com/office/powerpoint/2010/main" val="1490223781"/>
      </p:ext>
    </p:extLst>
  </p:cSld>
  <p:clrMapOvr>
    <a:masterClrMapping/>
  </p:clrMapOvr>
</p:notes>
</file>

<file path=ppt/notesSlides/notesSlide3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3749</a:t>
            </a:fld>
            <a:endParaRPr lang="en-US" dirty="0"/>
          </a:p>
        </p:txBody>
      </p:sp>
    </p:spTree>
    <p:extLst>
      <p:ext uri="{BB962C8B-B14F-4D97-AF65-F5344CB8AC3E}">
        <p14:creationId xmlns:p14="http://schemas.microsoft.com/office/powerpoint/2010/main" val="1172932011"/>
      </p:ext>
    </p:extLst>
  </p:cSld>
  <p:clrMapOvr>
    <a:masterClrMapping/>
  </p:clrMapOvr>
</p:notes>
</file>

<file path=ppt/notesSlides/notesSlide3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3750</a:t>
            </a:fld>
            <a:endParaRPr lang="en-US" dirty="0"/>
          </a:p>
        </p:txBody>
      </p:sp>
    </p:spTree>
    <p:extLst>
      <p:ext uri="{BB962C8B-B14F-4D97-AF65-F5344CB8AC3E}">
        <p14:creationId xmlns:p14="http://schemas.microsoft.com/office/powerpoint/2010/main" val="2228247483"/>
      </p:ext>
    </p:extLst>
  </p:cSld>
  <p:clrMapOvr>
    <a:masterClrMapping/>
  </p:clrMapOvr>
</p:notes>
</file>

<file path=ppt/notesSlides/notesSlide3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3751</a:t>
            </a:fld>
            <a:endParaRPr lang="en-US" dirty="0"/>
          </a:p>
        </p:txBody>
      </p:sp>
    </p:spTree>
    <p:extLst>
      <p:ext uri="{BB962C8B-B14F-4D97-AF65-F5344CB8AC3E}">
        <p14:creationId xmlns:p14="http://schemas.microsoft.com/office/powerpoint/2010/main" val="3122480019"/>
      </p:ext>
    </p:extLst>
  </p:cSld>
  <p:clrMapOvr>
    <a:masterClrMapping/>
  </p:clrMapOvr>
</p:notes>
</file>

<file path=ppt/notesSlides/notesSlide3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3752</a:t>
            </a:fld>
            <a:endParaRPr lang="en-US" dirty="0"/>
          </a:p>
        </p:txBody>
      </p:sp>
    </p:spTree>
    <p:extLst>
      <p:ext uri="{BB962C8B-B14F-4D97-AF65-F5344CB8AC3E}">
        <p14:creationId xmlns:p14="http://schemas.microsoft.com/office/powerpoint/2010/main" val="3386747370"/>
      </p:ext>
    </p:extLst>
  </p:cSld>
  <p:clrMapOvr>
    <a:masterClrMapping/>
  </p:clrMapOvr>
</p:notes>
</file>

<file path=ppt/notesSlides/notesSlide3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3753</a:t>
            </a:fld>
            <a:endParaRPr lang="en-US" dirty="0"/>
          </a:p>
        </p:txBody>
      </p:sp>
    </p:spTree>
    <p:extLst>
      <p:ext uri="{BB962C8B-B14F-4D97-AF65-F5344CB8AC3E}">
        <p14:creationId xmlns:p14="http://schemas.microsoft.com/office/powerpoint/2010/main" val="4207181369"/>
      </p:ext>
    </p:extLst>
  </p:cSld>
  <p:clrMapOvr>
    <a:masterClrMapping/>
  </p:clrMapOvr>
</p:notes>
</file>

<file path=ppt/notesSlides/notesSlide3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3754</a:t>
            </a:fld>
            <a:endParaRPr lang="en-US" dirty="0"/>
          </a:p>
        </p:txBody>
      </p:sp>
    </p:spTree>
    <p:extLst>
      <p:ext uri="{BB962C8B-B14F-4D97-AF65-F5344CB8AC3E}">
        <p14:creationId xmlns:p14="http://schemas.microsoft.com/office/powerpoint/2010/main" val="2747877183"/>
      </p:ext>
    </p:extLst>
  </p:cSld>
  <p:clrMapOvr>
    <a:masterClrMapping/>
  </p:clrMapOvr>
</p:notes>
</file>

<file path=ppt/notesSlides/notesSlide3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3755</a:t>
            </a:fld>
            <a:endParaRPr lang="en-US" dirty="0"/>
          </a:p>
        </p:txBody>
      </p:sp>
    </p:spTree>
    <p:extLst>
      <p:ext uri="{BB962C8B-B14F-4D97-AF65-F5344CB8AC3E}">
        <p14:creationId xmlns:p14="http://schemas.microsoft.com/office/powerpoint/2010/main" val="1647342660"/>
      </p:ext>
    </p:extLst>
  </p:cSld>
  <p:clrMapOvr>
    <a:masterClrMapping/>
  </p:clrMapOvr>
</p:notes>
</file>

<file path=ppt/notesSlides/notesSlide3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3756</a:t>
            </a:fld>
            <a:endParaRPr lang="en-US" dirty="0"/>
          </a:p>
        </p:txBody>
      </p:sp>
    </p:spTree>
    <p:extLst>
      <p:ext uri="{BB962C8B-B14F-4D97-AF65-F5344CB8AC3E}">
        <p14:creationId xmlns:p14="http://schemas.microsoft.com/office/powerpoint/2010/main" val="1407978449"/>
      </p:ext>
    </p:extLst>
  </p:cSld>
  <p:clrMapOvr>
    <a:masterClrMapping/>
  </p:clrMapOvr>
</p:notes>
</file>

<file path=ppt/notesSlides/notesSlide3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3757</a:t>
            </a:fld>
            <a:endParaRPr lang="en-US" dirty="0"/>
          </a:p>
        </p:txBody>
      </p:sp>
    </p:spTree>
    <p:extLst>
      <p:ext uri="{BB962C8B-B14F-4D97-AF65-F5344CB8AC3E}">
        <p14:creationId xmlns:p14="http://schemas.microsoft.com/office/powerpoint/2010/main" val="238865461"/>
      </p:ext>
    </p:extLst>
  </p:cSld>
  <p:clrMapOvr>
    <a:masterClrMapping/>
  </p:clrMapOvr>
</p:notes>
</file>

<file path=ppt/notesSlides/notesSlide3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3758</a:t>
            </a:fld>
            <a:endParaRPr lang="en-US" dirty="0"/>
          </a:p>
        </p:txBody>
      </p:sp>
    </p:spTree>
    <p:extLst>
      <p:ext uri="{BB962C8B-B14F-4D97-AF65-F5344CB8AC3E}">
        <p14:creationId xmlns:p14="http://schemas.microsoft.com/office/powerpoint/2010/main" val="1384988235"/>
      </p:ext>
    </p:extLst>
  </p:cSld>
  <p:clrMapOvr>
    <a:masterClrMapping/>
  </p:clrMapOvr>
</p:notes>
</file>

<file path=ppt/notesSlides/notesSlide3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3759</a:t>
            </a:fld>
            <a:endParaRPr lang="en-US" dirty="0"/>
          </a:p>
        </p:txBody>
      </p:sp>
    </p:spTree>
    <p:extLst>
      <p:ext uri="{BB962C8B-B14F-4D97-AF65-F5344CB8AC3E}">
        <p14:creationId xmlns:p14="http://schemas.microsoft.com/office/powerpoint/2010/main" val="3432664124"/>
      </p:ext>
    </p:extLst>
  </p:cSld>
  <p:clrMapOvr>
    <a:masterClrMapping/>
  </p:clrMapOvr>
</p:notes>
</file>

<file path=ppt/notesSlides/notesSlide3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3760</a:t>
            </a:fld>
            <a:endParaRPr lang="en-US" dirty="0"/>
          </a:p>
        </p:txBody>
      </p:sp>
    </p:spTree>
    <p:extLst>
      <p:ext uri="{BB962C8B-B14F-4D97-AF65-F5344CB8AC3E}">
        <p14:creationId xmlns:p14="http://schemas.microsoft.com/office/powerpoint/2010/main" val="360145650"/>
      </p:ext>
    </p:extLst>
  </p:cSld>
  <p:clrMapOvr>
    <a:masterClrMapping/>
  </p:clrMapOvr>
</p:notes>
</file>

<file path=ppt/notesSlides/notesSlide3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3761</a:t>
            </a:fld>
            <a:endParaRPr lang="en-US" dirty="0"/>
          </a:p>
        </p:txBody>
      </p:sp>
    </p:spTree>
    <p:extLst>
      <p:ext uri="{BB962C8B-B14F-4D97-AF65-F5344CB8AC3E}">
        <p14:creationId xmlns:p14="http://schemas.microsoft.com/office/powerpoint/2010/main" val="2355131374"/>
      </p:ext>
    </p:extLst>
  </p:cSld>
  <p:clrMapOvr>
    <a:masterClrMapping/>
  </p:clrMapOvr>
</p:notes>
</file>

<file path=ppt/notesSlides/notesSlide3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3762</a:t>
            </a:fld>
            <a:endParaRPr lang="en-US" dirty="0"/>
          </a:p>
        </p:txBody>
      </p:sp>
    </p:spTree>
    <p:extLst>
      <p:ext uri="{BB962C8B-B14F-4D97-AF65-F5344CB8AC3E}">
        <p14:creationId xmlns:p14="http://schemas.microsoft.com/office/powerpoint/2010/main" val="9993266"/>
      </p:ext>
    </p:extLst>
  </p:cSld>
  <p:clrMapOvr>
    <a:masterClrMapping/>
  </p:clrMapOvr>
</p:notes>
</file>

<file path=ppt/notesSlides/notesSlide3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3763</a:t>
            </a:fld>
            <a:endParaRPr lang="en-US" dirty="0"/>
          </a:p>
        </p:txBody>
      </p:sp>
    </p:spTree>
    <p:extLst>
      <p:ext uri="{BB962C8B-B14F-4D97-AF65-F5344CB8AC3E}">
        <p14:creationId xmlns:p14="http://schemas.microsoft.com/office/powerpoint/2010/main" val="2905649966"/>
      </p:ext>
    </p:extLst>
  </p:cSld>
  <p:clrMapOvr>
    <a:masterClrMapping/>
  </p:clrMapOvr>
</p:notes>
</file>

<file path=ppt/notesSlides/notesSlide3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3764</a:t>
            </a:fld>
            <a:endParaRPr lang="en-US" dirty="0"/>
          </a:p>
        </p:txBody>
      </p:sp>
    </p:spTree>
    <p:extLst>
      <p:ext uri="{BB962C8B-B14F-4D97-AF65-F5344CB8AC3E}">
        <p14:creationId xmlns:p14="http://schemas.microsoft.com/office/powerpoint/2010/main" val="2029452330"/>
      </p:ext>
    </p:extLst>
  </p:cSld>
  <p:clrMapOvr>
    <a:masterClrMapping/>
  </p:clrMapOvr>
</p:notes>
</file>

<file path=ppt/notesSlides/notesSlide3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3765</a:t>
            </a:fld>
            <a:endParaRPr lang="en-US" dirty="0"/>
          </a:p>
        </p:txBody>
      </p:sp>
    </p:spTree>
    <p:extLst>
      <p:ext uri="{BB962C8B-B14F-4D97-AF65-F5344CB8AC3E}">
        <p14:creationId xmlns:p14="http://schemas.microsoft.com/office/powerpoint/2010/main" val="239889848"/>
      </p:ext>
    </p:extLst>
  </p:cSld>
  <p:clrMapOvr>
    <a:masterClrMapping/>
  </p:clrMapOvr>
</p:notes>
</file>

<file path=ppt/notesSlides/notesSlide3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3766</a:t>
            </a:fld>
            <a:endParaRPr lang="en-US" dirty="0"/>
          </a:p>
        </p:txBody>
      </p:sp>
    </p:spTree>
    <p:extLst>
      <p:ext uri="{BB962C8B-B14F-4D97-AF65-F5344CB8AC3E}">
        <p14:creationId xmlns:p14="http://schemas.microsoft.com/office/powerpoint/2010/main" val="1908475227"/>
      </p:ext>
    </p:extLst>
  </p:cSld>
  <p:clrMapOvr>
    <a:masterClrMapping/>
  </p:clrMapOvr>
</p:notes>
</file>

<file path=ppt/notesSlides/notesSlide3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3767</a:t>
            </a:fld>
            <a:endParaRPr lang="en-US" dirty="0"/>
          </a:p>
        </p:txBody>
      </p:sp>
    </p:spTree>
    <p:extLst>
      <p:ext uri="{BB962C8B-B14F-4D97-AF65-F5344CB8AC3E}">
        <p14:creationId xmlns:p14="http://schemas.microsoft.com/office/powerpoint/2010/main" val="2069799088"/>
      </p:ext>
    </p:extLst>
  </p:cSld>
  <p:clrMapOvr>
    <a:masterClrMapping/>
  </p:clrMapOvr>
</p:notes>
</file>

<file path=ppt/notesSlides/notesSlide3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3768</a:t>
            </a:fld>
            <a:endParaRPr lang="en-US" dirty="0"/>
          </a:p>
        </p:txBody>
      </p:sp>
    </p:spTree>
    <p:extLst>
      <p:ext uri="{BB962C8B-B14F-4D97-AF65-F5344CB8AC3E}">
        <p14:creationId xmlns:p14="http://schemas.microsoft.com/office/powerpoint/2010/main" val="3571382906"/>
      </p:ext>
    </p:extLst>
  </p:cSld>
  <p:clrMapOvr>
    <a:masterClrMapping/>
  </p:clrMapOvr>
</p:notes>
</file>

<file path=ppt/notesSlides/notesSlide3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3769</a:t>
            </a:fld>
            <a:endParaRPr lang="en-US" dirty="0"/>
          </a:p>
        </p:txBody>
      </p:sp>
    </p:spTree>
    <p:extLst>
      <p:ext uri="{BB962C8B-B14F-4D97-AF65-F5344CB8AC3E}">
        <p14:creationId xmlns:p14="http://schemas.microsoft.com/office/powerpoint/2010/main" val="2212768975"/>
      </p:ext>
    </p:extLst>
  </p:cSld>
  <p:clrMapOvr>
    <a:masterClrMapping/>
  </p:clrMapOvr>
</p:notes>
</file>

<file path=ppt/notesSlides/notesSlide3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3770</a:t>
            </a:fld>
            <a:endParaRPr lang="en-US" dirty="0"/>
          </a:p>
        </p:txBody>
      </p:sp>
    </p:spTree>
    <p:extLst>
      <p:ext uri="{BB962C8B-B14F-4D97-AF65-F5344CB8AC3E}">
        <p14:creationId xmlns:p14="http://schemas.microsoft.com/office/powerpoint/2010/main" val="2279428253"/>
      </p:ext>
    </p:extLst>
  </p:cSld>
  <p:clrMapOvr>
    <a:masterClrMapping/>
  </p:clrMapOvr>
</p:notes>
</file>

<file path=ppt/notesSlides/notesSlide3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3771</a:t>
            </a:fld>
            <a:endParaRPr lang="en-US" dirty="0"/>
          </a:p>
        </p:txBody>
      </p:sp>
    </p:spTree>
    <p:extLst>
      <p:ext uri="{BB962C8B-B14F-4D97-AF65-F5344CB8AC3E}">
        <p14:creationId xmlns:p14="http://schemas.microsoft.com/office/powerpoint/2010/main" val="1170218477"/>
      </p:ext>
    </p:extLst>
  </p:cSld>
  <p:clrMapOvr>
    <a:masterClrMapping/>
  </p:clrMapOvr>
</p:notes>
</file>

<file path=ppt/notesSlides/notesSlide3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3772</a:t>
            </a:fld>
            <a:endParaRPr lang="en-US" dirty="0"/>
          </a:p>
        </p:txBody>
      </p:sp>
    </p:spTree>
    <p:extLst>
      <p:ext uri="{BB962C8B-B14F-4D97-AF65-F5344CB8AC3E}">
        <p14:creationId xmlns:p14="http://schemas.microsoft.com/office/powerpoint/2010/main" val="305735952"/>
      </p:ext>
    </p:extLst>
  </p:cSld>
  <p:clrMapOvr>
    <a:masterClrMapping/>
  </p:clrMapOvr>
</p:notes>
</file>

<file path=ppt/notesSlides/notesSlide3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3773</a:t>
            </a:fld>
            <a:endParaRPr lang="en-US" dirty="0"/>
          </a:p>
        </p:txBody>
      </p:sp>
    </p:spTree>
    <p:extLst>
      <p:ext uri="{BB962C8B-B14F-4D97-AF65-F5344CB8AC3E}">
        <p14:creationId xmlns:p14="http://schemas.microsoft.com/office/powerpoint/2010/main" val="2488227824"/>
      </p:ext>
    </p:extLst>
  </p:cSld>
  <p:clrMapOvr>
    <a:masterClrMapping/>
  </p:clrMapOvr>
</p:notes>
</file>

<file path=ppt/notesSlides/notesSlide3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3774</a:t>
            </a:fld>
            <a:endParaRPr lang="en-US" dirty="0"/>
          </a:p>
        </p:txBody>
      </p:sp>
    </p:spTree>
    <p:extLst>
      <p:ext uri="{BB962C8B-B14F-4D97-AF65-F5344CB8AC3E}">
        <p14:creationId xmlns:p14="http://schemas.microsoft.com/office/powerpoint/2010/main" val="791929191"/>
      </p:ext>
    </p:extLst>
  </p:cSld>
  <p:clrMapOvr>
    <a:masterClrMapping/>
  </p:clrMapOvr>
</p:notes>
</file>

<file path=ppt/notesSlides/notesSlide3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3775</a:t>
            </a:fld>
            <a:endParaRPr lang="en-US" dirty="0"/>
          </a:p>
        </p:txBody>
      </p:sp>
    </p:spTree>
    <p:extLst>
      <p:ext uri="{BB962C8B-B14F-4D97-AF65-F5344CB8AC3E}">
        <p14:creationId xmlns:p14="http://schemas.microsoft.com/office/powerpoint/2010/main" val="2335047318"/>
      </p:ext>
    </p:extLst>
  </p:cSld>
  <p:clrMapOvr>
    <a:masterClrMapping/>
  </p:clrMapOvr>
</p:notes>
</file>

<file path=ppt/notesSlides/notesSlide3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3776</a:t>
            </a:fld>
            <a:endParaRPr lang="en-US" dirty="0"/>
          </a:p>
        </p:txBody>
      </p:sp>
    </p:spTree>
    <p:extLst>
      <p:ext uri="{BB962C8B-B14F-4D97-AF65-F5344CB8AC3E}">
        <p14:creationId xmlns:p14="http://schemas.microsoft.com/office/powerpoint/2010/main" val="2936422931"/>
      </p:ext>
    </p:extLst>
  </p:cSld>
  <p:clrMapOvr>
    <a:masterClrMapping/>
  </p:clrMapOvr>
</p:notes>
</file>

<file path=ppt/notesSlides/notesSlide3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3777</a:t>
            </a:fld>
            <a:endParaRPr lang="en-US" dirty="0"/>
          </a:p>
        </p:txBody>
      </p:sp>
    </p:spTree>
    <p:extLst>
      <p:ext uri="{BB962C8B-B14F-4D97-AF65-F5344CB8AC3E}">
        <p14:creationId xmlns:p14="http://schemas.microsoft.com/office/powerpoint/2010/main" val="1463078739"/>
      </p:ext>
    </p:extLst>
  </p:cSld>
  <p:clrMapOvr>
    <a:masterClrMapping/>
  </p:clrMapOvr>
</p:notes>
</file>

<file path=ppt/notesSlides/notesSlide3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3778</a:t>
            </a:fld>
            <a:endParaRPr lang="en-US" dirty="0"/>
          </a:p>
        </p:txBody>
      </p:sp>
    </p:spTree>
    <p:extLst>
      <p:ext uri="{BB962C8B-B14F-4D97-AF65-F5344CB8AC3E}">
        <p14:creationId xmlns:p14="http://schemas.microsoft.com/office/powerpoint/2010/main" val="3612734963"/>
      </p:ext>
    </p:extLst>
  </p:cSld>
  <p:clrMapOvr>
    <a:masterClrMapping/>
  </p:clrMapOvr>
</p:notes>
</file>

<file path=ppt/notesSlides/notesSlide3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3779</a:t>
            </a:fld>
            <a:endParaRPr lang="en-US" dirty="0"/>
          </a:p>
        </p:txBody>
      </p:sp>
    </p:spTree>
    <p:extLst>
      <p:ext uri="{BB962C8B-B14F-4D97-AF65-F5344CB8AC3E}">
        <p14:creationId xmlns:p14="http://schemas.microsoft.com/office/powerpoint/2010/main" val="3855992617"/>
      </p:ext>
    </p:extLst>
  </p:cSld>
  <p:clrMapOvr>
    <a:masterClrMapping/>
  </p:clrMapOvr>
</p:notes>
</file>

<file path=ppt/notesSlides/notesSlide3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3780</a:t>
            </a:fld>
            <a:endParaRPr lang="en-US" dirty="0"/>
          </a:p>
        </p:txBody>
      </p:sp>
    </p:spTree>
    <p:extLst>
      <p:ext uri="{BB962C8B-B14F-4D97-AF65-F5344CB8AC3E}">
        <p14:creationId xmlns:p14="http://schemas.microsoft.com/office/powerpoint/2010/main" val="2977624944"/>
      </p:ext>
    </p:extLst>
  </p:cSld>
  <p:clrMapOvr>
    <a:masterClrMapping/>
  </p:clrMapOvr>
</p:notes>
</file>

<file path=ppt/notesSlides/notesSlide3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3781</a:t>
            </a:fld>
            <a:endParaRPr lang="en-US" dirty="0"/>
          </a:p>
        </p:txBody>
      </p:sp>
    </p:spTree>
    <p:extLst>
      <p:ext uri="{BB962C8B-B14F-4D97-AF65-F5344CB8AC3E}">
        <p14:creationId xmlns:p14="http://schemas.microsoft.com/office/powerpoint/2010/main" val="3069520157"/>
      </p:ext>
    </p:extLst>
  </p:cSld>
  <p:clrMapOvr>
    <a:masterClrMapping/>
  </p:clrMapOvr>
</p:notes>
</file>

<file path=ppt/notesSlides/notesSlide3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3782</a:t>
            </a:fld>
            <a:endParaRPr lang="en-US" dirty="0"/>
          </a:p>
        </p:txBody>
      </p:sp>
    </p:spTree>
    <p:extLst>
      <p:ext uri="{BB962C8B-B14F-4D97-AF65-F5344CB8AC3E}">
        <p14:creationId xmlns:p14="http://schemas.microsoft.com/office/powerpoint/2010/main" val="202420309"/>
      </p:ext>
    </p:extLst>
  </p:cSld>
  <p:clrMapOvr>
    <a:masterClrMapping/>
  </p:clrMapOvr>
</p:notes>
</file>

<file path=ppt/notesSlides/notesSlide3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3783</a:t>
            </a:fld>
            <a:endParaRPr lang="en-US" dirty="0"/>
          </a:p>
        </p:txBody>
      </p:sp>
    </p:spTree>
    <p:extLst>
      <p:ext uri="{BB962C8B-B14F-4D97-AF65-F5344CB8AC3E}">
        <p14:creationId xmlns:p14="http://schemas.microsoft.com/office/powerpoint/2010/main" val="339517552"/>
      </p:ext>
    </p:extLst>
  </p:cSld>
  <p:clrMapOvr>
    <a:masterClrMapping/>
  </p:clrMapOvr>
</p:notes>
</file>

<file path=ppt/notesSlides/notesSlide3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3784</a:t>
            </a:fld>
            <a:endParaRPr lang="en-US" dirty="0"/>
          </a:p>
        </p:txBody>
      </p:sp>
    </p:spTree>
    <p:extLst>
      <p:ext uri="{BB962C8B-B14F-4D97-AF65-F5344CB8AC3E}">
        <p14:creationId xmlns:p14="http://schemas.microsoft.com/office/powerpoint/2010/main" val="942409112"/>
      </p:ext>
    </p:extLst>
  </p:cSld>
  <p:clrMapOvr>
    <a:masterClrMapping/>
  </p:clrMapOvr>
</p:notes>
</file>

<file path=ppt/notesSlides/notesSlide3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3785</a:t>
            </a:fld>
            <a:endParaRPr lang="en-US" dirty="0"/>
          </a:p>
        </p:txBody>
      </p:sp>
    </p:spTree>
    <p:extLst>
      <p:ext uri="{BB962C8B-B14F-4D97-AF65-F5344CB8AC3E}">
        <p14:creationId xmlns:p14="http://schemas.microsoft.com/office/powerpoint/2010/main" val="3372860516"/>
      </p:ext>
    </p:extLst>
  </p:cSld>
  <p:clrMapOvr>
    <a:masterClrMapping/>
  </p:clrMapOvr>
</p:notes>
</file>

<file path=ppt/notesSlides/notesSlide3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3786</a:t>
            </a:fld>
            <a:endParaRPr lang="en-US" dirty="0"/>
          </a:p>
        </p:txBody>
      </p:sp>
    </p:spTree>
    <p:extLst>
      <p:ext uri="{BB962C8B-B14F-4D97-AF65-F5344CB8AC3E}">
        <p14:creationId xmlns:p14="http://schemas.microsoft.com/office/powerpoint/2010/main" val="997016832"/>
      </p:ext>
    </p:extLst>
  </p:cSld>
  <p:clrMapOvr>
    <a:masterClrMapping/>
  </p:clrMapOvr>
</p:notes>
</file>

<file path=ppt/notesSlides/notesSlide3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3787</a:t>
            </a:fld>
            <a:endParaRPr lang="en-US" dirty="0"/>
          </a:p>
        </p:txBody>
      </p:sp>
    </p:spTree>
    <p:extLst>
      <p:ext uri="{BB962C8B-B14F-4D97-AF65-F5344CB8AC3E}">
        <p14:creationId xmlns:p14="http://schemas.microsoft.com/office/powerpoint/2010/main" val="4129756066"/>
      </p:ext>
    </p:extLst>
  </p:cSld>
  <p:clrMapOvr>
    <a:masterClrMapping/>
  </p:clrMapOvr>
</p:notes>
</file>

<file path=ppt/notesSlides/notesSlide3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3788</a:t>
            </a:fld>
            <a:endParaRPr lang="en-US" dirty="0"/>
          </a:p>
        </p:txBody>
      </p:sp>
    </p:spTree>
    <p:extLst>
      <p:ext uri="{BB962C8B-B14F-4D97-AF65-F5344CB8AC3E}">
        <p14:creationId xmlns:p14="http://schemas.microsoft.com/office/powerpoint/2010/main" val="1756919809"/>
      </p:ext>
    </p:extLst>
  </p:cSld>
  <p:clrMapOvr>
    <a:masterClrMapping/>
  </p:clrMapOvr>
</p:notes>
</file>

<file path=ppt/notesSlides/notesSlide3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3789</a:t>
            </a:fld>
            <a:endParaRPr lang="en-US" dirty="0"/>
          </a:p>
        </p:txBody>
      </p:sp>
    </p:spTree>
    <p:extLst>
      <p:ext uri="{BB962C8B-B14F-4D97-AF65-F5344CB8AC3E}">
        <p14:creationId xmlns:p14="http://schemas.microsoft.com/office/powerpoint/2010/main" val="2209477117"/>
      </p:ext>
    </p:extLst>
  </p:cSld>
  <p:clrMapOvr>
    <a:masterClrMapping/>
  </p:clrMapOvr>
</p:notes>
</file>

<file path=ppt/notesSlides/notesSlide3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3790</a:t>
            </a:fld>
            <a:endParaRPr lang="en-US" dirty="0"/>
          </a:p>
        </p:txBody>
      </p:sp>
    </p:spTree>
    <p:extLst>
      <p:ext uri="{BB962C8B-B14F-4D97-AF65-F5344CB8AC3E}">
        <p14:creationId xmlns:p14="http://schemas.microsoft.com/office/powerpoint/2010/main" val="1033381809"/>
      </p:ext>
    </p:extLst>
  </p:cSld>
  <p:clrMapOvr>
    <a:masterClrMapping/>
  </p:clrMapOvr>
</p:notes>
</file>

<file path=ppt/notesSlides/notesSlide3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3791</a:t>
            </a:fld>
            <a:endParaRPr lang="en-US" dirty="0"/>
          </a:p>
        </p:txBody>
      </p:sp>
    </p:spTree>
    <p:extLst>
      <p:ext uri="{BB962C8B-B14F-4D97-AF65-F5344CB8AC3E}">
        <p14:creationId xmlns:p14="http://schemas.microsoft.com/office/powerpoint/2010/main" val="2238933138"/>
      </p:ext>
    </p:extLst>
  </p:cSld>
  <p:clrMapOvr>
    <a:masterClrMapping/>
  </p:clrMapOvr>
</p:notes>
</file>

<file path=ppt/notesSlides/notesSlide3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3792</a:t>
            </a:fld>
            <a:endParaRPr lang="en-US" dirty="0"/>
          </a:p>
        </p:txBody>
      </p:sp>
    </p:spTree>
    <p:extLst>
      <p:ext uri="{BB962C8B-B14F-4D97-AF65-F5344CB8AC3E}">
        <p14:creationId xmlns:p14="http://schemas.microsoft.com/office/powerpoint/2010/main" val="1373745388"/>
      </p:ext>
    </p:extLst>
  </p:cSld>
  <p:clrMapOvr>
    <a:masterClrMapping/>
  </p:clrMapOvr>
</p:notes>
</file>

<file path=ppt/notesSlides/notesSlide3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3793</a:t>
            </a:fld>
            <a:endParaRPr lang="en-US" dirty="0"/>
          </a:p>
        </p:txBody>
      </p:sp>
    </p:spTree>
    <p:extLst>
      <p:ext uri="{BB962C8B-B14F-4D97-AF65-F5344CB8AC3E}">
        <p14:creationId xmlns:p14="http://schemas.microsoft.com/office/powerpoint/2010/main" val="2063109331"/>
      </p:ext>
    </p:extLst>
  </p:cSld>
  <p:clrMapOvr>
    <a:masterClrMapping/>
  </p:clrMapOvr>
</p:notes>
</file>

<file path=ppt/notesSlides/notesSlide3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3794</a:t>
            </a:fld>
            <a:endParaRPr lang="en-US" dirty="0"/>
          </a:p>
        </p:txBody>
      </p:sp>
    </p:spTree>
    <p:extLst>
      <p:ext uri="{BB962C8B-B14F-4D97-AF65-F5344CB8AC3E}">
        <p14:creationId xmlns:p14="http://schemas.microsoft.com/office/powerpoint/2010/main" val="2060053169"/>
      </p:ext>
    </p:extLst>
  </p:cSld>
  <p:clrMapOvr>
    <a:masterClrMapping/>
  </p:clrMapOvr>
</p:notes>
</file>

<file path=ppt/notesSlides/notesSlide3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3795</a:t>
            </a:fld>
            <a:endParaRPr lang="en-US" dirty="0"/>
          </a:p>
        </p:txBody>
      </p:sp>
    </p:spTree>
    <p:extLst>
      <p:ext uri="{BB962C8B-B14F-4D97-AF65-F5344CB8AC3E}">
        <p14:creationId xmlns:p14="http://schemas.microsoft.com/office/powerpoint/2010/main" val="3503590527"/>
      </p:ext>
    </p:extLst>
  </p:cSld>
  <p:clrMapOvr>
    <a:masterClrMapping/>
  </p:clrMapOvr>
</p:notes>
</file>

<file path=ppt/notesSlides/notesSlide3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3796</a:t>
            </a:fld>
            <a:endParaRPr lang="en-US" dirty="0"/>
          </a:p>
        </p:txBody>
      </p:sp>
    </p:spTree>
    <p:extLst>
      <p:ext uri="{BB962C8B-B14F-4D97-AF65-F5344CB8AC3E}">
        <p14:creationId xmlns:p14="http://schemas.microsoft.com/office/powerpoint/2010/main" val="1742112058"/>
      </p:ext>
    </p:extLst>
  </p:cSld>
  <p:clrMapOvr>
    <a:masterClrMapping/>
  </p:clrMapOvr>
</p:notes>
</file>

<file path=ppt/notesSlides/notesSlide3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3797</a:t>
            </a:fld>
            <a:endParaRPr lang="en-US" dirty="0"/>
          </a:p>
        </p:txBody>
      </p:sp>
    </p:spTree>
    <p:extLst>
      <p:ext uri="{BB962C8B-B14F-4D97-AF65-F5344CB8AC3E}">
        <p14:creationId xmlns:p14="http://schemas.microsoft.com/office/powerpoint/2010/main" val="1067000023"/>
      </p:ext>
    </p:extLst>
  </p:cSld>
  <p:clrMapOvr>
    <a:masterClrMapping/>
  </p:clrMapOvr>
</p:notes>
</file>

<file path=ppt/notesSlides/notesSlide3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3798</a:t>
            </a:fld>
            <a:endParaRPr lang="en-US" dirty="0"/>
          </a:p>
        </p:txBody>
      </p:sp>
    </p:spTree>
    <p:extLst>
      <p:ext uri="{BB962C8B-B14F-4D97-AF65-F5344CB8AC3E}">
        <p14:creationId xmlns:p14="http://schemas.microsoft.com/office/powerpoint/2010/main" val="964041604"/>
      </p:ext>
    </p:extLst>
  </p:cSld>
  <p:clrMapOvr>
    <a:masterClrMapping/>
  </p:clrMapOvr>
</p:notes>
</file>

<file path=ppt/notesSlides/notesSlide3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3799</a:t>
            </a:fld>
            <a:endParaRPr lang="en-US" dirty="0"/>
          </a:p>
        </p:txBody>
      </p:sp>
    </p:spTree>
    <p:extLst>
      <p:ext uri="{BB962C8B-B14F-4D97-AF65-F5344CB8AC3E}">
        <p14:creationId xmlns:p14="http://schemas.microsoft.com/office/powerpoint/2010/main" val="2509809294"/>
      </p:ext>
    </p:extLst>
  </p:cSld>
  <p:clrMapOvr>
    <a:masterClrMapping/>
  </p:clrMapOvr>
</p:notes>
</file>

<file path=ppt/notesSlides/notesSlide3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3800</a:t>
            </a:fld>
            <a:endParaRPr lang="en-US" dirty="0"/>
          </a:p>
        </p:txBody>
      </p:sp>
    </p:spTree>
    <p:extLst>
      <p:ext uri="{BB962C8B-B14F-4D97-AF65-F5344CB8AC3E}">
        <p14:creationId xmlns:p14="http://schemas.microsoft.com/office/powerpoint/2010/main" val="4070636004"/>
      </p:ext>
    </p:extLst>
  </p:cSld>
  <p:clrMapOvr>
    <a:masterClrMapping/>
  </p:clrMapOvr>
</p:notes>
</file>

<file path=ppt/notesSlides/notesSlide3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3801</a:t>
            </a:fld>
            <a:endParaRPr lang="en-US" dirty="0"/>
          </a:p>
        </p:txBody>
      </p:sp>
    </p:spTree>
    <p:extLst>
      <p:ext uri="{BB962C8B-B14F-4D97-AF65-F5344CB8AC3E}">
        <p14:creationId xmlns:p14="http://schemas.microsoft.com/office/powerpoint/2010/main" val="1463955883"/>
      </p:ext>
    </p:extLst>
  </p:cSld>
  <p:clrMapOvr>
    <a:masterClrMapping/>
  </p:clrMapOvr>
</p:notes>
</file>

<file path=ppt/notesSlides/notesSlide3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3802</a:t>
            </a:fld>
            <a:endParaRPr lang="en-US" dirty="0"/>
          </a:p>
        </p:txBody>
      </p:sp>
    </p:spTree>
    <p:extLst>
      <p:ext uri="{BB962C8B-B14F-4D97-AF65-F5344CB8AC3E}">
        <p14:creationId xmlns:p14="http://schemas.microsoft.com/office/powerpoint/2010/main" val="1788050184"/>
      </p:ext>
    </p:extLst>
  </p:cSld>
  <p:clrMapOvr>
    <a:masterClrMapping/>
  </p:clrMapOvr>
</p:notes>
</file>

<file path=ppt/notesSlides/notesSlide3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3803</a:t>
            </a:fld>
            <a:endParaRPr lang="en-US" dirty="0"/>
          </a:p>
        </p:txBody>
      </p:sp>
    </p:spTree>
    <p:extLst>
      <p:ext uri="{BB962C8B-B14F-4D97-AF65-F5344CB8AC3E}">
        <p14:creationId xmlns:p14="http://schemas.microsoft.com/office/powerpoint/2010/main" val="1724300492"/>
      </p:ext>
    </p:extLst>
  </p:cSld>
  <p:clrMapOvr>
    <a:masterClrMapping/>
  </p:clrMapOvr>
</p:notes>
</file>

<file path=ppt/notesSlides/notesSlide3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3804</a:t>
            </a:fld>
            <a:endParaRPr lang="en-US" dirty="0"/>
          </a:p>
        </p:txBody>
      </p:sp>
    </p:spTree>
    <p:extLst>
      <p:ext uri="{BB962C8B-B14F-4D97-AF65-F5344CB8AC3E}">
        <p14:creationId xmlns:p14="http://schemas.microsoft.com/office/powerpoint/2010/main" val="995878552"/>
      </p:ext>
    </p:extLst>
  </p:cSld>
  <p:clrMapOvr>
    <a:masterClrMapping/>
  </p:clrMapOvr>
</p:notes>
</file>

<file path=ppt/notesSlides/notesSlide3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3805</a:t>
            </a:fld>
            <a:endParaRPr lang="en-US" dirty="0"/>
          </a:p>
        </p:txBody>
      </p:sp>
    </p:spTree>
    <p:extLst>
      <p:ext uri="{BB962C8B-B14F-4D97-AF65-F5344CB8AC3E}">
        <p14:creationId xmlns:p14="http://schemas.microsoft.com/office/powerpoint/2010/main" val="1144097438"/>
      </p:ext>
    </p:extLst>
  </p:cSld>
  <p:clrMapOvr>
    <a:masterClrMapping/>
  </p:clrMapOvr>
</p:notes>
</file>

<file path=ppt/notesSlides/notesSlide3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3806</a:t>
            </a:fld>
            <a:endParaRPr lang="en-US" dirty="0"/>
          </a:p>
        </p:txBody>
      </p:sp>
    </p:spTree>
    <p:extLst>
      <p:ext uri="{BB962C8B-B14F-4D97-AF65-F5344CB8AC3E}">
        <p14:creationId xmlns:p14="http://schemas.microsoft.com/office/powerpoint/2010/main" val="3459213820"/>
      </p:ext>
    </p:extLst>
  </p:cSld>
  <p:clrMapOvr>
    <a:masterClrMapping/>
  </p:clrMapOvr>
</p:notes>
</file>

<file path=ppt/notesSlides/notesSlide3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3807</a:t>
            </a:fld>
            <a:endParaRPr lang="en-US" dirty="0"/>
          </a:p>
        </p:txBody>
      </p:sp>
    </p:spTree>
    <p:extLst>
      <p:ext uri="{BB962C8B-B14F-4D97-AF65-F5344CB8AC3E}">
        <p14:creationId xmlns:p14="http://schemas.microsoft.com/office/powerpoint/2010/main" val="2389557963"/>
      </p:ext>
    </p:extLst>
  </p:cSld>
  <p:clrMapOvr>
    <a:masterClrMapping/>
  </p:clrMapOvr>
</p:notes>
</file>

<file path=ppt/notesSlides/notesSlide3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3808</a:t>
            </a:fld>
            <a:endParaRPr lang="en-US" dirty="0"/>
          </a:p>
        </p:txBody>
      </p:sp>
    </p:spTree>
    <p:extLst>
      <p:ext uri="{BB962C8B-B14F-4D97-AF65-F5344CB8AC3E}">
        <p14:creationId xmlns:p14="http://schemas.microsoft.com/office/powerpoint/2010/main" val="479097932"/>
      </p:ext>
    </p:extLst>
  </p:cSld>
  <p:clrMapOvr>
    <a:masterClrMapping/>
  </p:clrMapOvr>
</p:notes>
</file>

<file path=ppt/notesSlides/notesSlide3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3809</a:t>
            </a:fld>
            <a:endParaRPr lang="en-US" dirty="0"/>
          </a:p>
        </p:txBody>
      </p:sp>
    </p:spTree>
    <p:extLst>
      <p:ext uri="{BB962C8B-B14F-4D97-AF65-F5344CB8AC3E}">
        <p14:creationId xmlns:p14="http://schemas.microsoft.com/office/powerpoint/2010/main" val="4252504933"/>
      </p:ext>
    </p:extLst>
  </p:cSld>
  <p:clrMapOvr>
    <a:masterClrMapping/>
  </p:clrMapOvr>
</p:notes>
</file>

<file path=ppt/notesSlides/notesSlide3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3810</a:t>
            </a:fld>
            <a:endParaRPr lang="en-US" dirty="0"/>
          </a:p>
        </p:txBody>
      </p:sp>
    </p:spTree>
    <p:extLst>
      <p:ext uri="{BB962C8B-B14F-4D97-AF65-F5344CB8AC3E}">
        <p14:creationId xmlns:p14="http://schemas.microsoft.com/office/powerpoint/2010/main" val="1205802575"/>
      </p:ext>
    </p:extLst>
  </p:cSld>
  <p:clrMapOvr>
    <a:masterClrMapping/>
  </p:clrMapOvr>
</p:notes>
</file>

<file path=ppt/notesSlides/notesSlide3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3811</a:t>
            </a:fld>
            <a:endParaRPr lang="en-US" dirty="0"/>
          </a:p>
        </p:txBody>
      </p:sp>
    </p:spTree>
    <p:extLst>
      <p:ext uri="{BB962C8B-B14F-4D97-AF65-F5344CB8AC3E}">
        <p14:creationId xmlns:p14="http://schemas.microsoft.com/office/powerpoint/2010/main" val="3345588676"/>
      </p:ext>
    </p:extLst>
  </p:cSld>
  <p:clrMapOvr>
    <a:masterClrMapping/>
  </p:clrMapOvr>
</p:notes>
</file>

<file path=ppt/notesSlides/notesSlide3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3812</a:t>
            </a:fld>
            <a:endParaRPr lang="en-US" dirty="0"/>
          </a:p>
        </p:txBody>
      </p:sp>
    </p:spTree>
    <p:extLst>
      <p:ext uri="{BB962C8B-B14F-4D97-AF65-F5344CB8AC3E}">
        <p14:creationId xmlns:p14="http://schemas.microsoft.com/office/powerpoint/2010/main" val="3585546082"/>
      </p:ext>
    </p:extLst>
  </p:cSld>
  <p:clrMapOvr>
    <a:masterClrMapping/>
  </p:clrMapOvr>
</p:notes>
</file>

<file path=ppt/notesSlides/notesSlide3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3813</a:t>
            </a:fld>
            <a:endParaRPr lang="en-US" dirty="0"/>
          </a:p>
        </p:txBody>
      </p:sp>
    </p:spTree>
    <p:extLst>
      <p:ext uri="{BB962C8B-B14F-4D97-AF65-F5344CB8AC3E}">
        <p14:creationId xmlns:p14="http://schemas.microsoft.com/office/powerpoint/2010/main" val="3506543222"/>
      </p:ext>
    </p:extLst>
  </p:cSld>
  <p:clrMapOvr>
    <a:masterClrMapping/>
  </p:clrMapOvr>
</p:notes>
</file>

<file path=ppt/notesSlides/notesSlide3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3814</a:t>
            </a:fld>
            <a:endParaRPr lang="en-US" dirty="0"/>
          </a:p>
        </p:txBody>
      </p:sp>
    </p:spTree>
    <p:extLst>
      <p:ext uri="{BB962C8B-B14F-4D97-AF65-F5344CB8AC3E}">
        <p14:creationId xmlns:p14="http://schemas.microsoft.com/office/powerpoint/2010/main" val="3730927146"/>
      </p:ext>
    </p:extLst>
  </p:cSld>
  <p:clrMapOvr>
    <a:masterClrMapping/>
  </p:clrMapOvr>
</p:notes>
</file>

<file path=ppt/notesSlides/notesSlide3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3815</a:t>
            </a:fld>
            <a:endParaRPr lang="en-US" dirty="0"/>
          </a:p>
        </p:txBody>
      </p:sp>
    </p:spTree>
    <p:extLst>
      <p:ext uri="{BB962C8B-B14F-4D97-AF65-F5344CB8AC3E}">
        <p14:creationId xmlns:p14="http://schemas.microsoft.com/office/powerpoint/2010/main" val="1337331685"/>
      </p:ext>
    </p:extLst>
  </p:cSld>
  <p:clrMapOvr>
    <a:masterClrMapping/>
  </p:clrMapOvr>
</p:notes>
</file>

<file path=ppt/notesSlides/notesSlide3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3816</a:t>
            </a:fld>
            <a:endParaRPr lang="en-US" dirty="0"/>
          </a:p>
        </p:txBody>
      </p:sp>
    </p:spTree>
    <p:extLst>
      <p:ext uri="{BB962C8B-B14F-4D97-AF65-F5344CB8AC3E}">
        <p14:creationId xmlns:p14="http://schemas.microsoft.com/office/powerpoint/2010/main" val="2221193318"/>
      </p:ext>
    </p:extLst>
  </p:cSld>
  <p:clrMapOvr>
    <a:masterClrMapping/>
  </p:clrMapOvr>
</p:notes>
</file>

<file path=ppt/notesSlides/notesSlide3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3817</a:t>
            </a:fld>
            <a:endParaRPr lang="en-US" dirty="0"/>
          </a:p>
        </p:txBody>
      </p:sp>
    </p:spTree>
    <p:extLst>
      <p:ext uri="{BB962C8B-B14F-4D97-AF65-F5344CB8AC3E}">
        <p14:creationId xmlns:p14="http://schemas.microsoft.com/office/powerpoint/2010/main" val="581367159"/>
      </p:ext>
    </p:extLst>
  </p:cSld>
  <p:clrMapOvr>
    <a:masterClrMapping/>
  </p:clrMapOvr>
</p:notes>
</file>

<file path=ppt/notesSlides/notesSlide3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3818</a:t>
            </a:fld>
            <a:endParaRPr lang="en-US" dirty="0"/>
          </a:p>
        </p:txBody>
      </p:sp>
    </p:spTree>
    <p:extLst>
      <p:ext uri="{BB962C8B-B14F-4D97-AF65-F5344CB8AC3E}">
        <p14:creationId xmlns:p14="http://schemas.microsoft.com/office/powerpoint/2010/main" val="2713975997"/>
      </p:ext>
    </p:extLst>
  </p:cSld>
  <p:clrMapOvr>
    <a:masterClrMapping/>
  </p:clrMapOvr>
</p:notes>
</file>

<file path=ppt/notesSlides/notesSlide3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3819</a:t>
            </a:fld>
            <a:endParaRPr lang="en-US" dirty="0"/>
          </a:p>
        </p:txBody>
      </p:sp>
    </p:spTree>
    <p:extLst>
      <p:ext uri="{BB962C8B-B14F-4D97-AF65-F5344CB8AC3E}">
        <p14:creationId xmlns:p14="http://schemas.microsoft.com/office/powerpoint/2010/main" val="4284824822"/>
      </p:ext>
    </p:extLst>
  </p:cSld>
  <p:clrMapOvr>
    <a:masterClrMapping/>
  </p:clrMapOvr>
</p:notes>
</file>

<file path=ppt/notesSlides/notesSlide3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3820</a:t>
            </a:fld>
            <a:endParaRPr lang="en-US" dirty="0"/>
          </a:p>
        </p:txBody>
      </p:sp>
    </p:spTree>
    <p:extLst>
      <p:ext uri="{BB962C8B-B14F-4D97-AF65-F5344CB8AC3E}">
        <p14:creationId xmlns:p14="http://schemas.microsoft.com/office/powerpoint/2010/main" val="307219928"/>
      </p:ext>
    </p:extLst>
  </p:cSld>
  <p:clrMapOvr>
    <a:masterClrMapping/>
  </p:clrMapOvr>
</p:notes>
</file>

<file path=ppt/notesSlides/notesSlide3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3821</a:t>
            </a:fld>
            <a:endParaRPr lang="en-US" dirty="0"/>
          </a:p>
        </p:txBody>
      </p:sp>
    </p:spTree>
    <p:extLst>
      <p:ext uri="{BB962C8B-B14F-4D97-AF65-F5344CB8AC3E}">
        <p14:creationId xmlns:p14="http://schemas.microsoft.com/office/powerpoint/2010/main" val="2425268572"/>
      </p:ext>
    </p:extLst>
  </p:cSld>
  <p:clrMapOvr>
    <a:masterClrMapping/>
  </p:clrMapOvr>
</p:notes>
</file>

<file path=ppt/notesSlides/notesSlide3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3822</a:t>
            </a:fld>
            <a:endParaRPr lang="en-US" dirty="0"/>
          </a:p>
        </p:txBody>
      </p:sp>
    </p:spTree>
    <p:extLst>
      <p:ext uri="{BB962C8B-B14F-4D97-AF65-F5344CB8AC3E}">
        <p14:creationId xmlns:p14="http://schemas.microsoft.com/office/powerpoint/2010/main" val="324909712"/>
      </p:ext>
    </p:extLst>
  </p:cSld>
  <p:clrMapOvr>
    <a:masterClrMapping/>
  </p:clrMapOvr>
</p:notes>
</file>

<file path=ppt/notesSlides/notesSlide3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3823</a:t>
            </a:fld>
            <a:endParaRPr lang="en-US" dirty="0"/>
          </a:p>
        </p:txBody>
      </p:sp>
    </p:spTree>
    <p:extLst>
      <p:ext uri="{BB962C8B-B14F-4D97-AF65-F5344CB8AC3E}">
        <p14:creationId xmlns:p14="http://schemas.microsoft.com/office/powerpoint/2010/main" val="2232759387"/>
      </p:ext>
    </p:extLst>
  </p:cSld>
  <p:clrMapOvr>
    <a:masterClrMapping/>
  </p:clrMapOvr>
</p:notes>
</file>

<file path=ppt/notesSlides/notesSlide3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3824</a:t>
            </a:fld>
            <a:endParaRPr lang="en-US" dirty="0"/>
          </a:p>
        </p:txBody>
      </p:sp>
    </p:spTree>
    <p:extLst>
      <p:ext uri="{BB962C8B-B14F-4D97-AF65-F5344CB8AC3E}">
        <p14:creationId xmlns:p14="http://schemas.microsoft.com/office/powerpoint/2010/main" val="895893004"/>
      </p:ext>
    </p:extLst>
  </p:cSld>
  <p:clrMapOvr>
    <a:masterClrMapping/>
  </p:clrMapOvr>
</p:notes>
</file>

<file path=ppt/notesSlides/notesSlide3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3825</a:t>
            </a:fld>
            <a:endParaRPr lang="en-US" dirty="0"/>
          </a:p>
        </p:txBody>
      </p:sp>
    </p:spTree>
    <p:extLst>
      <p:ext uri="{BB962C8B-B14F-4D97-AF65-F5344CB8AC3E}">
        <p14:creationId xmlns:p14="http://schemas.microsoft.com/office/powerpoint/2010/main" val="891127878"/>
      </p:ext>
    </p:extLst>
  </p:cSld>
  <p:clrMapOvr>
    <a:masterClrMapping/>
  </p:clrMapOvr>
</p:notes>
</file>

<file path=ppt/notesSlides/notesSlide3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3826</a:t>
            </a:fld>
            <a:endParaRPr lang="en-US" dirty="0"/>
          </a:p>
        </p:txBody>
      </p:sp>
    </p:spTree>
    <p:extLst>
      <p:ext uri="{BB962C8B-B14F-4D97-AF65-F5344CB8AC3E}">
        <p14:creationId xmlns:p14="http://schemas.microsoft.com/office/powerpoint/2010/main" val="2281111384"/>
      </p:ext>
    </p:extLst>
  </p:cSld>
  <p:clrMapOvr>
    <a:masterClrMapping/>
  </p:clrMapOvr>
</p:notes>
</file>

<file path=ppt/notesSlides/notesSlide3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3827</a:t>
            </a:fld>
            <a:endParaRPr lang="en-US" dirty="0"/>
          </a:p>
        </p:txBody>
      </p:sp>
    </p:spTree>
    <p:extLst>
      <p:ext uri="{BB962C8B-B14F-4D97-AF65-F5344CB8AC3E}">
        <p14:creationId xmlns:p14="http://schemas.microsoft.com/office/powerpoint/2010/main" val="3711514999"/>
      </p:ext>
    </p:extLst>
  </p:cSld>
  <p:clrMapOvr>
    <a:masterClrMapping/>
  </p:clrMapOvr>
</p:notes>
</file>

<file path=ppt/notesSlides/notesSlide3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3828</a:t>
            </a:fld>
            <a:endParaRPr lang="en-US" dirty="0"/>
          </a:p>
        </p:txBody>
      </p:sp>
    </p:spTree>
    <p:extLst>
      <p:ext uri="{BB962C8B-B14F-4D97-AF65-F5344CB8AC3E}">
        <p14:creationId xmlns:p14="http://schemas.microsoft.com/office/powerpoint/2010/main" val="265478496"/>
      </p:ext>
    </p:extLst>
  </p:cSld>
  <p:clrMapOvr>
    <a:masterClrMapping/>
  </p:clrMapOvr>
</p:notes>
</file>

<file path=ppt/notesSlides/notesSlide3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3829</a:t>
            </a:fld>
            <a:endParaRPr lang="en-US" dirty="0"/>
          </a:p>
        </p:txBody>
      </p:sp>
    </p:spTree>
    <p:extLst>
      <p:ext uri="{BB962C8B-B14F-4D97-AF65-F5344CB8AC3E}">
        <p14:creationId xmlns:p14="http://schemas.microsoft.com/office/powerpoint/2010/main" val="4247803694"/>
      </p:ext>
    </p:extLst>
  </p:cSld>
  <p:clrMapOvr>
    <a:masterClrMapping/>
  </p:clrMapOvr>
</p:notes>
</file>

<file path=ppt/notesSlides/notesSlide3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3830</a:t>
            </a:fld>
            <a:endParaRPr lang="en-US" dirty="0"/>
          </a:p>
        </p:txBody>
      </p:sp>
    </p:spTree>
    <p:extLst>
      <p:ext uri="{BB962C8B-B14F-4D97-AF65-F5344CB8AC3E}">
        <p14:creationId xmlns:p14="http://schemas.microsoft.com/office/powerpoint/2010/main" val="3493012971"/>
      </p:ext>
    </p:extLst>
  </p:cSld>
  <p:clrMapOvr>
    <a:masterClrMapping/>
  </p:clrMapOvr>
</p:notes>
</file>

<file path=ppt/notesSlides/notesSlide3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3831</a:t>
            </a:fld>
            <a:endParaRPr lang="en-US" dirty="0"/>
          </a:p>
        </p:txBody>
      </p:sp>
    </p:spTree>
    <p:extLst>
      <p:ext uri="{BB962C8B-B14F-4D97-AF65-F5344CB8AC3E}">
        <p14:creationId xmlns:p14="http://schemas.microsoft.com/office/powerpoint/2010/main" val="332161744"/>
      </p:ext>
    </p:extLst>
  </p:cSld>
  <p:clrMapOvr>
    <a:masterClrMapping/>
  </p:clrMapOvr>
</p:notes>
</file>

<file path=ppt/notesSlides/notesSlide3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3832</a:t>
            </a:fld>
            <a:endParaRPr lang="en-US" dirty="0"/>
          </a:p>
        </p:txBody>
      </p:sp>
    </p:spTree>
    <p:extLst>
      <p:ext uri="{BB962C8B-B14F-4D97-AF65-F5344CB8AC3E}">
        <p14:creationId xmlns:p14="http://schemas.microsoft.com/office/powerpoint/2010/main" val="161510689"/>
      </p:ext>
    </p:extLst>
  </p:cSld>
  <p:clrMapOvr>
    <a:masterClrMapping/>
  </p:clrMapOvr>
</p:notes>
</file>

<file path=ppt/notesSlides/notesSlide3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3833</a:t>
            </a:fld>
            <a:endParaRPr lang="en-US" dirty="0"/>
          </a:p>
        </p:txBody>
      </p:sp>
    </p:spTree>
    <p:extLst>
      <p:ext uri="{BB962C8B-B14F-4D97-AF65-F5344CB8AC3E}">
        <p14:creationId xmlns:p14="http://schemas.microsoft.com/office/powerpoint/2010/main" val="3197151918"/>
      </p:ext>
    </p:extLst>
  </p:cSld>
  <p:clrMapOvr>
    <a:masterClrMapping/>
  </p:clrMapOvr>
</p:notes>
</file>

<file path=ppt/notesSlides/notesSlide3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3834</a:t>
            </a:fld>
            <a:endParaRPr lang="en-US" dirty="0"/>
          </a:p>
        </p:txBody>
      </p:sp>
    </p:spTree>
    <p:extLst>
      <p:ext uri="{BB962C8B-B14F-4D97-AF65-F5344CB8AC3E}">
        <p14:creationId xmlns:p14="http://schemas.microsoft.com/office/powerpoint/2010/main" val="2322994932"/>
      </p:ext>
    </p:extLst>
  </p:cSld>
  <p:clrMapOvr>
    <a:masterClrMapping/>
  </p:clrMapOvr>
</p:notes>
</file>

<file path=ppt/notesSlides/notesSlide3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3835</a:t>
            </a:fld>
            <a:endParaRPr lang="en-US" dirty="0"/>
          </a:p>
        </p:txBody>
      </p:sp>
    </p:spTree>
    <p:extLst>
      <p:ext uri="{BB962C8B-B14F-4D97-AF65-F5344CB8AC3E}">
        <p14:creationId xmlns:p14="http://schemas.microsoft.com/office/powerpoint/2010/main" val="1923985168"/>
      </p:ext>
    </p:extLst>
  </p:cSld>
  <p:clrMapOvr>
    <a:masterClrMapping/>
  </p:clrMapOvr>
</p:notes>
</file>

<file path=ppt/notesSlides/notesSlide3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3836</a:t>
            </a:fld>
            <a:endParaRPr lang="en-US" dirty="0"/>
          </a:p>
        </p:txBody>
      </p:sp>
    </p:spTree>
    <p:extLst>
      <p:ext uri="{BB962C8B-B14F-4D97-AF65-F5344CB8AC3E}">
        <p14:creationId xmlns:p14="http://schemas.microsoft.com/office/powerpoint/2010/main" val="2910471400"/>
      </p:ext>
    </p:extLst>
  </p:cSld>
  <p:clrMapOvr>
    <a:masterClrMapping/>
  </p:clrMapOvr>
</p:notes>
</file>

<file path=ppt/notesSlides/notesSlide3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3837</a:t>
            </a:fld>
            <a:endParaRPr lang="en-US" dirty="0"/>
          </a:p>
        </p:txBody>
      </p:sp>
    </p:spTree>
    <p:extLst>
      <p:ext uri="{BB962C8B-B14F-4D97-AF65-F5344CB8AC3E}">
        <p14:creationId xmlns:p14="http://schemas.microsoft.com/office/powerpoint/2010/main" val="2634412828"/>
      </p:ext>
    </p:extLst>
  </p:cSld>
  <p:clrMapOvr>
    <a:masterClrMapping/>
  </p:clrMapOvr>
</p:notes>
</file>

<file path=ppt/notesSlides/notesSlide3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3838</a:t>
            </a:fld>
            <a:endParaRPr lang="en-US" dirty="0"/>
          </a:p>
        </p:txBody>
      </p:sp>
    </p:spTree>
    <p:extLst>
      <p:ext uri="{BB962C8B-B14F-4D97-AF65-F5344CB8AC3E}">
        <p14:creationId xmlns:p14="http://schemas.microsoft.com/office/powerpoint/2010/main" val="2359059686"/>
      </p:ext>
    </p:extLst>
  </p:cSld>
  <p:clrMapOvr>
    <a:masterClrMapping/>
  </p:clrMapOvr>
</p:notes>
</file>

<file path=ppt/notesSlides/notesSlide3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3839</a:t>
            </a:fld>
            <a:endParaRPr lang="en-US" dirty="0"/>
          </a:p>
        </p:txBody>
      </p:sp>
    </p:spTree>
    <p:extLst>
      <p:ext uri="{BB962C8B-B14F-4D97-AF65-F5344CB8AC3E}">
        <p14:creationId xmlns:p14="http://schemas.microsoft.com/office/powerpoint/2010/main" val="1383806092"/>
      </p:ext>
    </p:extLst>
  </p:cSld>
  <p:clrMapOvr>
    <a:masterClrMapping/>
  </p:clrMapOvr>
</p:notes>
</file>

<file path=ppt/notesSlides/notesSlide3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3840</a:t>
            </a:fld>
            <a:endParaRPr lang="en-US" dirty="0"/>
          </a:p>
        </p:txBody>
      </p:sp>
    </p:spTree>
    <p:extLst>
      <p:ext uri="{BB962C8B-B14F-4D97-AF65-F5344CB8AC3E}">
        <p14:creationId xmlns:p14="http://schemas.microsoft.com/office/powerpoint/2010/main" val="3998970312"/>
      </p:ext>
    </p:extLst>
  </p:cSld>
  <p:clrMapOvr>
    <a:masterClrMapping/>
  </p:clrMapOvr>
</p:notes>
</file>

<file path=ppt/notesSlides/notesSlide3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3841</a:t>
            </a:fld>
            <a:endParaRPr lang="en-US" dirty="0"/>
          </a:p>
        </p:txBody>
      </p:sp>
    </p:spTree>
    <p:extLst>
      <p:ext uri="{BB962C8B-B14F-4D97-AF65-F5344CB8AC3E}">
        <p14:creationId xmlns:p14="http://schemas.microsoft.com/office/powerpoint/2010/main" val="2839559201"/>
      </p:ext>
    </p:extLst>
  </p:cSld>
  <p:clrMapOvr>
    <a:masterClrMapping/>
  </p:clrMapOvr>
</p:notes>
</file>

<file path=ppt/notesSlides/notesSlide3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3842</a:t>
            </a:fld>
            <a:endParaRPr lang="en-US" dirty="0"/>
          </a:p>
        </p:txBody>
      </p:sp>
    </p:spTree>
    <p:extLst>
      <p:ext uri="{BB962C8B-B14F-4D97-AF65-F5344CB8AC3E}">
        <p14:creationId xmlns:p14="http://schemas.microsoft.com/office/powerpoint/2010/main" val="2816495716"/>
      </p:ext>
    </p:extLst>
  </p:cSld>
  <p:clrMapOvr>
    <a:masterClrMapping/>
  </p:clrMapOvr>
</p:notes>
</file>

<file path=ppt/notesSlides/notesSlide3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3843</a:t>
            </a:fld>
            <a:endParaRPr lang="en-US" dirty="0"/>
          </a:p>
        </p:txBody>
      </p:sp>
    </p:spTree>
    <p:extLst>
      <p:ext uri="{BB962C8B-B14F-4D97-AF65-F5344CB8AC3E}">
        <p14:creationId xmlns:p14="http://schemas.microsoft.com/office/powerpoint/2010/main" val="3969543482"/>
      </p:ext>
    </p:extLst>
  </p:cSld>
  <p:clrMapOvr>
    <a:masterClrMapping/>
  </p:clrMapOvr>
</p:notes>
</file>

<file path=ppt/notesSlides/notesSlide3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3844</a:t>
            </a:fld>
            <a:endParaRPr lang="en-US" dirty="0"/>
          </a:p>
        </p:txBody>
      </p:sp>
    </p:spTree>
    <p:extLst>
      <p:ext uri="{BB962C8B-B14F-4D97-AF65-F5344CB8AC3E}">
        <p14:creationId xmlns:p14="http://schemas.microsoft.com/office/powerpoint/2010/main" val="3103432233"/>
      </p:ext>
    </p:extLst>
  </p:cSld>
  <p:clrMapOvr>
    <a:masterClrMapping/>
  </p:clrMapOvr>
</p:notes>
</file>

<file path=ppt/notesSlides/notesSlide3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3845</a:t>
            </a:fld>
            <a:endParaRPr lang="en-US" dirty="0"/>
          </a:p>
        </p:txBody>
      </p:sp>
    </p:spTree>
    <p:extLst>
      <p:ext uri="{BB962C8B-B14F-4D97-AF65-F5344CB8AC3E}">
        <p14:creationId xmlns:p14="http://schemas.microsoft.com/office/powerpoint/2010/main" val="3950614506"/>
      </p:ext>
    </p:extLst>
  </p:cSld>
  <p:clrMapOvr>
    <a:masterClrMapping/>
  </p:clrMapOvr>
</p:notes>
</file>

<file path=ppt/notesSlides/notesSlide3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3846</a:t>
            </a:fld>
            <a:endParaRPr lang="en-US" dirty="0"/>
          </a:p>
        </p:txBody>
      </p:sp>
    </p:spTree>
    <p:extLst>
      <p:ext uri="{BB962C8B-B14F-4D97-AF65-F5344CB8AC3E}">
        <p14:creationId xmlns:p14="http://schemas.microsoft.com/office/powerpoint/2010/main" val="842450415"/>
      </p:ext>
    </p:extLst>
  </p:cSld>
  <p:clrMapOvr>
    <a:masterClrMapping/>
  </p:clrMapOvr>
</p:notes>
</file>

<file path=ppt/notesSlides/notesSlide3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3847</a:t>
            </a:fld>
            <a:endParaRPr lang="en-US" dirty="0"/>
          </a:p>
        </p:txBody>
      </p:sp>
    </p:spTree>
    <p:extLst>
      <p:ext uri="{BB962C8B-B14F-4D97-AF65-F5344CB8AC3E}">
        <p14:creationId xmlns:p14="http://schemas.microsoft.com/office/powerpoint/2010/main" val="314520921"/>
      </p:ext>
    </p:extLst>
  </p:cSld>
  <p:clrMapOvr>
    <a:masterClrMapping/>
  </p:clrMapOvr>
</p:notes>
</file>

<file path=ppt/notesSlides/notesSlide3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3848</a:t>
            </a:fld>
            <a:endParaRPr lang="en-US" dirty="0"/>
          </a:p>
        </p:txBody>
      </p:sp>
    </p:spTree>
    <p:extLst>
      <p:ext uri="{BB962C8B-B14F-4D97-AF65-F5344CB8AC3E}">
        <p14:creationId xmlns:p14="http://schemas.microsoft.com/office/powerpoint/2010/main" val="866450764"/>
      </p:ext>
    </p:extLst>
  </p:cSld>
  <p:clrMapOvr>
    <a:masterClrMapping/>
  </p:clrMapOvr>
</p:notes>
</file>

<file path=ppt/notesSlides/notesSlide3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3849</a:t>
            </a:fld>
            <a:endParaRPr lang="en-US" dirty="0"/>
          </a:p>
        </p:txBody>
      </p:sp>
    </p:spTree>
    <p:extLst>
      <p:ext uri="{BB962C8B-B14F-4D97-AF65-F5344CB8AC3E}">
        <p14:creationId xmlns:p14="http://schemas.microsoft.com/office/powerpoint/2010/main" val="2053543459"/>
      </p:ext>
    </p:extLst>
  </p:cSld>
  <p:clrMapOvr>
    <a:masterClrMapping/>
  </p:clrMapOvr>
</p:notes>
</file>

<file path=ppt/notesSlides/notesSlide3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3850</a:t>
            </a:fld>
            <a:endParaRPr lang="en-US" dirty="0"/>
          </a:p>
        </p:txBody>
      </p:sp>
    </p:spTree>
    <p:extLst>
      <p:ext uri="{BB962C8B-B14F-4D97-AF65-F5344CB8AC3E}">
        <p14:creationId xmlns:p14="http://schemas.microsoft.com/office/powerpoint/2010/main" val="3804084915"/>
      </p:ext>
    </p:extLst>
  </p:cSld>
  <p:clrMapOvr>
    <a:masterClrMapping/>
  </p:clrMapOvr>
</p:notes>
</file>

<file path=ppt/notesSlides/notesSlide3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3851</a:t>
            </a:fld>
            <a:endParaRPr lang="en-US" dirty="0"/>
          </a:p>
        </p:txBody>
      </p:sp>
    </p:spTree>
    <p:extLst>
      <p:ext uri="{BB962C8B-B14F-4D97-AF65-F5344CB8AC3E}">
        <p14:creationId xmlns:p14="http://schemas.microsoft.com/office/powerpoint/2010/main" val="3379090859"/>
      </p:ext>
    </p:extLst>
  </p:cSld>
  <p:clrMapOvr>
    <a:masterClrMapping/>
  </p:clrMapOvr>
</p:notes>
</file>

<file path=ppt/notesSlides/notesSlide3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3852</a:t>
            </a:fld>
            <a:endParaRPr lang="en-US" dirty="0"/>
          </a:p>
        </p:txBody>
      </p:sp>
    </p:spTree>
    <p:extLst>
      <p:ext uri="{BB962C8B-B14F-4D97-AF65-F5344CB8AC3E}">
        <p14:creationId xmlns:p14="http://schemas.microsoft.com/office/powerpoint/2010/main" val="38928784"/>
      </p:ext>
    </p:extLst>
  </p:cSld>
  <p:clrMapOvr>
    <a:masterClrMapping/>
  </p:clrMapOvr>
</p:notes>
</file>

<file path=ppt/notesSlides/notesSlide3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3853</a:t>
            </a:fld>
            <a:endParaRPr lang="en-US" dirty="0"/>
          </a:p>
        </p:txBody>
      </p:sp>
    </p:spTree>
    <p:extLst>
      <p:ext uri="{BB962C8B-B14F-4D97-AF65-F5344CB8AC3E}">
        <p14:creationId xmlns:p14="http://schemas.microsoft.com/office/powerpoint/2010/main" val="2835759548"/>
      </p:ext>
    </p:extLst>
  </p:cSld>
  <p:clrMapOvr>
    <a:masterClrMapping/>
  </p:clrMapOvr>
</p:notes>
</file>

<file path=ppt/notesSlides/notesSlide3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3854</a:t>
            </a:fld>
            <a:endParaRPr lang="en-US" dirty="0"/>
          </a:p>
        </p:txBody>
      </p:sp>
    </p:spTree>
    <p:extLst>
      <p:ext uri="{BB962C8B-B14F-4D97-AF65-F5344CB8AC3E}">
        <p14:creationId xmlns:p14="http://schemas.microsoft.com/office/powerpoint/2010/main" val="560925303"/>
      </p:ext>
    </p:extLst>
  </p:cSld>
  <p:clrMapOvr>
    <a:masterClrMapping/>
  </p:clrMapOvr>
</p:notes>
</file>

<file path=ppt/notesSlides/notesSlide3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3855</a:t>
            </a:fld>
            <a:endParaRPr lang="en-US" dirty="0"/>
          </a:p>
        </p:txBody>
      </p:sp>
    </p:spTree>
    <p:extLst>
      <p:ext uri="{BB962C8B-B14F-4D97-AF65-F5344CB8AC3E}">
        <p14:creationId xmlns:p14="http://schemas.microsoft.com/office/powerpoint/2010/main" val="2148559570"/>
      </p:ext>
    </p:extLst>
  </p:cSld>
  <p:clrMapOvr>
    <a:masterClrMapping/>
  </p:clrMapOvr>
</p:notes>
</file>

<file path=ppt/notesSlides/notesSlide3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3856</a:t>
            </a:fld>
            <a:endParaRPr lang="en-US" dirty="0"/>
          </a:p>
        </p:txBody>
      </p:sp>
    </p:spTree>
    <p:extLst>
      <p:ext uri="{BB962C8B-B14F-4D97-AF65-F5344CB8AC3E}">
        <p14:creationId xmlns:p14="http://schemas.microsoft.com/office/powerpoint/2010/main" val="3754791652"/>
      </p:ext>
    </p:extLst>
  </p:cSld>
  <p:clrMapOvr>
    <a:masterClrMapping/>
  </p:clrMapOvr>
</p:notes>
</file>

<file path=ppt/notesSlides/notesSlide3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3857</a:t>
            </a:fld>
            <a:endParaRPr lang="en-US" dirty="0"/>
          </a:p>
        </p:txBody>
      </p:sp>
    </p:spTree>
    <p:extLst>
      <p:ext uri="{BB962C8B-B14F-4D97-AF65-F5344CB8AC3E}">
        <p14:creationId xmlns:p14="http://schemas.microsoft.com/office/powerpoint/2010/main" val="1376987717"/>
      </p:ext>
    </p:extLst>
  </p:cSld>
  <p:clrMapOvr>
    <a:masterClrMapping/>
  </p:clrMapOvr>
</p:notes>
</file>

<file path=ppt/notesSlides/notesSlide3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3858</a:t>
            </a:fld>
            <a:endParaRPr lang="en-US" dirty="0"/>
          </a:p>
        </p:txBody>
      </p:sp>
    </p:spTree>
    <p:extLst>
      <p:ext uri="{BB962C8B-B14F-4D97-AF65-F5344CB8AC3E}">
        <p14:creationId xmlns:p14="http://schemas.microsoft.com/office/powerpoint/2010/main" val="3212245950"/>
      </p:ext>
    </p:extLst>
  </p:cSld>
  <p:clrMapOvr>
    <a:masterClrMapping/>
  </p:clrMapOvr>
</p:notes>
</file>

<file path=ppt/notesSlides/notesSlide3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3859</a:t>
            </a:fld>
            <a:endParaRPr lang="en-US" dirty="0"/>
          </a:p>
        </p:txBody>
      </p:sp>
    </p:spTree>
    <p:extLst>
      <p:ext uri="{BB962C8B-B14F-4D97-AF65-F5344CB8AC3E}">
        <p14:creationId xmlns:p14="http://schemas.microsoft.com/office/powerpoint/2010/main" val="2042271688"/>
      </p:ext>
    </p:extLst>
  </p:cSld>
  <p:clrMapOvr>
    <a:masterClrMapping/>
  </p:clrMapOvr>
</p:notes>
</file>

<file path=ppt/notesSlides/notesSlide3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3860</a:t>
            </a:fld>
            <a:endParaRPr lang="en-US" dirty="0"/>
          </a:p>
        </p:txBody>
      </p:sp>
    </p:spTree>
    <p:extLst>
      <p:ext uri="{BB962C8B-B14F-4D97-AF65-F5344CB8AC3E}">
        <p14:creationId xmlns:p14="http://schemas.microsoft.com/office/powerpoint/2010/main" val="1355484107"/>
      </p:ext>
    </p:extLst>
  </p:cSld>
  <p:clrMapOvr>
    <a:masterClrMapping/>
  </p:clrMapOvr>
</p:notes>
</file>

<file path=ppt/notesSlides/notesSlide3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3861</a:t>
            </a:fld>
            <a:endParaRPr lang="en-US" dirty="0"/>
          </a:p>
        </p:txBody>
      </p:sp>
    </p:spTree>
    <p:extLst>
      <p:ext uri="{BB962C8B-B14F-4D97-AF65-F5344CB8AC3E}">
        <p14:creationId xmlns:p14="http://schemas.microsoft.com/office/powerpoint/2010/main" val="1152310912"/>
      </p:ext>
    </p:extLst>
  </p:cSld>
  <p:clrMapOvr>
    <a:masterClrMapping/>
  </p:clrMapOvr>
</p:notes>
</file>

<file path=ppt/notesSlides/notesSlide3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3862</a:t>
            </a:fld>
            <a:endParaRPr lang="en-US" dirty="0"/>
          </a:p>
        </p:txBody>
      </p:sp>
    </p:spTree>
    <p:extLst>
      <p:ext uri="{BB962C8B-B14F-4D97-AF65-F5344CB8AC3E}">
        <p14:creationId xmlns:p14="http://schemas.microsoft.com/office/powerpoint/2010/main" val="311245473"/>
      </p:ext>
    </p:extLst>
  </p:cSld>
  <p:clrMapOvr>
    <a:masterClrMapping/>
  </p:clrMapOvr>
</p:notes>
</file>

<file path=ppt/notesSlides/notesSlide3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3863</a:t>
            </a:fld>
            <a:endParaRPr lang="en-US" dirty="0"/>
          </a:p>
        </p:txBody>
      </p:sp>
    </p:spTree>
    <p:extLst>
      <p:ext uri="{BB962C8B-B14F-4D97-AF65-F5344CB8AC3E}">
        <p14:creationId xmlns:p14="http://schemas.microsoft.com/office/powerpoint/2010/main" val="2825896705"/>
      </p:ext>
    </p:extLst>
  </p:cSld>
  <p:clrMapOvr>
    <a:masterClrMapping/>
  </p:clrMapOvr>
</p:notes>
</file>

<file path=ppt/notesSlides/notesSlide3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3864</a:t>
            </a:fld>
            <a:endParaRPr lang="en-US" dirty="0"/>
          </a:p>
        </p:txBody>
      </p:sp>
    </p:spTree>
    <p:extLst>
      <p:ext uri="{BB962C8B-B14F-4D97-AF65-F5344CB8AC3E}">
        <p14:creationId xmlns:p14="http://schemas.microsoft.com/office/powerpoint/2010/main" val="1974816667"/>
      </p:ext>
    </p:extLst>
  </p:cSld>
  <p:clrMapOvr>
    <a:masterClrMapping/>
  </p:clrMapOvr>
</p:notes>
</file>

<file path=ppt/notesSlides/notesSlide3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3865</a:t>
            </a:fld>
            <a:endParaRPr lang="en-US" dirty="0"/>
          </a:p>
        </p:txBody>
      </p:sp>
    </p:spTree>
    <p:extLst>
      <p:ext uri="{BB962C8B-B14F-4D97-AF65-F5344CB8AC3E}">
        <p14:creationId xmlns:p14="http://schemas.microsoft.com/office/powerpoint/2010/main" val="3793522247"/>
      </p:ext>
    </p:extLst>
  </p:cSld>
  <p:clrMapOvr>
    <a:masterClrMapping/>
  </p:clrMapOvr>
</p:notes>
</file>

<file path=ppt/notesSlides/notesSlide3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3866</a:t>
            </a:fld>
            <a:endParaRPr lang="en-US" dirty="0"/>
          </a:p>
        </p:txBody>
      </p:sp>
    </p:spTree>
    <p:extLst>
      <p:ext uri="{BB962C8B-B14F-4D97-AF65-F5344CB8AC3E}">
        <p14:creationId xmlns:p14="http://schemas.microsoft.com/office/powerpoint/2010/main" val="376790576"/>
      </p:ext>
    </p:extLst>
  </p:cSld>
  <p:clrMapOvr>
    <a:masterClrMapping/>
  </p:clrMapOvr>
</p:notes>
</file>

<file path=ppt/notesSlides/notesSlide3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3867</a:t>
            </a:fld>
            <a:endParaRPr lang="en-US" dirty="0"/>
          </a:p>
        </p:txBody>
      </p:sp>
    </p:spTree>
    <p:extLst>
      <p:ext uri="{BB962C8B-B14F-4D97-AF65-F5344CB8AC3E}">
        <p14:creationId xmlns:p14="http://schemas.microsoft.com/office/powerpoint/2010/main" val="2875796436"/>
      </p:ext>
    </p:extLst>
  </p:cSld>
  <p:clrMapOvr>
    <a:masterClrMapping/>
  </p:clrMapOvr>
</p:notes>
</file>

<file path=ppt/notesSlides/notesSlide3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3868</a:t>
            </a:fld>
            <a:endParaRPr lang="en-US" dirty="0"/>
          </a:p>
        </p:txBody>
      </p:sp>
    </p:spTree>
    <p:extLst>
      <p:ext uri="{BB962C8B-B14F-4D97-AF65-F5344CB8AC3E}">
        <p14:creationId xmlns:p14="http://schemas.microsoft.com/office/powerpoint/2010/main" val="4046130737"/>
      </p:ext>
    </p:extLst>
  </p:cSld>
  <p:clrMapOvr>
    <a:masterClrMapping/>
  </p:clrMapOvr>
</p:notes>
</file>

<file path=ppt/notesSlides/notesSlide3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3869</a:t>
            </a:fld>
            <a:endParaRPr lang="en-US" dirty="0"/>
          </a:p>
        </p:txBody>
      </p:sp>
    </p:spTree>
    <p:extLst>
      <p:ext uri="{BB962C8B-B14F-4D97-AF65-F5344CB8AC3E}">
        <p14:creationId xmlns:p14="http://schemas.microsoft.com/office/powerpoint/2010/main" val="1157579527"/>
      </p:ext>
    </p:extLst>
  </p:cSld>
  <p:clrMapOvr>
    <a:masterClrMapping/>
  </p:clrMapOvr>
</p:notes>
</file>

<file path=ppt/notesSlides/notesSlide3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3870</a:t>
            </a:fld>
            <a:endParaRPr lang="en-US" dirty="0"/>
          </a:p>
        </p:txBody>
      </p:sp>
    </p:spTree>
    <p:extLst>
      <p:ext uri="{BB962C8B-B14F-4D97-AF65-F5344CB8AC3E}">
        <p14:creationId xmlns:p14="http://schemas.microsoft.com/office/powerpoint/2010/main" val="862072546"/>
      </p:ext>
    </p:extLst>
  </p:cSld>
  <p:clrMapOvr>
    <a:masterClrMapping/>
  </p:clrMapOvr>
</p:notes>
</file>

<file path=ppt/notesSlides/notesSlide3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3871</a:t>
            </a:fld>
            <a:endParaRPr lang="en-US" dirty="0"/>
          </a:p>
        </p:txBody>
      </p:sp>
    </p:spTree>
    <p:extLst>
      <p:ext uri="{BB962C8B-B14F-4D97-AF65-F5344CB8AC3E}">
        <p14:creationId xmlns:p14="http://schemas.microsoft.com/office/powerpoint/2010/main" val="2204272221"/>
      </p:ext>
    </p:extLst>
  </p:cSld>
  <p:clrMapOvr>
    <a:masterClrMapping/>
  </p:clrMapOvr>
</p:notes>
</file>

<file path=ppt/notesSlides/notesSlide3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3872</a:t>
            </a:fld>
            <a:endParaRPr lang="en-US" dirty="0"/>
          </a:p>
        </p:txBody>
      </p:sp>
    </p:spTree>
    <p:extLst>
      <p:ext uri="{BB962C8B-B14F-4D97-AF65-F5344CB8AC3E}">
        <p14:creationId xmlns:p14="http://schemas.microsoft.com/office/powerpoint/2010/main" val="662950343"/>
      </p:ext>
    </p:extLst>
  </p:cSld>
  <p:clrMapOvr>
    <a:masterClrMapping/>
  </p:clrMapOvr>
</p:notes>
</file>

<file path=ppt/notesSlides/notesSlide3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3873</a:t>
            </a:fld>
            <a:endParaRPr lang="en-US" dirty="0"/>
          </a:p>
        </p:txBody>
      </p:sp>
    </p:spTree>
    <p:extLst>
      <p:ext uri="{BB962C8B-B14F-4D97-AF65-F5344CB8AC3E}">
        <p14:creationId xmlns:p14="http://schemas.microsoft.com/office/powerpoint/2010/main" val="447660146"/>
      </p:ext>
    </p:extLst>
  </p:cSld>
  <p:clrMapOvr>
    <a:masterClrMapping/>
  </p:clrMapOvr>
</p:notes>
</file>

<file path=ppt/notesSlides/notesSlide3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3874</a:t>
            </a:fld>
            <a:endParaRPr lang="en-US" dirty="0"/>
          </a:p>
        </p:txBody>
      </p:sp>
    </p:spTree>
    <p:extLst>
      <p:ext uri="{BB962C8B-B14F-4D97-AF65-F5344CB8AC3E}">
        <p14:creationId xmlns:p14="http://schemas.microsoft.com/office/powerpoint/2010/main" val="1832540514"/>
      </p:ext>
    </p:extLst>
  </p:cSld>
  <p:clrMapOvr>
    <a:masterClrMapping/>
  </p:clrMapOvr>
</p:notes>
</file>

<file path=ppt/notesSlides/notesSlide3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3875</a:t>
            </a:fld>
            <a:endParaRPr lang="en-US" dirty="0"/>
          </a:p>
        </p:txBody>
      </p:sp>
    </p:spTree>
    <p:extLst>
      <p:ext uri="{BB962C8B-B14F-4D97-AF65-F5344CB8AC3E}">
        <p14:creationId xmlns:p14="http://schemas.microsoft.com/office/powerpoint/2010/main" val="2689613480"/>
      </p:ext>
    </p:extLst>
  </p:cSld>
  <p:clrMapOvr>
    <a:masterClrMapping/>
  </p:clrMapOvr>
</p:notes>
</file>

<file path=ppt/notesSlides/notesSlide3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3876</a:t>
            </a:fld>
            <a:endParaRPr lang="en-US" dirty="0"/>
          </a:p>
        </p:txBody>
      </p:sp>
    </p:spTree>
    <p:extLst>
      <p:ext uri="{BB962C8B-B14F-4D97-AF65-F5344CB8AC3E}">
        <p14:creationId xmlns:p14="http://schemas.microsoft.com/office/powerpoint/2010/main" val="4126907040"/>
      </p:ext>
    </p:extLst>
  </p:cSld>
  <p:clrMapOvr>
    <a:masterClrMapping/>
  </p:clrMapOvr>
</p:notes>
</file>

<file path=ppt/notesSlides/notesSlide3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3877</a:t>
            </a:fld>
            <a:endParaRPr lang="en-US" dirty="0"/>
          </a:p>
        </p:txBody>
      </p:sp>
    </p:spTree>
    <p:extLst>
      <p:ext uri="{BB962C8B-B14F-4D97-AF65-F5344CB8AC3E}">
        <p14:creationId xmlns:p14="http://schemas.microsoft.com/office/powerpoint/2010/main" val="1271048096"/>
      </p:ext>
    </p:extLst>
  </p:cSld>
  <p:clrMapOvr>
    <a:masterClrMapping/>
  </p:clrMapOvr>
</p:notes>
</file>

<file path=ppt/notesSlides/notesSlide3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3878</a:t>
            </a:fld>
            <a:endParaRPr lang="en-US" dirty="0"/>
          </a:p>
        </p:txBody>
      </p:sp>
    </p:spTree>
    <p:extLst>
      <p:ext uri="{BB962C8B-B14F-4D97-AF65-F5344CB8AC3E}">
        <p14:creationId xmlns:p14="http://schemas.microsoft.com/office/powerpoint/2010/main" val="1479887791"/>
      </p:ext>
    </p:extLst>
  </p:cSld>
  <p:clrMapOvr>
    <a:masterClrMapping/>
  </p:clrMapOvr>
</p:notes>
</file>

<file path=ppt/notesSlides/notesSlide3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3879</a:t>
            </a:fld>
            <a:endParaRPr lang="en-US" dirty="0"/>
          </a:p>
        </p:txBody>
      </p:sp>
    </p:spTree>
    <p:extLst>
      <p:ext uri="{BB962C8B-B14F-4D97-AF65-F5344CB8AC3E}">
        <p14:creationId xmlns:p14="http://schemas.microsoft.com/office/powerpoint/2010/main" val="3449365365"/>
      </p:ext>
    </p:extLst>
  </p:cSld>
  <p:clrMapOvr>
    <a:masterClrMapping/>
  </p:clrMapOvr>
</p:notes>
</file>

<file path=ppt/notesSlides/notesSlide3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3880</a:t>
            </a:fld>
            <a:endParaRPr lang="en-US" dirty="0"/>
          </a:p>
        </p:txBody>
      </p:sp>
    </p:spTree>
    <p:extLst>
      <p:ext uri="{BB962C8B-B14F-4D97-AF65-F5344CB8AC3E}">
        <p14:creationId xmlns:p14="http://schemas.microsoft.com/office/powerpoint/2010/main" val="2069095484"/>
      </p:ext>
    </p:extLst>
  </p:cSld>
  <p:clrMapOvr>
    <a:masterClrMapping/>
  </p:clrMapOvr>
</p:notes>
</file>

<file path=ppt/notesSlides/notesSlide3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3881</a:t>
            </a:fld>
            <a:endParaRPr lang="en-US" dirty="0"/>
          </a:p>
        </p:txBody>
      </p:sp>
    </p:spTree>
    <p:extLst>
      <p:ext uri="{BB962C8B-B14F-4D97-AF65-F5344CB8AC3E}">
        <p14:creationId xmlns:p14="http://schemas.microsoft.com/office/powerpoint/2010/main" val="1056976916"/>
      </p:ext>
    </p:extLst>
  </p:cSld>
  <p:clrMapOvr>
    <a:masterClrMapping/>
  </p:clrMapOvr>
</p:notes>
</file>

<file path=ppt/notesSlides/notesSlide3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3882</a:t>
            </a:fld>
            <a:endParaRPr lang="en-US" dirty="0"/>
          </a:p>
        </p:txBody>
      </p:sp>
    </p:spTree>
    <p:extLst>
      <p:ext uri="{BB962C8B-B14F-4D97-AF65-F5344CB8AC3E}">
        <p14:creationId xmlns:p14="http://schemas.microsoft.com/office/powerpoint/2010/main" val="2626806937"/>
      </p:ext>
    </p:extLst>
  </p:cSld>
  <p:clrMapOvr>
    <a:masterClrMapping/>
  </p:clrMapOvr>
</p:notes>
</file>

<file path=ppt/notesSlides/notesSlide3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3883</a:t>
            </a:fld>
            <a:endParaRPr lang="en-US" dirty="0"/>
          </a:p>
        </p:txBody>
      </p:sp>
    </p:spTree>
    <p:extLst>
      <p:ext uri="{BB962C8B-B14F-4D97-AF65-F5344CB8AC3E}">
        <p14:creationId xmlns:p14="http://schemas.microsoft.com/office/powerpoint/2010/main" val="1677997966"/>
      </p:ext>
    </p:extLst>
  </p:cSld>
  <p:clrMapOvr>
    <a:masterClrMapping/>
  </p:clrMapOvr>
</p:notes>
</file>

<file path=ppt/notesSlides/notesSlide3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3884</a:t>
            </a:fld>
            <a:endParaRPr lang="en-US" dirty="0"/>
          </a:p>
        </p:txBody>
      </p:sp>
    </p:spTree>
    <p:extLst>
      <p:ext uri="{BB962C8B-B14F-4D97-AF65-F5344CB8AC3E}">
        <p14:creationId xmlns:p14="http://schemas.microsoft.com/office/powerpoint/2010/main" val="1952826264"/>
      </p:ext>
    </p:extLst>
  </p:cSld>
  <p:clrMapOvr>
    <a:masterClrMapping/>
  </p:clrMapOvr>
</p:notes>
</file>

<file path=ppt/notesSlides/notesSlide3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3885</a:t>
            </a:fld>
            <a:endParaRPr lang="en-US" dirty="0"/>
          </a:p>
        </p:txBody>
      </p:sp>
    </p:spTree>
    <p:extLst>
      <p:ext uri="{BB962C8B-B14F-4D97-AF65-F5344CB8AC3E}">
        <p14:creationId xmlns:p14="http://schemas.microsoft.com/office/powerpoint/2010/main" val="533906003"/>
      </p:ext>
    </p:extLst>
  </p:cSld>
  <p:clrMapOvr>
    <a:masterClrMapping/>
  </p:clrMapOvr>
</p:notes>
</file>

<file path=ppt/notesSlides/notesSlide3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3886</a:t>
            </a:fld>
            <a:endParaRPr lang="en-US" dirty="0"/>
          </a:p>
        </p:txBody>
      </p:sp>
    </p:spTree>
    <p:extLst>
      <p:ext uri="{BB962C8B-B14F-4D97-AF65-F5344CB8AC3E}">
        <p14:creationId xmlns:p14="http://schemas.microsoft.com/office/powerpoint/2010/main" val="3324154661"/>
      </p:ext>
    </p:extLst>
  </p:cSld>
  <p:clrMapOvr>
    <a:masterClrMapping/>
  </p:clrMapOvr>
</p:notes>
</file>

<file path=ppt/notesSlides/notesSlide3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3887</a:t>
            </a:fld>
            <a:endParaRPr lang="en-US" dirty="0"/>
          </a:p>
        </p:txBody>
      </p:sp>
    </p:spTree>
    <p:extLst>
      <p:ext uri="{BB962C8B-B14F-4D97-AF65-F5344CB8AC3E}">
        <p14:creationId xmlns:p14="http://schemas.microsoft.com/office/powerpoint/2010/main" val="3596569818"/>
      </p:ext>
    </p:extLst>
  </p:cSld>
  <p:clrMapOvr>
    <a:masterClrMapping/>
  </p:clrMapOvr>
</p:notes>
</file>

<file path=ppt/notesSlides/notesSlide3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3888</a:t>
            </a:fld>
            <a:endParaRPr lang="en-US" dirty="0"/>
          </a:p>
        </p:txBody>
      </p:sp>
    </p:spTree>
    <p:extLst>
      <p:ext uri="{BB962C8B-B14F-4D97-AF65-F5344CB8AC3E}">
        <p14:creationId xmlns:p14="http://schemas.microsoft.com/office/powerpoint/2010/main" val="2776484922"/>
      </p:ext>
    </p:extLst>
  </p:cSld>
  <p:clrMapOvr>
    <a:masterClrMapping/>
  </p:clrMapOvr>
</p:notes>
</file>

<file path=ppt/notesSlides/notesSlide3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3889</a:t>
            </a:fld>
            <a:endParaRPr lang="en-US" dirty="0"/>
          </a:p>
        </p:txBody>
      </p:sp>
    </p:spTree>
    <p:extLst>
      <p:ext uri="{BB962C8B-B14F-4D97-AF65-F5344CB8AC3E}">
        <p14:creationId xmlns:p14="http://schemas.microsoft.com/office/powerpoint/2010/main" val="1820763885"/>
      </p:ext>
    </p:extLst>
  </p:cSld>
  <p:clrMapOvr>
    <a:masterClrMapping/>
  </p:clrMapOvr>
</p:notes>
</file>

<file path=ppt/notesSlides/notesSlide3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3890</a:t>
            </a:fld>
            <a:endParaRPr lang="en-US" dirty="0"/>
          </a:p>
        </p:txBody>
      </p:sp>
    </p:spTree>
    <p:extLst>
      <p:ext uri="{BB962C8B-B14F-4D97-AF65-F5344CB8AC3E}">
        <p14:creationId xmlns:p14="http://schemas.microsoft.com/office/powerpoint/2010/main" val="2538133820"/>
      </p:ext>
    </p:extLst>
  </p:cSld>
  <p:clrMapOvr>
    <a:masterClrMapping/>
  </p:clrMapOvr>
</p:notes>
</file>

<file path=ppt/notesSlides/notesSlide3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3891</a:t>
            </a:fld>
            <a:endParaRPr lang="en-US" dirty="0"/>
          </a:p>
        </p:txBody>
      </p:sp>
    </p:spTree>
    <p:extLst>
      <p:ext uri="{BB962C8B-B14F-4D97-AF65-F5344CB8AC3E}">
        <p14:creationId xmlns:p14="http://schemas.microsoft.com/office/powerpoint/2010/main" val="3886648827"/>
      </p:ext>
    </p:extLst>
  </p:cSld>
  <p:clrMapOvr>
    <a:masterClrMapping/>
  </p:clrMapOvr>
</p:notes>
</file>

<file path=ppt/notesSlides/notesSlide3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3892</a:t>
            </a:fld>
            <a:endParaRPr lang="en-US" dirty="0"/>
          </a:p>
        </p:txBody>
      </p:sp>
    </p:spTree>
    <p:extLst>
      <p:ext uri="{BB962C8B-B14F-4D97-AF65-F5344CB8AC3E}">
        <p14:creationId xmlns:p14="http://schemas.microsoft.com/office/powerpoint/2010/main" val="4203036900"/>
      </p:ext>
    </p:extLst>
  </p:cSld>
  <p:clrMapOvr>
    <a:masterClrMapping/>
  </p:clrMapOvr>
</p:notes>
</file>

<file path=ppt/notesSlides/notesSlide3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3893</a:t>
            </a:fld>
            <a:endParaRPr lang="en-US" dirty="0"/>
          </a:p>
        </p:txBody>
      </p:sp>
    </p:spTree>
    <p:extLst>
      <p:ext uri="{BB962C8B-B14F-4D97-AF65-F5344CB8AC3E}">
        <p14:creationId xmlns:p14="http://schemas.microsoft.com/office/powerpoint/2010/main" val="3358170772"/>
      </p:ext>
    </p:extLst>
  </p:cSld>
  <p:clrMapOvr>
    <a:masterClrMapping/>
  </p:clrMapOvr>
</p:notes>
</file>

<file path=ppt/notesSlides/notesSlide3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3894</a:t>
            </a:fld>
            <a:endParaRPr lang="en-US" dirty="0"/>
          </a:p>
        </p:txBody>
      </p:sp>
    </p:spTree>
    <p:extLst>
      <p:ext uri="{BB962C8B-B14F-4D97-AF65-F5344CB8AC3E}">
        <p14:creationId xmlns:p14="http://schemas.microsoft.com/office/powerpoint/2010/main" val="1064457639"/>
      </p:ext>
    </p:extLst>
  </p:cSld>
  <p:clrMapOvr>
    <a:masterClrMapping/>
  </p:clrMapOvr>
</p:notes>
</file>

<file path=ppt/notesSlides/notesSlide3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3895</a:t>
            </a:fld>
            <a:endParaRPr lang="en-US" dirty="0"/>
          </a:p>
        </p:txBody>
      </p:sp>
    </p:spTree>
    <p:extLst>
      <p:ext uri="{BB962C8B-B14F-4D97-AF65-F5344CB8AC3E}">
        <p14:creationId xmlns:p14="http://schemas.microsoft.com/office/powerpoint/2010/main" val="2007665293"/>
      </p:ext>
    </p:extLst>
  </p:cSld>
  <p:clrMapOvr>
    <a:masterClrMapping/>
  </p:clrMapOvr>
</p:notes>
</file>

<file path=ppt/notesSlides/notesSlide3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3896</a:t>
            </a:fld>
            <a:endParaRPr lang="en-US" dirty="0"/>
          </a:p>
        </p:txBody>
      </p:sp>
    </p:spTree>
    <p:extLst>
      <p:ext uri="{BB962C8B-B14F-4D97-AF65-F5344CB8AC3E}">
        <p14:creationId xmlns:p14="http://schemas.microsoft.com/office/powerpoint/2010/main" val="534880629"/>
      </p:ext>
    </p:extLst>
  </p:cSld>
  <p:clrMapOvr>
    <a:masterClrMapping/>
  </p:clrMapOvr>
</p:notes>
</file>

<file path=ppt/notesSlides/notesSlide3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3897</a:t>
            </a:fld>
            <a:endParaRPr lang="en-US" dirty="0"/>
          </a:p>
        </p:txBody>
      </p:sp>
    </p:spTree>
    <p:extLst>
      <p:ext uri="{BB962C8B-B14F-4D97-AF65-F5344CB8AC3E}">
        <p14:creationId xmlns:p14="http://schemas.microsoft.com/office/powerpoint/2010/main" val="2656529584"/>
      </p:ext>
    </p:extLst>
  </p:cSld>
  <p:clrMapOvr>
    <a:masterClrMapping/>
  </p:clrMapOvr>
</p:notes>
</file>

<file path=ppt/notesSlides/notesSlide3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3898</a:t>
            </a:fld>
            <a:endParaRPr lang="en-US" dirty="0"/>
          </a:p>
        </p:txBody>
      </p:sp>
    </p:spTree>
    <p:extLst>
      <p:ext uri="{BB962C8B-B14F-4D97-AF65-F5344CB8AC3E}">
        <p14:creationId xmlns:p14="http://schemas.microsoft.com/office/powerpoint/2010/main" val="4000981611"/>
      </p:ext>
    </p:extLst>
  </p:cSld>
  <p:clrMapOvr>
    <a:masterClrMapping/>
  </p:clrMapOvr>
</p:notes>
</file>

<file path=ppt/notesSlides/notesSlide3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3899</a:t>
            </a:fld>
            <a:endParaRPr lang="en-US" dirty="0"/>
          </a:p>
        </p:txBody>
      </p:sp>
    </p:spTree>
    <p:extLst>
      <p:ext uri="{BB962C8B-B14F-4D97-AF65-F5344CB8AC3E}">
        <p14:creationId xmlns:p14="http://schemas.microsoft.com/office/powerpoint/2010/main" val="3080935769"/>
      </p:ext>
    </p:extLst>
  </p:cSld>
  <p:clrMapOvr>
    <a:masterClrMapping/>
  </p:clrMapOvr>
</p:notes>
</file>

<file path=ppt/notesSlides/notesSlide3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3900</a:t>
            </a:fld>
            <a:endParaRPr lang="en-US" dirty="0"/>
          </a:p>
        </p:txBody>
      </p:sp>
    </p:spTree>
    <p:extLst>
      <p:ext uri="{BB962C8B-B14F-4D97-AF65-F5344CB8AC3E}">
        <p14:creationId xmlns:p14="http://schemas.microsoft.com/office/powerpoint/2010/main" val="2239988275"/>
      </p:ext>
    </p:extLst>
  </p:cSld>
  <p:clrMapOvr>
    <a:masterClrMapping/>
  </p:clrMapOvr>
</p:notes>
</file>

<file path=ppt/notesSlides/notesSlide3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3901</a:t>
            </a:fld>
            <a:endParaRPr lang="en-US" dirty="0"/>
          </a:p>
        </p:txBody>
      </p:sp>
    </p:spTree>
    <p:extLst>
      <p:ext uri="{BB962C8B-B14F-4D97-AF65-F5344CB8AC3E}">
        <p14:creationId xmlns:p14="http://schemas.microsoft.com/office/powerpoint/2010/main" val="3634927005"/>
      </p:ext>
    </p:extLst>
  </p:cSld>
  <p:clrMapOvr>
    <a:masterClrMapping/>
  </p:clrMapOvr>
</p:notes>
</file>

<file path=ppt/notesSlides/notesSlide3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3902</a:t>
            </a:fld>
            <a:endParaRPr lang="en-US" dirty="0"/>
          </a:p>
        </p:txBody>
      </p:sp>
    </p:spTree>
    <p:extLst>
      <p:ext uri="{BB962C8B-B14F-4D97-AF65-F5344CB8AC3E}">
        <p14:creationId xmlns:p14="http://schemas.microsoft.com/office/powerpoint/2010/main" val="388517458"/>
      </p:ext>
    </p:extLst>
  </p:cSld>
  <p:clrMapOvr>
    <a:masterClrMapping/>
  </p:clrMapOvr>
</p:notes>
</file>

<file path=ppt/notesSlides/notesSlide3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3903</a:t>
            </a:fld>
            <a:endParaRPr lang="en-US" dirty="0"/>
          </a:p>
        </p:txBody>
      </p:sp>
    </p:spTree>
    <p:extLst>
      <p:ext uri="{BB962C8B-B14F-4D97-AF65-F5344CB8AC3E}">
        <p14:creationId xmlns:p14="http://schemas.microsoft.com/office/powerpoint/2010/main" val="4255171475"/>
      </p:ext>
    </p:extLst>
  </p:cSld>
  <p:clrMapOvr>
    <a:masterClrMapping/>
  </p:clrMapOvr>
</p:notes>
</file>

<file path=ppt/notesSlides/notesSlide3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3904</a:t>
            </a:fld>
            <a:endParaRPr lang="en-US" dirty="0"/>
          </a:p>
        </p:txBody>
      </p:sp>
    </p:spTree>
    <p:extLst>
      <p:ext uri="{BB962C8B-B14F-4D97-AF65-F5344CB8AC3E}">
        <p14:creationId xmlns:p14="http://schemas.microsoft.com/office/powerpoint/2010/main" val="3658494654"/>
      </p:ext>
    </p:extLst>
  </p:cSld>
  <p:clrMapOvr>
    <a:masterClrMapping/>
  </p:clrMapOvr>
</p:notes>
</file>

<file path=ppt/notesSlides/notesSlide3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3905</a:t>
            </a:fld>
            <a:endParaRPr lang="en-US" dirty="0"/>
          </a:p>
        </p:txBody>
      </p:sp>
    </p:spTree>
    <p:extLst>
      <p:ext uri="{BB962C8B-B14F-4D97-AF65-F5344CB8AC3E}">
        <p14:creationId xmlns:p14="http://schemas.microsoft.com/office/powerpoint/2010/main" val="498002200"/>
      </p:ext>
    </p:extLst>
  </p:cSld>
  <p:clrMapOvr>
    <a:masterClrMapping/>
  </p:clrMapOvr>
</p:notes>
</file>

<file path=ppt/notesSlides/notesSlide3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3906</a:t>
            </a:fld>
            <a:endParaRPr lang="en-US" dirty="0"/>
          </a:p>
        </p:txBody>
      </p:sp>
    </p:spTree>
    <p:extLst>
      <p:ext uri="{BB962C8B-B14F-4D97-AF65-F5344CB8AC3E}">
        <p14:creationId xmlns:p14="http://schemas.microsoft.com/office/powerpoint/2010/main" val="3659118735"/>
      </p:ext>
    </p:extLst>
  </p:cSld>
  <p:clrMapOvr>
    <a:masterClrMapping/>
  </p:clrMapOvr>
</p:notes>
</file>

<file path=ppt/notesSlides/notesSlide3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3907</a:t>
            </a:fld>
            <a:endParaRPr lang="en-US" dirty="0"/>
          </a:p>
        </p:txBody>
      </p:sp>
    </p:spTree>
    <p:extLst>
      <p:ext uri="{BB962C8B-B14F-4D97-AF65-F5344CB8AC3E}">
        <p14:creationId xmlns:p14="http://schemas.microsoft.com/office/powerpoint/2010/main" val="119816305"/>
      </p:ext>
    </p:extLst>
  </p:cSld>
  <p:clrMapOvr>
    <a:masterClrMapping/>
  </p:clrMapOvr>
</p:notes>
</file>

<file path=ppt/notesSlides/notesSlide3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3908</a:t>
            </a:fld>
            <a:endParaRPr lang="en-US" dirty="0"/>
          </a:p>
        </p:txBody>
      </p:sp>
    </p:spTree>
    <p:extLst>
      <p:ext uri="{BB962C8B-B14F-4D97-AF65-F5344CB8AC3E}">
        <p14:creationId xmlns:p14="http://schemas.microsoft.com/office/powerpoint/2010/main" val="3530870910"/>
      </p:ext>
    </p:extLst>
  </p:cSld>
  <p:clrMapOvr>
    <a:masterClrMapping/>
  </p:clrMapOvr>
</p:notes>
</file>

<file path=ppt/notesSlides/notesSlide3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3909</a:t>
            </a:fld>
            <a:endParaRPr lang="en-US" dirty="0"/>
          </a:p>
        </p:txBody>
      </p:sp>
    </p:spTree>
    <p:extLst>
      <p:ext uri="{BB962C8B-B14F-4D97-AF65-F5344CB8AC3E}">
        <p14:creationId xmlns:p14="http://schemas.microsoft.com/office/powerpoint/2010/main" val="3762650027"/>
      </p:ext>
    </p:extLst>
  </p:cSld>
  <p:clrMapOvr>
    <a:masterClrMapping/>
  </p:clrMapOvr>
</p:notes>
</file>

<file path=ppt/notesSlides/notesSlide3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3910</a:t>
            </a:fld>
            <a:endParaRPr lang="en-US" dirty="0"/>
          </a:p>
        </p:txBody>
      </p:sp>
    </p:spTree>
    <p:extLst>
      <p:ext uri="{BB962C8B-B14F-4D97-AF65-F5344CB8AC3E}">
        <p14:creationId xmlns:p14="http://schemas.microsoft.com/office/powerpoint/2010/main" val="3939717226"/>
      </p:ext>
    </p:extLst>
  </p:cSld>
  <p:clrMapOvr>
    <a:masterClrMapping/>
  </p:clrMapOvr>
</p:notes>
</file>

<file path=ppt/notesSlides/notesSlide3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3911</a:t>
            </a:fld>
            <a:endParaRPr lang="en-US" dirty="0"/>
          </a:p>
        </p:txBody>
      </p:sp>
    </p:spTree>
    <p:extLst>
      <p:ext uri="{BB962C8B-B14F-4D97-AF65-F5344CB8AC3E}">
        <p14:creationId xmlns:p14="http://schemas.microsoft.com/office/powerpoint/2010/main" val="439487522"/>
      </p:ext>
    </p:extLst>
  </p:cSld>
  <p:clrMapOvr>
    <a:masterClrMapping/>
  </p:clrMapOvr>
</p:notes>
</file>

<file path=ppt/notesSlides/notesSlide3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3912</a:t>
            </a:fld>
            <a:endParaRPr lang="en-US" dirty="0"/>
          </a:p>
        </p:txBody>
      </p:sp>
    </p:spTree>
    <p:extLst>
      <p:ext uri="{BB962C8B-B14F-4D97-AF65-F5344CB8AC3E}">
        <p14:creationId xmlns:p14="http://schemas.microsoft.com/office/powerpoint/2010/main" val="3713592794"/>
      </p:ext>
    </p:extLst>
  </p:cSld>
  <p:clrMapOvr>
    <a:masterClrMapping/>
  </p:clrMapOvr>
</p:notes>
</file>

<file path=ppt/notesSlides/notesSlide3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3913</a:t>
            </a:fld>
            <a:endParaRPr lang="en-US" dirty="0"/>
          </a:p>
        </p:txBody>
      </p:sp>
    </p:spTree>
    <p:extLst>
      <p:ext uri="{BB962C8B-B14F-4D97-AF65-F5344CB8AC3E}">
        <p14:creationId xmlns:p14="http://schemas.microsoft.com/office/powerpoint/2010/main" val="2690363096"/>
      </p:ext>
    </p:extLst>
  </p:cSld>
  <p:clrMapOvr>
    <a:masterClrMapping/>
  </p:clrMapOvr>
</p:notes>
</file>

<file path=ppt/notesSlides/notesSlide3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3914</a:t>
            </a:fld>
            <a:endParaRPr lang="en-US" dirty="0"/>
          </a:p>
        </p:txBody>
      </p:sp>
    </p:spTree>
    <p:extLst>
      <p:ext uri="{BB962C8B-B14F-4D97-AF65-F5344CB8AC3E}">
        <p14:creationId xmlns:p14="http://schemas.microsoft.com/office/powerpoint/2010/main" val="2065683628"/>
      </p:ext>
    </p:extLst>
  </p:cSld>
  <p:clrMapOvr>
    <a:masterClrMapping/>
  </p:clrMapOvr>
</p:notes>
</file>

<file path=ppt/notesSlides/notesSlide3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3915</a:t>
            </a:fld>
            <a:endParaRPr lang="en-US" dirty="0"/>
          </a:p>
        </p:txBody>
      </p:sp>
    </p:spTree>
    <p:extLst>
      <p:ext uri="{BB962C8B-B14F-4D97-AF65-F5344CB8AC3E}">
        <p14:creationId xmlns:p14="http://schemas.microsoft.com/office/powerpoint/2010/main" val="1049911209"/>
      </p:ext>
    </p:extLst>
  </p:cSld>
  <p:clrMapOvr>
    <a:masterClrMapping/>
  </p:clrMapOvr>
</p:notes>
</file>

<file path=ppt/notesSlides/notesSlide3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3916</a:t>
            </a:fld>
            <a:endParaRPr lang="en-US" dirty="0"/>
          </a:p>
        </p:txBody>
      </p:sp>
    </p:spTree>
    <p:extLst>
      <p:ext uri="{BB962C8B-B14F-4D97-AF65-F5344CB8AC3E}">
        <p14:creationId xmlns:p14="http://schemas.microsoft.com/office/powerpoint/2010/main" val="3219103458"/>
      </p:ext>
    </p:extLst>
  </p:cSld>
  <p:clrMapOvr>
    <a:masterClrMapping/>
  </p:clrMapOvr>
</p:notes>
</file>

<file path=ppt/notesSlides/notesSlide3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3917</a:t>
            </a:fld>
            <a:endParaRPr lang="en-US" dirty="0"/>
          </a:p>
        </p:txBody>
      </p:sp>
    </p:spTree>
    <p:extLst>
      <p:ext uri="{BB962C8B-B14F-4D97-AF65-F5344CB8AC3E}">
        <p14:creationId xmlns:p14="http://schemas.microsoft.com/office/powerpoint/2010/main" val="3687858258"/>
      </p:ext>
    </p:extLst>
  </p:cSld>
  <p:clrMapOvr>
    <a:masterClrMapping/>
  </p:clrMapOvr>
</p:notes>
</file>

<file path=ppt/notesSlides/notesSlide3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3918</a:t>
            </a:fld>
            <a:endParaRPr lang="en-US" dirty="0"/>
          </a:p>
        </p:txBody>
      </p:sp>
    </p:spTree>
    <p:extLst>
      <p:ext uri="{BB962C8B-B14F-4D97-AF65-F5344CB8AC3E}">
        <p14:creationId xmlns:p14="http://schemas.microsoft.com/office/powerpoint/2010/main" val="2484138345"/>
      </p:ext>
    </p:extLst>
  </p:cSld>
  <p:clrMapOvr>
    <a:masterClrMapping/>
  </p:clrMapOvr>
</p:notes>
</file>

<file path=ppt/notesSlides/notesSlide3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3919</a:t>
            </a:fld>
            <a:endParaRPr lang="en-US" dirty="0"/>
          </a:p>
        </p:txBody>
      </p:sp>
    </p:spTree>
    <p:extLst>
      <p:ext uri="{BB962C8B-B14F-4D97-AF65-F5344CB8AC3E}">
        <p14:creationId xmlns:p14="http://schemas.microsoft.com/office/powerpoint/2010/main" val="867835958"/>
      </p:ext>
    </p:extLst>
  </p:cSld>
  <p:clrMapOvr>
    <a:masterClrMapping/>
  </p:clrMapOvr>
</p:notes>
</file>

<file path=ppt/notesSlides/notesSlide3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3920</a:t>
            </a:fld>
            <a:endParaRPr lang="en-US" dirty="0"/>
          </a:p>
        </p:txBody>
      </p:sp>
    </p:spTree>
    <p:extLst>
      <p:ext uri="{BB962C8B-B14F-4D97-AF65-F5344CB8AC3E}">
        <p14:creationId xmlns:p14="http://schemas.microsoft.com/office/powerpoint/2010/main" val="3549188774"/>
      </p:ext>
    </p:extLst>
  </p:cSld>
  <p:clrMapOvr>
    <a:masterClrMapping/>
  </p:clrMapOvr>
</p:notes>
</file>

<file path=ppt/notesSlides/notesSlide3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3921</a:t>
            </a:fld>
            <a:endParaRPr lang="en-US" dirty="0"/>
          </a:p>
        </p:txBody>
      </p:sp>
    </p:spTree>
    <p:extLst>
      <p:ext uri="{BB962C8B-B14F-4D97-AF65-F5344CB8AC3E}">
        <p14:creationId xmlns:p14="http://schemas.microsoft.com/office/powerpoint/2010/main" val="2606645398"/>
      </p:ext>
    </p:extLst>
  </p:cSld>
  <p:clrMapOvr>
    <a:masterClrMapping/>
  </p:clrMapOvr>
</p:notes>
</file>

<file path=ppt/notesSlides/notesSlide3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3922</a:t>
            </a:fld>
            <a:endParaRPr lang="en-US" dirty="0"/>
          </a:p>
        </p:txBody>
      </p:sp>
    </p:spTree>
    <p:extLst>
      <p:ext uri="{BB962C8B-B14F-4D97-AF65-F5344CB8AC3E}">
        <p14:creationId xmlns:p14="http://schemas.microsoft.com/office/powerpoint/2010/main" val="3291690649"/>
      </p:ext>
    </p:extLst>
  </p:cSld>
  <p:clrMapOvr>
    <a:masterClrMapping/>
  </p:clrMapOvr>
</p:notes>
</file>

<file path=ppt/notesSlides/notesSlide3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3923</a:t>
            </a:fld>
            <a:endParaRPr lang="en-US" dirty="0"/>
          </a:p>
        </p:txBody>
      </p:sp>
    </p:spTree>
    <p:extLst>
      <p:ext uri="{BB962C8B-B14F-4D97-AF65-F5344CB8AC3E}">
        <p14:creationId xmlns:p14="http://schemas.microsoft.com/office/powerpoint/2010/main" val="848496524"/>
      </p:ext>
    </p:extLst>
  </p:cSld>
  <p:clrMapOvr>
    <a:masterClrMapping/>
  </p:clrMapOvr>
</p:notes>
</file>

<file path=ppt/notesSlides/notesSlide3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3924</a:t>
            </a:fld>
            <a:endParaRPr lang="en-US" dirty="0"/>
          </a:p>
        </p:txBody>
      </p:sp>
    </p:spTree>
    <p:extLst>
      <p:ext uri="{BB962C8B-B14F-4D97-AF65-F5344CB8AC3E}">
        <p14:creationId xmlns:p14="http://schemas.microsoft.com/office/powerpoint/2010/main" val="1176091513"/>
      </p:ext>
    </p:extLst>
  </p:cSld>
  <p:clrMapOvr>
    <a:masterClrMapping/>
  </p:clrMapOvr>
</p:notes>
</file>

<file path=ppt/notesSlides/notesSlide3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3925</a:t>
            </a:fld>
            <a:endParaRPr lang="en-US" dirty="0"/>
          </a:p>
        </p:txBody>
      </p:sp>
    </p:spTree>
    <p:extLst>
      <p:ext uri="{BB962C8B-B14F-4D97-AF65-F5344CB8AC3E}">
        <p14:creationId xmlns:p14="http://schemas.microsoft.com/office/powerpoint/2010/main" val="4021754984"/>
      </p:ext>
    </p:extLst>
  </p:cSld>
  <p:clrMapOvr>
    <a:masterClrMapping/>
  </p:clrMapOvr>
</p:notes>
</file>

<file path=ppt/notesSlides/notesSlide3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3926</a:t>
            </a:fld>
            <a:endParaRPr lang="en-US" dirty="0"/>
          </a:p>
        </p:txBody>
      </p:sp>
    </p:spTree>
    <p:extLst>
      <p:ext uri="{BB962C8B-B14F-4D97-AF65-F5344CB8AC3E}">
        <p14:creationId xmlns:p14="http://schemas.microsoft.com/office/powerpoint/2010/main" val="971863430"/>
      </p:ext>
    </p:extLst>
  </p:cSld>
  <p:clrMapOvr>
    <a:masterClrMapping/>
  </p:clrMapOvr>
</p:notes>
</file>

<file path=ppt/notesSlides/notesSlide3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3927</a:t>
            </a:fld>
            <a:endParaRPr lang="en-US" dirty="0"/>
          </a:p>
        </p:txBody>
      </p:sp>
    </p:spTree>
    <p:extLst>
      <p:ext uri="{BB962C8B-B14F-4D97-AF65-F5344CB8AC3E}">
        <p14:creationId xmlns:p14="http://schemas.microsoft.com/office/powerpoint/2010/main" val="544105399"/>
      </p:ext>
    </p:extLst>
  </p:cSld>
  <p:clrMapOvr>
    <a:masterClrMapping/>
  </p:clrMapOvr>
</p:notes>
</file>

<file path=ppt/notesSlides/notesSlide3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3928</a:t>
            </a:fld>
            <a:endParaRPr lang="en-US" dirty="0"/>
          </a:p>
        </p:txBody>
      </p:sp>
    </p:spTree>
    <p:extLst>
      <p:ext uri="{BB962C8B-B14F-4D97-AF65-F5344CB8AC3E}">
        <p14:creationId xmlns:p14="http://schemas.microsoft.com/office/powerpoint/2010/main" val="2852250721"/>
      </p:ext>
    </p:extLst>
  </p:cSld>
  <p:clrMapOvr>
    <a:masterClrMapping/>
  </p:clrMapOvr>
</p:notes>
</file>

<file path=ppt/notesSlides/notesSlide3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3929</a:t>
            </a:fld>
            <a:endParaRPr lang="en-US" dirty="0"/>
          </a:p>
        </p:txBody>
      </p:sp>
    </p:spTree>
    <p:extLst>
      <p:ext uri="{BB962C8B-B14F-4D97-AF65-F5344CB8AC3E}">
        <p14:creationId xmlns:p14="http://schemas.microsoft.com/office/powerpoint/2010/main" val="2486598583"/>
      </p:ext>
    </p:extLst>
  </p:cSld>
  <p:clrMapOvr>
    <a:masterClrMapping/>
  </p:clrMapOvr>
</p:notes>
</file>

<file path=ppt/notesSlides/notesSlide3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3930</a:t>
            </a:fld>
            <a:endParaRPr lang="en-US" dirty="0"/>
          </a:p>
        </p:txBody>
      </p:sp>
    </p:spTree>
    <p:extLst>
      <p:ext uri="{BB962C8B-B14F-4D97-AF65-F5344CB8AC3E}">
        <p14:creationId xmlns:p14="http://schemas.microsoft.com/office/powerpoint/2010/main" val="2054183625"/>
      </p:ext>
    </p:extLst>
  </p:cSld>
  <p:clrMapOvr>
    <a:masterClrMapping/>
  </p:clrMapOvr>
</p:notes>
</file>

<file path=ppt/notesSlides/notesSlide3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3931</a:t>
            </a:fld>
            <a:endParaRPr lang="en-US" dirty="0"/>
          </a:p>
        </p:txBody>
      </p:sp>
    </p:spTree>
    <p:extLst>
      <p:ext uri="{BB962C8B-B14F-4D97-AF65-F5344CB8AC3E}">
        <p14:creationId xmlns:p14="http://schemas.microsoft.com/office/powerpoint/2010/main" val="4022011858"/>
      </p:ext>
    </p:extLst>
  </p:cSld>
  <p:clrMapOvr>
    <a:masterClrMapping/>
  </p:clrMapOvr>
</p:notes>
</file>

<file path=ppt/notesSlides/notesSlide3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3932</a:t>
            </a:fld>
            <a:endParaRPr lang="en-US" dirty="0"/>
          </a:p>
        </p:txBody>
      </p:sp>
    </p:spTree>
    <p:extLst>
      <p:ext uri="{BB962C8B-B14F-4D97-AF65-F5344CB8AC3E}">
        <p14:creationId xmlns:p14="http://schemas.microsoft.com/office/powerpoint/2010/main" val="3040195379"/>
      </p:ext>
    </p:extLst>
  </p:cSld>
  <p:clrMapOvr>
    <a:masterClrMapping/>
  </p:clrMapOvr>
</p:notes>
</file>

<file path=ppt/notesSlides/notesSlide3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3933</a:t>
            </a:fld>
            <a:endParaRPr lang="en-US" dirty="0"/>
          </a:p>
        </p:txBody>
      </p:sp>
    </p:spTree>
    <p:extLst>
      <p:ext uri="{BB962C8B-B14F-4D97-AF65-F5344CB8AC3E}">
        <p14:creationId xmlns:p14="http://schemas.microsoft.com/office/powerpoint/2010/main" val="1470763151"/>
      </p:ext>
    </p:extLst>
  </p:cSld>
  <p:clrMapOvr>
    <a:masterClrMapping/>
  </p:clrMapOvr>
</p:notes>
</file>

<file path=ppt/notesSlides/notesSlide3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3934</a:t>
            </a:fld>
            <a:endParaRPr lang="en-US" dirty="0"/>
          </a:p>
        </p:txBody>
      </p:sp>
    </p:spTree>
    <p:extLst>
      <p:ext uri="{BB962C8B-B14F-4D97-AF65-F5344CB8AC3E}">
        <p14:creationId xmlns:p14="http://schemas.microsoft.com/office/powerpoint/2010/main" val="2767868878"/>
      </p:ext>
    </p:extLst>
  </p:cSld>
  <p:clrMapOvr>
    <a:masterClrMapping/>
  </p:clrMapOvr>
</p:notes>
</file>

<file path=ppt/notesSlides/notesSlide3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3935</a:t>
            </a:fld>
            <a:endParaRPr lang="en-US" dirty="0"/>
          </a:p>
        </p:txBody>
      </p:sp>
    </p:spTree>
    <p:extLst>
      <p:ext uri="{BB962C8B-B14F-4D97-AF65-F5344CB8AC3E}">
        <p14:creationId xmlns:p14="http://schemas.microsoft.com/office/powerpoint/2010/main" val="214833885"/>
      </p:ext>
    </p:extLst>
  </p:cSld>
  <p:clrMapOvr>
    <a:masterClrMapping/>
  </p:clrMapOvr>
</p:notes>
</file>

<file path=ppt/notesSlides/notesSlide3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3936</a:t>
            </a:fld>
            <a:endParaRPr lang="en-US" dirty="0"/>
          </a:p>
        </p:txBody>
      </p:sp>
    </p:spTree>
    <p:extLst>
      <p:ext uri="{BB962C8B-B14F-4D97-AF65-F5344CB8AC3E}">
        <p14:creationId xmlns:p14="http://schemas.microsoft.com/office/powerpoint/2010/main" val="58020513"/>
      </p:ext>
    </p:extLst>
  </p:cSld>
  <p:clrMapOvr>
    <a:masterClrMapping/>
  </p:clrMapOvr>
</p:notes>
</file>

<file path=ppt/notesSlides/notesSlide3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3937</a:t>
            </a:fld>
            <a:endParaRPr lang="en-US" dirty="0"/>
          </a:p>
        </p:txBody>
      </p:sp>
    </p:spTree>
    <p:extLst>
      <p:ext uri="{BB962C8B-B14F-4D97-AF65-F5344CB8AC3E}">
        <p14:creationId xmlns:p14="http://schemas.microsoft.com/office/powerpoint/2010/main" val="633101305"/>
      </p:ext>
    </p:extLst>
  </p:cSld>
  <p:clrMapOvr>
    <a:masterClrMapping/>
  </p:clrMapOvr>
</p:notes>
</file>

<file path=ppt/notesSlides/notesSlide3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3938</a:t>
            </a:fld>
            <a:endParaRPr lang="en-US" dirty="0"/>
          </a:p>
        </p:txBody>
      </p:sp>
    </p:spTree>
    <p:extLst>
      <p:ext uri="{BB962C8B-B14F-4D97-AF65-F5344CB8AC3E}">
        <p14:creationId xmlns:p14="http://schemas.microsoft.com/office/powerpoint/2010/main" val="3783973879"/>
      </p:ext>
    </p:extLst>
  </p:cSld>
  <p:clrMapOvr>
    <a:masterClrMapping/>
  </p:clrMapOvr>
</p:notes>
</file>

<file path=ppt/notesSlides/notesSlide3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3939</a:t>
            </a:fld>
            <a:endParaRPr lang="en-US" dirty="0"/>
          </a:p>
        </p:txBody>
      </p:sp>
    </p:spTree>
    <p:extLst>
      <p:ext uri="{BB962C8B-B14F-4D97-AF65-F5344CB8AC3E}">
        <p14:creationId xmlns:p14="http://schemas.microsoft.com/office/powerpoint/2010/main" val="2486597871"/>
      </p:ext>
    </p:extLst>
  </p:cSld>
  <p:clrMapOvr>
    <a:masterClrMapping/>
  </p:clrMapOvr>
</p:notes>
</file>

<file path=ppt/notesSlides/notesSlide3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3940</a:t>
            </a:fld>
            <a:endParaRPr lang="en-US" dirty="0"/>
          </a:p>
        </p:txBody>
      </p:sp>
    </p:spTree>
    <p:extLst>
      <p:ext uri="{BB962C8B-B14F-4D97-AF65-F5344CB8AC3E}">
        <p14:creationId xmlns:p14="http://schemas.microsoft.com/office/powerpoint/2010/main" val="3742967403"/>
      </p:ext>
    </p:extLst>
  </p:cSld>
  <p:clrMapOvr>
    <a:masterClrMapping/>
  </p:clrMapOvr>
</p:notes>
</file>

<file path=ppt/notesSlides/notesSlide3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3941</a:t>
            </a:fld>
            <a:endParaRPr lang="en-US" dirty="0"/>
          </a:p>
        </p:txBody>
      </p:sp>
    </p:spTree>
    <p:extLst>
      <p:ext uri="{BB962C8B-B14F-4D97-AF65-F5344CB8AC3E}">
        <p14:creationId xmlns:p14="http://schemas.microsoft.com/office/powerpoint/2010/main" val="1843616703"/>
      </p:ext>
    </p:extLst>
  </p:cSld>
  <p:clrMapOvr>
    <a:masterClrMapping/>
  </p:clrMapOvr>
</p:notes>
</file>

<file path=ppt/notesSlides/notesSlide3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3942</a:t>
            </a:fld>
            <a:endParaRPr lang="en-US" dirty="0"/>
          </a:p>
        </p:txBody>
      </p:sp>
    </p:spTree>
    <p:extLst>
      <p:ext uri="{BB962C8B-B14F-4D97-AF65-F5344CB8AC3E}">
        <p14:creationId xmlns:p14="http://schemas.microsoft.com/office/powerpoint/2010/main" val="427000511"/>
      </p:ext>
    </p:extLst>
  </p:cSld>
  <p:clrMapOvr>
    <a:masterClrMapping/>
  </p:clrMapOvr>
</p:notes>
</file>

<file path=ppt/notesSlides/notesSlide3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3943</a:t>
            </a:fld>
            <a:endParaRPr lang="en-US" dirty="0"/>
          </a:p>
        </p:txBody>
      </p:sp>
    </p:spTree>
    <p:extLst>
      <p:ext uri="{BB962C8B-B14F-4D97-AF65-F5344CB8AC3E}">
        <p14:creationId xmlns:p14="http://schemas.microsoft.com/office/powerpoint/2010/main" val="1055242802"/>
      </p:ext>
    </p:extLst>
  </p:cSld>
  <p:clrMapOvr>
    <a:masterClrMapping/>
  </p:clrMapOvr>
</p:notes>
</file>

<file path=ppt/notesSlides/notesSlide3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3944</a:t>
            </a:fld>
            <a:endParaRPr lang="en-US" dirty="0"/>
          </a:p>
        </p:txBody>
      </p:sp>
    </p:spTree>
    <p:extLst>
      <p:ext uri="{BB962C8B-B14F-4D97-AF65-F5344CB8AC3E}">
        <p14:creationId xmlns:p14="http://schemas.microsoft.com/office/powerpoint/2010/main" val="4184931624"/>
      </p:ext>
    </p:extLst>
  </p:cSld>
  <p:clrMapOvr>
    <a:masterClrMapping/>
  </p:clrMapOvr>
</p:notes>
</file>

<file path=ppt/notesSlides/notesSlide3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3945</a:t>
            </a:fld>
            <a:endParaRPr lang="en-US" dirty="0"/>
          </a:p>
        </p:txBody>
      </p:sp>
    </p:spTree>
    <p:extLst>
      <p:ext uri="{BB962C8B-B14F-4D97-AF65-F5344CB8AC3E}">
        <p14:creationId xmlns:p14="http://schemas.microsoft.com/office/powerpoint/2010/main" val="3052745651"/>
      </p:ext>
    </p:extLst>
  </p:cSld>
  <p:clrMapOvr>
    <a:masterClrMapping/>
  </p:clrMapOvr>
</p:notes>
</file>

<file path=ppt/notesSlides/notesSlide3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3946</a:t>
            </a:fld>
            <a:endParaRPr lang="en-US" dirty="0"/>
          </a:p>
        </p:txBody>
      </p:sp>
    </p:spTree>
    <p:extLst>
      <p:ext uri="{BB962C8B-B14F-4D97-AF65-F5344CB8AC3E}">
        <p14:creationId xmlns:p14="http://schemas.microsoft.com/office/powerpoint/2010/main" val="3462846627"/>
      </p:ext>
    </p:extLst>
  </p:cSld>
  <p:clrMapOvr>
    <a:masterClrMapping/>
  </p:clrMapOvr>
</p:notes>
</file>

<file path=ppt/notesSlides/notesSlide3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3947</a:t>
            </a:fld>
            <a:endParaRPr lang="en-US" dirty="0"/>
          </a:p>
        </p:txBody>
      </p:sp>
    </p:spTree>
    <p:extLst>
      <p:ext uri="{BB962C8B-B14F-4D97-AF65-F5344CB8AC3E}">
        <p14:creationId xmlns:p14="http://schemas.microsoft.com/office/powerpoint/2010/main" val="2831062305"/>
      </p:ext>
    </p:extLst>
  </p:cSld>
  <p:clrMapOvr>
    <a:masterClrMapping/>
  </p:clrMapOvr>
</p:notes>
</file>

<file path=ppt/notesSlides/notesSlide3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3948</a:t>
            </a:fld>
            <a:endParaRPr lang="en-US" dirty="0"/>
          </a:p>
        </p:txBody>
      </p:sp>
    </p:spTree>
    <p:extLst>
      <p:ext uri="{BB962C8B-B14F-4D97-AF65-F5344CB8AC3E}">
        <p14:creationId xmlns:p14="http://schemas.microsoft.com/office/powerpoint/2010/main" val="3694242412"/>
      </p:ext>
    </p:extLst>
  </p:cSld>
  <p:clrMapOvr>
    <a:masterClrMapping/>
  </p:clrMapOvr>
</p:notes>
</file>

<file path=ppt/notesSlides/notesSlide3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3949</a:t>
            </a:fld>
            <a:endParaRPr lang="en-US" dirty="0"/>
          </a:p>
        </p:txBody>
      </p:sp>
    </p:spTree>
    <p:extLst>
      <p:ext uri="{BB962C8B-B14F-4D97-AF65-F5344CB8AC3E}">
        <p14:creationId xmlns:p14="http://schemas.microsoft.com/office/powerpoint/2010/main" val="1679654432"/>
      </p:ext>
    </p:extLst>
  </p:cSld>
  <p:clrMapOvr>
    <a:masterClrMapping/>
  </p:clrMapOvr>
</p:notes>
</file>

<file path=ppt/notesSlides/notesSlide3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3950</a:t>
            </a:fld>
            <a:endParaRPr lang="en-US" dirty="0"/>
          </a:p>
        </p:txBody>
      </p:sp>
    </p:spTree>
    <p:extLst>
      <p:ext uri="{BB962C8B-B14F-4D97-AF65-F5344CB8AC3E}">
        <p14:creationId xmlns:p14="http://schemas.microsoft.com/office/powerpoint/2010/main" val="4240763653"/>
      </p:ext>
    </p:extLst>
  </p:cSld>
  <p:clrMapOvr>
    <a:masterClrMapping/>
  </p:clrMapOvr>
</p:notes>
</file>

<file path=ppt/notesSlides/notesSlide3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3951</a:t>
            </a:fld>
            <a:endParaRPr lang="en-US" dirty="0"/>
          </a:p>
        </p:txBody>
      </p:sp>
    </p:spTree>
    <p:extLst>
      <p:ext uri="{BB962C8B-B14F-4D97-AF65-F5344CB8AC3E}">
        <p14:creationId xmlns:p14="http://schemas.microsoft.com/office/powerpoint/2010/main" val="2159041438"/>
      </p:ext>
    </p:extLst>
  </p:cSld>
  <p:clrMapOvr>
    <a:masterClrMapping/>
  </p:clrMapOvr>
</p:notes>
</file>

<file path=ppt/notesSlides/notesSlide3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3952</a:t>
            </a:fld>
            <a:endParaRPr lang="en-US" dirty="0"/>
          </a:p>
        </p:txBody>
      </p:sp>
    </p:spTree>
    <p:extLst>
      <p:ext uri="{BB962C8B-B14F-4D97-AF65-F5344CB8AC3E}">
        <p14:creationId xmlns:p14="http://schemas.microsoft.com/office/powerpoint/2010/main" val="2314805083"/>
      </p:ext>
    </p:extLst>
  </p:cSld>
  <p:clrMapOvr>
    <a:masterClrMapping/>
  </p:clrMapOvr>
</p:notes>
</file>

<file path=ppt/notesSlides/notesSlide3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3953</a:t>
            </a:fld>
            <a:endParaRPr lang="en-US" dirty="0"/>
          </a:p>
        </p:txBody>
      </p:sp>
    </p:spTree>
    <p:extLst>
      <p:ext uri="{BB962C8B-B14F-4D97-AF65-F5344CB8AC3E}">
        <p14:creationId xmlns:p14="http://schemas.microsoft.com/office/powerpoint/2010/main" val="2730842715"/>
      </p:ext>
    </p:extLst>
  </p:cSld>
  <p:clrMapOvr>
    <a:masterClrMapping/>
  </p:clrMapOvr>
</p:notes>
</file>

<file path=ppt/notesSlides/notesSlide3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3954</a:t>
            </a:fld>
            <a:endParaRPr lang="en-US" dirty="0"/>
          </a:p>
        </p:txBody>
      </p:sp>
    </p:spTree>
    <p:extLst>
      <p:ext uri="{BB962C8B-B14F-4D97-AF65-F5344CB8AC3E}">
        <p14:creationId xmlns:p14="http://schemas.microsoft.com/office/powerpoint/2010/main" val="3577054307"/>
      </p:ext>
    </p:extLst>
  </p:cSld>
  <p:clrMapOvr>
    <a:masterClrMapping/>
  </p:clrMapOvr>
</p:notes>
</file>

<file path=ppt/notesSlides/notesSlide3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3955</a:t>
            </a:fld>
            <a:endParaRPr lang="en-US" dirty="0"/>
          </a:p>
        </p:txBody>
      </p:sp>
    </p:spTree>
    <p:extLst>
      <p:ext uri="{BB962C8B-B14F-4D97-AF65-F5344CB8AC3E}">
        <p14:creationId xmlns:p14="http://schemas.microsoft.com/office/powerpoint/2010/main" val="2494694233"/>
      </p:ext>
    </p:extLst>
  </p:cSld>
  <p:clrMapOvr>
    <a:masterClrMapping/>
  </p:clrMapOvr>
</p:notes>
</file>

<file path=ppt/notesSlides/notesSlide3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3956</a:t>
            </a:fld>
            <a:endParaRPr lang="en-US" dirty="0"/>
          </a:p>
        </p:txBody>
      </p:sp>
    </p:spTree>
    <p:extLst>
      <p:ext uri="{BB962C8B-B14F-4D97-AF65-F5344CB8AC3E}">
        <p14:creationId xmlns:p14="http://schemas.microsoft.com/office/powerpoint/2010/main" val="2359000616"/>
      </p:ext>
    </p:extLst>
  </p:cSld>
  <p:clrMapOvr>
    <a:masterClrMapping/>
  </p:clrMapOvr>
</p:notes>
</file>

<file path=ppt/notesSlides/notesSlide3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3957</a:t>
            </a:fld>
            <a:endParaRPr lang="en-US" dirty="0"/>
          </a:p>
        </p:txBody>
      </p:sp>
    </p:spTree>
    <p:extLst>
      <p:ext uri="{BB962C8B-B14F-4D97-AF65-F5344CB8AC3E}">
        <p14:creationId xmlns:p14="http://schemas.microsoft.com/office/powerpoint/2010/main" val="3702819125"/>
      </p:ext>
    </p:extLst>
  </p:cSld>
  <p:clrMapOvr>
    <a:masterClrMapping/>
  </p:clrMapOvr>
</p:notes>
</file>

<file path=ppt/notesSlides/notesSlide3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3958</a:t>
            </a:fld>
            <a:endParaRPr lang="en-US" dirty="0"/>
          </a:p>
        </p:txBody>
      </p:sp>
    </p:spTree>
    <p:extLst>
      <p:ext uri="{BB962C8B-B14F-4D97-AF65-F5344CB8AC3E}">
        <p14:creationId xmlns:p14="http://schemas.microsoft.com/office/powerpoint/2010/main" val="564042134"/>
      </p:ext>
    </p:extLst>
  </p:cSld>
  <p:clrMapOvr>
    <a:masterClrMapping/>
  </p:clrMapOvr>
</p:notes>
</file>

<file path=ppt/notesSlides/notesSlide3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3959</a:t>
            </a:fld>
            <a:endParaRPr lang="en-US" dirty="0"/>
          </a:p>
        </p:txBody>
      </p:sp>
    </p:spTree>
    <p:extLst>
      <p:ext uri="{BB962C8B-B14F-4D97-AF65-F5344CB8AC3E}">
        <p14:creationId xmlns:p14="http://schemas.microsoft.com/office/powerpoint/2010/main" val="164407025"/>
      </p:ext>
    </p:extLst>
  </p:cSld>
  <p:clrMapOvr>
    <a:masterClrMapping/>
  </p:clrMapOvr>
</p:notes>
</file>

<file path=ppt/notesSlides/notesSlide3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3960</a:t>
            </a:fld>
            <a:endParaRPr lang="en-US" dirty="0"/>
          </a:p>
        </p:txBody>
      </p:sp>
    </p:spTree>
    <p:extLst>
      <p:ext uri="{BB962C8B-B14F-4D97-AF65-F5344CB8AC3E}">
        <p14:creationId xmlns:p14="http://schemas.microsoft.com/office/powerpoint/2010/main" val="3034671212"/>
      </p:ext>
    </p:extLst>
  </p:cSld>
  <p:clrMapOvr>
    <a:masterClrMapping/>
  </p:clrMapOvr>
</p:notes>
</file>

<file path=ppt/notesSlides/notesSlide3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3961</a:t>
            </a:fld>
            <a:endParaRPr lang="en-US" dirty="0"/>
          </a:p>
        </p:txBody>
      </p:sp>
    </p:spTree>
    <p:extLst>
      <p:ext uri="{BB962C8B-B14F-4D97-AF65-F5344CB8AC3E}">
        <p14:creationId xmlns:p14="http://schemas.microsoft.com/office/powerpoint/2010/main" val="3714054339"/>
      </p:ext>
    </p:extLst>
  </p:cSld>
  <p:clrMapOvr>
    <a:masterClrMapping/>
  </p:clrMapOvr>
</p:notes>
</file>

<file path=ppt/notesSlides/notesSlide3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3962</a:t>
            </a:fld>
            <a:endParaRPr lang="en-US" dirty="0"/>
          </a:p>
        </p:txBody>
      </p:sp>
    </p:spTree>
    <p:extLst>
      <p:ext uri="{BB962C8B-B14F-4D97-AF65-F5344CB8AC3E}">
        <p14:creationId xmlns:p14="http://schemas.microsoft.com/office/powerpoint/2010/main" val="3181296919"/>
      </p:ext>
    </p:extLst>
  </p:cSld>
  <p:clrMapOvr>
    <a:masterClrMapping/>
  </p:clrMapOvr>
</p:notes>
</file>

<file path=ppt/notesSlides/notesSlide3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3963</a:t>
            </a:fld>
            <a:endParaRPr lang="en-US" dirty="0"/>
          </a:p>
        </p:txBody>
      </p:sp>
    </p:spTree>
    <p:extLst>
      <p:ext uri="{BB962C8B-B14F-4D97-AF65-F5344CB8AC3E}">
        <p14:creationId xmlns:p14="http://schemas.microsoft.com/office/powerpoint/2010/main" val="1283714848"/>
      </p:ext>
    </p:extLst>
  </p:cSld>
  <p:clrMapOvr>
    <a:masterClrMapping/>
  </p:clrMapOvr>
</p:notes>
</file>

<file path=ppt/notesSlides/notesSlide3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3964</a:t>
            </a:fld>
            <a:endParaRPr lang="en-US" dirty="0"/>
          </a:p>
        </p:txBody>
      </p:sp>
    </p:spTree>
    <p:extLst>
      <p:ext uri="{BB962C8B-B14F-4D97-AF65-F5344CB8AC3E}">
        <p14:creationId xmlns:p14="http://schemas.microsoft.com/office/powerpoint/2010/main" val="954836414"/>
      </p:ext>
    </p:extLst>
  </p:cSld>
  <p:clrMapOvr>
    <a:masterClrMapping/>
  </p:clrMapOvr>
</p:notes>
</file>

<file path=ppt/notesSlides/notesSlide3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3965</a:t>
            </a:fld>
            <a:endParaRPr lang="en-US" dirty="0"/>
          </a:p>
        </p:txBody>
      </p:sp>
    </p:spTree>
    <p:extLst>
      <p:ext uri="{BB962C8B-B14F-4D97-AF65-F5344CB8AC3E}">
        <p14:creationId xmlns:p14="http://schemas.microsoft.com/office/powerpoint/2010/main" val="682716842"/>
      </p:ext>
    </p:extLst>
  </p:cSld>
  <p:clrMapOvr>
    <a:masterClrMapping/>
  </p:clrMapOvr>
</p:notes>
</file>

<file path=ppt/notesSlides/notesSlide3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3966</a:t>
            </a:fld>
            <a:endParaRPr lang="en-US" dirty="0"/>
          </a:p>
        </p:txBody>
      </p:sp>
    </p:spTree>
    <p:extLst>
      <p:ext uri="{BB962C8B-B14F-4D97-AF65-F5344CB8AC3E}">
        <p14:creationId xmlns:p14="http://schemas.microsoft.com/office/powerpoint/2010/main" val="3722153724"/>
      </p:ext>
    </p:extLst>
  </p:cSld>
  <p:clrMapOvr>
    <a:masterClrMapping/>
  </p:clrMapOvr>
</p:notes>
</file>

<file path=ppt/notesSlides/notesSlide3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3967</a:t>
            </a:fld>
            <a:endParaRPr lang="en-US" dirty="0"/>
          </a:p>
        </p:txBody>
      </p:sp>
    </p:spTree>
    <p:extLst>
      <p:ext uri="{BB962C8B-B14F-4D97-AF65-F5344CB8AC3E}">
        <p14:creationId xmlns:p14="http://schemas.microsoft.com/office/powerpoint/2010/main" val="2380145176"/>
      </p:ext>
    </p:extLst>
  </p:cSld>
  <p:clrMapOvr>
    <a:masterClrMapping/>
  </p:clrMapOvr>
</p:notes>
</file>

<file path=ppt/notesSlides/notesSlide3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3968</a:t>
            </a:fld>
            <a:endParaRPr lang="en-US" dirty="0"/>
          </a:p>
        </p:txBody>
      </p:sp>
    </p:spTree>
    <p:extLst>
      <p:ext uri="{BB962C8B-B14F-4D97-AF65-F5344CB8AC3E}">
        <p14:creationId xmlns:p14="http://schemas.microsoft.com/office/powerpoint/2010/main" val="3021285899"/>
      </p:ext>
    </p:extLst>
  </p:cSld>
  <p:clrMapOvr>
    <a:masterClrMapping/>
  </p:clrMapOvr>
</p:notes>
</file>

<file path=ppt/notesSlides/notesSlide3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3969</a:t>
            </a:fld>
            <a:endParaRPr lang="en-US" dirty="0"/>
          </a:p>
        </p:txBody>
      </p:sp>
    </p:spTree>
    <p:extLst>
      <p:ext uri="{BB962C8B-B14F-4D97-AF65-F5344CB8AC3E}">
        <p14:creationId xmlns:p14="http://schemas.microsoft.com/office/powerpoint/2010/main" val="520884169"/>
      </p:ext>
    </p:extLst>
  </p:cSld>
  <p:clrMapOvr>
    <a:masterClrMapping/>
  </p:clrMapOvr>
</p:notes>
</file>

<file path=ppt/notesSlides/notesSlide3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3970</a:t>
            </a:fld>
            <a:endParaRPr lang="en-US" dirty="0"/>
          </a:p>
        </p:txBody>
      </p:sp>
    </p:spTree>
    <p:extLst>
      <p:ext uri="{BB962C8B-B14F-4D97-AF65-F5344CB8AC3E}">
        <p14:creationId xmlns:p14="http://schemas.microsoft.com/office/powerpoint/2010/main" val="3427118019"/>
      </p:ext>
    </p:extLst>
  </p:cSld>
  <p:clrMapOvr>
    <a:masterClrMapping/>
  </p:clrMapOvr>
</p:notes>
</file>

<file path=ppt/notesSlides/notesSlide3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3971</a:t>
            </a:fld>
            <a:endParaRPr lang="en-US" dirty="0"/>
          </a:p>
        </p:txBody>
      </p:sp>
    </p:spTree>
    <p:extLst>
      <p:ext uri="{BB962C8B-B14F-4D97-AF65-F5344CB8AC3E}">
        <p14:creationId xmlns:p14="http://schemas.microsoft.com/office/powerpoint/2010/main" val="2430002291"/>
      </p:ext>
    </p:extLst>
  </p:cSld>
  <p:clrMapOvr>
    <a:masterClrMapping/>
  </p:clrMapOvr>
</p:notes>
</file>

<file path=ppt/notesSlides/notesSlide3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3972</a:t>
            </a:fld>
            <a:endParaRPr lang="en-US" dirty="0"/>
          </a:p>
        </p:txBody>
      </p:sp>
    </p:spTree>
    <p:extLst>
      <p:ext uri="{BB962C8B-B14F-4D97-AF65-F5344CB8AC3E}">
        <p14:creationId xmlns:p14="http://schemas.microsoft.com/office/powerpoint/2010/main" val="3254251044"/>
      </p:ext>
    </p:extLst>
  </p:cSld>
  <p:clrMapOvr>
    <a:masterClrMapping/>
  </p:clrMapOvr>
</p:notes>
</file>

<file path=ppt/notesSlides/notesSlide3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3973</a:t>
            </a:fld>
            <a:endParaRPr lang="en-US" dirty="0"/>
          </a:p>
        </p:txBody>
      </p:sp>
    </p:spTree>
    <p:extLst>
      <p:ext uri="{BB962C8B-B14F-4D97-AF65-F5344CB8AC3E}">
        <p14:creationId xmlns:p14="http://schemas.microsoft.com/office/powerpoint/2010/main" val="3105021202"/>
      </p:ext>
    </p:extLst>
  </p:cSld>
  <p:clrMapOvr>
    <a:masterClrMapping/>
  </p:clrMapOvr>
</p:notes>
</file>

<file path=ppt/notesSlides/notesSlide3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3974</a:t>
            </a:fld>
            <a:endParaRPr lang="en-US" dirty="0"/>
          </a:p>
        </p:txBody>
      </p:sp>
    </p:spTree>
    <p:extLst>
      <p:ext uri="{BB962C8B-B14F-4D97-AF65-F5344CB8AC3E}">
        <p14:creationId xmlns:p14="http://schemas.microsoft.com/office/powerpoint/2010/main" val="400329308"/>
      </p:ext>
    </p:extLst>
  </p:cSld>
  <p:clrMapOvr>
    <a:masterClrMapping/>
  </p:clrMapOvr>
</p:notes>
</file>

<file path=ppt/notesSlides/notesSlide3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3975</a:t>
            </a:fld>
            <a:endParaRPr lang="en-US" dirty="0"/>
          </a:p>
        </p:txBody>
      </p:sp>
    </p:spTree>
    <p:extLst>
      <p:ext uri="{BB962C8B-B14F-4D97-AF65-F5344CB8AC3E}">
        <p14:creationId xmlns:p14="http://schemas.microsoft.com/office/powerpoint/2010/main" val="3570349240"/>
      </p:ext>
    </p:extLst>
  </p:cSld>
  <p:clrMapOvr>
    <a:masterClrMapping/>
  </p:clrMapOvr>
</p:notes>
</file>

<file path=ppt/notesSlides/notesSlide3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3976</a:t>
            </a:fld>
            <a:endParaRPr lang="en-US" dirty="0"/>
          </a:p>
        </p:txBody>
      </p:sp>
    </p:spTree>
    <p:extLst>
      <p:ext uri="{BB962C8B-B14F-4D97-AF65-F5344CB8AC3E}">
        <p14:creationId xmlns:p14="http://schemas.microsoft.com/office/powerpoint/2010/main" val="865473540"/>
      </p:ext>
    </p:extLst>
  </p:cSld>
  <p:clrMapOvr>
    <a:masterClrMapping/>
  </p:clrMapOvr>
</p:notes>
</file>

<file path=ppt/notesSlides/notesSlide3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3977</a:t>
            </a:fld>
            <a:endParaRPr lang="en-US" dirty="0"/>
          </a:p>
        </p:txBody>
      </p:sp>
    </p:spTree>
    <p:extLst>
      <p:ext uri="{BB962C8B-B14F-4D97-AF65-F5344CB8AC3E}">
        <p14:creationId xmlns:p14="http://schemas.microsoft.com/office/powerpoint/2010/main" val="637519935"/>
      </p:ext>
    </p:extLst>
  </p:cSld>
  <p:clrMapOvr>
    <a:masterClrMapping/>
  </p:clrMapOvr>
</p:notes>
</file>

<file path=ppt/notesSlides/notesSlide3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3978</a:t>
            </a:fld>
            <a:endParaRPr lang="en-US" dirty="0"/>
          </a:p>
        </p:txBody>
      </p:sp>
    </p:spTree>
    <p:extLst>
      <p:ext uri="{BB962C8B-B14F-4D97-AF65-F5344CB8AC3E}">
        <p14:creationId xmlns:p14="http://schemas.microsoft.com/office/powerpoint/2010/main" val="3070414478"/>
      </p:ext>
    </p:extLst>
  </p:cSld>
  <p:clrMapOvr>
    <a:masterClrMapping/>
  </p:clrMapOvr>
</p:notes>
</file>

<file path=ppt/notesSlides/notesSlide3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3979</a:t>
            </a:fld>
            <a:endParaRPr lang="en-US" dirty="0"/>
          </a:p>
        </p:txBody>
      </p:sp>
    </p:spTree>
    <p:extLst>
      <p:ext uri="{BB962C8B-B14F-4D97-AF65-F5344CB8AC3E}">
        <p14:creationId xmlns:p14="http://schemas.microsoft.com/office/powerpoint/2010/main" val="1513639180"/>
      </p:ext>
    </p:extLst>
  </p:cSld>
  <p:clrMapOvr>
    <a:masterClrMapping/>
  </p:clrMapOvr>
</p:notes>
</file>

<file path=ppt/notesSlides/notesSlide3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3980</a:t>
            </a:fld>
            <a:endParaRPr lang="en-US" dirty="0"/>
          </a:p>
        </p:txBody>
      </p:sp>
    </p:spTree>
    <p:extLst>
      <p:ext uri="{BB962C8B-B14F-4D97-AF65-F5344CB8AC3E}">
        <p14:creationId xmlns:p14="http://schemas.microsoft.com/office/powerpoint/2010/main" val="562944129"/>
      </p:ext>
    </p:extLst>
  </p:cSld>
  <p:clrMapOvr>
    <a:masterClrMapping/>
  </p:clrMapOvr>
</p:notes>
</file>

<file path=ppt/notesSlides/notesSlide3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3981</a:t>
            </a:fld>
            <a:endParaRPr lang="en-US" dirty="0"/>
          </a:p>
        </p:txBody>
      </p:sp>
    </p:spTree>
    <p:extLst>
      <p:ext uri="{BB962C8B-B14F-4D97-AF65-F5344CB8AC3E}">
        <p14:creationId xmlns:p14="http://schemas.microsoft.com/office/powerpoint/2010/main" val="3109403411"/>
      </p:ext>
    </p:extLst>
  </p:cSld>
  <p:clrMapOvr>
    <a:masterClrMapping/>
  </p:clrMapOvr>
</p:notes>
</file>

<file path=ppt/notesSlides/notesSlide3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3982</a:t>
            </a:fld>
            <a:endParaRPr lang="en-US" dirty="0"/>
          </a:p>
        </p:txBody>
      </p:sp>
    </p:spTree>
    <p:extLst>
      <p:ext uri="{BB962C8B-B14F-4D97-AF65-F5344CB8AC3E}">
        <p14:creationId xmlns:p14="http://schemas.microsoft.com/office/powerpoint/2010/main" val="579851575"/>
      </p:ext>
    </p:extLst>
  </p:cSld>
  <p:clrMapOvr>
    <a:masterClrMapping/>
  </p:clrMapOvr>
</p:notes>
</file>

<file path=ppt/notesSlides/notesSlide3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3983</a:t>
            </a:fld>
            <a:endParaRPr lang="en-US" dirty="0"/>
          </a:p>
        </p:txBody>
      </p:sp>
    </p:spTree>
    <p:extLst>
      <p:ext uri="{BB962C8B-B14F-4D97-AF65-F5344CB8AC3E}">
        <p14:creationId xmlns:p14="http://schemas.microsoft.com/office/powerpoint/2010/main" val="246124483"/>
      </p:ext>
    </p:extLst>
  </p:cSld>
  <p:clrMapOvr>
    <a:masterClrMapping/>
  </p:clrMapOvr>
</p:notes>
</file>

<file path=ppt/notesSlides/notesSlide3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3984</a:t>
            </a:fld>
            <a:endParaRPr lang="en-US" dirty="0"/>
          </a:p>
        </p:txBody>
      </p:sp>
    </p:spTree>
    <p:extLst>
      <p:ext uri="{BB962C8B-B14F-4D97-AF65-F5344CB8AC3E}">
        <p14:creationId xmlns:p14="http://schemas.microsoft.com/office/powerpoint/2010/main" val="4014137180"/>
      </p:ext>
    </p:extLst>
  </p:cSld>
  <p:clrMapOvr>
    <a:masterClrMapping/>
  </p:clrMapOvr>
</p:notes>
</file>

<file path=ppt/notesSlides/notesSlide3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3985</a:t>
            </a:fld>
            <a:endParaRPr lang="en-US" dirty="0"/>
          </a:p>
        </p:txBody>
      </p:sp>
    </p:spTree>
    <p:extLst>
      <p:ext uri="{BB962C8B-B14F-4D97-AF65-F5344CB8AC3E}">
        <p14:creationId xmlns:p14="http://schemas.microsoft.com/office/powerpoint/2010/main" val="3027657089"/>
      </p:ext>
    </p:extLst>
  </p:cSld>
  <p:clrMapOvr>
    <a:masterClrMapping/>
  </p:clrMapOvr>
</p:notes>
</file>

<file path=ppt/notesSlides/notesSlide3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3986</a:t>
            </a:fld>
            <a:endParaRPr lang="en-US" dirty="0"/>
          </a:p>
        </p:txBody>
      </p:sp>
    </p:spTree>
    <p:extLst>
      <p:ext uri="{BB962C8B-B14F-4D97-AF65-F5344CB8AC3E}">
        <p14:creationId xmlns:p14="http://schemas.microsoft.com/office/powerpoint/2010/main" val="3731872648"/>
      </p:ext>
    </p:extLst>
  </p:cSld>
  <p:clrMapOvr>
    <a:masterClrMapping/>
  </p:clrMapOvr>
</p:notes>
</file>

<file path=ppt/notesSlides/notesSlide3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3987</a:t>
            </a:fld>
            <a:endParaRPr lang="en-US" dirty="0"/>
          </a:p>
        </p:txBody>
      </p:sp>
    </p:spTree>
    <p:extLst>
      <p:ext uri="{BB962C8B-B14F-4D97-AF65-F5344CB8AC3E}">
        <p14:creationId xmlns:p14="http://schemas.microsoft.com/office/powerpoint/2010/main" val="2405916795"/>
      </p:ext>
    </p:extLst>
  </p:cSld>
  <p:clrMapOvr>
    <a:masterClrMapping/>
  </p:clrMapOvr>
</p:notes>
</file>

<file path=ppt/notesSlides/notesSlide3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3988</a:t>
            </a:fld>
            <a:endParaRPr lang="en-US" dirty="0"/>
          </a:p>
        </p:txBody>
      </p:sp>
    </p:spTree>
    <p:extLst>
      <p:ext uri="{BB962C8B-B14F-4D97-AF65-F5344CB8AC3E}">
        <p14:creationId xmlns:p14="http://schemas.microsoft.com/office/powerpoint/2010/main" val="242172844"/>
      </p:ext>
    </p:extLst>
  </p:cSld>
  <p:clrMapOvr>
    <a:masterClrMapping/>
  </p:clrMapOvr>
</p:notes>
</file>

<file path=ppt/notesSlides/notesSlide3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3989</a:t>
            </a:fld>
            <a:endParaRPr lang="en-US" dirty="0"/>
          </a:p>
        </p:txBody>
      </p:sp>
    </p:spTree>
    <p:extLst>
      <p:ext uri="{BB962C8B-B14F-4D97-AF65-F5344CB8AC3E}">
        <p14:creationId xmlns:p14="http://schemas.microsoft.com/office/powerpoint/2010/main" val="2411455966"/>
      </p:ext>
    </p:extLst>
  </p:cSld>
  <p:clrMapOvr>
    <a:masterClrMapping/>
  </p:clrMapOvr>
</p:notes>
</file>

<file path=ppt/notesSlides/notesSlide3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3990</a:t>
            </a:fld>
            <a:endParaRPr lang="en-US" dirty="0"/>
          </a:p>
        </p:txBody>
      </p:sp>
    </p:spTree>
    <p:extLst>
      <p:ext uri="{BB962C8B-B14F-4D97-AF65-F5344CB8AC3E}">
        <p14:creationId xmlns:p14="http://schemas.microsoft.com/office/powerpoint/2010/main" val="3584331721"/>
      </p:ext>
    </p:extLst>
  </p:cSld>
  <p:clrMapOvr>
    <a:masterClrMapping/>
  </p:clrMapOvr>
</p:notes>
</file>

<file path=ppt/notesSlides/notesSlide3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3991</a:t>
            </a:fld>
            <a:endParaRPr lang="en-US" dirty="0"/>
          </a:p>
        </p:txBody>
      </p:sp>
    </p:spTree>
    <p:extLst>
      <p:ext uri="{BB962C8B-B14F-4D97-AF65-F5344CB8AC3E}">
        <p14:creationId xmlns:p14="http://schemas.microsoft.com/office/powerpoint/2010/main" val="2643101187"/>
      </p:ext>
    </p:extLst>
  </p:cSld>
  <p:clrMapOvr>
    <a:masterClrMapping/>
  </p:clrMapOvr>
</p:notes>
</file>

<file path=ppt/notesSlides/notesSlide3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3992</a:t>
            </a:fld>
            <a:endParaRPr lang="en-US" dirty="0"/>
          </a:p>
        </p:txBody>
      </p:sp>
    </p:spTree>
    <p:extLst>
      <p:ext uri="{BB962C8B-B14F-4D97-AF65-F5344CB8AC3E}">
        <p14:creationId xmlns:p14="http://schemas.microsoft.com/office/powerpoint/2010/main" val="1690500346"/>
      </p:ext>
    </p:extLst>
  </p:cSld>
  <p:clrMapOvr>
    <a:masterClrMapping/>
  </p:clrMapOvr>
</p:notes>
</file>

<file path=ppt/notesSlides/notesSlide3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3993</a:t>
            </a:fld>
            <a:endParaRPr lang="en-US" dirty="0"/>
          </a:p>
        </p:txBody>
      </p:sp>
    </p:spTree>
    <p:extLst>
      <p:ext uri="{BB962C8B-B14F-4D97-AF65-F5344CB8AC3E}">
        <p14:creationId xmlns:p14="http://schemas.microsoft.com/office/powerpoint/2010/main" val="3817737818"/>
      </p:ext>
    </p:extLst>
  </p:cSld>
  <p:clrMapOvr>
    <a:masterClrMapping/>
  </p:clrMapOvr>
</p:notes>
</file>

<file path=ppt/notesSlides/notesSlide3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3994</a:t>
            </a:fld>
            <a:endParaRPr lang="en-US" dirty="0"/>
          </a:p>
        </p:txBody>
      </p:sp>
    </p:spTree>
    <p:extLst>
      <p:ext uri="{BB962C8B-B14F-4D97-AF65-F5344CB8AC3E}">
        <p14:creationId xmlns:p14="http://schemas.microsoft.com/office/powerpoint/2010/main" val="569131414"/>
      </p:ext>
    </p:extLst>
  </p:cSld>
  <p:clrMapOvr>
    <a:masterClrMapping/>
  </p:clrMapOvr>
</p:notes>
</file>

<file path=ppt/notesSlides/notesSlide3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3995</a:t>
            </a:fld>
            <a:endParaRPr lang="en-US" dirty="0"/>
          </a:p>
        </p:txBody>
      </p:sp>
    </p:spTree>
    <p:extLst>
      <p:ext uri="{BB962C8B-B14F-4D97-AF65-F5344CB8AC3E}">
        <p14:creationId xmlns:p14="http://schemas.microsoft.com/office/powerpoint/2010/main" val="2908362912"/>
      </p:ext>
    </p:extLst>
  </p:cSld>
  <p:clrMapOvr>
    <a:masterClrMapping/>
  </p:clrMapOvr>
</p:notes>
</file>

<file path=ppt/notesSlides/notesSlide3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3996</a:t>
            </a:fld>
            <a:endParaRPr lang="en-US" dirty="0"/>
          </a:p>
        </p:txBody>
      </p:sp>
    </p:spTree>
    <p:extLst>
      <p:ext uri="{BB962C8B-B14F-4D97-AF65-F5344CB8AC3E}">
        <p14:creationId xmlns:p14="http://schemas.microsoft.com/office/powerpoint/2010/main" val="1626547670"/>
      </p:ext>
    </p:extLst>
  </p:cSld>
  <p:clrMapOvr>
    <a:masterClrMapping/>
  </p:clrMapOvr>
</p:notes>
</file>

<file path=ppt/notesSlides/notesSlide3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3997</a:t>
            </a:fld>
            <a:endParaRPr lang="en-US" dirty="0"/>
          </a:p>
        </p:txBody>
      </p:sp>
    </p:spTree>
    <p:extLst>
      <p:ext uri="{BB962C8B-B14F-4D97-AF65-F5344CB8AC3E}">
        <p14:creationId xmlns:p14="http://schemas.microsoft.com/office/powerpoint/2010/main" val="3415261921"/>
      </p:ext>
    </p:extLst>
  </p:cSld>
  <p:clrMapOvr>
    <a:masterClrMapping/>
  </p:clrMapOvr>
</p:notes>
</file>

<file path=ppt/notesSlides/notesSlide3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3998</a:t>
            </a:fld>
            <a:endParaRPr lang="en-US" dirty="0"/>
          </a:p>
        </p:txBody>
      </p:sp>
    </p:spTree>
    <p:extLst>
      <p:ext uri="{BB962C8B-B14F-4D97-AF65-F5344CB8AC3E}">
        <p14:creationId xmlns:p14="http://schemas.microsoft.com/office/powerpoint/2010/main" val="2827875439"/>
      </p:ext>
    </p:extLst>
  </p:cSld>
  <p:clrMapOvr>
    <a:masterClrMapping/>
  </p:clrMapOvr>
</p:notes>
</file>

<file path=ppt/notesSlides/notesSlide3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3999</a:t>
            </a:fld>
            <a:endParaRPr lang="en-US" dirty="0"/>
          </a:p>
        </p:txBody>
      </p:sp>
    </p:spTree>
    <p:extLst>
      <p:ext uri="{BB962C8B-B14F-4D97-AF65-F5344CB8AC3E}">
        <p14:creationId xmlns:p14="http://schemas.microsoft.com/office/powerpoint/2010/main" val="1622829779"/>
      </p:ext>
    </p:extLst>
  </p:cSld>
  <p:clrMapOvr>
    <a:masterClrMapping/>
  </p:clrMapOvr>
</p:notes>
</file>

<file path=ppt/notesSlides/notesSlide3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4000</a:t>
            </a:fld>
            <a:endParaRPr lang="en-US" dirty="0"/>
          </a:p>
        </p:txBody>
      </p:sp>
    </p:spTree>
    <p:extLst>
      <p:ext uri="{BB962C8B-B14F-4D97-AF65-F5344CB8AC3E}">
        <p14:creationId xmlns:p14="http://schemas.microsoft.com/office/powerpoint/2010/main" val="4108298606"/>
      </p:ext>
    </p:extLst>
  </p:cSld>
  <p:clrMapOvr>
    <a:masterClrMapping/>
  </p:clrMapOvr>
</p:notes>
</file>

<file path=ppt/notesSlides/notesSlide3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4001</a:t>
            </a:fld>
            <a:endParaRPr lang="en-US" dirty="0"/>
          </a:p>
        </p:txBody>
      </p:sp>
    </p:spTree>
    <p:extLst>
      <p:ext uri="{BB962C8B-B14F-4D97-AF65-F5344CB8AC3E}">
        <p14:creationId xmlns:p14="http://schemas.microsoft.com/office/powerpoint/2010/main" val="1035924623"/>
      </p:ext>
    </p:extLst>
  </p:cSld>
  <p:clrMapOvr>
    <a:masterClrMapping/>
  </p:clrMapOvr>
</p:notes>
</file>

<file path=ppt/notesSlides/notesSlide3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4002</a:t>
            </a:fld>
            <a:endParaRPr lang="en-US" dirty="0"/>
          </a:p>
        </p:txBody>
      </p:sp>
    </p:spTree>
    <p:extLst>
      <p:ext uri="{BB962C8B-B14F-4D97-AF65-F5344CB8AC3E}">
        <p14:creationId xmlns:p14="http://schemas.microsoft.com/office/powerpoint/2010/main" val="2017982925"/>
      </p:ext>
    </p:extLst>
  </p:cSld>
  <p:clrMapOvr>
    <a:masterClrMapping/>
  </p:clrMapOvr>
</p:notes>
</file>

<file path=ppt/notesSlides/notesSlide3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4003</a:t>
            </a:fld>
            <a:endParaRPr lang="en-US" dirty="0"/>
          </a:p>
        </p:txBody>
      </p:sp>
    </p:spTree>
    <p:extLst>
      <p:ext uri="{BB962C8B-B14F-4D97-AF65-F5344CB8AC3E}">
        <p14:creationId xmlns:p14="http://schemas.microsoft.com/office/powerpoint/2010/main" val="267183857"/>
      </p:ext>
    </p:extLst>
  </p:cSld>
  <p:clrMapOvr>
    <a:masterClrMapping/>
  </p:clrMapOvr>
</p:notes>
</file>

<file path=ppt/notesSlides/notesSlide3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4004</a:t>
            </a:fld>
            <a:endParaRPr lang="en-US" dirty="0"/>
          </a:p>
        </p:txBody>
      </p:sp>
    </p:spTree>
    <p:extLst>
      <p:ext uri="{BB962C8B-B14F-4D97-AF65-F5344CB8AC3E}">
        <p14:creationId xmlns:p14="http://schemas.microsoft.com/office/powerpoint/2010/main" val="2266747557"/>
      </p:ext>
    </p:extLst>
  </p:cSld>
  <p:clrMapOvr>
    <a:masterClrMapping/>
  </p:clrMapOvr>
</p:notes>
</file>

<file path=ppt/notesSlides/notesSlide3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4005</a:t>
            </a:fld>
            <a:endParaRPr lang="en-US" dirty="0"/>
          </a:p>
        </p:txBody>
      </p:sp>
    </p:spTree>
    <p:extLst>
      <p:ext uri="{BB962C8B-B14F-4D97-AF65-F5344CB8AC3E}">
        <p14:creationId xmlns:p14="http://schemas.microsoft.com/office/powerpoint/2010/main" val="3906960582"/>
      </p:ext>
    </p:extLst>
  </p:cSld>
  <p:clrMapOvr>
    <a:masterClrMapping/>
  </p:clrMapOvr>
</p:notes>
</file>

<file path=ppt/notesSlides/notesSlide3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4006</a:t>
            </a:fld>
            <a:endParaRPr lang="en-US" dirty="0"/>
          </a:p>
        </p:txBody>
      </p:sp>
    </p:spTree>
    <p:extLst>
      <p:ext uri="{BB962C8B-B14F-4D97-AF65-F5344CB8AC3E}">
        <p14:creationId xmlns:p14="http://schemas.microsoft.com/office/powerpoint/2010/main" val="350082021"/>
      </p:ext>
    </p:extLst>
  </p:cSld>
  <p:clrMapOvr>
    <a:masterClrMapping/>
  </p:clrMapOvr>
</p:notes>
</file>

<file path=ppt/notesSlides/notesSlide3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4007</a:t>
            </a:fld>
            <a:endParaRPr lang="en-US" dirty="0"/>
          </a:p>
        </p:txBody>
      </p:sp>
    </p:spTree>
    <p:extLst>
      <p:ext uri="{BB962C8B-B14F-4D97-AF65-F5344CB8AC3E}">
        <p14:creationId xmlns:p14="http://schemas.microsoft.com/office/powerpoint/2010/main" val="1947867721"/>
      </p:ext>
    </p:extLst>
  </p:cSld>
  <p:clrMapOvr>
    <a:masterClrMapping/>
  </p:clrMapOvr>
</p:notes>
</file>

<file path=ppt/notesSlides/notesSlide3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4008</a:t>
            </a:fld>
            <a:endParaRPr lang="en-US" dirty="0"/>
          </a:p>
        </p:txBody>
      </p:sp>
    </p:spTree>
    <p:extLst>
      <p:ext uri="{BB962C8B-B14F-4D97-AF65-F5344CB8AC3E}">
        <p14:creationId xmlns:p14="http://schemas.microsoft.com/office/powerpoint/2010/main" val="2704790739"/>
      </p:ext>
    </p:extLst>
  </p:cSld>
  <p:clrMapOvr>
    <a:masterClrMapping/>
  </p:clrMapOvr>
</p:notes>
</file>

<file path=ppt/notesSlides/notesSlide3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4009</a:t>
            </a:fld>
            <a:endParaRPr lang="en-US" dirty="0"/>
          </a:p>
        </p:txBody>
      </p:sp>
    </p:spTree>
    <p:extLst>
      <p:ext uri="{BB962C8B-B14F-4D97-AF65-F5344CB8AC3E}">
        <p14:creationId xmlns:p14="http://schemas.microsoft.com/office/powerpoint/2010/main" val="270938185"/>
      </p:ext>
    </p:extLst>
  </p:cSld>
  <p:clrMapOvr>
    <a:masterClrMapping/>
  </p:clrMapOvr>
</p:notes>
</file>

<file path=ppt/notesSlides/notesSlide3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4010</a:t>
            </a:fld>
            <a:endParaRPr lang="en-US" dirty="0"/>
          </a:p>
        </p:txBody>
      </p:sp>
    </p:spTree>
    <p:extLst>
      <p:ext uri="{BB962C8B-B14F-4D97-AF65-F5344CB8AC3E}">
        <p14:creationId xmlns:p14="http://schemas.microsoft.com/office/powerpoint/2010/main" val="2051116332"/>
      </p:ext>
    </p:extLst>
  </p:cSld>
  <p:clrMapOvr>
    <a:masterClrMapping/>
  </p:clrMapOvr>
</p:notes>
</file>

<file path=ppt/notesSlides/notesSlide3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4011</a:t>
            </a:fld>
            <a:endParaRPr lang="en-US" dirty="0"/>
          </a:p>
        </p:txBody>
      </p:sp>
    </p:spTree>
    <p:extLst>
      <p:ext uri="{BB962C8B-B14F-4D97-AF65-F5344CB8AC3E}">
        <p14:creationId xmlns:p14="http://schemas.microsoft.com/office/powerpoint/2010/main" val="2407319428"/>
      </p:ext>
    </p:extLst>
  </p:cSld>
  <p:clrMapOvr>
    <a:masterClrMapping/>
  </p:clrMapOvr>
</p:notes>
</file>

<file path=ppt/notesSlides/notesSlide3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4012</a:t>
            </a:fld>
            <a:endParaRPr lang="en-US" dirty="0"/>
          </a:p>
        </p:txBody>
      </p:sp>
    </p:spTree>
    <p:extLst>
      <p:ext uri="{BB962C8B-B14F-4D97-AF65-F5344CB8AC3E}">
        <p14:creationId xmlns:p14="http://schemas.microsoft.com/office/powerpoint/2010/main" val="2510588270"/>
      </p:ext>
    </p:extLst>
  </p:cSld>
  <p:clrMapOvr>
    <a:masterClrMapping/>
  </p:clrMapOvr>
</p:notes>
</file>

<file path=ppt/notesSlides/notesSlide3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4013</a:t>
            </a:fld>
            <a:endParaRPr lang="en-US" dirty="0"/>
          </a:p>
        </p:txBody>
      </p:sp>
    </p:spTree>
    <p:extLst>
      <p:ext uri="{BB962C8B-B14F-4D97-AF65-F5344CB8AC3E}">
        <p14:creationId xmlns:p14="http://schemas.microsoft.com/office/powerpoint/2010/main" val="512756932"/>
      </p:ext>
    </p:extLst>
  </p:cSld>
  <p:clrMapOvr>
    <a:masterClrMapping/>
  </p:clrMapOvr>
</p:notes>
</file>

<file path=ppt/notesSlides/notesSlide3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4014</a:t>
            </a:fld>
            <a:endParaRPr lang="en-US" dirty="0"/>
          </a:p>
        </p:txBody>
      </p:sp>
    </p:spTree>
    <p:extLst>
      <p:ext uri="{BB962C8B-B14F-4D97-AF65-F5344CB8AC3E}">
        <p14:creationId xmlns:p14="http://schemas.microsoft.com/office/powerpoint/2010/main" val="3594234935"/>
      </p:ext>
    </p:extLst>
  </p:cSld>
  <p:clrMapOvr>
    <a:masterClrMapping/>
  </p:clrMapOvr>
</p:notes>
</file>

<file path=ppt/notesSlides/notesSlide3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4015</a:t>
            </a:fld>
            <a:endParaRPr lang="en-US" dirty="0"/>
          </a:p>
        </p:txBody>
      </p:sp>
    </p:spTree>
    <p:extLst>
      <p:ext uri="{BB962C8B-B14F-4D97-AF65-F5344CB8AC3E}">
        <p14:creationId xmlns:p14="http://schemas.microsoft.com/office/powerpoint/2010/main" val="1508427736"/>
      </p:ext>
    </p:extLst>
  </p:cSld>
  <p:clrMapOvr>
    <a:masterClrMapping/>
  </p:clrMapOvr>
</p:notes>
</file>

<file path=ppt/notesSlides/notesSlide3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4016</a:t>
            </a:fld>
            <a:endParaRPr lang="en-US" dirty="0"/>
          </a:p>
        </p:txBody>
      </p:sp>
    </p:spTree>
    <p:extLst>
      <p:ext uri="{BB962C8B-B14F-4D97-AF65-F5344CB8AC3E}">
        <p14:creationId xmlns:p14="http://schemas.microsoft.com/office/powerpoint/2010/main" val="1409496092"/>
      </p:ext>
    </p:extLst>
  </p:cSld>
  <p:clrMapOvr>
    <a:masterClrMapping/>
  </p:clrMapOvr>
</p:notes>
</file>

<file path=ppt/notesSlides/notesSlide3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4017</a:t>
            </a:fld>
            <a:endParaRPr lang="en-US" dirty="0"/>
          </a:p>
        </p:txBody>
      </p:sp>
    </p:spTree>
    <p:extLst>
      <p:ext uri="{BB962C8B-B14F-4D97-AF65-F5344CB8AC3E}">
        <p14:creationId xmlns:p14="http://schemas.microsoft.com/office/powerpoint/2010/main" val="2411466298"/>
      </p:ext>
    </p:extLst>
  </p:cSld>
  <p:clrMapOvr>
    <a:masterClrMapping/>
  </p:clrMapOvr>
</p:notes>
</file>

<file path=ppt/notesSlides/notesSlide3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4018</a:t>
            </a:fld>
            <a:endParaRPr lang="en-US" dirty="0"/>
          </a:p>
        </p:txBody>
      </p:sp>
    </p:spTree>
    <p:extLst>
      <p:ext uri="{BB962C8B-B14F-4D97-AF65-F5344CB8AC3E}">
        <p14:creationId xmlns:p14="http://schemas.microsoft.com/office/powerpoint/2010/main" val="2016462223"/>
      </p:ext>
    </p:extLst>
  </p:cSld>
  <p:clrMapOvr>
    <a:masterClrMapping/>
  </p:clrMapOvr>
</p:notes>
</file>

<file path=ppt/notesSlides/notesSlide3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4019</a:t>
            </a:fld>
            <a:endParaRPr lang="en-US" dirty="0"/>
          </a:p>
        </p:txBody>
      </p:sp>
    </p:spTree>
    <p:extLst>
      <p:ext uri="{BB962C8B-B14F-4D97-AF65-F5344CB8AC3E}">
        <p14:creationId xmlns:p14="http://schemas.microsoft.com/office/powerpoint/2010/main" val="741695565"/>
      </p:ext>
    </p:extLst>
  </p:cSld>
  <p:clrMapOvr>
    <a:masterClrMapping/>
  </p:clrMapOvr>
</p:notes>
</file>

<file path=ppt/notesSlides/notesSlide3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4020</a:t>
            </a:fld>
            <a:endParaRPr lang="en-US" dirty="0"/>
          </a:p>
        </p:txBody>
      </p:sp>
    </p:spTree>
    <p:extLst>
      <p:ext uri="{BB962C8B-B14F-4D97-AF65-F5344CB8AC3E}">
        <p14:creationId xmlns:p14="http://schemas.microsoft.com/office/powerpoint/2010/main" val="2001228750"/>
      </p:ext>
    </p:extLst>
  </p:cSld>
  <p:clrMapOvr>
    <a:masterClrMapping/>
  </p:clrMapOvr>
</p:notes>
</file>

<file path=ppt/notesSlides/notesSlide3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4021</a:t>
            </a:fld>
            <a:endParaRPr lang="en-US" dirty="0"/>
          </a:p>
        </p:txBody>
      </p:sp>
    </p:spTree>
    <p:extLst>
      <p:ext uri="{BB962C8B-B14F-4D97-AF65-F5344CB8AC3E}">
        <p14:creationId xmlns:p14="http://schemas.microsoft.com/office/powerpoint/2010/main" val="3433644616"/>
      </p:ext>
    </p:extLst>
  </p:cSld>
  <p:clrMapOvr>
    <a:masterClrMapping/>
  </p:clrMapOvr>
</p:notes>
</file>

<file path=ppt/notesSlides/notesSlide3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4022</a:t>
            </a:fld>
            <a:endParaRPr lang="en-US" dirty="0"/>
          </a:p>
        </p:txBody>
      </p:sp>
    </p:spTree>
    <p:extLst>
      <p:ext uri="{BB962C8B-B14F-4D97-AF65-F5344CB8AC3E}">
        <p14:creationId xmlns:p14="http://schemas.microsoft.com/office/powerpoint/2010/main" val="719067773"/>
      </p:ext>
    </p:extLst>
  </p:cSld>
  <p:clrMapOvr>
    <a:masterClrMapping/>
  </p:clrMapOvr>
</p:notes>
</file>

<file path=ppt/notesSlides/notesSlide3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4023</a:t>
            </a:fld>
            <a:endParaRPr lang="en-US" dirty="0"/>
          </a:p>
        </p:txBody>
      </p:sp>
    </p:spTree>
    <p:extLst>
      <p:ext uri="{BB962C8B-B14F-4D97-AF65-F5344CB8AC3E}">
        <p14:creationId xmlns:p14="http://schemas.microsoft.com/office/powerpoint/2010/main" val="1733846381"/>
      </p:ext>
    </p:extLst>
  </p:cSld>
  <p:clrMapOvr>
    <a:masterClrMapping/>
  </p:clrMapOvr>
</p:notes>
</file>

<file path=ppt/notesSlides/notesSlide3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4024</a:t>
            </a:fld>
            <a:endParaRPr lang="en-US" dirty="0"/>
          </a:p>
        </p:txBody>
      </p:sp>
    </p:spTree>
    <p:extLst>
      <p:ext uri="{BB962C8B-B14F-4D97-AF65-F5344CB8AC3E}">
        <p14:creationId xmlns:p14="http://schemas.microsoft.com/office/powerpoint/2010/main" val="1873068361"/>
      </p:ext>
    </p:extLst>
  </p:cSld>
  <p:clrMapOvr>
    <a:masterClrMapping/>
  </p:clrMapOvr>
</p:notes>
</file>

<file path=ppt/notesSlides/notesSlide3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4025</a:t>
            </a:fld>
            <a:endParaRPr lang="en-US" dirty="0"/>
          </a:p>
        </p:txBody>
      </p:sp>
    </p:spTree>
    <p:extLst>
      <p:ext uri="{BB962C8B-B14F-4D97-AF65-F5344CB8AC3E}">
        <p14:creationId xmlns:p14="http://schemas.microsoft.com/office/powerpoint/2010/main" val="4005252906"/>
      </p:ext>
    </p:extLst>
  </p:cSld>
  <p:clrMapOvr>
    <a:masterClrMapping/>
  </p:clrMapOvr>
</p:notes>
</file>

<file path=ppt/notesSlides/notesSlide3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4026</a:t>
            </a:fld>
            <a:endParaRPr lang="en-US" dirty="0"/>
          </a:p>
        </p:txBody>
      </p:sp>
    </p:spTree>
    <p:extLst>
      <p:ext uri="{BB962C8B-B14F-4D97-AF65-F5344CB8AC3E}">
        <p14:creationId xmlns:p14="http://schemas.microsoft.com/office/powerpoint/2010/main" val="3413748230"/>
      </p:ext>
    </p:extLst>
  </p:cSld>
  <p:clrMapOvr>
    <a:masterClrMapping/>
  </p:clrMapOvr>
</p:notes>
</file>

<file path=ppt/notesSlides/notesSlide3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4027</a:t>
            </a:fld>
            <a:endParaRPr lang="en-US" dirty="0"/>
          </a:p>
        </p:txBody>
      </p:sp>
    </p:spTree>
    <p:extLst>
      <p:ext uri="{BB962C8B-B14F-4D97-AF65-F5344CB8AC3E}">
        <p14:creationId xmlns:p14="http://schemas.microsoft.com/office/powerpoint/2010/main" val="3148950722"/>
      </p:ext>
    </p:extLst>
  </p:cSld>
  <p:clrMapOvr>
    <a:masterClrMapping/>
  </p:clrMapOvr>
</p:notes>
</file>

<file path=ppt/notesSlides/notesSlide3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4028</a:t>
            </a:fld>
            <a:endParaRPr lang="en-US" dirty="0"/>
          </a:p>
        </p:txBody>
      </p:sp>
    </p:spTree>
    <p:extLst>
      <p:ext uri="{BB962C8B-B14F-4D97-AF65-F5344CB8AC3E}">
        <p14:creationId xmlns:p14="http://schemas.microsoft.com/office/powerpoint/2010/main" val="2825695335"/>
      </p:ext>
    </p:extLst>
  </p:cSld>
  <p:clrMapOvr>
    <a:masterClrMapping/>
  </p:clrMapOvr>
</p:notes>
</file>

<file path=ppt/notesSlides/notesSlide3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4029</a:t>
            </a:fld>
            <a:endParaRPr lang="en-US" dirty="0"/>
          </a:p>
        </p:txBody>
      </p:sp>
    </p:spTree>
    <p:extLst>
      <p:ext uri="{BB962C8B-B14F-4D97-AF65-F5344CB8AC3E}">
        <p14:creationId xmlns:p14="http://schemas.microsoft.com/office/powerpoint/2010/main" val="1583935718"/>
      </p:ext>
    </p:extLst>
  </p:cSld>
  <p:clrMapOvr>
    <a:masterClrMapping/>
  </p:clrMapOvr>
</p:notes>
</file>

<file path=ppt/notesSlides/notesSlide3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4030</a:t>
            </a:fld>
            <a:endParaRPr lang="en-US" dirty="0"/>
          </a:p>
        </p:txBody>
      </p:sp>
    </p:spTree>
    <p:extLst>
      <p:ext uri="{BB962C8B-B14F-4D97-AF65-F5344CB8AC3E}">
        <p14:creationId xmlns:p14="http://schemas.microsoft.com/office/powerpoint/2010/main" val="4192379640"/>
      </p:ext>
    </p:extLst>
  </p:cSld>
  <p:clrMapOvr>
    <a:masterClrMapping/>
  </p:clrMapOvr>
</p:notes>
</file>

<file path=ppt/notesSlides/notesSlide3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4031</a:t>
            </a:fld>
            <a:endParaRPr lang="en-US" dirty="0"/>
          </a:p>
        </p:txBody>
      </p:sp>
    </p:spTree>
    <p:extLst>
      <p:ext uri="{BB962C8B-B14F-4D97-AF65-F5344CB8AC3E}">
        <p14:creationId xmlns:p14="http://schemas.microsoft.com/office/powerpoint/2010/main" val="1264334312"/>
      </p:ext>
    </p:extLst>
  </p:cSld>
  <p:clrMapOvr>
    <a:masterClrMapping/>
  </p:clrMapOvr>
</p:notes>
</file>

<file path=ppt/notesSlides/notesSlide3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4032</a:t>
            </a:fld>
            <a:endParaRPr lang="en-US" dirty="0"/>
          </a:p>
        </p:txBody>
      </p:sp>
    </p:spTree>
    <p:extLst>
      <p:ext uri="{BB962C8B-B14F-4D97-AF65-F5344CB8AC3E}">
        <p14:creationId xmlns:p14="http://schemas.microsoft.com/office/powerpoint/2010/main" val="653024425"/>
      </p:ext>
    </p:extLst>
  </p:cSld>
  <p:clrMapOvr>
    <a:masterClrMapping/>
  </p:clrMapOvr>
</p:notes>
</file>

<file path=ppt/notesSlides/notesSlide3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4033</a:t>
            </a:fld>
            <a:endParaRPr lang="en-US" dirty="0"/>
          </a:p>
        </p:txBody>
      </p:sp>
    </p:spTree>
    <p:extLst>
      <p:ext uri="{BB962C8B-B14F-4D97-AF65-F5344CB8AC3E}">
        <p14:creationId xmlns:p14="http://schemas.microsoft.com/office/powerpoint/2010/main" val="2469326814"/>
      </p:ext>
    </p:extLst>
  </p:cSld>
  <p:clrMapOvr>
    <a:masterClrMapping/>
  </p:clrMapOvr>
</p:notes>
</file>

<file path=ppt/notesSlides/notesSlide3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4034</a:t>
            </a:fld>
            <a:endParaRPr lang="en-US" dirty="0"/>
          </a:p>
        </p:txBody>
      </p:sp>
    </p:spTree>
    <p:extLst>
      <p:ext uri="{BB962C8B-B14F-4D97-AF65-F5344CB8AC3E}">
        <p14:creationId xmlns:p14="http://schemas.microsoft.com/office/powerpoint/2010/main" val="1336520130"/>
      </p:ext>
    </p:extLst>
  </p:cSld>
  <p:clrMapOvr>
    <a:masterClrMapping/>
  </p:clrMapOvr>
</p:notes>
</file>

<file path=ppt/notesSlides/notesSlide3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4035</a:t>
            </a:fld>
            <a:endParaRPr lang="en-US" dirty="0"/>
          </a:p>
        </p:txBody>
      </p:sp>
    </p:spTree>
    <p:extLst>
      <p:ext uri="{BB962C8B-B14F-4D97-AF65-F5344CB8AC3E}">
        <p14:creationId xmlns:p14="http://schemas.microsoft.com/office/powerpoint/2010/main" val="531353578"/>
      </p:ext>
    </p:extLst>
  </p:cSld>
  <p:clrMapOvr>
    <a:masterClrMapping/>
  </p:clrMapOvr>
</p:notes>
</file>

<file path=ppt/notesSlides/notesSlide3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4036</a:t>
            </a:fld>
            <a:endParaRPr lang="en-US" dirty="0"/>
          </a:p>
        </p:txBody>
      </p:sp>
    </p:spTree>
    <p:extLst>
      <p:ext uri="{BB962C8B-B14F-4D97-AF65-F5344CB8AC3E}">
        <p14:creationId xmlns:p14="http://schemas.microsoft.com/office/powerpoint/2010/main" val="2779540234"/>
      </p:ext>
    </p:extLst>
  </p:cSld>
  <p:clrMapOvr>
    <a:masterClrMapping/>
  </p:clrMapOvr>
</p:notes>
</file>

<file path=ppt/notesSlides/notesSlide3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4037</a:t>
            </a:fld>
            <a:endParaRPr lang="en-US" dirty="0"/>
          </a:p>
        </p:txBody>
      </p:sp>
    </p:spTree>
    <p:extLst>
      <p:ext uri="{BB962C8B-B14F-4D97-AF65-F5344CB8AC3E}">
        <p14:creationId xmlns:p14="http://schemas.microsoft.com/office/powerpoint/2010/main" val="4252868472"/>
      </p:ext>
    </p:extLst>
  </p:cSld>
  <p:clrMapOvr>
    <a:masterClrMapping/>
  </p:clrMapOvr>
</p:notes>
</file>

<file path=ppt/notesSlides/notesSlide3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4038</a:t>
            </a:fld>
            <a:endParaRPr lang="en-US" dirty="0"/>
          </a:p>
        </p:txBody>
      </p:sp>
    </p:spTree>
    <p:extLst>
      <p:ext uri="{BB962C8B-B14F-4D97-AF65-F5344CB8AC3E}">
        <p14:creationId xmlns:p14="http://schemas.microsoft.com/office/powerpoint/2010/main" val="4036164916"/>
      </p:ext>
    </p:extLst>
  </p:cSld>
  <p:clrMapOvr>
    <a:masterClrMapping/>
  </p:clrMapOvr>
</p:notes>
</file>

<file path=ppt/notesSlides/notesSlide3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4039</a:t>
            </a:fld>
            <a:endParaRPr lang="en-US" dirty="0"/>
          </a:p>
        </p:txBody>
      </p:sp>
    </p:spTree>
    <p:extLst>
      <p:ext uri="{BB962C8B-B14F-4D97-AF65-F5344CB8AC3E}">
        <p14:creationId xmlns:p14="http://schemas.microsoft.com/office/powerpoint/2010/main" val="2785364436"/>
      </p:ext>
    </p:extLst>
  </p:cSld>
  <p:clrMapOvr>
    <a:masterClrMapping/>
  </p:clrMapOvr>
</p:notes>
</file>

<file path=ppt/notesSlides/notesSlide3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4040</a:t>
            </a:fld>
            <a:endParaRPr lang="en-US" dirty="0"/>
          </a:p>
        </p:txBody>
      </p:sp>
    </p:spTree>
    <p:extLst>
      <p:ext uri="{BB962C8B-B14F-4D97-AF65-F5344CB8AC3E}">
        <p14:creationId xmlns:p14="http://schemas.microsoft.com/office/powerpoint/2010/main" val="3623593396"/>
      </p:ext>
    </p:extLst>
  </p:cSld>
  <p:clrMapOvr>
    <a:masterClrMapping/>
  </p:clrMapOvr>
</p:notes>
</file>

<file path=ppt/notesSlides/notesSlide3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4041</a:t>
            </a:fld>
            <a:endParaRPr lang="en-US" dirty="0"/>
          </a:p>
        </p:txBody>
      </p:sp>
    </p:spTree>
    <p:extLst>
      <p:ext uri="{BB962C8B-B14F-4D97-AF65-F5344CB8AC3E}">
        <p14:creationId xmlns:p14="http://schemas.microsoft.com/office/powerpoint/2010/main" val="3130425340"/>
      </p:ext>
    </p:extLst>
  </p:cSld>
  <p:clrMapOvr>
    <a:masterClrMapping/>
  </p:clrMapOvr>
</p:notes>
</file>

<file path=ppt/notesSlides/notesSlide3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4042</a:t>
            </a:fld>
            <a:endParaRPr lang="en-US" dirty="0"/>
          </a:p>
        </p:txBody>
      </p:sp>
    </p:spTree>
    <p:extLst>
      <p:ext uri="{BB962C8B-B14F-4D97-AF65-F5344CB8AC3E}">
        <p14:creationId xmlns:p14="http://schemas.microsoft.com/office/powerpoint/2010/main" val="1226839598"/>
      </p:ext>
    </p:extLst>
  </p:cSld>
  <p:clrMapOvr>
    <a:masterClrMapping/>
  </p:clrMapOvr>
</p:notes>
</file>

<file path=ppt/notesSlides/notesSlide3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4043</a:t>
            </a:fld>
            <a:endParaRPr lang="en-US" dirty="0"/>
          </a:p>
        </p:txBody>
      </p:sp>
    </p:spTree>
    <p:extLst>
      <p:ext uri="{BB962C8B-B14F-4D97-AF65-F5344CB8AC3E}">
        <p14:creationId xmlns:p14="http://schemas.microsoft.com/office/powerpoint/2010/main" val="4247018648"/>
      </p:ext>
    </p:extLst>
  </p:cSld>
  <p:clrMapOvr>
    <a:masterClrMapping/>
  </p:clrMapOvr>
</p:notes>
</file>

<file path=ppt/notesSlides/notesSlide3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4044</a:t>
            </a:fld>
            <a:endParaRPr lang="en-US" dirty="0"/>
          </a:p>
        </p:txBody>
      </p:sp>
    </p:spTree>
    <p:extLst>
      <p:ext uri="{BB962C8B-B14F-4D97-AF65-F5344CB8AC3E}">
        <p14:creationId xmlns:p14="http://schemas.microsoft.com/office/powerpoint/2010/main" val="1258177538"/>
      </p:ext>
    </p:extLst>
  </p:cSld>
  <p:clrMapOvr>
    <a:masterClrMapping/>
  </p:clrMapOvr>
</p:notes>
</file>

<file path=ppt/notesSlides/notesSlide3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4045</a:t>
            </a:fld>
            <a:endParaRPr lang="en-US" dirty="0"/>
          </a:p>
        </p:txBody>
      </p:sp>
    </p:spTree>
    <p:extLst>
      <p:ext uri="{BB962C8B-B14F-4D97-AF65-F5344CB8AC3E}">
        <p14:creationId xmlns:p14="http://schemas.microsoft.com/office/powerpoint/2010/main" val="4207697186"/>
      </p:ext>
    </p:extLst>
  </p:cSld>
  <p:clrMapOvr>
    <a:masterClrMapping/>
  </p:clrMapOvr>
</p:notes>
</file>

<file path=ppt/notesSlides/notesSlide3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4046</a:t>
            </a:fld>
            <a:endParaRPr lang="en-US" dirty="0"/>
          </a:p>
        </p:txBody>
      </p:sp>
    </p:spTree>
    <p:extLst>
      <p:ext uri="{BB962C8B-B14F-4D97-AF65-F5344CB8AC3E}">
        <p14:creationId xmlns:p14="http://schemas.microsoft.com/office/powerpoint/2010/main" val="1058376016"/>
      </p:ext>
    </p:extLst>
  </p:cSld>
  <p:clrMapOvr>
    <a:masterClrMapping/>
  </p:clrMapOvr>
</p:notes>
</file>

<file path=ppt/notesSlides/notesSlide3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4047</a:t>
            </a:fld>
            <a:endParaRPr lang="en-US" dirty="0"/>
          </a:p>
        </p:txBody>
      </p:sp>
    </p:spTree>
    <p:extLst>
      <p:ext uri="{BB962C8B-B14F-4D97-AF65-F5344CB8AC3E}">
        <p14:creationId xmlns:p14="http://schemas.microsoft.com/office/powerpoint/2010/main" val="98403454"/>
      </p:ext>
    </p:extLst>
  </p:cSld>
  <p:clrMapOvr>
    <a:masterClrMapping/>
  </p:clrMapOvr>
</p:notes>
</file>

<file path=ppt/notesSlides/notesSlide3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4048</a:t>
            </a:fld>
            <a:endParaRPr lang="en-US" dirty="0"/>
          </a:p>
        </p:txBody>
      </p:sp>
    </p:spTree>
    <p:extLst>
      <p:ext uri="{BB962C8B-B14F-4D97-AF65-F5344CB8AC3E}">
        <p14:creationId xmlns:p14="http://schemas.microsoft.com/office/powerpoint/2010/main" val="1763898393"/>
      </p:ext>
    </p:extLst>
  </p:cSld>
  <p:clrMapOvr>
    <a:masterClrMapping/>
  </p:clrMapOvr>
</p:notes>
</file>

<file path=ppt/notesSlides/notesSlide3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4049</a:t>
            </a:fld>
            <a:endParaRPr lang="en-US" dirty="0"/>
          </a:p>
        </p:txBody>
      </p:sp>
    </p:spTree>
    <p:extLst>
      <p:ext uri="{BB962C8B-B14F-4D97-AF65-F5344CB8AC3E}">
        <p14:creationId xmlns:p14="http://schemas.microsoft.com/office/powerpoint/2010/main" val="1009257011"/>
      </p:ext>
    </p:extLst>
  </p:cSld>
  <p:clrMapOvr>
    <a:masterClrMapping/>
  </p:clrMapOvr>
</p:notes>
</file>

<file path=ppt/notesSlides/notesSlide3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4050</a:t>
            </a:fld>
            <a:endParaRPr lang="en-US" dirty="0"/>
          </a:p>
        </p:txBody>
      </p:sp>
    </p:spTree>
    <p:extLst>
      <p:ext uri="{BB962C8B-B14F-4D97-AF65-F5344CB8AC3E}">
        <p14:creationId xmlns:p14="http://schemas.microsoft.com/office/powerpoint/2010/main" val="3705748079"/>
      </p:ext>
    </p:extLst>
  </p:cSld>
  <p:clrMapOvr>
    <a:masterClrMapping/>
  </p:clrMapOvr>
</p:notes>
</file>

<file path=ppt/notesSlides/notesSlide3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4051</a:t>
            </a:fld>
            <a:endParaRPr lang="en-US" dirty="0"/>
          </a:p>
        </p:txBody>
      </p:sp>
    </p:spTree>
    <p:extLst>
      <p:ext uri="{BB962C8B-B14F-4D97-AF65-F5344CB8AC3E}">
        <p14:creationId xmlns:p14="http://schemas.microsoft.com/office/powerpoint/2010/main" val="3308821135"/>
      </p:ext>
    </p:extLst>
  </p:cSld>
  <p:clrMapOvr>
    <a:masterClrMapping/>
  </p:clrMapOvr>
</p:notes>
</file>

<file path=ppt/notesSlides/notesSlide3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4052</a:t>
            </a:fld>
            <a:endParaRPr lang="en-US" dirty="0"/>
          </a:p>
        </p:txBody>
      </p:sp>
    </p:spTree>
    <p:extLst>
      <p:ext uri="{BB962C8B-B14F-4D97-AF65-F5344CB8AC3E}">
        <p14:creationId xmlns:p14="http://schemas.microsoft.com/office/powerpoint/2010/main" val="341473948"/>
      </p:ext>
    </p:extLst>
  </p:cSld>
  <p:clrMapOvr>
    <a:masterClrMapping/>
  </p:clrMapOvr>
</p:notes>
</file>

<file path=ppt/notesSlides/notesSlide3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4053</a:t>
            </a:fld>
            <a:endParaRPr lang="en-US" dirty="0"/>
          </a:p>
        </p:txBody>
      </p:sp>
    </p:spTree>
    <p:extLst>
      <p:ext uri="{BB962C8B-B14F-4D97-AF65-F5344CB8AC3E}">
        <p14:creationId xmlns:p14="http://schemas.microsoft.com/office/powerpoint/2010/main" val="3691081220"/>
      </p:ext>
    </p:extLst>
  </p:cSld>
  <p:clrMapOvr>
    <a:masterClrMapping/>
  </p:clrMapOvr>
</p:notes>
</file>

<file path=ppt/notesSlides/notesSlide3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4054</a:t>
            </a:fld>
            <a:endParaRPr lang="en-US" dirty="0"/>
          </a:p>
        </p:txBody>
      </p:sp>
    </p:spTree>
    <p:extLst>
      <p:ext uri="{BB962C8B-B14F-4D97-AF65-F5344CB8AC3E}">
        <p14:creationId xmlns:p14="http://schemas.microsoft.com/office/powerpoint/2010/main" val="828820346"/>
      </p:ext>
    </p:extLst>
  </p:cSld>
  <p:clrMapOvr>
    <a:masterClrMapping/>
  </p:clrMapOvr>
</p:notes>
</file>

<file path=ppt/notesSlides/notesSlide3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4055</a:t>
            </a:fld>
            <a:endParaRPr lang="en-US" dirty="0"/>
          </a:p>
        </p:txBody>
      </p:sp>
    </p:spTree>
    <p:extLst>
      <p:ext uri="{BB962C8B-B14F-4D97-AF65-F5344CB8AC3E}">
        <p14:creationId xmlns:p14="http://schemas.microsoft.com/office/powerpoint/2010/main" val="3856505866"/>
      </p:ext>
    </p:extLst>
  </p:cSld>
  <p:clrMapOvr>
    <a:masterClrMapping/>
  </p:clrMapOvr>
</p:notes>
</file>

<file path=ppt/notesSlides/notesSlide3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4056</a:t>
            </a:fld>
            <a:endParaRPr lang="en-US" dirty="0"/>
          </a:p>
        </p:txBody>
      </p:sp>
    </p:spTree>
    <p:extLst>
      <p:ext uri="{BB962C8B-B14F-4D97-AF65-F5344CB8AC3E}">
        <p14:creationId xmlns:p14="http://schemas.microsoft.com/office/powerpoint/2010/main" val="12894581"/>
      </p:ext>
    </p:extLst>
  </p:cSld>
  <p:clrMapOvr>
    <a:masterClrMapping/>
  </p:clrMapOvr>
</p:notes>
</file>

<file path=ppt/notesSlides/notesSlide3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4057</a:t>
            </a:fld>
            <a:endParaRPr lang="en-US" dirty="0"/>
          </a:p>
        </p:txBody>
      </p:sp>
    </p:spTree>
    <p:extLst>
      <p:ext uri="{BB962C8B-B14F-4D97-AF65-F5344CB8AC3E}">
        <p14:creationId xmlns:p14="http://schemas.microsoft.com/office/powerpoint/2010/main" val="816131259"/>
      </p:ext>
    </p:extLst>
  </p:cSld>
  <p:clrMapOvr>
    <a:masterClrMapping/>
  </p:clrMapOvr>
</p:notes>
</file>

<file path=ppt/notesSlides/notesSlide3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4058</a:t>
            </a:fld>
            <a:endParaRPr lang="en-US" dirty="0"/>
          </a:p>
        </p:txBody>
      </p:sp>
    </p:spTree>
    <p:extLst>
      <p:ext uri="{BB962C8B-B14F-4D97-AF65-F5344CB8AC3E}">
        <p14:creationId xmlns:p14="http://schemas.microsoft.com/office/powerpoint/2010/main" val="3400755578"/>
      </p:ext>
    </p:extLst>
  </p:cSld>
  <p:clrMapOvr>
    <a:masterClrMapping/>
  </p:clrMapOvr>
</p:notes>
</file>

<file path=ppt/notesSlides/notesSlide3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4059</a:t>
            </a:fld>
            <a:endParaRPr lang="en-US" dirty="0"/>
          </a:p>
        </p:txBody>
      </p:sp>
    </p:spTree>
    <p:extLst>
      <p:ext uri="{BB962C8B-B14F-4D97-AF65-F5344CB8AC3E}">
        <p14:creationId xmlns:p14="http://schemas.microsoft.com/office/powerpoint/2010/main" val="1545914792"/>
      </p:ext>
    </p:extLst>
  </p:cSld>
  <p:clrMapOvr>
    <a:masterClrMapping/>
  </p:clrMapOvr>
</p:notes>
</file>

<file path=ppt/notesSlides/notesSlide3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4060</a:t>
            </a:fld>
            <a:endParaRPr lang="en-US" dirty="0"/>
          </a:p>
        </p:txBody>
      </p:sp>
    </p:spTree>
    <p:extLst>
      <p:ext uri="{BB962C8B-B14F-4D97-AF65-F5344CB8AC3E}">
        <p14:creationId xmlns:p14="http://schemas.microsoft.com/office/powerpoint/2010/main" val="980476789"/>
      </p:ext>
    </p:extLst>
  </p:cSld>
  <p:clrMapOvr>
    <a:masterClrMapping/>
  </p:clrMapOvr>
</p:notes>
</file>

<file path=ppt/notesSlides/notesSlide3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4061</a:t>
            </a:fld>
            <a:endParaRPr lang="en-US" dirty="0"/>
          </a:p>
        </p:txBody>
      </p:sp>
    </p:spTree>
    <p:extLst>
      <p:ext uri="{BB962C8B-B14F-4D97-AF65-F5344CB8AC3E}">
        <p14:creationId xmlns:p14="http://schemas.microsoft.com/office/powerpoint/2010/main" val="1865630217"/>
      </p:ext>
    </p:extLst>
  </p:cSld>
  <p:clrMapOvr>
    <a:masterClrMapping/>
  </p:clrMapOvr>
</p:notes>
</file>

<file path=ppt/notesSlides/notesSlide3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4062</a:t>
            </a:fld>
            <a:endParaRPr lang="en-US" dirty="0"/>
          </a:p>
        </p:txBody>
      </p:sp>
    </p:spTree>
    <p:extLst>
      <p:ext uri="{BB962C8B-B14F-4D97-AF65-F5344CB8AC3E}">
        <p14:creationId xmlns:p14="http://schemas.microsoft.com/office/powerpoint/2010/main" val="4996601"/>
      </p:ext>
    </p:extLst>
  </p:cSld>
  <p:clrMapOvr>
    <a:masterClrMapping/>
  </p:clrMapOvr>
</p:notes>
</file>

<file path=ppt/notesSlides/notesSlide3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4063</a:t>
            </a:fld>
            <a:endParaRPr lang="en-US" dirty="0"/>
          </a:p>
        </p:txBody>
      </p:sp>
    </p:spTree>
    <p:extLst>
      <p:ext uri="{BB962C8B-B14F-4D97-AF65-F5344CB8AC3E}">
        <p14:creationId xmlns:p14="http://schemas.microsoft.com/office/powerpoint/2010/main" val="3532939713"/>
      </p:ext>
    </p:extLst>
  </p:cSld>
  <p:clrMapOvr>
    <a:masterClrMapping/>
  </p:clrMapOvr>
</p:notes>
</file>

<file path=ppt/notesSlides/notesSlide3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4064</a:t>
            </a:fld>
            <a:endParaRPr lang="en-US" dirty="0"/>
          </a:p>
        </p:txBody>
      </p:sp>
    </p:spTree>
    <p:extLst>
      <p:ext uri="{BB962C8B-B14F-4D97-AF65-F5344CB8AC3E}">
        <p14:creationId xmlns:p14="http://schemas.microsoft.com/office/powerpoint/2010/main" val="1257490910"/>
      </p:ext>
    </p:extLst>
  </p:cSld>
  <p:clrMapOvr>
    <a:masterClrMapping/>
  </p:clrMapOvr>
</p:notes>
</file>

<file path=ppt/notesSlides/notesSlide3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4065</a:t>
            </a:fld>
            <a:endParaRPr lang="en-US" dirty="0"/>
          </a:p>
        </p:txBody>
      </p:sp>
    </p:spTree>
    <p:extLst>
      <p:ext uri="{BB962C8B-B14F-4D97-AF65-F5344CB8AC3E}">
        <p14:creationId xmlns:p14="http://schemas.microsoft.com/office/powerpoint/2010/main" val="3572463314"/>
      </p:ext>
    </p:extLst>
  </p:cSld>
  <p:clrMapOvr>
    <a:masterClrMapping/>
  </p:clrMapOvr>
</p:notes>
</file>

<file path=ppt/notesSlides/notesSlide3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4066</a:t>
            </a:fld>
            <a:endParaRPr lang="en-US" dirty="0"/>
          </a:p>
        </p:txBody>
      </p:sp>
    </p:spTree>
    <p:extLst>
      <p:ext uri="{BB962C8B-B14F-4D97-AF65-F5344CB8AC3E}">
        <p14:creationId xmlns:p14="http://schemas.microsoft.com/office/powerpoint/2010/main" val="3695309483"/>
      </p:ext>
    </p:extLst>
  </p:cSld>
  <p:clrMapOvr>
    <a:masterClrMapping/>
  </p:clrMapOvr>
</p:notes>
</file>

<file path=ppt/notesSlides/notesSlide3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4067</a:t>
            </a:fld>
            <a:endParaRPr lang="en-US" dirty="0"/>
          </a:p>
        </p:txBody>
      </p:sp>
    </p:spTree>
    <p:extLst>
      <p:ext uri="{BB962C8B-B14F-4D97-AF65-F5344CB8AC3E}">
        <p14:creationId xmlns:p14="http://schemas.microsoft.com/office/powerpoint/2010/main" val="3331703654"/>
      </p:ext>
    </p:extLst>
  </p:cSld>
  <p:clrMapOvr>
    <a:masterClrMapping/>
  </p:clrMapOvr>
</p:notes>
</file>

<file path=ppt/notesSlides/notesSlide3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4068</a:t>
            </a:fld>
            <a:endParaRPr lang="en-US" dirty="0"/>
          </a:p>
        </p:txBody>
      </p:sp>
    </p:spTree>
    <p:extLst>
      <p:ext uri="{BB962C8B-B14F-4D97-AF65-F5344CB8AC3E}">
        <p14:creationId xmlns:p14="http://schemas.microsoft.com/office/powerpoint/2010/main" val="3180611919"/>
      </p:ext>
    </p:extLst>
  </p:cSld>
  <p:clrMapOvr>
    <a:masterClrMapping/>
  </p:clrMapOvr>
</p:notes>
</file>

<file path=ppt/notesSlides/notesSlide3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4069</a:t>
            </a:fld>
            <a:endParaRPr lang="en-US" dirty="0"/>
          </a:p>
        </p:txBody>
      </p:sp>
    </p:spTree>
    <p:extLst>
      <p:ext uri="{BB962C8B-B14F-4D97-AF65-F5344CB8AC3E}">
        <p14:creationId xmlns:p14="http://schemas.microsoft.com/office/powerpoint/2010/main" val="4144753644"/>
      </p:ext>
    </p:extLst>
  </p:cSld>
  <p:clrMapOvr>
    <a:masterClrMapping/>
  </p:clrMapOvr>
</p:notes>
</file>

<file path=ppt/notesSlides/notesSlide3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4070</a:t>
            </a:fld>
            <a:endParaRPr lang="en-US" dirty="0"/>
          </a:p>
        </p:txBody>
      </p:sp>
    </p:spTree>
    <p:extLst>
      <p:ext uri="{BB962C8B-B14F-4D97-AF65-F5344CB8AC3E}">
        <p14:creationId xmlns:p14="http://schemas.microsoft.com/office/powerpoint/2010/main" val="2990004445"/>
      </p:ext>
    </p:extLst>
  </p:cSld>
  <p:clrMapOvr>
    <a:masterClrMapping/>
  </p:clrMapOvr>
</p:notes>
</file>

<file path=ppt/notesSlides/notesSlide3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4071</a:t>
            </a:fld>
            <a:endParaRPr lang="en-US" dirty="0"/>
          </a:p>
        </p:txBody>
      </p:sp>
    </p:spTree>
    <p:extLst>
      <p:ext uri="{BB962C8B-B14F-4D97-AF65-F5344CB8AC3E}">
        <p14:creationId xmlns:p14="http://schemas.microsoft.com/office/powerpoint/2010/main" val="2808229446"/>
      </p:ext>
    </p:extLst>
  </p:cSld>
  <p:clrMapOvr>
    <a:masterClrMapping/>
  </p:clrMapOvr>
</p:notes>
</file>

<file path=ppt/notesSlides/notesSlide3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4072</a:t>
            </a:fld>
            <a:endParaRPr lang="en-US" dirty="0"/>
          </a:p>
        </p:txBody>
      </p:sp>
    </p:spTree>
    <p:extLst>
      <p:ext uri="{BB962C8B-B14F-4D97-AF65-F5344CB8AC3E}">
        <p14:creationId xmlns:p14="http://schemas.microsoft.com/office/powerpoint/2010/main" val="360771488"/>
      </p:ext>
    </p:extLst>
  </p:cSld>
  <p:clrMapOvr>
    <a:masterClrMapping/>
  </p:clrMapOvr>
</p:notes>
</file>

<file path=ppt/notesSlides/notesSlide3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4073</a:t>
            </a:fld>
            <a:endParaRPr lang="en-US" dirty="0"/>
          </a:p>
        </p:txBody>
      </p:sp>
    </p:spTree>
    <p:extLst>
      <p:ext uri="{BB962C8B-B14F-4D97-AF65-F5344CB8AC3E}">
        <p14:creationId xmlns:p14="http://schemas.microsoft.com/office/powerpoint/2010/main" val="3464118357"/>
      </p:ext>
    </p:extLst>
  </p:cSld>
  <p:clrMapOvr>
    <a:masterClrMapping/>
  </p:clrMapOvr>
</p:notes>
</file>

<file path=ppt/notesSlides/notesSlide3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4074</a:t>
            </a:fld>
            <a:endParaRPr lang="en-US" dirty="0"/>
          </a:p>
        </p:txBody>
      </p:sp>
    </p:spTree>
    <p:extLst>
      <p:ext uri="{BB962C8B-B14F-4D97-AF65-F5344CB8AC3E}">
        <p14:creationId xmlns:p14="http://schemas.microsoft.com/office/powerpoint/2010/main" val="3210952617"/>
      </p:ext>
    </p:extLst>
  </p:cSld>
  <p:clrMapOvr>
    <a:masterClrMapping/>
  </p:clrMapOvr>
</p:notes>
</file>

<file path=ppt/notesSlides/notesSlide3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4075</a:t>
            </a:fld>
            <a:endParaRPr lang="en-US" dirty="0"/>
          </a:p>
        </p:txBody>
      </p:sp>
    </p:spTree>
    <p:extLst>
      <p:ext uri="{BB962C8B-B14F-4D97-AF65-F5344CB8AC3E}">
        <p14:creationId xmlns:p14="http://schemas.microsoft.com/office/powerpoint/2010/main" val="1928017373"/>
      </p:ext>
    </p:extLst>
  </p:cSld>
  <p:clrMapOvr>
    <a:masterClrMapping/>
  </p:clrMapOvr>
</p:notes>
</file>

<file path=ppt/notesSlides/notesSlide3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4076</a:t>
            </a:fld>
            <a:endParaRPr lang="en-US" dirty="0"/>
          </a:p>
        </p:txBody>
      </p:sp>
    </p:spTree>
    <p:extLst>
      <p:ext uri="{BB962C8B-B14F-4D97-AF65-F5344CB8AC3E}">
        <p14:creationId xmlns:p14="http://schemas.microsoft.com/office/powerpoint/2010/main" val="2927449180"/>
      </p:ext>
    </p:extLst>
  </p:cSld>
  <p:clrMapOvr>
    <a:masterClrMapping/>
  </p:clrMapOvr>
</p:notes>
</file>

<file path=ppt/notesSlides/notesSlide3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4077</a:t>
            </a:fld>
            <a:endParaRPr lang="en-US" dirty="0"/>
          </a:p>
        </p:txBody>
      </p:sp>
    </p:spTree>
    <p:extLst>
      <p:ext uri="{BB962C8B-B14F-4D97-AF65-F5344CB8AC3E}">
        <p14:creationId xmlns:p14="http://schemas.microsoft.com/office/powerpoint/2010/main" val="559465809"/>
      </p:ext>
    </p:extLst>
  </p:cSld>
  <p:clrMapOvr>
    <a:masterClrMapping/>
  </p:clrMapOvr>
</p:notes>
</file>

<file path=ppt/notesSlides/notesSlide3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4078</a:t>
            </a:fld>
            <a:endParaRPr lang="en-US" dirty="0"/>
          </a:p>
        </p:txBody>
      </p:sp>
    </p:spTree>
    <p:extLst>
      <p:ext uri="{BB962C8B-B14F-4D97-AF65-F5344CB8AC3E}">
        <p14:creationId xmlns:p14="http://schemas.microsoft.com/office/powerpoint/2010/main" val="1860172941"/>
      </p:ext>
    </p:extLst>
  </p:cSld>
  <p:clrMapOvr>
    <a:masterClrMapping/>
  </p:clrMapOvr>
</p:notes>
</file>

<file path=ppt/notesSlides/notesSlide3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4079</a:t>
            </a:fld>
            <a:endParaRPr lang="en-US" dirty="0"/>
          </a:p>
        </p:txBody>
      </p:sp>
    </p:spTree>
    <p:extLst>
      <p:ext uri="{BB962C8B-B14F-4D97-AF65-F5344CB8AC3E}">
        <p14:creationId xmlns:p14="http://schemas.microsoft.com/office/powerpoint/2010/main" val="3069154529"/>
      </p:ext>
    </p:extLst>
  </p:cSld>
  <p:clrMapOvr>
    <a:masterClrMapping/>
  </p:clrMapOvr>
</p:notes>
</file>

<file path=ppt/notesSlides/notesSlide3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4080</a:t>
            </a:fld>
            <a:endParaRPr lang="en-US" dirty="0"/>
          </a:p>
        </p:txBody>
      </p:sp>
    </p:spTree>
    <p:extLst>
      <p:ext uri="{BB962C8B-B14F-4D97-AF65-F5344CB8AC3E}">
        <p14:creationId xmlns:p14="http://schemas.microsoft.com/office/powerpoint/2010/main" val="1813872838"/>
      </p:ext>
    </p:extLst>
  </p:cSld>
  <p:clrMapOvr>
    <a:masterClrMapping/>
  </p:clrMapOvr>
</p:notes>
</file>

<file path=ppt/notesSlides/notesSlide3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4081</a:t>
            </a:fld>
            <a:endParaRPr lang="en-US" dirty="0"/>
          </a:p>
        </p:txBody>
      </p:sp>
    </p:spTree>
    <p:extLst>
      <p:ext uri="{BB962C8B-B14F-4D97-AF65-F5344CB8AC3E}">
        <p14:creationId xmlns:p14="http://schemas.microsoft.com/office/powerpoint/2010/main" val="3581083607"/>
      </p:ext>
    </p:extLst>
  </p:cSld>
  <p:clrMapOvr>
    <a:masterClrMapping/>
  </p:clrMapOvr>
</p:notes>
</file>

<file path=ppt/notesSlides/notesSlide3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4082</a:t>
            </a:fld>
            <a:endParaRPr lang="en-US" dirty="0"/>
          </a:p>
        </p:txBody>
      </p:sp>
    </p:spTree>
    <p:extLst>
      <p:ext uri="{BB962C8B-B14F-4D97-AF65-F5344CB8AC3E}">
        <p14:creationId xmlns:p14="http://schemas.microsoft.com/office/powerpoint/2010/main" val="4271383732"/>
      </p:ext>
    </p:extLst>
  </p:cSld>
  <p:clrMapOvr>
    <a:masterClrMapping/>
  </p:clrMapOvr>
</p:notes>
</file>

<file path=ppt/notesSlides/notesSlide3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4083</a:t>
            </a:fld>
            <a:endParaRPr lang="en-US" dirty="0"/>
          </a:p>
        </p:txBody>
      </p:sp>
    </p:spTree>
    <p:extLst>
      <p:ext uri="{BB962C8B-B14F-4D97-AF65-F5344CB8AC3E}">
        <p14:creationId xmlns:p14="http://schemas.microsoft.com/office/powerpoint/2010/main" val="2012497420"/>
      </p:ext>
    </p:extLst>
  </p:cSld>
  <p:clrMapOvr>
    <a:masterClrMapping/>
  </p:clrMapOvr>
</p:notes>
</file>

<file path=ppt/notesSlides/notesSlide3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4084</a:t>
            </a:fld>
            <a:endParaRPr lang="en-US" dirty="0"/>
          </a:p>
        </p:txBody>
      </p:sp>
    </p:spTree>
    <p:extLst>
      <p:ext uri="{BB962C8B-B14F-4D97-AF65-F5344CB8AC3E}">
        <p14:creationId xmlns:p14="http://schemas.microsoft.com/office/powerpoint/2010/main" val="774237084"/>
      </p:ext>
    </p:extLst>
  </p:cSld>
  <p:clrMapOvr>
    <a:masterClrMapping/>
  </p:clrMapOvr>
</p:notes>
</file>

<file path=ppt/notesSlides/notesSlide3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4085</a:t>
            </a:fld>
            <a:endParaRPr lang="en-US" dirty="0"/>
          </a:p>
        </p:txBody>
      </p:sp>
    </p:spTree>
    <p:extLst>
      <p:ext uri="{BB962C8B-B14F-4D97-AF65-F5344CB8AC3E}">
        <p14:creationId xmlns:p14="http://schemas.microsoft.com/office/powerpoint/2010/main" val="1147022638"/>
      </p:ext>
    </p:extLst>
  </p:cSld>
  <p:clrMapOvr>
    <a:masterClrMapping/>
  </p:clrMapOvr>
</p:notes>
</file>

<file path=ppt/notesSlides/notesSlide3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4086</a:t>
            </a:fld>
            <a:endParaRPr lang="en-US" dirty="0"/>
          </a:p>
        </p:txBody>
      </p:sp>
    </p:spTree>
    <p:extLst>
      <p:ext uri="{BB962C8B-B14F-4D97-AF65-F5344CB8AC3E}">
        <p14:creationId xmlns:p14="http://schemas.microsoft.com/office/powerpoint/2010/main" val="2420029782"/>
      </p:ext>
    </p:extLst>
  </p:cSld>
  <p:clrMapOvr>
    <a:masterClrMapping/>
  </p:clrMapOvr>
</p:notes>
</file>

<file path=ppt/notesSlides/notesSlide3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4087</a:t>
            </a:fld>
            <a:endParaRPr lang="en-US" dirty="0"/>
          </a:p>
        </p:txBody>
      </p:sp>
    </p:spTree>
    <p:extLst>
      <p:ext uri="{BB962C8B-B14F-4D97-AF65-F5344CB8AC3E}">
        <p14:creationId xmlns:p14="http://schemas.microsoft.com/office/powerpoint/2010/main" val="86301108"/>
      </p:ext>
    </p:extLst>
  </p:cSld>
  <p:clrMapOvr>
    <a:masterClrMapping/>
  </p:clrMapOvr>
</p:notes>
</file>

<file path=ppt/notesSlides/notesSlide3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4088</a:t>
            </a:fld>
            <a:endParaRPr lang="en-US" dirty="0"/>
          </a:p>
        </p:txBody>
      </p:sp>
    </p:spTree>
    <p:extLst>
      <p:ext uri="{BB962C8B-B14F-4D97-AF65-F5344CB8AC3E}">
        <p14:creationId xmlns:p14="http://schemas.microsoft.com/office/powerpoint/2010/main" val="1258732483"/>
      </p:ext>
    </p:extLst>
  </p:cSld>
  <p:clrMapOvr>
    <a:masterClrMapping/>
  </p:clrMapOvr>
</p:notes>
</file>

<file path=ppt/notesSlides/notesSlide3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4089</a:t>
            </a:fld>
            <a:endParaRPr lang="en-US" dirty="0"/>
          </a:p>
        </p:txBody>
      </p:sp>
    </p:spTree>
    <p:extLst>
      <p:ext uri="{BB962C8B-B14F-4D97-AF65-F5344CB8AC3E}">
        <p14:creationId xmlns:p14="http://schemas.microsoft.com/office/powerpoint/2010/main" val="2596855399"/>
      </p:ext>
    </p:extLst>
  </p:cSld>
  <p:clrMapOvr>
    <a:masterClrMapping/>
  </p:clrMapOvr>
</p:notes>
</file>

<file path=ppt/notesSlides/notesSlide3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4090</a:t>
            </a:fld>
            <a:endParaRPr lang="en-US" dirty="0"/>
          </a:p>
        </p:txBody>
      </p:sp>
    </p:spTree>
    <p:extLst>
      <p:ext uri="{BB962C8B-B14F-4D97-AF65-F5344CB8AC3E}">
        <p14:creationId xmlns:p14="http://schemas.microsoft.com/office/powerpoint/2010/main" val="2332845705"/>
      </p:ext>
    </p:extLst>
  </p:cSld>
  <p:clrMapOvr>
    <a:masterClrMapping/>
  </p:clrMapOvr>
</p:notes>
</file>

<file path=ppt/notesSlides/notesSlide3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4091</a:t>
            </a:fld>
            <a:endParaRPr lang="en-US" dirty="0"/>
          </a:p>
        </p:txBody>
      </p:sp>
    </p:spTree>
    <p:extLst>
      <p:ext uri="{BB962C8B-B14F-4D97-AF65-F5344CB8AC3E}">
        <p14:creationId xmlns:p14="http://schemas.microsoft.com/office/powerpoint/2010/main" val="2569878790"/>
      </p:ext>
    </p:extLst>
  </p:cSld>
  <p:clrMapOvr>
    <a:masterClrMapping/>
  </p:clrMapOvr>
</p:notes>
</file>

<file path=ppt/notesSlides/notesSlide3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4092</a:t>
            </a:fld>
            <a:endParaRPr lang="en-US" dirty="0"/>
          </a:p>
        </p:txBody>
      </p:sp>
    </p:spTree>
    <p:extLst>
      <p:ext uri="{BB962C8B-B14F-4D97-AF65-F5344CB8AC3E}">
        <p14:creationId xmlns:p14="http://schemas.microsoft.com/office/powerpoint/2010/main" val="3318191030"/>
      </p:ext>
    </p:extLst>
  </p:cSld>
  <p:clrMapOvr>
    <a:masterClrMapping/>
  </p:clrMapOvr>
</p:notes>
</file>

<file path=ppt/notesSlides/notesSlide3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4093</a:t>
            </a:fld>
            <a:endParaRPr lang="en-US" dirty="0"/>
          </a:p>
        </p:txBody>
      </p:sp>
    </p:spTree>
    <p:extLst>
      <p:ext uri="{BB962C8B-B14F-4D97-AF65-F5344CB8AC3E}">
        <p14:creationId xmlns:p14="http://schemas.microsoft.com/office/powerpoint/2010/main" val="4037544711"/>
      </p:ext>
    </p:extLst>
  </p:cSld>
  <p:clrMapOvr>
    <a:masterClrMapping/>
  </p:clrMapOvr>
</p:notes>
</file>

<file path=ppt/notesSlides/notesSlide3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4094</a:t>
            </a:fld>
            <a:endParaRPr lang="en-US" dirty="0"/>
          </a:p>
        </p:txBody>
      </p:sp>
    </p:spTree>
    <p:extLst>
      <p:ext uri="{BB962C8B-B14F-4D97-AF65-F5344CB8AC3E}">
        <p14:creationId xmlns:p14="http://schemas.microsoft.com/office/powerpoint/2010/main" val="3001059257"/>
      </p:ext>
    </p:extLst>
  </p:cSld>
  <p:clrMapOvr>
    <a:masterClrMapping/>
  </p:clrMapOvr>
</p:notes>
</file>

<file path=ppt/notesSlides/notesSlide3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4095</a:t>
            </a:fld>
            <a:endParaRPr lang="en-US" dirty="0"/>
          </a:p>
        </p:txBody>
      </p:sp>
    </p:spTree>
    <p:extLst>
      <p:ext uri="{BB962C8B-B14F-4D97-AF65-F5344CB8AC3E}">
        <p14:creationId xmlns:p14="http://schemas.microsoft.com/office/powerpoint/2010/main" val="2088591161"/>
      </p:ext>
    </p:extLst>
  </p:cSld>
  <p:clrMapOvr>
    <a:masterClrMapping/>
  </p:clrMapOvr>
</p:notes>
</file>

<file path=ppt/notesSlides/notesSlide3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4096</a:t>
            </a:fld>
            <a:endParaRPr lang="en-US" dirty="0"/>
          </a:p>
        </p:txBody>
      </p:sp>
    </p:spTree>
    <p:extLst>
      <p:ext uri="{BB962C8B-B14F-4D97-AF65-F5344CB8AC3E}">
        <p14:creationId xmlns:p14="http://schemas.microsoft.com/office/powerpoint/2010/main" val="1596697383"/>
      </p:ext>
    </p:extLst>
  </p:cSld>
  <p:clrMapOvr>
    <a:masterClrMapping/>
  </p:clrMapOvr>
</p:notes>
</file>

<file path=ppt/notesSlides/notesSlide3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4097</a:t>
            </a:fld>
            <a:endParaRPr lang="en-US" dirty="0"/>
          </a:p>
        </p:txBody>
      </p:sp>
    </p:spTree>
    <p:extLst>
      <p:ext uri="{BB962C8B-B14F-4D97-AF65-F5344CB8AC3E}">
        <p14:creationId xmlns:p14="http://schemas.microsoft.com/office/powerpoint/2010/main" val="4207982523"/>
      </p:ext>
    </p:extLst>
  </p:cSld>
  <p:clrMapOvr>
    <a:masterClrMapping/>
  </p:clrMapOvr>
</p:notes>
</file>

<file path=ppt/notesSlides/notesSlide3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4098</a:t>
            </a:fld>
            <a:endParaRPr lang="en-US" dirty="0"/>
          </a:p>
        </p:txBody>
      </p:sp>
    </p:spTree>
    <p:extLst>
      <p:ext uri="{BB962C8B-B14F-4D97-AF65-F5344CB8AC3E}">
        <p14:creationId xmlns:p14="http://schemas.microsoft.com/office/powerpoint/2010/main" val="2218869537"/>
      </p:ext>
    </p:extLst>
  </p:cSld>
  <p:clrMapOvr>
    <a:masterClrMapping/>
  </p:clrMapOvr>
</p:notes>
</file>

<file path=ppt/notesSlides/notesSlide3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4099</a:t>
            </a:fld>
            <a:endParaRPr lang="en-US" dirty="0"/>
          </a:p>
        </p:txBody>
      </p:sp>
    </p:spTree>
    <p:extLst>
      <p:ext uri="{BB962C8B-B14F-4D97-AF65-F5344CB8AC3E}">
        <p14:creationId xmlns:p14="http://schemas.microsoft.com/office/powerpoint/2010/main" val="1959093724"/>
      </p:ext>
    </p:extLst>
  </p:cSld>
  <p:clrMapOvr>
    <a:masterClrMapping/>
  </p:clrMapOvr>
</p:notes>
</file>

<file path=ppt/notesSlides/notesSlide3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4100</a:t>
            </a:fld>
            <a:endParaRPr lang="en-US" dirty="0"/>
          </a:p>
        </p:txBody>
      </p:sp>
    </p:spTree>
    <p:extLst>
      <p:ext uri="{BB962C8B-B14F-4D97-AF65-F5344CB8AC3E}">
        <p14:creationId xmlns:p14="http://schemas.microsoft.com/office/powerpoint/2010/main" val="519925814"/>
      </p:ext>
    </p:extLst>
  </p:cSld>
  <p:clrMapOvr>
    <a:masterClrMapping/>
  </p:clrMapOvr>
</p:notes>
</file>

<file path=ppt/notesSlides/notesSlide3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4101</a:t>
            </a:fld>
            <a:endParaRPr lang="en-US" dirty="0"/>
          </a:p>
        </p:txBody>
      </p:sp>
    </p:spTree>
    <p:extLst>
      <p:ext uri="{BB962C8B-B14F-4D97-AF65-F5344CB8AC3E}">
        <p14:creationId xmlns:p14="http://schemas.microsoft.com/office/powerpoint/2010/main" val="1188274051"/>
      </p:ext>
    </p:extLst>
  </p:cSld>
  <p:clrMapOvr>
    <a:masterClrMapping/>
  </p:clrMapOvr>
</p:notes>
</file>

<file path=ppt/notesSlides/notesSlide3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4102</a:t>
            </a:fld>
            <a:endParaRPr lang="en-US" dirty="0"/>
          </a:p>
        </p:txBody>
      </p:sp>
    </p:spTree>
    <p:extLst>
      <p:ext uri="{BB962C8B-B14F-4D97-AF65-F5344CB8AC3E}">
        <p14:creationId xmlns:p14="http://schemas.microsoft.com/office/powerpoint/2010/main" val="271826383"/>
      </p:ext>
    </p:extLst>
  </p:cSld>
  <p:clrMapOvr>
    <a:masterClrMapping/>
  </p:clrMapOvr>
</p:notes>
</file>

<file path=ppt/notesSlides/notesSlide3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4103</a:t>
            </a:fld>
            <a:endParaRPr lang="en-US" dirty="0"/>
          </a:p>
        </p:txBody>
      </p:sp>
    </p:spTree>
    <p:extLst>
      <p:ext uri="{BB962C8B-B14F-4D97-AF65-F5344CB8AC3E}">
        <p14:creationId xmlns:p14="http://schemas.microsoft.com/office/powerpoint/2010/main" val="1379662249"/>
      </p:ext>
    </p:extLst>
  </p:cSld>
  <p:clrMapOvr>
    <a:masterClrMapping/>
  </p:clrMapOvr>
</p:notes>
</file>

<file path=ppt/notesSlides/notesSlide3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4104</a:t>
            </a:fld>
            <a:endParaRPr lang="en-US" dirty="0"/>
          </a:p>
        </p:txBody>
      </p:sp>
    </p:spTree>
    <p:extLst>
      <p:ext uri="{BB962C8B-B14F-4D97-AF65-F5344CB8AC3E}">
        <p14:creationId xmlns:p14="http://schemas.microsoft.com/office/powerpoint/2010/main" val="254308861"/>
      </p:ext>
    </p:extLst>
  </p:cSld>
  <p:clrMapOvr>
    <a:masterClrMapping/>
  </p:clrMapOvr>
</p:notes>
</file>

<file path=ppt/notesSlides/notesSlide3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4105</a:t>
            </a:fld>
            <a:endParaRPr lang="en-US" dirty="0"/>
          </a:p>
        </p:txBody>
      </p:sp>
    </p:spTree>
    <p:extLst>
      <p:ext uri="{BB962C8B-B14F-4D97-AF65-F5344CB8AC3E}">
        <p14:creationId xmlns:p14="http://schemas.microsoft.com/office/powerpoint/2010/main" val="3797456483"/>
      </p:ext>
    </p:extLst>
  </p:cSld>
  <p:clrMapOvr>
    <a:masterClrMapping/>
  </p:clrMapOvr>
</p:notes>
</file>

<file path=ppt/notesSlides/notesSlide3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4106</a:t>
            </a:fld>
            <a:endParaRPr lang="en-US" dirty="0"/>
          </a:p>
        </p:txBody>
      </p:sp>
    </p:spTree>
    <p:extLst>
      <p:ext uri="{BB962C8B-B14F-4D97-AF65-F5344CB8AC3E}">
        <p14:creationId xmlns:p14="http://schemas.microsoft.com/office/powerpoint/2010/main" val="82559930"/>
      </p:ext>
    </p:extLst>
  </p:cSld>
  <p:clrMapOvr>
    <a:masterClrMapping/>
  </p:clrMapOvr>
</p:notes>
</file>

<file path=ppt/notesSlides/notesSlide3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4107</a:t>
            </a:fld>
            <a:endParaRPr lang="en-US" dirty="0"/>
          </a:p>
        </p:txBody>
      </p:sp>
    </p:spTree>
    <p:extLst>
      <p:ext uri="{BB962C8B-B14F-4D97-AF65-F5344CB8AC3E}">
        <p14:creationId xmlns:p14="http://schemas.microsoft.com/office/powerpoint/2010/main" val="3247144080"/>
      </p:ext>
    </p:extLst>
  </p:cSld>
  <p:clrMapOvr>
    <a:masterClrMapping/>
  </p:clrMapOvr>
</p:notes>
</file>

<file path=ppt/notesSlides/notesSlide3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4108</a:t>
            </a:fld>
            <a:endParaRPr lang="en-US" dirty="0"/>
          </a:p>
        </p:txBody>
      </p:sp>
    </p:spTree>
    <p:extLst>
      <p:ext uri="{BB962C8B-B14F-4D97-AF65-F5344CB8AC3E}">
        <p14:creationId xmlns:p14="http://schemas.microsoft.com/office/powerpoint/2010/main" val="1926406998"/>
      </p:ext>
    </p:extLst>
  </p:cSld>
  <p:clrMapOvr>
    <a:masterClrMapping/>
  </p:clrMapOvr>
</p:notes>
</file>

<file path=ppt/notesSlides/notesSlide3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4109</a:t>
            </a:fld>
            <a:endParaRPr lang="en-US" dirty="0"/>
          </a:p>
        </p:txBody>
      </p:sp>
    </p:spTree>
    <p:extLst>
      <p:ext uri="{BB962C8B-B14F-4D97-AF65-F5344CB8AC3E}">
        <p14:creationId xmlns:p14="http://schemas.microsoft.com/office/powerpoint/2010/main" val="3630153881"/>
      </p:ext>
    </p:extLst>
  </p:cSld>
  <p:clrMapOvr>
    <a:masterClrMapping/>
  </p:clrMapOvr>
</p:notes>
</file>

<file path=ppt/notesSlides/notesSlide3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4110</a:t>
            </a:fld>
            <a:endParaRPr lang="en-US" dirty="0"/>
          </a:p>
        </p:txBody>
      </p:sp>
    </p:spTree>
    <p:extLst>
      <p:ext uri="{BB962C8B-B14F-4D97-AF65-F5344CB8AC3E}">
        <p14:creationId xmlns:p14="http://schemas.microsoft.com/office/powerpoint/2010/main" val="156617793"/>
      </p:ext>
    </p:extLst>
  </p:cSld>
  <p:clrMapOvr>
    <a:masterClrMapping/>
  </p:clrMapOvr>
</p:notes>
</file>

<file path=ppt/notesSlides/notesSlide3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4111</a:t>
            </a:fld>
            <a:endParaRPr lang="en-US" dirty="0"/>
          </a:p>
        </p:txBody>
      </p:sp>
    </p:spTree>
    <p:extLst>
      <p:ext uri="{BB962C8B-B14F-4D97-AF65-F5344CB8AC3E}">
        <p14:creationId xmlns:p14="http://schemas.microsoft.com/office/powerpoint/2010/main" val="3374647745"/>
      </p:ext>
    </p:extLst>
  </p:cSld>
  <p:clrMapOvr>
    <a:masterClrMapping/>
  </p:clrMapOvr>
</p:notes>
</file>

<file path=ppt/notesSlides/notesSlide3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4112</a:t>
            </a:fld>
            <a:endParaRPr lang="en-US" dirty="0"/>
          </a:p>
        </p:txBody>
      </p:sp>
    </p:spTree>
    <p:extLst>
      <p:ext uri="{BB962C8B-B14F-4D97-AF65-F5344CB8AC3E}">
        <p14:creationId xmlns:p14="http://schemas.microsoft.com/office/powerpoint/2010/main" val="634473530"/>
      </p:ext>
    </p:extLst>
  </p:cSld>
  <p:clrMapOvr>
    <a:masterClrMapping/>
  </p:clrMapOvr>
</p:notes>
</file>

<file path=ppt/notesSlides/notesSlide3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4113</a:t>
            </a:fld>
            <a:endParaRPr lang="en-US" dirty="0"/>
          </a:p>
        </p:txBody>
      </p:sp>
    </p:spTree>
    <p:extLst>
      <p:ext uri="{BB962C8B-B14F-4D97-AF65-F5344CB8AC3E}">
        <p14:creationId xmlns:p14="http://schemas.microsoft.com/office/powerpoint/2010/main" val="1884350527"/>
      </p:ext>
    </p:extLst>
  </p:cSld>
  <p:clrMapOvr>
    <a:masterClrMapping/>
  </p:clrMapOvr>
</p:notes>
</file>

<file path=ppt/notesSlides/notesSlide3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4114</a:t>
            </a:fld>
            <a:endParaRPr lang="en-US" dirty="0"/>
          </a:p>
        </p:txBody>
      </p:sp>
    </p:spTree>
    <p:extLst>
      <p:ext uri="{BB962C8B-B14F-4D97-AF65-F5344CB8AC3E}">
        <p14:creationId xmlns:p14="http://schemas.microsoft.com/office/powerpoint/2010/main" val="2250750736"/>
      </p:ext>
    </p:extLst>
  </p:cSld>
  <p:clrMapOvr>
    <a:masterClrMapping/>
  </p:clrMapOvr>
</p:notes>
</file>

<file path=ppt/notesSlides/notesSlide3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4115</a:t>
            </a:fld>
            <a:endParaRPr lang="en-US" dirty="0"/>
          </a:p>
        </p:txBody>
      </p:sp>
    </p:spTree>
    <p:extLst>
      <p:ext uri="{BB962C8B-B14F-4D97-AF65-F5344CB8AC3E}">
        <p14:creationId xmlns:p14="http://schemas.microsoft.com/office/powerpoint/2010/main" val="3734458075"/>
      </p:ext>
    </p:extLst>
  </p:cSld>
  <p:clrMapOvr>
    <a:masterClrMapping/>
  </p:clrMapOvr>
</p:notes>
</file>

<file path=ppt/notesSlides/notesSlide3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4116</a:t>
            </a:fld>
            <a:endParaRPr lang="en-US" dirty="0"/>
          </a:p>
        </p:txBody>
      </p:sp>
    </p:spTree>
    <p:extLst>
      <p:ext uri="{BB962C8B-B14F-4D97-AF65-F5344CB8AC3E}">
        <p14:creationId xmlns:p14="http://schemas.microsoft.com/office/powerpoint/2010/main" val="2084924593"/>
      </p:ext>
    </p:extLst>
  </p:cSld>
  <p:clrMapOvr>
    <a:masterClrMapping/>
  </p:clrMapOvr>
</p:notes>
</file>

<file path=ppt/notesSlides/notesSlide3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4117</a:t>
            </a:fld>
            <a:endParaRPr lang="en-US" dirty="0"/>
          </a:p>
        </p:txBody>
      </p:sp>
    </p:spTree>
    <p:extLst>
      <p:ext uri="{BB962C8B-B14F-4D97-AF65-F5344CB8AC3E}">
        <p14:creationId xmlns:p14="http://schemas.microsoft.com/office/powerpoint/2010/main" val="2076490322"/>
      </p:ext>
    </p:extLst>
  </p:cSld>
  <p:clrMapOvr>
    <a:masterClrMapping/>
  </p:clrMapOvr>
</p:notes>
</file>

<file path=ppt/notesSlides/notesSlide3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4118</a:t>
            </a:fld>
            <a:endParaRPr lang="en-US" dirty="0"/>
          </a:p>
        </p:txBody>
      </p:sp>
    </p:spTree>
    <p:extLst>
      <p:ext uri="{BB962C8B-B14F-4D97-AF65-F5344CB8AC3E}">
        <p14:creationId xmlns:p14="http://schemas.microsoft.com/office/powerpoint/2010/main" val="3828807017"/>
      </p:ext>
    </p:extLst>
  </p:cSld>
  <p:clrMapOvr>
    <a:masterClrMapping/>
  </p:clrMapOvr>
</p:notes>
</file>

<file path=ppt/notesSlides/notesSlide3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4119</a:t>
            </a:fld>
            <a:endParaRPr lang="en-US" dirty="0"/>
          </a:p>
        </p:txBody>
      </p:sp>
    </p:spTree>
    <p:extLst>
      <p:ext uri="{BB962C8B-B14F-4D97-AF65-F5344CB8AC3E}">
        <p14:creationId xmlns:p14="http://schemas.microsoft.com/office/powerpoint/2010/main" val="1703682139"/>
      </p:ext>
    </p:extLst>
  </p:cSld>
  <p:clrMapOvr>
    <a:masterClrMapping/>
  </p:clrMapOvr>
</p:notes>
</file>

<file path=ppt/notesSlides/notesSlide3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4120</a:t>
            </a:fld>
            <a:endParaRPr lang="en-US" dirty="0"/>
          </a:p>
        </p:txBody>
      </p:sp>
    </p:spTree>
    <p:extLst>
      <p:ext uri="{BB962C8B-B14F-4D97-AF65-F5344CB8AC3E}">
        <p14:creationId xmlns:p14="http://schemas.microsoft.com/office/powerpoint/2010/main" val="1939695247"/>
      </p:ext>
    </p:extLst>
  </p:cSld>
  <p:clrMapOvr>
    <a:masterClrMapping/>
  </p:clrMapOvr>
</p:notes>
</file>

<file path=ppt/notesSlides/notesSlide3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4123</a:t>
            </a:fld>
            <a:endParaRPr lang="en-US" dirty="0"/>
          </a:p>
        </p:txBody>
      </p:sp>
    </p:spTree>
    <p:extLst>
      <p:ext uri="{BB962C8B-B14F-4D97-AF65-F5344CB8AC3E}">
        <p14:creationId xmlns:p14="http://schemas.microsoft.com/office/powerpoint/2010/main" val="2830568848"/>
      </p:ext>
    </p:extLst>
  </p:cSld>
  <p:clrMapOvr>
    <a:masterClrMapping/>
  </p:clrMapOvr>
</p:notes>
</file>

<file path=ppt/notesSlides/notesSlide3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4124</a:t>
            </a:fld>
            <a:endParaRPr lang="en-US" dirty="0"/>
          </a:p>
        </p:txBody>
      </p:sp>
    </p:spTree>
    <p:extLst>
      <p:ext uri="{BB962C8B-B14F-4D97-AF65-F5344CB8AC3E}">
        <p14:creationId xmlns:p14="http://schemas.microsoft.com/office/powerpoint/2010/main" val="539581049"/>
      </p:ext>
    </p:extLst>
  </p:cSld>
  <p:clrMapOvr>
    <a:masterClrMapping/>
  </p:clrMapOvr>
</p:notes>
</file>

<file path=ppt/notesSlides/notesSlide3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4125</a:t>
            </a:fld>
            <a:endParaRPr lang="en-US" dirty="0"/>
          </a:p>
        </p:txBody>
      </p:sp>
    </p:spTree>
    <p:extLst>
      <p:ext uri="{BB962C8B-B14F-4D97-AF65-F5344CB8AC3E}">
        <p14:creationId xmlns:p14="http://schemas.microsoft.com/office/powerpoint/2010/main" val="3783391658"/>
      </p:ext>
    </p:extLst>
  </p:cSld>
  <p:clrMapOvr>
    <a:masterClrMapping/>
  </p:clrMapOvr>
</p:notes>
</file>

<file path=ppt/notesSlides/notesSlide3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4126</a:t>
            </a:fld>
            <a:endParaRPr lang="en-US" dirty="0"/>
          </a:p>
        </p:txBody>
      </p:sp>
    </p:spTree>
    <p:extLst>
      <p:ext uri="{BB962C8B-B14F-4D97-AF65-F5344CB8AC3E}">
        <p14:creationId xmlns:p14="http://schemas.microsoft.com/office/powerpoint/2010/main" val="884545530"/>
      </p:ext>
    </p:extLst>
  </p:cSld>
  <p:clrMapOvr>
    <a:masterClrMapping/>
  </p:clrMapOvr>
</p:notes>
</file>

<file path=ppt/notesSlides/notesSlide3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4127</a:t>
            </a:fld>
            <a:endParaRPr lang="en-US" dirty="0"/>
          </a:p>
        </p:txBody>
      </p:sp>
    </p:spTree>
    <p:extLst>
      <p:ext uri="{BB962C8B-B14F-4D97-AF65-F5344CB8AC3E}">
        <p14:creationId xmlns:p14="http://schemas.microsoft.com/office/powerpoint/2010/main" val="1709980613"/>
      </p:ext>
    </p:extLst>
  </p:cSld>
  <p:clrMapOvr>
    <a:masterClrMapping/>
  </p:clrMapOvr>
</p:notes>
</file>

<file path=ppt/notesSlides/notesSlide3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4128</a:t>
            </a:fld>
            <a:endParaRPr lang="en-US" dirty="0"/>
          </a:p>
        </p:txBody>
      </p:sp>
    </p:spTree>
    <p:extLst>
      <p:ext uri="{BB962C8B-B14F-4D97-AF65-F5344CB8AC3E}">
        <p14:creationId xmlns:p14="http://schemas.microsoft.com/office/powerpoint/2010/main" val="3238981747"/>
      </p:ext>
    </p:extLst>
  </p:cSld>
  <p:clrMapOvr>
    <a:masterClrMapping/>
  </p:clrMapOvr>
</p:notes>
</file>

<file path=ppt/notesSlides/notesSlide3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4129</a:t>
            </a:fld>
            <a:endParaRPr lang="en-US" dirty="0"/>
          </a:p>
        </p:txBody>
      </p:sp>
    </p:spTree>
    <p:extLst>
      <p:ext uri="{BB962C8B-B14F-4D97-AF65-F5344CB8AC3E}">
        <p14:creationId xmlns:p14="http://schemas.microsoft.com/office/powerpoint/2010/main" val="106300183"/>
      </p:ext>
    </p:extLst>
  </p:cSld>
  <p:clrMapOvr>
    <a:masterClrMapping/>
  </p:clrMapOvr>
</p:notes>
</file>

<file path=ppt/notesSlides/notesSlide3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4130</a:t>
            </a:fld>
            <a:endParaRPr lang="en-US" dirty="0"/>
          </a:p>
        </p:txBody>
      </p:sp>
    </p:spTree>
    <p:extLst>
      <p:ext uri="{BB962C8B-B14F-4D97-AF65-F5344CB8AC3E}">
        <p14:creationId xmlns:p14="http://schemas.microsoft.com/office/powerpoint/2010/main" val="609295553"/>
      </p:ext>
    </p:extLst>
  </p:cSld>
  <p:clrMapOvr>
    <a:masterClrMapping/>
  </p:clrMapOvr>
</p:notes>
</file>

<file path=ppt/notesSlides/notesSlide3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4131</a:t>
            </a:fld>
            <a:endParaRPr lang="en-US" dirty="0"/>
          </a:p>
        </p:txBody>
      </p:sp>
    </p:spTree>
    <p:extLst>
      <p:ext uri="{BB962C8B-B14F-4D97-AF65-F5344CB8AC3E}">
        <p14:creationId xmlns:p14="http://schemas.microsoft.com/office/powerpoint/2010/main" val="2221578072"/>
      </p:ext>
    </p:extLst>
  </p:cSld>
  <p:clrMapOvr>
    <a:masterClrMapping/>
  </p:clrMapOvr>
</p:notes>
</file>

<file path=ppt/notesSlides/notesSlide3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4132</a:t>
            </a:fld>
            <a:endParaRPr lang="en-US" dirty="0"/>
          </a:p>
        </p:txBody>
      </p:sp>
    </p:spTree>
    <p:extLst>
      <p:ext uri="{BB962C8B-B14F-4D97-AF65-F5344CB8AC3E}">
        <p14:creationId xmlns:p14="http://schemas.microsoft.com/office/powerpoint/2010/main" val="818332641"/>
      </p:ext>
    </p:extLst>
  </p:cSld>
  <p:clrMapOvr>
    <a:masterClrMapping/>
  </p:clrMapOvr>
</p:notes>
</file>

<file path=ppt/notesSlides/notesSlide3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4133</a:t>
            </a:fld>
            <a:endParaRPr lang="en-US" dirty="0"/>
          </a:p>
        </p:txBody>
      </p:sp>
    </p:spTree>
    <p:extLst>
      <p:ext uri="{BB962C8B-B14F-4D97-AF65-F5344CB8AC3E}">
        <p14:creationId xmlns:p14="http://schemas.microsoft.com/office/powerpoint/2010/main" val="1204061477"/>
      </p:ext>
    </p:extLst>
  </p:cSld>
  <p:clrMapOvr>
    <a:masterClrMapping/>
  </p:clrMapOvr>
</p:notes>
</file>

<file path=ppt/notesSlides/notesSlide3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4134</a:t>
            </a:fld>
            <a:endParaRPr lang="en-US" dirty="0"/>
          </a:p>
        </p:txBody>
      </p:sp>
    </p:spTree>
    <p:extLst>
      <p:ext uri="{BB962C8B-B14F-4D97-AF65-F5344CB8AC3E}">
        <p14:creationId xmlns:p14="http://schemas.microsoft.com/office/powerpoint/2010/main" val="4185515548"/>
      </p:ext>
    </p:extLst>
  </p:cSld>
  <p:clrMapOvr>
    <a:masterClrMapping/>
  </p:clrMapOvr>
</p:notes>
</file>

<file path=ppt/notesSlides/notesSlide3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4135</a:t>
            </a:fld>
            <a:endParaRPr lang="en-US" dirty="0"/>
          </a:p>
        </p:txBody>
      </p:sp>
    </p:spTree>
    <p:extLst>
      <p:ext uri="{BB962C8B-B14F-4D97-AF65-F5344CB8AC3E}">
        <p14:creationId xmlns:p14="http://schemas.microsoft.com/office/powerpoint/2010/main" val="3889162821"/>
      </p:ext>
    </p:extLst>
  </p:cSld>
  <p:clrMapOvr>
    <a:masterClrMapping/>
  </p:clrMapOvr>
</p:notes>
</file>

<file path=ppt/notesSlides/notesSlide4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4136</a:t>
            </a:fld>
            <a:endParaRPr lang="en-US" dirty="0"/>
          </a:p>
        </p:txBody>
      </p:sp>
    </p:spTree>
    <p:extLst>
      <p:ext uri="{BB962C8B-B14F-4D97-AF65-F5344CB8AC3E}">
        <p14:creationId xmlns:p14="http://schemas.microsoft.com/office/powerpoint/2010/main" val="2905657265"/>
      </p:ext>
    </p:extLst>
  </p:cSld>
  <p:clrMapOvr>
    <a:masterClrMapping/>
  </p:clrMapOvr>
</p:notes>
</file>

<file path=ppt/notesSlides/notesSlide4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4139</a:t>
            </a:fld>
            <a:endParaRPr lang="en-US" dirty="0"/>
          </a:p>
        </p:txBody>
      </p:sp>
    </p:spTree>
    <p:extLst>
      <p:ext uri="{BB962C8B-B14F-4D97-AF65-F5344CB8AC3E}">
        <p14:creationId xmlns:p14="http://schemas.microsoft.com/office/powerpoint/2010/main" val="2967688478"/>
      </p:ext>
    </p:extLst>
  </p:cSld>
  <p:clrMapOvr>
    <a:masterClrMapping/>
  </p:clrMapOvr>
</p:notes>
</file>

<file path=ppt/notesSlides/notesSlide4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4140</a:t>
            </a:fld>
            <a:endParaRPr lang="en-US" dirty="0"/>
          </a:p>
        </p:txBody>
      </p:sp>
    </p:spTree>
    <p:extLst>
      <p:ext uri="{BB962C8B-B14F-4D97-AF65-F5344CB8AC3E}">
        <p14:creationId xmlns:p14="http://schemas.microsoft.com/office/powerpoint/2010/main" val="1621103046"/>
      </p:ext>
    </p:extLst>
  </p:cSld>
  <p:clrMapOvr>
    <a:masterClrMapping/>
  </p:clrMapOvr>
</p:notes>
</file>

<file path=ppt/notesSlides/notesSlide4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4141</a:t>
            </a:fld>
            <a:endParaRPr lang="en-US" dirty="0"/>
          </a:p>
        </p:txBody>
      </p:sp>
    </p:spTree>
    <p:extLst>
      <p:ext uri="{BB962C8B-B14F-4D97-AF65-F5344CB8AC3E}">
        <p14:creationId xmlns:p14="http://schemas.microsoft.com/office/powerpoint/2010/main" val="3440285064"/>
      </p:ext>
    </p:extLst>
  </p:cSld>
  <p:clrMapOvr>
    <a:masterClrMapping/>
  </p:clrMapOvr>
</p:notes>
</file>

<file path=ppt/notesSlides/notesSlide4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4142</a:t>
            </a:fld>
            <a:endParaRPr lang="en-US" dirty="0"/>
          </a:p>
        </p:txBody>
      </p:sp>
    </p:spTree>
    <p:extLst>
      <p:ext uri="{BB962C8B-B14F-4D97-AF65-F5344CB8AC3E}">
        <p14:creationId xmlns:p14="http://schemas.microsoft.com/office/powerpoint/2010/main" val="1106110301"/>
      </p:ext>
    </p:extLst>
  </p:cSld>
  <p:clrMapOvr>
    <a:masterClrMapping/>
  </p:clrMapOvr>
</p:notes>
</file>

<file path=ppt/notesSlides/notesSlide4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4143</a:t>
            </a:fld>
            <a:endParaRPr lang="en-US" dirty="0"/>
          </a:p>
        </p:txBody>
      </p:sp>
    </p:spTree>
    <p:extLst>
      <p:ext uri="{BB962C8B-B14F-4D97-AF65-F5344CB8AC3E}">
        <p14:creationId xmlns:p14="http://schemas.microsoft.com/office/powerpoint/2010/main" val="255738214"/>
      </p:ext>
    </p:extLst>
  </p:cSld>
  <p:clrMapOvr>
    <a:masterClrMapping/>
  </p:clrMapOvr>
</p:notes>
</file>

<file path=ppt/notesSlides/notesSlide4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4144</a:t>
            </a:fld>
            <a:endParaRPr lang="en-US" dirty="0"/>
          </a:p>
        </p:txBody>
      </p:sp>
    </p:spTree>
    <p:extLst>
      <p:ext uri="{BB962C8B-B14F-4D97-AF65-F5344CB8AC3E}">
        <p14:creationId xmlns:p14="http://schemas.microsoft.com/office/powerpoint/2010/main" val="419135611"/>
      </p:ext>
    </p:extLst>
  </p:cSld>
  <p:clrMapOvr>
    <a:masterClrMapping/>
  </p:clrMapOvr>
</p:notes>
</file>

<file path=ppt/notesSlides/notesSlide4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4145</a:t>
            </a:fld>
            <a:endParaRPr lang="en-US" dirty="0"/>
          </a:p>
        </p:txBody>
      </p:sp>
    </p:spTree>
    <p:extLst>
      <p:ext uri="{BB962C8B-B14F-4D97-AF65-F5344CB8AC3E}">
        <p14:creationId xmlns:p14="http://schemas.microsoft.com/office/powerpoint/2010/main" val="4136132879"/>
      </p:ext>
    </p:extLst>
  </p:cSld>
  <p:clrMapOvr>
    <a:masterClrMapping/>
  </p:clrMapOvr>
</p:notes>
</file>

<file path=ppt/notesSlides/notesSlide4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4146</a:t>
            </a:fld>
            <a:endParaRPr lang="en-US" dirty="0"/>
          </a:p>
        </p:txBody>
      </p:sp>
    </p:spTree>
    <p:extLst>
      <p:ext uri="{BB962C8B-B14F-4D97-AF65-F5344CB8AC3E}">
        <p14:creationId xmlns:p14="http://schemas.microsoft.com/office/powerpoint/2010/main" val="3897392116"/>
      </p:ext>
    </p:extLst>
  </p:cSld>
  <p:clrMapOvr>
    <a:masterClrMapping/>
  </p:clrMapOvr>
</p:notes>
</file>

<file path=ppt/notesSlides/notesSlide4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4147</a:t>
            </a:fld>
            <a:endParaRPr lang="en-US" dirty="0"/>
          </a:p>
        </p:txBody>
      </p:sp>
    </p:spTree>
    <p:extLst>
      <p:ext uri="{BB962C8B-B14F-4D97-AF65-F5344CB8AC3E}">
        <p14:creationId xmlns:p14="http://schemas.microsoft.com/office/powerpoint/2010/main" val="13176600"/>
      </p:ext>
    </p:extLst>
  </p:cSld>
  <p:clrMapOvr>
    <a:masterClrMapping/>
  </p:clrMapOvr>
</p:notes>
</file>

<file path=ppt/notesSlides/notesSlide4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4148</a:t>
            </a:fld>
            <a:endParaRPr lang="en-US" dirty="0"/>
          </a:p>
        </p:txBody>
      </p:sp>
    </p:spTree>
    <p:extLst>
      <p:ext uri="{BB962C8B-B14F-4D97-AF65-F5344CB8AC3E}">
        <p14:creationId xmlns:p14="http://schemas.microsoft.com/office/powerpoint/2010/main" val="275415107"/>
      </p:ext>
    </p:extLst>
  </p:cSld>
  <p:clrMapOvr>
    <a:masterClrMapping/>
  </p:clrMapOvr>
</p:notes>
</file>

<file path=ppt/notesSlides/notesSlide4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4149</a:t>
            </a:fld>
            <a:endParaRPr lang="en-US" dirty="0"/>
          </a:p>
        </p:txBody>
      </p:sp>
    </p:spTree>
    <p:extLst>
      <p:ext uri="{BB962C8B-B14F-4D97-AF65-F5344CB8AC3E}">
        <p14:creationId xmlns:p14="http://schemas.microsoft.com/office/powerpoint/2010/main" val="216192967"/>
      </p:ext>
    </p:extLst>
  </p:cSld>
  <p:clrMapOvr>
    <a:masterClrMapping/>
  </p:clrMapOvr>
</p:notes>
</file>

<file path=ppt/notesSlides/notesSlide4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4150</a:t>
            </a:fld>
            <a:endParaRPr lang="en-US" dirty="0"/>
          </a:p>
        </p:txBody>
      </p:sp>
    </p:spTree>
    <p:extLst>
      <p:ext uri="{BB962C8B-B14F-4D97-AF65-F5344CB8AC3E}">
        <p14:creationId xmlns:p14="http://schemas.microsoft.com/office/powerpoint/2010/main" val="3574207103"/>
      </p:ext>
    </p:extLst>
  </p:cSld>
  <p:clrMapOvr>
    <a:masterClrMapping/>
  </p:clrMapOvr>
</p:notes>
</file>

<file path=ppt/notesSlides/notesSlide4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4151</a:t>
            </a:fld>
            <a:endParaRPr lang="en-US" dirty="0"/>
          </a:p>
        </p:txBody>
      </p:sp>
    </p:spTree>
    <p:extLst>
      <p:ext uri="{BB962C8B-B14F-4D97-AF65-F5344CB8AC3E}">
        <p14:creationId xmlns:p14="http://schemas.microsoft.com/office/powerpoint/2010/main" val="1596691608"/>
      </p:ext>
    </p:extLst>
  </p:cSld>
  <p:clrMapOvr>
    <a:masterClrMapping/>
  </p:clrMapOvr>
</p:notes>
</file>

<file path=ppt/notesSlides/notesSlide4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4152</a:t>
            </a:fld>
            <a:endParaRPr lang="en-US" dirty="0"/>
          </a:p>
        </p:txBody>
      </p:sp>
    </p:spTree>
    <p:extLst>
      <p:ext uri="{BB962C8B-B14F-4D97-AF65-F5344CB8AC3E}">
        <p14:creationId xmlns:p14="http://schemas.microsoft.com/office/powerpoint/2010/main" val="3775114245"/>
      </p:ext>
    </p:extLst>
  </p:cSld>
  <p:clrMapOvr>
    <a:masterClrMapping/>
  </p:clrMapOvr>
</p:notes>
</file>

<file path=ppt/notesSlides/notesSlide4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4155</a:t>
            </a:fld>
            <a:endParaRPr lang="en-US" dirty="0"/>
          </a:p>
        </p:txBody>
      </p:sp>
    </p:spTree>
    <p:extLst>
      <p:ext uri="{BB962C8B-B14F-4D97-AF65-F5344CB8AC3E}">
        <p14:creationId xmlns:p14="http://schemas.microsoft.com/office/powerpoint/2010/main" val="3980866370"/>
      </p:ext>
    </p:extLst>
  </p:cSld>
  <p:clrMapOvr>
    <a:masterClrMapping/>
  </p:clrMapOvr>
</p:notes>
</file>

<file path=ppt/notesSlides/notesSlide4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4156</a:t>
            </a:fld>
            <a:endParaRPr lang="en-US" dirty="0"/>
          </a:p>
        </p:txBody>
      </p:sp>
    </p:spTree>
    <p:extLst>
      <p:ext uri="{BB962C8B-B14F-4D97-AF65-F5344CB8AC3E}">
        <p14:creationId xmlns:p14="http://schemas.microsoft.com/office/powerpoint/2010/main" val="548834026"/>
      </p:ext>
    </p:extLst>
  </p:cSld>
  <p:clrMapOvr>
    <a:masterClrMapping/>
  </p:clrMapOvr>
</p:notes>
</file>

<file path=ppt/notesSlides/notesSlide4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4157</a:t>
            </a:fld>
            <a:endParaRPr lang="en-US" dirty="0"/>
          </a:p>
        </p:txBody>
      </p:sp>
    </p:spTree>
    <p:extLst>
      <p:ext uri="{BB962C8B-B14F-4D97-AF65-F5344CB8AC3E}">
        <p14:creationId xmlns:p14="http://schemas.microsoft.com/office/powerpoint/2010/main" val="826946307"/>
      </p:ext>
    </p:extLst>
  </p:cSld>
  <p:clrMapOvr>
    <a:masterClrMapping/>
  </p:clrMapOvr>
</p:notes>
</file>

<file path=ppt/notesSlides/notesSlide4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4158</a:t>
            </a:fld>
            <a:endParaRPr lang="en-US" dirty="0"/>
          </a:p>
        </p:txBody>
      </p:sp>
    </p:spTree>
    <p:extLst>
      <p:ext uri="{BB962C8B-B14F-4D97-AF65-F5344CB8AC3E}">
        <p14:creationId xmlns:p14="http://schemas.microsoft.com/office/powerpoint/2010/main" val="71835505"/>
      </p:ext>
    </p:extLst>
  </p:cSld>
  <p:clrMapOvr>
    <a:masterClrMapping/>
  </p:clrMapOvr>
</p:notes>
</file>

<file path=ppt/notesSlides/notesSlide4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4159</a:t>
            </a:fld>
            <a:endParaRPr lang="en-US" dirty="0"/>
          </a:p>
        </p:txBody>
      </p:sp>
    </p:spTree>
    <p:extLst>
      <p:ext uri="{BB962C8B-B14F-4D97-AF65-F5344CB8AC3E}">
        <p14:creationId xmlns:p14="http://schemas.microsoft.com/office/powerpoint/2010/main" val="3123686746"/>
      </p:ext>
    </p:extLst>
  </p:cSld>
  <p:clrMapOvr>
    <a:masterClrMapping/>
  </p:clrMapOvr>
</p:notes>
</file>

<file path=ppt/notesSlides/notesSlide4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4160</a:t>
            </a:fld>
            <a:endParaRPr lang="en-US" dirty="0"/>
          </a:p>
        </p:txBody>
      </p:sp>
    </p:spTree>
    <p:extLst>
      <p:ext uri="{BB962C8B-B14F-4D97-AF65-F5344CB8AC3E}">
        <p14:creationId xmlns:p14="http://schemas.microsoft.com/office/powerpoint/2010/main" val="4160245011"/>
      </p:ext>
    </p:extLst>
  </p:cSld>
  <p:clrMapOvr>
    <a:masterClrMapping/>
  </p:clrMapOvr>
</p:notes>
</file>

<file path=ppt/notesSlides/notesSlide4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4161</a:t>
            </a:fld>
            <a:endParaRPr lang="en-US" dirty="0"/>
          </a:p>
        </p:txBody>
      </p:sp>
    </p:spTree>
    <p:extLst>
      <p:ext uri="{BB962C8B-B14F-4D97-AF65-F5344CB8AC3E}">
        <p14:creationId xmlns:p14="http://schemas.microsoft.com/office/powerpoint/2010/main" val="3204980259"/>
      </p:ext>
    </p:extLst>
  </p:cSld>
  <p:clrMapOvr>
    <a:masterClrMapping/>
  </p:clrMapOvr>
</p:notes>
</file>

<file path=ppt/notesSlides/notesSlide4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4162</a:t>
            </a:fld>
            <a:endParaRPr lang="en-US" dirty="0"/>
          </a:p>
        </p:txBody>
      </p:sp>
    </p:spTree>
    <p:extLst>
      <p:ext uri="{BB962C8B-B14F-4D97-AF65-F5344CB8AC3E}">
        <p14:creationId xmlns:p14="http://schemas.microsoft.com/office/powerpoint/2010/main" val="2095988062"/>
      </p:ext>
    </p:extLst>
  </p:cSld>
  <p:clrMapOvr>
    <a:masterClrMapping/>
  </p:clrMapOvr>
</p:notes>
</file>

<file path=ppt/notesSlides/notesSlide4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4163</a:t>
            </a:fld>
            <a:endParaRPr lang="en-US" dirty="0"/>
          </a:p>
        </p:txBody>
      </p:sp>
    </p:spTree>
    <p:extLst>
      <p:ext uri="{BB962C8B-B14F-4D97-AF65-F5344CB8AC3E}">
        <p14:creationId xmlns:p14="http://schemas.microsoft.com/office/powerpoint/2010/main" val="2409897886"/>
      </p:ext>
    </p:extLst>
  </p:cSld>
  <p:clrMapOvr>
    <a:masterClrMapping/>
  </p:clrMapOvr>
</p:notes>
</file>

<file path=ppt/notesSlides/notesSlide4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4164</a:t>
            </a:fld>
            <a:endParaRPr lang="en-US" dirty="0"/>
          </a:p>
        </p:txBody>
      </p:sp>
    </p:spTree>
    <p:extLst>
      <p:ext uri="{BB962C8B-B14F-4D97-AF65-F5344CB8AC3E}">
        <p14:creationId xmlns:p14="http://schemas.microsoft.com/office/powerpoint/2010/main" val="3623248688"/>
      </p:ext>
    </p:extLst>
  </p:cSld>
  <p:clrMapOvr>
    <a:masterClrMapping/>
  </p:clrMapOvr>
</p:notes>
</file>

<file path=ppt/notesSlides/notesSlide4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4165</a:t>
            </a:fld>
            <a:endParaRPr lang="en-US" dirty="0"/>
          </a:p>
        </p:txBody>
      </p:sp>
    </p:spTree>
    <p:extLst>
      <p:ext uri="{BB962C8B-B14F-4D97-AF65-F5344CB8AC3E}">
        <p14:creationId xmlns:p14="http://schemas.microsoft.com/office/powerpoint/2010/main" val="2745154383"/>
      </p:ext>
    </p:extLst>
  </p:cSld>
  <p:clrMapOvr>
    <a:masterClrMapping/>
  </p:clrMapOvr>
</p:notes>
</file>

<file path=ppt/notesSlides/notesSlide4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4166</a:t>
            </a:fld>
            <a:endParaRPr lang="en-US" dirty="0"/>
          </a:p>
        </p:txBody>
      </p:sp>
    </p:spTree>
    <p:extLst>
      <p:ext uri="{BB962C8B-B14F-4D97-AF65-F5344CB8AC3E}">
        <p14:creationId xmlns:p14="http://schemas.microsoft.com/office/powerpoint/2010/main" val="1573447294"/>
      </p:ext>
    </p:extLst>
  </p:cSld>
  <p:clrMapOvr>
    <a:masterClrMapping/>
  </p:clrMapOvr>
</p:notes>
</file>

<file path=ppt/notesSlides/notesSlide4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4167</a:t>
            </a:fld>
            <a:endParaRPr lang="en-US" dirty="0"/>
          </a:p>
        </p:txBody>
      </p:sp>
    </p:spTree>
    <p:extLst>
      <p:ext uri="{BB962C8B-B14F-4D97-AF65-F5344CB8AC3E}">
        <p14:creationId xmlns:p14="http://schemas.microsoft.com/office/powerpoint/2010/main" val="871715187"/>
      </p:ext>
    </p:extLst>
  </p:cSld>
  <p:clrMapOvr>
    <a:masterClrMapping/>
  </p:clrMapOvr>
</p:notes>
</file>

<file path=ppt/notesSlides/notesSlide4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4168</a:t>
            </a:fld>
            <a:endParaRPr lang="en-US" dirty="0"/>
          </a:p>
        </p:txBody>
      </p:sp>
    </p:spTree>
    <p:extLst>
      <p:ext uri="{BB962C8B-B14F-4D97-AF65-F5344CB8AC3E}">
        <p14:creationId xmlns:p14="http://schemas.microsoft.com/office/powerpoint/2010/main" val="2624071571"/>
      </p:ext>
    </p:extLst>
  </p:cSld>
  <p:clrMapOvr>
    <a:masterClrMapping/>
  </p:clrMapOvr>
</p:notes>
</file>

<file path=ppt/notesSlides/notesSlide4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4171</a:t>
            </a:fld>
            <a:endParaRPr lang="en-US" dirty="0"/>
          </a:p>
        </p:txBody>
      </p:sp>
    </p:spTree>
    <p:extLst>
      <p:ext uri="{BB962C8B-B14F-4D97-AF65-F5344CB8AC3E}">
        <p14:creationId xmlns:p14="http://schemas.microsoft.com/office/powerpoint/2010/main" val="3289338557"/>
      </p:ext>
    </p:extLst>
  </p:cSld>
  <p:clrMapOvr>
    <a:masterClrMapping/>
  </p:clrMapOvr>
</p:notes>
</file>

<file path=ppt/notesSlides/notesSlide4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4172</a:t>
            </a:fld>
            <a:endParaRPr lang="en-US" dirty="0"/>
          </a:p>
        </p:txBody>
      </p:sp>
    </p:spTree>
    <p:extLst>
      <p:ext uri="{BB962C8B-B14F-4D97-AF65-F5344CB8AC3E}">
        <p14:creationId xmlns:p14="http://schemas.microsoft.com/office/powerpoint/2010/main" val="1003468590"/>
      </p:ext>
    </p:extLst>
  </p:cSld>
  <p:clrMapOvr>
    <a:masterClrMapping/>
  </p:clrMapOvr>
</p:notes>
</file>

<file path=ppt/notesSlides/notesSlide4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4173</a:t>
            </a:fld>
            <a:endParaRPr lang="en-US" dirty="0"/>
          </a:p>
        </p:txBody>
      </p:sp>
    </p:spTree>
    <p:extLst>
      <p:ext uri="{BB962C8B-B14F-4D97-AF65-F5344CB8AC3E}">
        <p14:creationId xmlns:p14="http://schemas.microsoft.com/office/powerpoint/2010/main" val="613539546"/>
      </p:ext>
    </p:extLst>
  </p:cSld>
  <p:clrMapOvr>
    <a:masterClrMapping/>
  </p:clrMapOvr>
</p:notes>
</file>

<file path=ppt/notesSlides/notesSlide4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4174</a:t>
            </a:fld>
            <a:endParaRPr lang="en-US" dirty="0"/>
          </a:p>
        </p:txBody>
      </p:sp>
    </p:spTree>
    <p:extLst>
      <p:ext uri="{BB962C8B-B14F-4D97-AF65-F5344CB8AC3E}">
        <p14:creationId xmlns:p14="http://schemas.microsoft.com/office/powerpoint/2010/main" val="3745311412"/>
      </p:ext>
    </p:extLst>
  </p:cSld>
  <p:clrMapOvr>
    <a:masterClrMapping/>
  </p:clrMapOvr>
</p:notes>
</file>

<file path=ppt/notesSlides/notesSlide4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4175</a:t>
            </a:fld>
            <a:endParaRPr lang="en-US" dirty="0"/>
          </a:p>
        </p:txBody>
      </p:sp>
    </p:spTree>
    <p:extLst>
      <p:ext uri="{BB962C8B-B14F-4D97-AF65-F5344CB8AC3E}">
        <p14:creationId xmlns:p14="http://schemas.microsoft.com/office/powerpoint/2010/main" val="2938200692"/>
      </p:ext>
    </p:extLst>
  </p:cSld>
  <p:clrMapOvr>
    <a:masterClrMapping/>
  </p:clrMapOvr>
</p:notes>
</file>

<file path=ppt/notesSlides/notesSlide4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4176</a:t>
            </a:fld>
            <a:endParaRPr lang="en-US" dirty="0"/>
          </a:p>
        </p:txBody>
      </p:sp>
    </p:spTree>
    <p:extLst>
      <p:ext uri="{BB962C8B-B14F-4D97-AF65-F5344CB8AC3E}">
        <p14:creationId xmlns:p14="http://schemas.microsoft.com/office/powerpoint/2010/main" val="797619018"/>
      </p:ext>
    </p:extLst>
  </p:cSld>
  <p:clrMapOvr>
    <a:masterClrMapping/>
  </p:clrMapOvr>
</p:notes>
</file>

<file path=ppt/notesSlides/notesSlide4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4177</a:t>
            </a:fld>
            <a:endParaRPr lang="en-US" dirty="0"/>
          </a:p>
        </p:txBody>
      </p:sp>
    </p:spTree>
    <p:extLst>
      <p:ext uri="{BB962C8B-B14F-4D97-AF65-F5344CB8AC3E}">
        <p14:creationId xmlns:p14="http://schemas.microsoft.com/office/powerpoint/2010/main" val="3995143700"/>
      </p:ext>
    </p:extLst>
  </p:cSld>
  <p:clrMapOvr>
    <a:masterClrMapping/>
  </p:clrMapOvr>
</p:notes>
</file>

<file path=ppt/notesSlides/notesSlide4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4178</a:t>
            </a:fld>
            <a:endParaRPr lang="en-US" dirty="0"/>
          </a:p>
        </p:txBody>
      </p:sp>
    </p:spTree>
    <p:extLst>
      <p:ext uri="{BB962C8B-B14F-4D97-AF65-F5344CB8AC3E}">
        <p14:creationId xmlns:p14="http://schemas.microsoft.com/office/powerpoint/2010/main" val="3824511687"/>
      </p:ext>
    </p:extLst>
  </p:cSld>
  <p:clrMapOvr>
    <a:masterClrMapping/>
  </p:clrMapOvr>
</p:notes>
</file>

<file path=ppt/notesSlides/notesSlide4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4179</a:t>
            </a:fld>
            <a:endParaRPr lang="en-US" dirty="0"/>
          </a:p>
        </p:txBody>
      </p:sp>
    </p:spTree>
    <p:extLst>
      <p:ext uri="{BB962C8B-B14F-4D97-AF65-F5344CB8AC3E}">
        <p14:creationId xmlns:p14="http://schemas.microsoft.com/office/powerpoint/2010/main" val="2825763203"/>
      </p:ext>
    </p:extLst>
  </p:cSld>
  <p:clrMapOvr>
    <a:masterClrMapping/>
  </p:clrMapOvr>
</p:notes>
</file>

<file path=ppt/notesSlides/notesSlide4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4180</a:t>
            </a:fld>
            <a:endParaRPr lang="en-US" dirty="0"/>
          </a:p>
        </p:txBody>
      </p:sp>
    </p:spTree>
    <p:extLst>
      <p:ext uri="{BB962C8B-B14F-4D97-AF65-F5344CB8AC3E}">
        <p14:creationId xmlns:p14="http://schemas.microsoft.com/office/powerpoint/2010/main" val="2070907218"/>
      </p:ext>
    </p:extLst>
  </p:cSld>
  <p:clrMapOvr>
    <a:masterClrMapping/>
  </p:clrMapOvr>
</p:notes>
</file>

<file path=ppt/notesSlides/notesSlide4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4181</a:t>
            </a:fld>
            <a:endParaRPr lang="en-US" dirty="0"/>
          </a:p>
        </p:txBody>
      </p:sp>
    </p:spTree>
    <p:extLst>
      <p:ext uri="{BB962C8B-B14F-4D97-AF65-F5344CB8AC3E}">
        <p14:creationId xmlns:p14="http://schemas.microsoft.com/office/powerpoint/2010/main" val="2189933214"/>
      </p:ext>
    </p:extLst>
  </p:cSld>
  <p:clrMapOvr>
    <a:masterClrMapping/>
  </p:clrMapOvr>
</p:notes>
</file>

<file path=ppt/notesSlides/notesSlide4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4182</a:t>
            </a:fld>
            <a:endParaRPr lang="en-US" dirty="0"/>
          </a:p>
        </p:txBody>
      </p:sp>
    </p:spTree>
    <p:extLst>
      <p:ext uri="{BB962C8B-B14F-4D97-AF65-F5344CB8AC3E}">
        <p14:creationId xmlns:p14="http://schemas.microsoft.com/office/powerpoint/2010/main" val="3076462130"/>
      </p:ext>
    </p:extLst>
  </p:cSld>
  <p:clrMapOvr>
    <a:masterClrMapping/>
  </p:clrMapOvr>
</p:notes>
</file>

<file path=ppt/notesSlides/notesSlide4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4183</a:t>
            </a:fld>
            <a:endParaRPr lang="en-US" dirty="0"/>
          </a:p>
        </p:txBody>
      </p:sp>
    </p:spTree>
    <p:extLst>
      <p:ext uri="{BB962C8B-B14F-4D97-AF65-F5344CB8AC3E}">
        <p14:creationId xmlns:p14="http://schemas.microsoft.com/office/powerpoint/2010/main" val="1267093367"/>
      </p:ext>
    </p:extLst>
  </p:cSld>
  <p:clrMapOvr>
    <a:masterClrMapping/>
  </p:clrMapOvr>
</p:notes>
</file>

<file path=ppt/notesSlides/notesSlide4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4184</a:t>
            </a:fld>
            <a:endParaRPr lang="en-US" dirty="0"/>
          </a:p>
        </p:txBody>
      </p:sp>
    </p:spTree>
    <p:extLst>
      <p:ext uri="{BB962C8B-B14F-4D97-AF65-F5344CB8AC3E}">
        <p14:creationId xmlns:p14="http://schemas.microsoft.com/office/powerpoint/2010/main" val="2165383204"/>
      </p:ext>
    </p:extLst>
  </p:cSld>
  <p:clrMapOvr>
    <a:masterClrMapping/>
  </p:clrMapOvr>
</p:notes>
</file>

<file path=ppt/notesSlides/notesSlide4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4187</a:t>
            </a:fld>
            <a:endParaRPr lang="en-US" dirty="0"/>
          </a:p>
        </p:txBody>
      </p:sp>
    </p:spTree>
    <p:extLst>
      <p:ext uri="{BB962C8B-B14F-4D97-AF65-F5344CB8AC3E}">
        <p14:creationId xmlns:p14="http://schemas.microsoft.com/office/powerpoint/2010/main" val="2842149814"/>
      </p:ext>
    </p:extLst>
  </p:cSld>
  <p:clrMapOvr>
    <a:masterClrMapping/>
  </p:clrMapOvr>
</p:notes>
</file>

<file path=ppt/notesSlides/notesSlide4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4188</a:t>
            </a:fld>
            <a:endParaRPr lang="en-US" dirty="0"/>
          </a:p>
        </p:txBody>
      </p:sp>
    </p:spTree>
    <p:extLst>
      <p:ext uri="{BB962C8B-B14F-4D97-AF65-F5344CB8AC3E}">
        <p14:creationId xmlns:p14="http://schemas.microsoft.com/office/powerpoint/2010/main" val="3914687646"/>
      </p:ext>
    </p:extLst>
  </p:cSld>
  <p:clrMapOvr>
    <a:masterClrMapping/>
  </p:clrMapOvr>
</p:notes>
</file>

<file path=ppt/notesSlides/notesSlide4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4189</a:t>
            </a:fld>
            <a:endParaRPr lang="en-US" dirty="0"/>
          </a:p>
        </p:txBody>
      </p:sp>
    </p:spTree>
    <p:extLst>
      <p:ext uri="{BB962C8B-B14F-4D97-AF65-F5344CB8AC3E}">
        <p14:creationId xmlns:p14="http://schemas.microsoft.com/office/powerpoint/2010/main" val="3659491807"/>
      </p:ext>
    </p:extLst>
  </p:cSld>
  <p:clrMapOvr>
    <a:masterClrMapping/>
  </p:clrMapOvr>
</p:notes>
</file>

<file path=ppt/notesSlides/notesSlide4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4190</a:t>
            </a:fld>
            <a:endParaRPr lang="en-US" dirty="0"/>
          </a:p>
        </p:txBody>
      </p:sp>
    </p:spTree>
    <p:extLst>
      <p:ext uri="{BB962C8B-B14F-4D97-AF65-F5344CB8AC3E}">
        <p14:creationId xmlns:p14="http://schemas.microsoft.com/office/powerpoint/2010/main" val="3671748357"/>
      </p:ext>
    </p:extLst>
  </p:cSld>
  <p:clrMapOvr>
    <a:masterClrMapping/>
  </p:clrMapOvr>
</p:notes>
</file>

<file path=ppt/notesSlides/notesSlide4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4191</a:t>
            </a:fld>
            <a:endParaRPr lang="en-US" dirty="0"/>
          </a:p>
        </p:txBody>
      </p:sp>
    </p:spTree>
    <p:extLst>
      <p:ext uri="{BB962C8B-B14F-4D97-AF65-F5344CB8AC3E}">
        <p14:creationId xmlns:p14="http://schemas.microsoft.com/office/powerpoint/2010/main" val="3815787275"/>
      </p:ext>
    </p:extLst>
  </p:cSld>
  <p:clrMapOvr>
    <a:masterClrMapping/>
  </p:clrMapOvr>
</p:notes>
</file>

<file path=ppt/notesSlides/notesSlide4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4192</a:t>
            </a:fld>
            <a:endParaRPr lang="en-US" dirty="0"/>
          </a:p>
        </p:txBody>
      </p:sp>
    </p:spTree>
    <p:extLst>
      <p:ext uri="{BB962C8B-B14F-4D97-AF65-F5344CB8AC3E}">
        <p14:creationId xmlns:p14="http://schemas.microsoft.com/office/powerpoint/2010/main" val="18494921"/>
      </p:ext>
    </p:extLst>
  </p:cSld>
  <p:clrMapOvr>
    <a:masterClrMapping/>
  </p:clrMapOvr>
</p:notes>
</file>

<file path=ppt/notesSlides/notesSlide4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4193</a:t>
            </a:fld>
            <a:endParaRPr lang="en-US" dirty="0"/>
          </a:p>
        </p:txBody>
      </p:sp>
    </p:spTree>
    <p:extLst>
      <p:ext uri="{BB962C8B-B14F-4D97-AF65-F5344CB8AC3E}">
        <p14:creationId xmlns:p14="http://schemas.microsoft.com/office/powerpoint/2010/main" val="2109013074"/>
      </p:ext>
    </p:extLst>
  </p:cSld>
  <p:clrMapOvr>
    <a:masterClrMapping/>
  </p:clrMapOvr>
</p:notes>
</file>

<file path=ppt/notesSlides/notesSlide4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4194</a:t>
            </a:fld>
            <a:endParaRPr lang="en-US" dirty="0"/>
          </a:p>
        </p:txBody>
      </p:sp>
    </p:spTree>
    <p:extLst>
      <p:ext uri="{BB962C8B-B14F-4D97-AF65-F5344CB8AC3E}">
        <p14:creationId xmlns:p14="http://schemas.microsoft.com/office/powerpoint/2010/main" val="2634179379"/>
      </p:ext>
    </p:extLst>
  </p:cSld>
  <p:clrMapOvr>
    <a:masterClrMapping/>
  </p:clrMapOvr>
</p:notes>
</file>

<file path=ppt/notesSlides/notesSlide4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4195</a:t>
            </a:fld>
            <a:endParaRPr lang="en-US" dirty="0"/>
          </a:p>
        </p:txBody>
      </p:sp>
    </p:spTree>
    <p:extLst>
      <p:ext uri="{BB962C8B-B14F-4D97-AF65-F5344CB8AC3E}">
        <p14:creationId xmlns:p14="http://schemas.microsoft.com/office/powerpoint/2010/main" val="2528194040"/>
      </p:ext>
    </p:extLst>
  </p:cSld>
  <p:clrMapOvr>
    <a:masterClrMapping/>
  </p:clrMapOvr>
</p:notes>
</file>

<file path=ppt/notesSlides/notesSlide4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4196</a:t>
            </a:fld>
            <a:endParaRPr lang="en-US" dirty="0"/>
          </a:p>
        </p:txBody>
      </p:sp>
    </p:spTree>
    <p:extLst>
      <p:ext uri="{BB962C8B-B14F-4D97-AF65-F5344CB8AC3E}">
        <p14:creationId xmlns:p14="http://schemas.microsoft.com/office/powerpoint/2010/main" val="1220479756"/>
      </p:ext>
    </p:extLst>
  </p:cSld>
  <p:clrMapOvr>
    <a:masterClrMapping/>
  </p:clrMapOvr>
</p:notes>
</file>

<file path=ppt/notesSlides/notesSlide4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4197</a:t>
            </a:fld>
            <a:endParaRPr lang="en-US" dirty="0"/>
          </a:p>
        </p:txBody>
      </p:sp>
    </p:spTree>
    <p:extLst>
      <p:ext uri="{BB962C8B-B14F-4D97-AF65-F5344CB8AC3E}">
        <p14:creationId xmlns:p14="http://schemas.microsoft.com/office/powerpoint/2010/main" val="857662849"/>
      </p:ext>
    </p:extLst>
  </p:cSld>
  <p:clrMapOvr>
    <a:masterClrMapping/>
  </p:clrMapOvr>
</p:notes>
</file>

<file path=ppt/notesSlides/notesSlide4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4198</a:t>
            </a:fld>
            <a:endParaRPr lang="en-US" dirty="0"/>
          </a:p>
        </p:txBody>
      </p:sp>
    </p:spTree>
    <p:extLst>
      <p:ext uri="{BB962C8B-B14F-4D97-AF65-F5344CB8AC3E}">
        <p14:creationId xmlns:p14="http://schemas.microsoft.com/office/powerpoint/2010/main" val="25268285"/>
      </p:ext>
    </p:extLst>
  </p:cSld>
  <p:clrMapOvr>
    <a:masterClrMapping/>
  </p:clrMapOvr>
</p:notes>
</file>

<file path=ppt/notesSlides/notesSlide4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4199</a:t>
            </a:fld>
            <a:endParaRPr lang="en-US" dirty="0"/>
          </a:p>
        </p:txBody>
      </p:sp>
    </p:spTree>
    <p:extLst>
      <p:ext uri="{BB962C8B-B14F-4D97-AF65-F5344CB8AC3E}">
        <p14:creationId xmlns:p14="http://schemas.microsoft.com/office/powerpoint/2010/main" val="2490616453"/>
      </p:ext>
    </p:extLst>
  </p:cSld>
  <p:clrMapOvr>
    <a:masterClrMapping/>
  </p:clrMapOvr>
</p:notes>
</file>

<file path=ppt/notesSlides/notesSlide4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4200</a:t>
            </a:fld>
            <a:endParaRPr lang="en-US" dirty="0"/>
          </a:p>
        </p:txBody>
      </p:sp>
    </p:spTree>
    <p:extLst>
      <p:ext uri="{BB962C8B-B14F-4D97-AF65-F5344CB8AC3E}">
        <p14:creationId xmlns:p14="http://schemas.microsoft.com/office/powerpoint/2010/main" val="628627392"/>
      </p:ext>
    </p:extLst>
  </p:cSld>
  <p:clrMapOvr>
    <a:masterClrMapping/>
  </p:clrMapOvr>
</p:notes>
</file>

<file path=ppt/notesSlides/notesSlide4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4203</a:t>
            </a:fld>
            <a:endParaRPr lang="en-US" dirty="0"/>
          </a:p>
        </p:txBody>
      </p:sp>
    </p:spTree>
    <p:extLst>
      <p:ext uri="{BB962C8B-B14F-4D97-AF65-F5344CB8AC3E}">
        <p14:creationId xmlns:p14="http://schemas.microsoft.com/office/powerpoint/2010/main" val="4191669534"/>
      </p:ext>
    </p:extLst>
  </p:cSld>
  <p:clrMapOvr>
    <a:masterClrMapping/>
  </p:clrMapOvr>
</p:notes>
</file>

<file path=ppt/notesSlides/notesSlide4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4204</a:t>
            </a:fld>
            <a:endParaRPr lang="en-US" dirty="0"/>
          </a:p>
        </p:txBody>
      </p:sp>
    </p:spTree>
    <p:extLst>
      <p:ext uri="{BB962C8B-B14F-4D97-AF65-F5344CB8AC3E}">
        <p14:creationId xmlns:p14="http://schemas.microsoft.com/office/powerpoint/2010/main" val="3787130896"/>
      </p:ext>
    </p:extLst>
  </p:cSld>
  <p:clrMapOvr>
    <a:masterClrMapping/>
  </p:clrMapOvr>
</p:notes>
</file>

<file path=ppt/notesSlides/notesSlide4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4205</a:t>
            </a:fld>
            <a:endParaRPr lang="en-US" dirty="0"/>
          </a:p>
        </p:txBody>
      </p:sp>
    </p:spTree>
    <p:extLst>
      <p:ext uri="{BB962C8B-B14F-4D97-AF65-F5344CB8AC3E}">
        <p14:creationId xmlns:p14="http://schemas.microsoft.com/office/powerpoint/2010/main" val="4227473398"/>
      </p:ext>
    </p:extLst>
  </p:cSld>
  <p:clrMapOvr>
    <a:masterClrMapping/>
  </p:clrMapOvr>
</p:notes>
</file>

<file path=ppt/notesSlides/notesSlide4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4206</a:t>
            </a:fld>
            <a:endParaRPr lang="en-US" dirty="0"/>
          </a:p>
        </p:txBody>
      </p:sp>
    </p:spTree>
    <p:extLst>
      <p:ext uri="{BB962C8B-B14F-4D97-AF65-F5344CB8AC3E}">
        <p14:creationId xmlns:p14="http://schemas.microsoft.com/office/powerpoint/2010/main" val="1995465783"/>
      </p:ext>
    </p:extLst>
  </p:cSld>
  <p:clrMapOvr>
    <a:masterClrMapping/>
  </p:clrMapOvr>
</p:notes>
</file>

<file path=ppt/notesSlides/notesSlide4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4207</a:t>
            </a:fld>
            <a:endParaRPr lang="en-US" dirty="0"/>
          </a:p>
        </p:txBody>
      </p:sp>
    </p:spTree>
    <p:extLst>
      <p:ext uri="{BB962C8B-B14F-4D97-AF65-F5344CB8AC3E}">
        <p14:creationId xmlns:p14="http://schemas.microsoft.com/office/powerpoint/2010/main" val="1473925976"/>
      </p:ext>
    </p:extLst>
  </p:cSld>
  <p:clrMapOvr>
    <a:masterClrMapping/>
  </p:clrMapOvr>
</p:notes>
</file>

<file path=ppt/notesSlides/notesSlide4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4208</a:t>
            </a:fld>
            <a:endParaRPr lang="en-US" dirty="0"/>
          </a:p>
        </p:txBody>
      </p:sp>
    </p:spTree>
    <p:extLst>
      <p:ext uri="{BB962C8B-B14F-4D97-AF65-F5344CB8AC3E}">
        <p14:creationId xmlns:p14="http://schemas.microsoft.com/office/powerpoint/2010/main" val="620706376"/>
      </p:ext>
    </p:extLst>
  </p:cSld>
  <p:clrMapOvr>
    <a:masterClrMapping/>
  </p:clrMapOvr>
</p:notes>
</file>

<file path=ppt/notesSlides/notesSlide4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4209</a:t>
            </a:fld>
            <a:endParaRPr lang="en-US" dirty="0"/>
          </a:p>
        </p:txBody>
      </p:sp>
    </p:spTree>
    <p:extLst>
      <p:ext uri="{BB962C8B-B14F-4D97-AF65-F5344CB8AC3E}">
        <p14:creationId xmlns:p14="http://schemas.microsoft.com/office/powerpoint/2010/main" val="3973026323"/>
      </p:ext>
    </p:extLst>
  </p:cSld>
  <p:clrMapOvr>
    <a:masterClrMapping/>
  </p:clrMapOvr>
</p:notes>
</file>

<file path=ppt/notesSlides/notesSlide4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4210</a:t>
            </a:fld>
            <a:endParaRPr lang="en-US" dirty="0"/>
          </a:p>
        </p:txBody>
      </p:sp>
    </p:spTree>
    <p:extLst>
      <p:ext uri="{BB962C8B-B14F-4D97-AF65-F5344CB8AC3E}">
        <p14:creationId xmlns:p14="http://schemas.microsoft.com/office/powerpoint/2010/main" val="74325776"/>
      </p:ext>
    </p:extLst>
  </p:cSld>
  <p:clrMapOvr>
    <a:masterClrMapping/>
  </p:clrMapOvr>
</p:notes>
</file>

<file path=ppt/notesSlides/notesSlide4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4211</a:t>
            </a:fld>
            <a:endParaRPr lang="en-US" dirty="0"/>
          </a:p>
        </p:txBody>
      </p:sp>
    </p:spTree>
    <p:extLst>
      <p:ext uri="{BB962C8B-B14F-4D97-AF65-F5344CB8AC3E}">
        <p14:creationId xmlns:p14="http://schemas.microsoft.com/office/powerpoint/2010/main" val="4144195652"/>
      </p:ext>
    </p:extLst>
  </p:cSld>
  <p:clrMapOvr>
    <a:masterClrMapping/>
  </p:clrMapOvr>
</p:notes>
</file>

<file path=ppt/notesSlides/notesSlide4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4212</a:t>
            </a:fld>
            <a:endParaRPr lang="en-US" dirty="0"/>
          </a:p>
        </p:txBody>
      </p:sp>
    </p:spTree>
    <p:extLst>
      <p:ext uri="{BB962C8B-B14F-4D97-AF65-F5344CB8AC3E}">
        <p14:creationId xmlns:p14="http://schemas.microsoft.com/office/powerpoint/2010/main" val="543882030"/>
      </p:ext>
    </p:extLst>
  </p:cSld>
  <p:clrMapOvr>
    <a:masterClrMapping/>
  </p:clrMapOvr>
</p:notes>
</file>

<file path=ppt/notesSlides/notesSlide4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4213</a:t>
            </a:fld>
            <a:endParaRPr lang="en-US" dirty="0"/>
          </a:p>
        </p:txBody>
      </p:sp>
    </p:spTree>
    <p:extLst>
      <p:ext uri="{BB962C8B-B14F-4D97-AF65-F5344CB8AC3E}">
        <p14:creationId xmlns:p14="http://schemas.microsoft.com/office/powerpoint/2010/main" val="3502377402"/>
      </p:ext>
    </p:extLst>
  </p:cSld>
  <p:clrMapOvr>
    <a:masterClrMapping/>
  </p:clrMapOvr>
</p:notes>
</file>

<file path=ppt/notesSlides/notesSlide4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4214</a:t>
            </a:fld>
            <a:endParaRPr lang="en-US" dirty="0"/>
          </a:p>
        </p:txBody>
      </p:sp>
    </p:spTree>
    <p:extLst>
      <p:ext uri="{BB962C8B-B14F-4D97-AF65-F5344CB8AC3E}">
        <p14:creationId xmlns:p14="http://schemas.microsoft.com/office/powerpoint/2010/main" val="696540033"/>
      </p:ext>
    </p:extLst>
  </p:cSld>
  <p:clrMapOvr>
    <a:masterClrMapping/>
  </p:clrMapOvr>
</p:notes>
</file>

<file path=ppt/notesSlides/notesSlide4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4215</a:t>
            </a:fld>
            <a:endParaRPr lang="en-US" dirty="0"/>
          </a:p>
        </p:txBody>
      </p:sp>
    </p:spTree>
    <p:extLst>
      <p:ext uri="{BB962C8B-B14F-4D97-AF65-F5344CB8AC3E}">
        <p14:creationId xmlns:p14="http://schemas.microsoft.com/office/powerpoint/2010/main" val="3417839397"/>
      </p:ext>
    </p:extLst>
  </p:cSld>
  <p:clrMapOvr>
    <a:masterClrMapping/>
  </p:clrMapOvr>
</p:notes>
</file>

<file path=ppt/notesSlides/notesSlide4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4216</a:t>
            </a:fld>
            <a:endParaRPr lang="en-US" dirty="0"/>
          </a:p>
        </p:txBody>
      </p:sp>
    </p:spTree>
    <p:extLst>
      <p:ext uri="{BB962C8B-B14F-4D97-AF65-F5344CB8AC3E}">
        <p14:creationId xmlns:p14="http://schemas.microsoft.com/office/powerpoint/2010/main" val="1089278900"/>
      </p:ext>
    </p:extLst>
  </p:cSld>
  <p:clrMapOvr>
    <a:masterClrMapping/>
  </p:clrMapOvr>
</p:notes>
</file>

<file path=ppt/notesSlides/notesSlide4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4219</a:t>
            </a:fld>
            <a:endParaRPr lang="en-US" dirty="0"/>
          </a:p>
        </p:txBody>
      </p:sp>
    </p:spTree>
    <p:extLst>
      <p:ext uri="{BB962C8B-B14F-4D97-AF65-F5344CB8AC3E}">
        <p14:creationId xmlns:p14="http://schemas.microsoft.com/office/powerpoint/2010/main" val="219165571"/>
      </p:ext>
    </p:extLst>
  </p:cSld>
  <p:clrMapOvr>
    <a:masterClrMapping/>
  </p:clrMapOvr>
</p:notes>
</file>

<file path=ppt/notesSlides/notesSlide4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4220</a:t>
            </a:fld>
            <a:endParaRPr lang="en-US" dirty="0"/>
          </a:p>
        </p:txBody>
      </p:sp>
    </p:spTree>
    <p:extLst>
      <p:ext uri="{BB962C8B-B14F-4D97-AF65-F5344CB8AC3E}">
        <p14:creationId xmlns:p14="http://schemas.microsoft.com/office/powerpoint/2010/main" val="2616847828"/>
      </p:ext>
    </p:extLst>
  </p:cSld>
  <p:clrMapOvr>
    <a:masterClrMapping/>
  </p:clrMapOvr>
</p:notes>
</file>

<file path=ppt/notesSlides/notesSlide4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4221</a:t>
            </a:fld>
            <a:endParaRPr lang="en-US" dirty="0"/>
          </a:p>
        </p:txBody>
      </p:sp>
    </p:spTree>
    <p:extLst>
      <p:ext uri="{BB962C8B-B14F-4D97-AF65-F5344CB8AC3E}">
        <p14:creationId xmlns:p14="http://schemas.microsoft.com/office/powerpoint/2010/main" val="4209366657"/>
      </p:ext>
    </p:extLst>
  </p:cSld>
  <p:clrMapOvr>
    <a:masterClrMapping/>
  </p:clrMapOvr>
</p:notes>
</file>

<file path=ppt/notesSlides/notesSlide4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4222</a:t>
            </a:fld>
            <a:endParaRPr lang="en-US" dirty="0"/>
          </a:p>
        </p:txBody>
      </p:sp>
    </p:spTree>
    <p:extLst>
      <p:ext uri="{BB962C8B-B14F-4D97-AF65-F5344CB8AC3E}">
        <p14:creationId xmlns:p14="http://schemas.microsoft.com/office/powerpoint/2010/main" val="440385810"/>
      </p:ext>
    </p:extLst>
  </p:cSld>
  <p:clrMapOvr>
    <a:masterClrMapping/>
  </p:clrMapOvr>
</p:notes>
</file>

<file path=ppt/notesSlides/notesSlide4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4223</a:t>
            </a:fld>
            <a:endParaRPr lang="en-US" dirty="0"/>
          </a:p>
        </p:txBody>
      </p:sp>
    </p:spTree>
    <p:extLst>
      <p:ext uri="{BB962C8B-B14F-4D97-AF65-F5344CB8AC3E}">
        <p14:creationId xmlns:p14="http://schemas.microsoft.com/office/powerpoint/2010/main" val="2170718559"/>
      </p:ext>
    </p:extLst>
  </p:cSld>
  <p:clrMapOvr>
    <a:masterClrMapping/>
  </p:clrMapOvr>
</p:notes>
</file>

<file path=ppt/notesSlides/notesSlide4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4224</a:t>
            </a:fld>
            <a:endParaRPr lang="en-US" dirty="0"/>
          </a:p>
        </p:txBody>
      </p:sp>
    </p:spTree>
    <p:extLst>
      <p:ext uri="{BB962C8B-B14F-4D97-AF65-F5344CB8AC3E}">
        <p14:creationId xmlns:p14="http://schemas.microsoft.com/office/powerpoint/2010/main" val="2241053894"/>
      </p:ext>
    </p:extLst>
  </p:cSld>
  <p:clrMapOvr>
    <a:masterClrMapping/>
  </p:clrMapOvr>
</p:notes>
</file>

<file path=ppt/notesSlides/notesSlide4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4225</a:t>
            </a:fld>
            <a:endParaRPr lang="en-US" dirty="0"/>
          </a:p>
        </p:txBody>
      </p:sp>
    </p:spTree>
    <p:extLst>
      <p:ext uri="{BB962C8B-B14F-4D97-AF65-F5344CB8AC3E}">
        <p14:creationId xmlns:p14="http://schemas.microsoft.com/office/powerpoint/2010/main" val="4223534374"/>
      </p:ext>
    </p:extLst>
  </p:cSld>
  <p:clrMapOvr>
    <a:masterClrMapping/>
  </p:clrMapOvr>
</p:notes>
</file>

<file path=ppt/notesSlides/notesSlide4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4226</a:t>
            </a:fld>
            <a:endParaRPr lang="en-US" dirty="0"/>
          </a:p>
        </p:txBody>
      </p:sp>
    </p:spTree>
    <p:extLst>
      <p:ext uri="{BB962C8B-B14F-4D97-AF65-F5344CB8AC3E}">
        <p14:creationId xmlns:p14="http://schemas.microsoft.com/office/powerpoint/2010/main" val="2004783365"/>
      </p:ext>
    </p:extLst>
  </p:cSld>
  <p:clrMapOvr>
    <a:masterClrMapping/>
  </p:clrMapOvr>
</p:notes>
</file>

<file path=ppt/notesSlides/notesSlide4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4227</a:t>
            </a:fld>
            <a:endParaRPr lang="en-US" dirty="0"/>
          </a:p>
        </p:txBody>
      </p:sp>
    </p:spTree>
    <p:extLst>
      <p:ext uri="{BB962C8B-B14F-4D97-AF65-F5344CB8AC3E}">
        <p14:creationId xmlns:p14="http://schemas.microsoft.com/office/powerpoint/2010/main" val="4271084038"/>
      </p:ext>
    </p:extLst>
  </p:cSld>
  <p:clrMapOvr>
    <a:masterClrMapping/>
  </p:clrMapOvr>
</p:notes>
</file>

<file path=ppt/notesSlides/notesSlide4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4228</a:t>
            </a:fld>
            <a:endParaRPr lang="en-US" dirty="0"/>
          </a:p>
        </p:txBody>
      </p:sp>
    </p:spTree>
    <p:extLst>
      <p:ext uri="{BB962C8B-B14F-4D97-AF65-F5344CB8AC3E}">
        <p14:creationId xmlns:p14="http://schemas.microsoft.com/office/powerpoint/2010/main" val="1225442631"/>
      </p:ext>
    </p:extLst>
  </p:cSld>
  <p:clrMapOvr>
    <a:masterClrMapping/>
  </p:clrMapOvr>
</p:notes>
</file>

<file path=ppt/notesSlides/notesSlide4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4229</a:t>
            </a:fld>
            <a:endParaRPr lang="en-US" dirty="0"/>
          </a:p>
        </p:txBody>
      </p:sp>
    </p:spTree>
    <p:extLst>
      <p:ext uri="{BB962C8B-B14F-4D97-AF65-F5344CB8AC3E}">
        <p14:creationId xmlns:p14="http://schemas.microsoft.com/office/powerpoint/2010/main" val="2620992936"/>
      </p:ext>
    </p:extLst>
  </p:cSld>
  <p:clrMapOvr>
    <a:masterClrMapping/>
  </p:clrMapOvr>
</p:notes>
</file>

<file path=ppt/notesSlides/notesSlide4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4230</a:t>
            </a:fld>
            <a:endParaRPr lang="en-US" dirty="0"/>
          </a:p>
        </p:txBody>
      </p:sp>
    </p:spTree>
    <p:extLst>
      <p:ext uri="{BB962C8B-B14F-4D97-AF65-F5344CB8AC3E}">
        <p14:creationId xmlns:p14="http://schemas.microsoft.com/office/powerpoint/2010/main" val="3502963568"/>
      </p:ext>
    </p:extLst>
  </p:cSld>
  <p:clrMapOvr>
    <a:masterClrMapping/>
  </p:clrMapOvr>
</p:notes>
</file>

<file path=ppt/notesSlides/notesSlide4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4231</a:t>
            </a:fld>
            <a:endParaRPr lang="en-US" dirty="0"/>
          </a:p>
        </p:txBody>
      </p:sp>
    </p:spTree>
    <p:extLst>
      <p:ext uri="{BB962C8B-B14F-4D97-AF65-F5344CB8AC3E}">
        <p14:creationId xmlns:p14="http://schemas.microsoft.com/office/powerpoint/2010/main" val="2994111092"/>
      </p:ext>
    </p:extLst>
  </p:cSld>
  <p:clrMapOvr>
    <a:masterClrMapping/>
  </p:clrMapOvr>
</p:notes>
</file>

<file path=ppt/notesSlides/notesSlide4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4232</a:t>
            </a:fld>
            <a:endParaRPr lang="en-US" dirty="0"/>
          </a:p>
        </p:txBody>
      </p:sp>
    </p:spTree>
    <p:extLst>
      <p:ext uri="{BB962C8B-B14F-4D97-AF65-F5344CB8AC3E}">
        <p14:creationId xmlns:p14="http://schemas.microsoft.com/office/powerpoint/2010/main" val="2178630920"/>
      </p:ext>
    </p:extLst>
  </p:cSld>
  <p:clrMapOvr>
    <a:masterClrMapping/>
  </p:clrMapOvr>
</p:notes>
</file>

<file path=ppt/notesSlides/notesSlide4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4235</a:t>
            </a:fld>
            <a:endParaRPr lang="en-US" dirty="0"/>
          </a:p>
        </p:txBody>
      </p:sp>
    </p:spTree>
    <p:extLst>
      <p:ext uri="{BB962C8B-B14F-4D97-AF65-F5344CB8AC3E}">
        <p14:creationId xmlns:p14="http://schemas.microsoft.com/office/powerpoint/2010/main" val="3600115601"/>
      </p:ext>
    </p:extLst>
  </p:cSld>
  <p:clrMapOvr>
    <a:masterClrMapping/>
  </p:clrMapOvr>
</p:notes>
</file>

<file path=ppt/notesSlides/notesSlide4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4236</a:t>
            </a:fld>
            <a:endParaRPr lang="en-US" dirty="0"/>
          </a:p>
        </p:txBody>
      </p:sp>
    </p:spTree>
    <p:extLst>
      <p:ext uri="{BB962C8B-B14F-4D97-AF65-F5344CB8AC3E}">
        <p14:creationId xmlns:p14="http://schemas.microsoft.com/office/powerpoint/2010/main" val="2702508572"/>
      </p:ext>
    </p:extLst>
  </p:cSld>
  <p:clrMapOvr>
    <a:masterClrMapping/>
  </p:clrMapOvr>
</p:notes>
</file>

<file path=ppt/notesSlides/notesSlide4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4237</a:t>
            </a:fld>
            <a:endParaRPr lang="en-US" dirty="0"/>
          </a:p>
        </p:txBody>
      </p:sp>
    </p:spTree>
    <p:extLst>
      <p:ext uri="{BB962C8B-B14F-4D97-AF65-F5344CB8AC3E}">
        <p14:creationId xmlns:p14="http://schemas.microsoft.com/office/powerpoint/2010/main" val="2593612590"/>
      </p:ext>
    </p:extLst>
  </p:cSld>
  <p:clrMapOvr>
    <a:masterClrMapping/>
  </p:clrMapOvr>
</p:notes>
</file>

<file path=ppt/notesSlides/notesSlide4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4238</a:t>
            </a:fld>
            <a:endParaRPr lang="en-US" dirty="0"/>
          </a:p>
        </p:txBody>
      </p:sp>
    </p:spTree>
    <p:extLst>
      <p:ext uri="{BB962C8B-B14F-4D97-AF65-F5344CB8AC3E}">
        <p14:creationId xmlns:p14="http://schemas.microsoft.com/office/powerpoint/2010/main" val="3748048110"/>
      </p:ext>
    </p:extLst>
  </p:cSld>
  <p:clrMapOvr>
    <a:masterClrMapping/>
  </p:clrMapOvr>
</p:notes>
</file>

<file path=ppt/notesSlides/notesSlide4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4239</a:t>
            </a:fld>
            <a:endParaRPr lang="en-US" dirty="0"/>
          </a:p>
        </p:txBody>
      </p:sp>
    </p:spTree>
    <p:extLst>
      <p:ext uri="{BB962C8B-B14F-4D97-AF65-F5344CB8AC3E}">
        <p14:creationId xmlns:p14="http://schemas.microsoft.com/office/powerpoint/2010/main" val="2660673808"/>
      </p:ext>
    </p:extLst>
  </p:cSld>
  <p:clrMapOvr>
    <a:masterClrMapping/>
  </p:clrMapOvr>
</p:notes>
</file>

<file path=ppt/notesSlides/notesSlide4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4240</a:t>
            </a:fld>
            <a:endParaRPr lang="en-US" dirty="0"/>
          </a:p>
        </p:txBody>
      </p:sp>
    </p:spTree>
    <p:extLst>
      <p:ext uri="{BB962C8B-B14F-4D97-AF65-F5344CB8AC3E}">
        <p14:creationId xmlns:p14="http://schemas.microsoft.com/office/powerpoint/2010/main" val="3321990289"/>
      </p:ext>
    </p:extLst>
  </p:cSld>
  <p:clrMapOvr>
    <a:masterClrMapping/>
  </p:clrMapOvr>
</p:notes>
</file>

<file path=ppt/notesSlides/notesSlide4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4241</a:t>
            </a:fld>
            <a:endParaRPr lang="en-US" dirty="0"/>
          </a:p>
        </p:txBody>
      </p:sp>
    </p:spTree>
    <p:extLst>
      <p:ext uri="{BB962C8B-B14F-4D97-AF65-F5344CB8AC3E}">
        <p14:creationId xmlns:p14="http://schemas.microsoft.com/office/powerpoint/2010/main" val="618003763"/>
      </p:ext>
    </p:extLst>
  </p:cSld>
  <p:clrMapOvr>
    <a:masterClrMapping/>
  </p:clrMapOvr>
</p:notes>
</file>

<file path=ppt/notesSlides/notesSlide4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4242</a:t>
            </a:fld>
            <a:endParaRPr lang="en-US" dirty="0"/>
          </a:p>
        </p:txBody>
      </p:sp>
    </p:spTree>
    <p:extLst>
      <p:ext uri="{BB962C8B-B14F-4D97-AF65-F5344CB8AC3E}">
        <p14:creationId xmlns:p14="http://schemas.microsoft.com/office/powerpoint/2010/main" val="2429326734"/>
      </p:ext>
    </p:extLst>
  </p:cSld>
  <p:clrMapOvr>
    <a:masterClrMapping/>
  </p:clrMapOvr>
</p:notes>
</file>

<file path=ppt/notesSlides/notesSlide4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4243</a:t>
            </a:fld>
            <a:endParaRPr lang="en-US" dirty="0"/>
          </a:p>
        </p:txBody>
      </p:sp>
    </p:spTree>
    <p:extLst>
      <p:ext uri="{BB962C8B-B14F-4D97-AF65-F5344CB8AC3E}">
        <p14:creationId xmlns:p14="http://schemas.microsoft.com/office/powerpoint/2010/main" val="3802285937"/>
      </p:ext>
    </p:extLst>
  </p:cSld>
  <p:clrMapOvr>
    <a:masterClrMapping/>
  </p:clrMapOvr>
</p:notes>
</file>

<file path=ppt/notesSlides/notesSlide4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4244</a:t>
            </a:fld>
            <a:endParaRPr lang="en-US" dirty="0"/>
          </a:p>
        </p:txBody>
      </p:sp>
    </p:spTree>
    <p:extLst>
      <p:ext uri="{BB962C8B-B14F-4D97-AF65-F5344CB8AC3E}">
        <p14:creationId xmlns:p14="http://schemas.microsoft.com/office/powerpoint/2010/main" val="3312909102"/>
      </p:ext>
    </p:extLst>
  </p:cSld>
  <p:clrMapOvr>
    <a:masterClrMapping/>
  </p:clrMapOvr>
</p:notes>
</file>

<file path=ppt/notesSlides/notesSlide4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4245</a:t>
            </a:fld>
            <a:endParaRPr lang="en-US" dirty="0"/>
          </a:p>
        </p:txBody>
      </p:sp>
    </p:spTree>
    <p:extLst>
      <p:ext uri="{BB962C8B-B14F-4D97-AF65-F5344CB8AC3E}">
        <p14:creationId xmlns:p14="http://schemas.microsoft.com/office/powerpoint/2010/main" val="3933142562"/>
      </p:ext>
    </p:extLst>
  </p:cSld>
  <p:clrMapOvr>
    <a:masterClrMapping/>
  </p:clrMapOvr>
</p:notes>
</file>

<file path=ppt/notesSlides/notesSlide4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4246</a:t>
            </a:fld>
            <a:endParaRPr lang="en-US" dirty="0"/>
          </a:p>
        </p:txBody>
      </p:sp>
    </p:spTree>
    <p:extLst>
      <p:ext uri="{BB962C8B-B14F-4D97-AF65-F5344CB8AC3E}">
        <p14:creationId xmlns:p14="http://schemas.microsoft.com/office/powerpoint/2010/main" val="3061150859"/>
      </p:ext>
    </p:extLst>
  </p:cSld>
  <p:clrMapOvr>
    <a:masterClrMapping/>
  </p:clrMapOvr>
</p:notes>
</file>

<file path=ppt/notesSlides/notesSlide4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4247</a:t>
            </a:fld>
            <a:endParaRPr lang="en-US" dirty="0"/>
          </a:p>
        </p:txBody>
      </p:sp>
    </p:spTree>
    <p:extLst>
      <p:ext uri="{BB962C8B-B14F-4D97-AF65-F5344CB8AC3E}">
        <p14:creationId xmlns:p14="http://schemas.microsoft.com/office/powerpoint/2010/main" val="1548521230"/>
      </p:ext>
    </p:extLst>
  </p:cSld>
  <p:clrMapOvr>
    <a:masterClrMapping/>
  </p:clrMapOvr>
</p:notes>
</file>

<file path=ppt/notesSlides/notesSlide4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4248</a:t>
            </a:fld>
            <a:endParaRPr lang="en-US" dirty="0"/>
          </a:p>
        </p:txBody>
      </p:sp>
    </p:spTree>
    <p:extLst>
      <p:ext uri="{BB962C8B-B14F-4D97-AF65-F5344CB8AC3E}">
        <p14:creationId xmlns:p14="http://schemas.microsoft.com/office/powerpoint/2010/main" val="405799111"/>
      </p:ext>
    </p:extLst>
  </p:cSld>
  <p:clrMapOvr>
    <a:masterClrMapping/>
  </p:clrMapOvr>
</p:notes>
</file>

<file path=ppt/notesSlides/notesSlide4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4251</a:t>
            </a:fld>
            <a:endParaRPr lang="en-US" dirty="0"/>
          </a:p>
        </p:txBody>
      </p:sp>
    </p:spTree>
    <p:extLst>
      <p:ext uri="{BB962C8B-B14F-4D97-AF65-F5344CB8AC3E}">
        <p14:creationId xmlns:p14="http://schemas.microsoft.com/office/powerpoint/2010/main" val="3081994815"/>
      </p:ext>
    </p:extLst>
  </p:cSld>
  <p:clrMapOvr>
    <a:masterClrMapping/>
  </p:clrMapOvr>
</p:notes>
</file>

<file path=ppt/notesSlides/notesSlide4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4252</a:t>
            </a:fld>
            <a:endParaRPr lang="en-US" dirty="0"/>
          </a:p>
        </p:txBody>
      </p:sp>
    </p:spTree>
    <p:extLst>
      <p:ext uri="{BB962C8B-B14F-4D97-AF65-F5344CB8AC3E}">
        <p14:creationId xmlns:p14="http://schemas.microsoft.com/office/powerpoint/2010/main" val="1797201560"/>
      </p:ext>
    </p:extLst>
  </p:cSld>
  <p:clrMapOvr>
    <a:masterClrMapping/>
  </p:clrMapOvr>
</p:notes>
</file>

<file path=ppt/notesSlides/notesSlide4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4253</a:t>
            </a:fld>
            <a:endParaRPr lang="en-US" dirty="0"/>
          </a:p>
        </p:txBody>
      </p:sp>
    </p:spTree>
    <p:extLst>
      <p:ext uri="{BB962C8B-B14F-4D97-AF65-F5344CB8AC3E}">
        <p14:creationId xmlns:p14="http://schemas.microsoft.com/office/powerpoint/2010/main" val="3931190906"/>
      </p:ext>
    </p:extLst>
  </p:cSld>
  <p:clrMapOvr>
    <a:masterClrMapping/>
  </p:clrMapOvr>
</p:notes>
</file>

<file path=ppt/notesSlides/notesSlide4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4254</a:t>
            </a:fld>
            <a:endParaRPr lang="en-US" dirty="0"/>
          </a:p>
        </p:txBody>
      </p:sp>
    </p:spTree>
    <p:extLst>
      <p:ext uri="{BB962C8B-B14F-4D97-AF65-F5344CB8AC3E}">
        <p14:creationId xmlns:p14="http://schemas.microsoft.com/office/powerpoint/2010/main" val="2585609913"/>
      </p:ext>
    </p:extLst>
  </p:cSld>
  <p:clrMapOvr>
    <a:masterClrMapping/>
  </p:clrMapOvr>
</p:notes>
</file>

<file path=ppt/notesSlides/notesSlide4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4255</a:t>
            </a:fld>
            <a:endParaRPr lang="en-US" dirty="0"/>
          </a:p>
        </p:txBody>
      </p:sp>
    </p:spTree>
    <p:extLst>
      <p:ext uri="{BB962C8B-B14F-4D97-AF65-F5344CB8AC3E}">
        <p14:creationId xmlns:p14="http://schemas.microsoft.com/office/powerpoint/2010/main" val="2665334693"/>
      </p:ext>
    </p:extLst>
  </p:cSld>
  <p:clrMapOvr>
    <a:masterClrMapping/>
  </p:clrMapOvr>
</p:notes>
</file>

<file path=ppt/notesSlides/notesSlide4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4256</a:t>
            </a:fld>
            <a:endParaRPr lang="en-US" dirty="0"/>
          </a:p>
        </p:txBody>
      </p:sp>
    </p:spTree>
    <p:extLst>
      <p:ext uri="{BB962C8B-B14F-4D97-AF65-F5344CB8AC3E}">
        <p14:creationId xmlns:p14="http://schemas.microsoft.com/office/powerpoint/2010/main" val="1750878990"/>
      </p:ext>
    </p:extLst>
  </p:cSld>
  <p:clrMapOvr>
    <a:masterClrMapping/>
  </p:clrMapOvr>
</p:notes>
</file>

<file path=ppt/notesSlides/notesSlide4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4257</a:t>
            </a:fld>
            <a:endParaRPr lang="en-US" dirty="0"/>
          </a:p>
        </p:txBody>
      </p:sp>
    </p:spTree>
    <p:extLst>
      <p:ext uri="{BB962C8B-B14F-4D97-AF65-F5344CB8AC3E}">
        <p14:creationId xmlns:p14="http://schemas.microsoft.com/office/powerpoint/2010/main" val="1099662742"/>
      </p:ext>
    </p:extLst>
  </p:cSld>
  <p:clrMapOvr>
    <a:masterClrMapping/>
  </p:clrMapOvr>
</p:notes>
</file>

<file path=ppt/notesSlides/notesSlide4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4258</a:t>
            </a:fld>
            <a:endParaRPr lang="en-US" dirty="0"/>
          </a:p>
        </p:txBody>
      </p:sp>
    </p:spTree>
    <p:extLst>
      <p:ext uri="{BB962C8B-B14F-4D97-AF65-F5344CB8AC3E}">
        <p14:creationId xmlns:p14="http://schemas.microsoft.com/office/powerpoint/2010/main" val="3882545861"/>
      </p:ext>
    </p:extLst>
  </p:cSld>
  <p:clrMapOvr>
    <a:masterClrMapping/>
  </p:clrMapOvr>
</p:notes>
</file>

<file path=ppt/notesSlides/notesSlide4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4259</a:t>
            </a:fld>
            <a:endParaRPr lang="en-US" dirty="0"/>
          </a:p>
        </p:txBody>
      </p:sp>
    </p:spTree>
    <p:extLst>
      <p:ext uri="{BB962C8B-B14F-4D97-AF65-F5344CB8AC3E}">
        <p14:creationId xmlns:p14="http://schemas.microsoft.com/office/powerpoint/2010/main" val="1942055686"/>
      </p:ext>
    </p:extLst>
  </p:cSld>
  <p:clrMapOvr>
    <a:masterClrMapping/>
  </p:clrMapOvr>
</p:notes>
</file>

<file path=ppt/notesSlides/notesSlide4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4260</a:t>
            </a:fld>
            <a:endParaRPr lang="en-US" dirty="0"/>
          </a:p>
        </p:txBody>
      </p:sp>
    </p:spTree>
    <p:extLst>
      <p:ext uri="{BB962C8B-B14F-4D97-AF65-F5344CB8AC3E}">
        <p14:creationId xmlns:p14="http://schemas.microsoft.com/office/powerpoint/2010/main" val="2551395179"/>
      </p:ext>
    </p:extLst>
  </p:cSld>
  <p:clrMapOvr>
    <a:masterClrMapping/>
  </p:clrMapOvr>
</p:notes>
</file>

<file path=ppt/notesSlides/notesSlide4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4261</a:t>
            </a:fld>
            <a:endParaRPr lang="en-US" dirty="0"/>
          </a:p>
        </p:txBody>
      </p:sp>
    </p:spTree>
    <p:extLst>
      <p:ext uri="{BB962C8B-B14F-4D97-AF65-F5344CB8AC3E}">
        <p14:creationId xmlns:p14="http://schemas.microsoft.com/office/powerpoint/2010/main" val="2051672598"/>
      </p:ext>
    </p:extLst>
  </p:cSld>
  <p:clrMapOvr>
    <a:masterClrMapping/>
  </p:clrMapOvr>
</p:notes>
</file>

<file path=ppt/notesSlides/notesSlide4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4262</a:t>
            </a:fld>
            <a:endParaRPr lang="en-US" dirty="0"/>
          </a:p>
        </p:txBody>
      </p:sp>
    </p:spTree>
    <p:extLst>
      <p:ext uri="{BB962C8B-B14F-4D97-AF65-F5344CB8AC3E}">
        <p14:creationId xmlns:p14="http://schemas.microsoft.com/office/powerpoint/2010/main" val="973831532"/>
      </p:ext>
    </p:extLst>
  </p:cSld>
  <p:clrMapOvr>
    <a:masterClrMapping/>
  </p:clrMapOvr>
</p:notes>
</file>

<file path=ppt/notesSlides/notesSlide4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4263</a:t>
            </a:fld>
            <a:endParaRPr lang="en-US" dirty="0"/>
          </a:p>
        </p:txBody>
      </p:sp>
    </p:spTree>
    <p:extLst>
      <p:ext uri="{BB962C8B-B14F-4D97-AF65-F5344CB8AC3E}">
        <p14:creationId xmlns:p14="http://schemas.microsoft.com/office/powerpoint/2010/main" val="311165116"/>
      </p:ext>
    </p:extLst>
  </p:cSld>
  <p:clrMapOvr>
    <a:masterClrMapping/>
  </p:clrMapOvr>
</p:notes>
</file>

<file path=ppt/notesSlides/notesSlide4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4264</a:t>
            </a:fld>
            <a:endParaRPr lang="en-US" dirty="0"/>
          </a:p>
        </p:txBody>
      </p:sp>
    </p:spTree>
    <p:extLst>
      <p:ext uri="{BB962C8B-B14F-4D97-AF65-F5344CB8AC3E}">
        <p14:creationId xmlns:p14="http://schemas.microsoft.com/office/powerpoint/2010/main" val="118139994"/>
      </p:ext>
    </p:extLst>
  </p:cSld>
  <p:clrMapOvr>
    <a:masterClrMapping/>
  </p:clrMapOvr>
</p:notes>
</file>

<file path=ppt/notesSlides/notesSlide4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4267</a:t>
            </a:fld>
            <a:endParaRPr lang="en-US" dirty="0"/>
          </a:p>
        </p:txBody>
      </p:sp>
    </p:spTree>
    <p:extLst>
      <p:ext uri="{BB962C8B-B14F-4D97-AF65-F5344CB8AC3E}">
        <p14:creationId xmlns:p14="http://schemas.microsoft.com/office/powerpoint/2010/main" val="3031269658"/>
      </p:ext>
    </p:extLst>
  </p:cSld>
  <p:clrMapOvr>
    <a:masterClrMapping/>
  </p:clrMapOvr>
</p:notes>
</file>

<file path=ppt/notesSlides/notesSlide4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4268</a:t>
            </a:fld>
            <a:endParaRPr lang="en-US" dirty="0"/>
          </a:p>
        </p:txBody>
      </p:sp>
    </p:spTree>
    <p:extLst>
      <p:ext uri="{BB962C8B-B14F-4D97-AF65-F5344CB8AC3E}">
        <p14:creationId xmlns:p14="http://schemas.microsoft.com/office/powerpoint/2010/main" val="4182174797"/>
      </p:ext>
    </p:extLst>
  </p:cSld>
  <p:clrMapOvr>
    <a:masterClrMapping/>
  </p:clrMapOvr>
</p:notes>
</file>

<file path=ppt/notesSlides/notesSlide4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4269</a:t>
            </a:fld>
            <a:endParaRPr lang="en-US" dirty="0"/>
          </a:p>
        </p:txBody>
      </p:sp>
    </p:spTree>
    <p:extLst>
      <p:ext uri="{BB962C8B-B14F-4D97-AF65-F5344CB8AC3E}">
        <p14:creationId xmlns:p14="http://schemas.microsoft.com/office/powerpoint/2010/main" val="3198322878"/>
      </p:ext>
    </p:extLst>
  </p:cSld>
  <p:clrMapOvr>
    <a:masterClrMapping/>
  </p:clrMapOvr>
</p:notes>
</file>

<file path=ppt/notesSlides/notesSlide4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4270</a:t>
            </a:fld>
            <a:endParaRPr lang="en-US" dirty="0"/>
          </a:p>
        </p:txBody>
      </p:sp>
    </p:spTree>
    <p:extLst>
      <p:ext uri="{BB962C8B-B14F-4D97-AF65-F5344CB8AC3E}">
        <p14:creationId xmlns:p14="http://schemas.microsoft.com/office/powerpoint/2010/main" val="659402811"/>
      </p:ext>
    </p:extLst>
  </p:cSld>
  <p:clrMapOvr>
    <a:masterClrMapping/>
  </p:clrMapOvr>
</p:notes>
</file>

<file path=ppt/notesSlides/notesSlide4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4271</a:t>
            </a:fld>
            <a:endParaRPr lang="en-US" dirty="0"/>
          </a:p>
        </p:txBody>
      </p:sp>
    </p:spTree>
    <p:extLst>
      <p:ext uri="{BB962C8B-B14F-4D97-AF65-F5344CB8AC3E}">
        <p14:creationId xmlns:p14="http://schemas.microsoft.com/office/powerpoint/2010/main" val="479407673"/>
      </p:ext>
    </p:extLst>
  </p:cSld>
  <p:clrMapOvr>
    <a:masterClrMapping/>
  </p:clrMapOvr>
</p:notes>
</file>

<file path=ppt/notesSlides/notesSlide4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4272</a:t>
            </a:fld>
            <a:endParaRPr lang="en-US" dirty="0"/>
          </a:p>
        </p:txBody>
      </p:sp>
    </p:spTree>
    <p:extLst>
      <p:ext uri="{BB962C8B-B14F-4D97-AF65-F5344CB8AC3E}">
        <p14:creationId xmlns:p14="http://schemas.microsoft.com/office/powerpoint/2010/main" val="836045126"/>
      </p:ext>
    </p:extLst>
  </p:cSld>
  <p:clrMapOvr>
    <a:masterClrMapping/>
  </p:clrMapOvr>
</p:notes>
</file>

<file path=ppt/notesSlides/notesSlide4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4273</a:t>
            </a:fld>
            <a:endParaRPr lang="en-US" dirty="0"/>
          </a:p>
        </p:txBody>
      </p:sp>
    </p:spTree>
    <p:extLst>
      <p:ext uri="{BB962C8B-B14F-4D97-AF65-F5344CB8AC3E}">
        <p14:creationId xmlns:p14="http://schemas.microsoft.com/office/powerpoint/2010/main" val="3043096699"/>
      </p:ext>
    </p:extLst>
  </p:cSld>
  <p:clrMapOvr>
    <a:masterClrMapping/>
  </p:clrMapOvr>
</p:notes>
</file>

<file path=ppt/notesSlides/notesSlide4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4274</a:t>
            </a:fld>
            <a:endParaRPr lang="en-US" dirty="0"/>
          </a:p>
        </p:txBody>
      </p:sp>
    </p:spTree>
    <p:extLst>
      <p:ext uri="{BB962C8B-B14F-4D97-AF65-F5344CB8AC3E}">
        <p14:creationId xmlns:p14="http://schemas.microsoft.com/office/powerpoint/2010/main" val="1412035318"/>
      </p:ext>
    </p:extLst>
  </p:cSld>
  <p:clrMapOvr>
    <a:masterClrMapping/>
  </p:clrMapOvr>
</p:notes>
</file>

<file path=ppt/notesSlides/notesSlide4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4275</a:t>
            </a:fld>
            <a:endParaRPr lang="en-US" dirty="0"/>
          </a:p>
        </p:txBody>
      </p:sp>
    </p:spTree>
    <p:extLst>
      <p:ext uri="{BB962C8B-B14F-4D97-AF65-F5344CB8AC3E}">
        <p14:creationId xmlns:p14="http://schemas.microsoft.com/office/powerpoint/2010/main" val="3385245725"/>
      </p:ext>
    </p:extLst>
  </p:cSld>
  <p:clrMapOvr>
    <a:masterClrMapping/>
  </p:clrMapOvr>
</p:notes>
</file>

<file path=ppt/notesSlides/notesSlide4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4276</a:t>
            </a:fld>
            <a:endParaRPr lang="en-US" dirty="0"/>
          </a:p>
        </p:txBody>
      </p:sp>
    </p:spTree>
    <p:extLst>
      <p:ext uri="{BB962C8B-B14F-4D97-AF65-F5344CB8AC3E}">
        <p14:creationId xmlns:p14="http://schemas.microsoft.com/office/powerpoint/2010/main" val="3066040742"/>
      </p:ext>
    </p:extLst>
  </p:cSld>
  <p:clrMapOvr>
    <a:masterClrMapping/>
  </p:clrMapOvr>
</p:notes>
</file>

<file path=ppt/notesSlides/notesSlide4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4277</a:t>
            </a:fld>
            <a:endParaRPr lang="en-US" dirty="0"/>
          </a:p>
        </p:txBody>
      </p:sp>
    </p:spTree>
    <p:extLst>
      <p:ext uri="{BB962C8B-B14F-4D97-AF65-F5344CB8AC3E}">
        <p14:creationId xmlns:p14="http://schemas.microsoft.com/office/powerpoint/2010/main" val="3140084120"/>
      </p:ext>
    </p:extLst>
  </p:cSld>
  <p:clrMapOvr>
    <a:masterClrMapping/>
  </p:clrMapOvr>
</p:notes>
</file>

<file path=ppt/notesSlides/notesSlide4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4278</a:t>
            </a:fld>
            <a:endParaRPr lang="en-US" dirty="0"/>
          </a:p>
        </p:txBody>
      </p:sp>
    </p:spTree>
    <p:extLst>
      <p:ext uri="{BB962C8B-B14F-4D97-AF65-F5344CB8AC3E}">
        <p14:creationId xmlns:p14="http://schemas.microsoft.com/office/powerpoint/2010/main" val="3987921673"/>
      </p:ext>
    </p:extLst>
  </p:cSld>
  <p:clrMapOvr>
    <a:masterClrMapping/>
  </p:clrMapOvr>
</p:notes>
</file>

<file path=ppt/notesSlides/notesSlide4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4279</a:t>
            </a:fld>
            <a:endParaRPr lang="en-US" dirty="0"/>
          </a:p>
        </p:txBody>
      </p:sp>
    </p:spTree>
    <p:extLst>
      <p:ext uri="{BB962C8B-B14F-4D97-AF65-F5344CB8AC3E}">
        <p14:creationId xmlns:p14="http://schemas.microsoft.com/office/powerpoint/2010/main" val="4121653054"/>
      </p:ext>
    </p:extLst>
  </p:cSld>
  <p:clrMapOvr>
    <a:masterClrMapping/>
  </p:clrMapOvr>
</p:notes>
</file>

<file path=ppt/notesSlides/notesSlide4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4280</a:t>
            </a:fld>
            <a:endParaRPr lang="en-US" dirty="0"/>
          </a:p>
        </p:txBody>
      </p:sp>
    </p:spTree>
    <p:extLst>
      <p:ext uri="{BB962C8B-B14F-4D97-AF65-F5344CB8AC3E}">
        <p14:creationId xmlns:p14="http://schemas.microsoft.com/office/powerpoint/2010/main" val="1398260275"/>
      </p:ext>
    </p:extLst>
  </p:cSld>
  <p:clrMapOvr>
    <a:masterClrMapping/>
  </p:clrMapOvr>
</p:notes>
</file>

<file path=ppt/notesSlides/notesSlide4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4283</a:t>
            </a:fld>
            <a:endParaRPr lang="en-US" dirty="0"/>
          </a:p>
        </p:txBody>
      </p:sp>
    </p:spTree>
    <p:extLst>
      <p:ext uri="{BB962C8B-B14F-4D97-AF65-F5344CB8AC3E}">
        <p14:creationId xmlns:p14="http://schemas.microsoft.com/office/powerpoint/2010/main" val="2249909695"/>
      </p:ext>
    </p:extLst>
  </p:cSld>
  <p:clrMapOvr>
    <a:masterClrMapping/>
  </p:clrMapOvr>
</p:notes>
</file>

<file path=ppt/notesSlides/notesSlide4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4284</a:t>
            </a:fld>
            <a:endParaRPr lang="en-US" dirty="0"/>
          </a:p>
        </p:txBody>
      </p:sp>
    </p:spTree>
    <p:extLst>
      <p:ext uri="{BB962C8B-B14F-4D97-AF65-F5344CB8AC3E}">
        <p14:creationId xmlns:p14="http://schemas.microsoft.com/office/powerpoint/2010/main" val="2141644396"/>
      </p:ext>
    </p:extLst>
  </p:cSld>
  <p:clrMapOvr>
    <a:masterClrMapping/>
  </p:clrMapOvr>
</p:notes>
</file>

<file path=ppt/notesSlides/notesSlide4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4285</a:t>
            </a:fld>
            <a:endParaRPr lang="en-US" dirty="0"/>
          </a:p>
        </p:txBody>
      </p:sp>
    </p:spTree>
    <p:extLst>
      <p:ext uri="{BB962C8B-B14F-4D97-AF65-F5344CB8AC3E}">
        <p14:creationId xmlns:p14="http://schemas.microsoft.com/office/powerpoint/2010/main" val="156516879"/>
      </p:ext>
    </p:extLst>
  </p:cSld>
  <p:clrMapOvr>
    <a:masterClrMapping/>
  </p:clrMapOvr>
</p:notes>
</file>

<file path=ppt/notesSlides/notesSlide4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4286</a:t>
            </a:fld>
            <a:endParaRPr lang="en-US" dirty="0"/>
          </a:p>
        </p:txBody>
      </p:sp>
    </p:spTree>
    <p:extLst>
      <p:ext uri="{BB962C8B-B14F-4D97-AF65-F5344CB8AC3E}">
        <p14:creationId xmlns:p14="http://schemas.microsoft.com/office/powerpoint/2010/main" val="264597065"/>
      </p:ext>
    </p:extLst>
  </p:cSld>
  <p:clrMapOvr>
    <a:masterClrMapping/>
  </p:clrMapOvr>
</p:notes>
</file>

<file path=ppt/notesSlides/notesSlide4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4287</a:t>
            </a:fld>
            <a:endParaRPr lang="en-US" dirty="0"/>
          </a:p>
        </p:txBody>
      </p:sp>
    </p:spTree>
    <p:extLst>
      <p:ext uri="{BB962C8B-B14F-4D97-AF65-F5344CB8AC3E}">
        <p14:creationId xmlns:p14="http://schemas.microsoft.com/office/powerpoint/2010/main" val="3953779443"/>
      </p:ext>
    </p:extLst>
  </p:cSld>
  <p:clrMapOvr>
    <a:masterClrMapping/>
  </p:clrMapOvr>
</p:notes>
</file>

<file path=ppt/notesSlides/notesSlide4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4288</a:t>
            </a:fld>
            <a:endParaRPr lang="en-US" dirty="0"/>
          </a:p>
        </p:txBody>
      </p:sp>
    </p:spTree>
    <p:extLst>
      <p:ext uri="{BB962C8B-B14F-4D97-AF65-F5344CB8AC3E}">
        <p14:creationId xmlns:p14="http://schemas.microsoft.com/office/powerpoint/2010/main" val="2908866002"/>
      </p:ext>
    </p:extLst>
  </p:cSld>
  <p:clrMapOvr>
    <a:masterClrMapping/>
  </p:clrMapOvr>
</p:notes>
</file>

<file path=ppt/notesSlides/notesSlide4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4289</a:t>
            </a:fld>
            <a:endParaRPr lang="en-US" dirty="0"/>
          </a:p>
        </p:txBody>
      </p:sp>
    </p:spTree>
    <p:extLst>
      <p:ext uri="{BB962C8B-B14F-4D97-AF65-F5344CB8AC3E}">
        <p14:creationId xmlns:p14="http://schemas.microsoft.com/office/powerpoint/2010/main" val="3280890335"/>
      </p:ext>
    </p:extLst>
  </p:cSld>
  <p:clrMapOvr>
    <a:masterClrMapping/>
  </p:clrMapOvr>
</p:notes>
</file>

<file path=ppt/notesSlides/notesSlide4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4290</a:t>
            </a:fld>
            <a:endParaRPr lang="en-US" dirty="0"/>
          </a:p>
        </p:txBody>
      </p:sp>
    </p:spTree>
    <p:extLst>
      <p:ext uri="{BB962C8B-B14F-4D97-AF65-F5344CB8AC3E}">
        <p14:creationId xmlns:p14="http://schemas.microsoft.com/office/powerpoint/2010/main" val="3823053773"/>
      </p:ext>
    </p:extLst>
  </p:cSld>
  <p:clrMapOvr>
    <a:masterClrMapping/>
  </p:clrMapOvr>
</p:notes>
</file>

<file path=ppt/notesSlides/notesSlide4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4291</a:t>
            </a:fld>
            <a:endParaRPr lang="en-US" dirty="0"/>
          </a:p>
        </p:txBody>
      </p:sp>
    </p:spTree>
    <p:extLst>
      <p:ext uri="{BB962C8B-B14F-4D97-AF65-F5344CB8AC3E}">
        <p14:creationId xmlns:p14="http://schemas.microsoft.com/office/powerpoint/2010/main" val="3959561794"/>
      </p:ext>
    </p:extLst>
  </p:cSld>
  <p:clrMapOvr>
    <a:masterClrMapping/>
  </p:clrMapOvr>
</p:notes>
</file>

<file path=ppt/notesSlides/notesSlide4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4292</a:t>
            </a:fld>
            <a:endParaRPr lang="en-US" dirty="0"/>
          </a:p>
        </p:txBody>
      </p:sp>
    </p:spTree>
    <p:extLst>
      <p:ext uri="{BB962C8B-B14F-4D97-AF65-F5344CB8AC3E}">
        <p14:creationId xmlns:p14="http://schemas.microsoft.com/office/powerpoint/2010/main" val="1514852901"/>
      </p:ext>
    </p:extLst>
  </p:cSld>
  <p:clrMapOvr>
    <a:masterClrMapping/>
  </p:clrMapOvr>
</p:notes>
</file>

<file path=ppt/notesSlides/notesSlide4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4293</a:t>
            </a:fld>
            <a:endParaRPr lang="en-US" dirty="0"/>
          </a:p>
        </p:txBody>
      </p:sp>
    </p:spTree>
    <p:extLst>
      <p:ext uri="{BB962C8B-B14F-4D97-AF65-F5344CB8AC3E}">
        <p14:creationId xmlns:p14="http://schemas.microsoft.com/office/powerpoint/2010/main" val="1104804610"/>
      </p:ext>
    </p:extLst>
  </p:cSld>
  <p:clrMapOvr>
    <a:masterClrMapping/>
  </p:clrMapOvr>
</p:notes>
</file>

<file path=ppt/notesSlides/notesSlide4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4294</a:t>
            </a:fld>
            <a:endParaRPr lang="en-US" dirty="0"/>
          </a:p>
        </p:txBody>
      </p:sp>
    </p:spTree>
    <p:extLst>
      <p:ext uri="{BB962C8B-B14F-4D97-AF65-F5344CB8AC3E}">
        <p14:creationId xmlns:p14="http://schemas.microsoft.com/office/powerpoint/2010/main" val="2106412515"/>
      </p:ext>
    </p:extLst>
  </p:cSld>
  <p:clrMapOvr>
    <a:masterClrMapping/>
  </p:clrMapOvr>
</p:notes>
</file>

<file path=ppt/notesSlides/notesSlide4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4295</a:t>
            </a:fld>
            <a:endParaRPr lang="en-US" dirty="0"/>
          </a:p>
        </p:txBody>
      </p:sp>
    </p:spTree>
    <p:extLst>
      <p:ext uri="{BB962C8B-B14F-4D97-AF65-F5344CB8AC3E}">
        <p14:creationId xmlns:p14="http://schemas.microsoft.com/office/powerpoint/2010/main" val="1849484584"/>
      </p:ext>
    </p:extLst>
  </p:cSld>
  <p:clrMapOvr>
    <a:masterClrMapping/>
  </p:clrMapOvr>
</p:notes>
</file>

<file path=ppt/notesSlides/notesSlide4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4296</a:t>
            </a:fld>
            <a:endParaRPr lang="en-US" dirty="0"/>
          </a:p>
        </p:txBody>
      </p:sp>
    </p:spTree>
    <p:extLst>
      <p:ext uri="{BB962C8B-B14F-4D97-AF65-F5344CB8AC3E}">
        <p14:creationId xmlns:p14="http://schemas.microsoft.com/office/powerpoint/2010/main" val="3767640185"/>
      </p:ext>
    </p:extLst>
  </p:cSld>
  <p:clrMapOvr>
    <a:masterClrMapping/>
  </p:clrMapOvr>
</p:notes>
</file>

<file path=ppt/notesSlides/notesSlide4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4300</a:t>
            </a:fld>
            <a:endParaRPr lang="en-US" dirty="0"/>
          </a:p>
        </p:txBody>
      </p:sp>
    </p:spTree>
    <p:extLst>
      <p:ext uri="{BB962C8B-B14F-4D97-AF65-F5344CB8AC3E}">
        <p14:creationId xmlns:p14="http://schemas.microsoft.com/office/powerpoint/2010/main" val="2658470664"/>
      </p:ext>
    </p:extLst>
  </p:cSld>
  <p:clrMapOvr>
    <a:masterClrMapping/>
  </p:clrMapOvr>
</p:notes>
</file>

<file path=ppt/notesSlides/notesSlide4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4301</a:t>
            </a:fld>
            <a:endParaRPr lang="en-US" dirty="0"/>
          </a:p>
        </p:txBody>
      </p:sp>
    </p:spTree>
    <p:extLst>
      <p:ext uri="{BB962C8B-B14F-4D97-AF65-F5344CB8AC3E}">
        <p14:creationId xmlns:p14="http://schemas.microsoft.com/office/powerpoint/2010/main" val="2058684727"/>
      </p:ext>
    </p:extLst>
  </p:cSld>
  <p:clrMapOvr>
    <a:masterClrMapping/>
  </p:clrMapOvr>
</p:notes>
</file>

<file path=ppt/notesSlides/notesSlide4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4302</a:t>
            </a:fld>
            <a:endParaRPr lang="en-US" dirty="0"/>
          </a:p>
        </p:txBody>
      </p:sp>
    </p:spTree>
    <p:extLst>
      <p:ext uri="{BB962C8B-B14F-4D97-AF65-F5344CB8AC3E}">
        <p14:creationId xmlns:p14="http://schemas.microsoft.com/office/powerpoint/2010/main" val="3487007824"/>
      </p:ext>
    </p:extLst>
  </p:cSld>
  <p:clrMapOvr>
    <a:masterClrMapping/>
  </p:clrMapOvr>
</p:notes>
</file>

<file path=ppt/notesSlides/notesSlide4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4303</a:t>
            </a:fld>
            <a:endParaRPr lang="en-US" dirty="0"/>
          </a:p>
        </p:txBody>
      </p:sp>
    </p:spTree>
    <p:extLst>
      <p:ext uri="{BB962C8B-B14F-4D97-AF65-F5344CB8AC3E}">
        <p14:creationId xmlns:p14="http://schemas.microsoft.com/office/powerpoint/2010/main" val="1027099685"/>
      </p:ext>
    </p:extLst>
  </p:cSld>
  <p:clrMapOvr>
    <a:masterClrMapping/>
  </p:clrMapOvr>
</p:notes>
</file>

<file path=ppt/notesSlides/notesSlide4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4304</a:t>
            </a:fld>
            <a:endParaRPr lang="en-US" dirty="0"/>
          </a:p>
        </p:txBody>
      </p:sp>
    </p:spTree>
    <p:extLst>
      <p:ext uri="{BB962C8B-B14F-4D97-AF65-F5344CB8AC3E}">
        <p14:creationId xmlns:p14="http://schemas.microsoft.com/office/powerpoint/2010/main" val="2682023658"/>
      </p:ext>
    </p:extLst>
  </p:cSld>
  <p:clrMapOvr>
    <a:masterClrMapping/>
  </p:clrMapOvr>
</p:notes>
</file>

<file path=ppt/notesSlides/notesSlide4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4305</a:t>
            </a:fld>
            <a:endParaRPr lang="en-US" dirty="0"/>
          </a:p>
        </p:txBody>
      </p:sp>
    </p:spTree>
    <p:extLst>
      <p:ext uri="{BB962C8B-B14F-4D97-AF65-F5344CB8AC3E}">
        <p14:creationId xmlns:p14="http://schemas.microsoft.com/office/powerpoint/2010/main" val="1665594561"/>
      </p:ext>
    </p:extLst>
  </p:cSld>
  <p:clrMapOvr>
    <a:masterClrMapping/>
  </p:clrMapOvr>
</p:notes>
</file>

<file path=ppt/notesSlides/notesSlide4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4306</a:t>
            </a:fld>
            <a:endParaRPr lang="en-US" dirty="0"/>
          </a:p>
        </p:txBody>
      </p:sp>
    </p:spTree>
    <p:extLst>
      <p:ext uri="{BB962C8B-B14F-4D97-AF65-F5344CB8AC3E}">
        <p14:creationId xmlns:p14="http://schemas.microsoft.com/office/powerpoint/2010/main" val="637278446"/>
      </p:ext>
    </p:extLst>
  </p:cSld>
  <p:clrMapOvr>
    <a:masterClrMapping/>
  </p:clrMapOvr>
</p:notes>
</file>

<file path=ppt/notesSlides/notesSlide4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4307</a:t>
            </a:fld>
            <a:endParaRPr lang="en-US" dirty="0"/>
          </a:p>
        </p:txBody>
      </p:sp>
    </p:spTree>
    <p:extLst>
      <p:ext uri="{BB962C8B-B14F-4D97-AF65-F5344CB8AC3E}">
        <p14:creationId xmlns:p14="http://schemas.microsoft.com/office/powerpoint/2010/main" val="1656023988"/>
      </p:ext>
    </p:extLst>
  </p:cSld>
  <p:clrMapOvr>
    <a:masterClrMapping/>
  </p:clrMapOvr>
</p:notes>
</file>

<file path=ppt/notesSlides/notesSlide4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4308</a:t>
            </a:fld>
            <a:endParaRPr lang="en-US" dirty="0"/>
          </a:p>
        </p:txBody>
      </p:sp>
    </p:spTree>
    <p:extLst>
      <p:ext uri="{BB962C8B-B14F-4D97-AF65-F5344CB8AC3E}">
        <p14:creationId xmlns:p14="http://schemas.microsoft.com/office/powerpoint/2010/main" val="409625153"/>
      </p:ext>
    </p:extLst>
  </p:cSld>
  <p:clrMapOvr>
    <a:masterClrMapping/>
  </p:clrMapOvr>
</p:notes>
</file>

<file path=ppt/notesSlides/notesSlide4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4309</a:t>
            </a:fld>
            <a:endParaRPr lang="en-US" dirty="0"/>
          </a:p>
        </p:txBody>
      </p:sp>
    </p:spTree>
    <p:extLst>
      <p:ext uri="{BB962C8B-B14F-4D97-AF65-F5344CB8AC3E}">
        <p14:creationId xmlns:p14="http://schemas.microsoft.com/office/powerpoint/2010/main" val="777286301"/>
      </p:ext>
    </p:extLst>
  </p:cSld>
  <p:clrMapOvr>
    <a:masterClrMapping/>
  </p:clrMapOvr>
</p:notes>
</file>

<file path=ppt/notesSlides/notesSlide4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4310</a:t>
            </a:fld>
            <a:endParaRPr lang="en-US" dirty="0"/>
          </a:p>
        </p:txBody>
      </p:sp>
    </p:spTree>
    <p:extLst>
      <p:ext uri="{BB962C8B-B14F-4D97-AF65-F5344CB8AC3E}">
        <p14:creationId xmlns:p14="http://schemas.microsoft.com/office/powerpoint/2010/main" val="2586005347"/>
      </p:ext>
    </p:extLst>
  </p:cSld>
  <p:clrMapOvr>
    <a:masterClrMapping/>
  </p:clrMapOvr>
</p:notes>
</file>

<file path=ppt/notesSlides/notesSlide4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4311</a:t>
            </a:fld>
            <a:endParaRPr lang="en-US" dirty="0"/>
          </a:p>
        </p:txBody>
      </p:sp>
    </p:spTree>
    <p:extLst>
      <p:ext uri="{BB962C8B-B14F-4D97-AF65-F5344CB8AC3E}">
        <p14:creationId xmlns:p14="http://schemas.microsoft.com/office/powerpoint/2010/main" val="611326219"/>
      </p:ext>
    </p:extLst>
  </p:cSld>
  <p:clrMapOvr>
    <a:masterClrMapping/>
  </p:clrMapOvr>
</p:notes>
</file>

<file path=ppt/notesSlides/notesSlide4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4312</a:t>
            </a:fld>
            <a:endParaRPr lang="en-US" dirty="0"/>
          </a:p>
        </p:txBody>
      </p:sp>
    </p:spTree>
    <p:extLst>
      <p:ext uri="{BB962C8B-B14F-4D97-AF65-F5344CB8AC3E}">
        <p14:creationId xmlns:p14="http://schemas.microsoft.com/office/powerpoint/2010/main" val="330316549"/>
      </p:ext>
    </p:extLst>
  </p:cSld>
  <p:clrMapOvr>
    <a:masterClrMapping/>
  </p:clrMapOvr>
</p:notes>
</file>

<file path=ppt/notesSlides/notesSlide4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4313</a:t>
            </a:fld>
            <a:endParaRPr lang="en-US" dirty="0"/>
          </a:p>
        </p:txBody>
      </p:sp>
    </p:spTree>
    <p:extLst>
      <p:ext uri="{BB962C8B-B14F-4D97-AF65-F5344CB8AC3E}">
        <p14:creationId xmlns:p14="http://schemas.microsoft.com/office/powerpoint/2010/main" val="2267434540"/>
      </p:ext>
    </p:extLst>
  </p:cSld>
  <p:clrMapOvr>
    <a:masterClrMapping/>
  </p:clrMapOvr>
</p:notes>
</file>

<file path=ppt/notesSlides/notesSlide4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4316</a:t>
            </a:fld>
            <a:endParaRPr lang="en-US" dirty="0"/>
          </a:p>
        </p:txBody>
      </p:sp>
    </p:spTree>
    <p:extLst>
      <p:ext uri="{BB962C8B-B14F-4D97-AF65-F5344CB8AC3E}">
        <p14:creationId xmlns:p14="http://schemas.microsoft.com/office/powerpoint/2010/main" val="3780626339"/>
      </p:ext>
    </p:extLst>
  </p:cSld>
  <p:clrMapOvr>
    <a:masterClrMapping/>
  </p:clrMapOvr>
</p:notes>
</file>

<file path=ppt/notesSlides/notesSlide4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4317</a:t>
            </a:fld>
            <a:endParaRPr lang="en-US" dirty="0"/>
          </a:p>
        </p:txBody>
      </p:sp>
    </p:spTree>
    <p:extLst>
      <p:ext uri="{BB962C8B-B14F-4D97-AF65-F5344CB8AC3E}">
        <p14:creationId xmlns:p14="http://schemas.microsoft.com/office/powerpoint/2010/main" val="2814837027"/>
      </p:ext>
    </p:extLst>
  </p:cSld>
  <p:clrMapOvr>
    <a:masterClrMapping/>
  </p:clrMapOvr>
</p:notes>
</file>

<file path=ppt/notesSlides/notesSlide4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4318</a:t>
            </a:fld>
            <a:endParaRPr lang="en-US" dirty="0"/>
          </a:p>
        </p:txBody>
      </p:sp>
    </p:spTree>
    <p:extLst>
      <p:ext uri="{BB962C8B-B14F-4D97-AF65-F5344CB8AC3E}">
        <p14:creationId xmlns:p14="http://schemas.microsoft.com/office/powerpoint/2010/main" val="494746037"/>
      </p:ext>
    </p:extLst>
  </p:cSld>
  <p:clrMapOvr>
    <a:masterClrMapping/>
  </p:clrMapOvr>
</p:notes>
</file>

<file path=ppt/notesSlides/notesSlide4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4319</a:t>
            </a:fld>
            <a:endParaRPr lang="en-US" dirty="0"/>
          </a:p>
        </p:txBody>
      </p:sp>
    </p:spTree>
    <p:extLst>
      <p:ext uri="{BB962C8B-B14F-4D97-AF65-F5344CB8AC3E}">
        <p14:creationId xmlns:p14="http://schemas.microsoft.com/office/powerpoint/2010/main" val="2505520781"/>
      </p:ext>
    </p:extLst>
  </p:cSld>
  <p:clrMapOvr>
    <a:masterClrMapping/>
  </p:clrMapOvr>
</p:notes>
</file>

<file path=ppt/notesSlides/notesSlide4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4320</a:t>
            </a:fld>
            <a:endParaRPr lang="en-US" dirty="0"/>
          </a:p>
        </p:txBody>
      </p:sp>
    </p:spTree>
    <p:extLst>
      <p:ext uri="{BB962C8B-B14F-4D97-AF65-F5344CB8AC3E}">
        <p14:creationId xmlns:p14="http://schemas.microsoft.com/office/powerpoint/2010/main" val="1154817420"/>
      </p:ext>
    </p:extLst>
  </p:cSld>
  <p:clrMapOvr>
    <a:masterClrMapping/>
  </p:clrMapOvr>
</p:notes>
</file>

<file path=ppt/notesSlides/notesSlide4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4321</a:t>
            </a:fld>
            <a:endParaRPr lang="en-US" dirty="0"/>
          </a:p>
        </p:txBody>
      </p:sp>
    </p:spTree>
    <p:extLst>
      <p:ext uri="{BB962C8B-B14F-4D97-AF65-F5344CB8AC3E}">
        <p14:creationId xmlns:p14="http://schemas.microsoft.com/office/powerpoint/2010/main" val="2050727547"/>
      </p:ext>
    </p:extLst>
  </p:cSld>
  <p:clrMapOvr>
    <a:masterClrMapping/>
  </p:clrMapOvr>
</p:notes>
</file>

<file path=ppt/notesSlides/notesSlide4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4322</a:t>
            </a:fld>
            <a:endParaRPr lang="en-US" dirty="0"/>
          </a:p>
        </p:txBody>
      </p:sp>
    </p:spTree>
    <p:extLst>
      <p:ext uri="{BB962C8B-B14F-4D97-AF65-F5344CB8AC3E}">
        <p14:creationId xmlns:p14="http://schemas.microsoft.com/office/powerpoint/2010/main" val="1553377711"/>
      </p:ext>
    </p:extLst>
  </p:cSld>
  <p:clrMapOvr>
    <a:masterClrMapping/>
  </p:clrMapOvr>
</p:notes>
</file>

<file path=ppt/notesSlides/notesSlide4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4323</a:t>
            </a:fld>
            <a:endParaRPr lang="en-US" dirty="0"/>
          </a:p>
        </p:txBody>
      </p:sp>
    </p:spTree>
    <p:extLst>
      <p:ext uri="{BB962C8B-B14F-4D97-AF65-F5344CB8AC3E}">
        <p14:creationId xmlns:p14="http://schemas.microsoft.com/office/powerpoint/2010/main" val="1275985012"/>
      </p:ext>
    </p:extLst>
  </p:cSld>
  <p:clrMapOvr>
    <a:masterClrMapping/>
  </p:clrMapOvr>
</p:notes>
</file>

<file path=ppt/notesSlides/notesSlide4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4324</a:t>
            </a:fld>
            <a:endParaRPr lang="en-US" dirty="0"/>
          </a:p>
        </p:txBody>
      </p:sp>
    </p:spTree>
    <p:extLst>
      <p:ext uri="{BB962C8B-B14F-4D97-AF65-F5344CB8AC3E}">
        <p14:creationId xmlns:p14="http://schemas.microsoft.com/office/powerpoint/2010/main" val="4018888594"/>
      </p:ext>
    </p:extLst>
  </p:cSld>
  <p:clrMapOvr>
    <a:masterClrMapping/>
  </p:clrMapOvr>
</p:notes>
</file>

<file path=ppt/notesSlides/notesSlide4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4325</a:t>
            </a:fld>
            <a:endParaRPr lang="en-US" dirty="0"/>
          </a:p>
        </p:txBody>
      </p:sp>
    </p:spTree>
    <p:extLst>
      <p:ext uri="{BB962C8B-B14F-4D97-AF65-F5344CB8AC3E}">
        <p14:creationId xmlns:p14="http://schemas.microsoft.com/office/powerpoint/2010/main" val="326533584"/>
      </p:ext>
    </p:extLst>
  </p:cSld>
  <p:clrMapOvr>
    <a:masterClrMapping/>
  </p:clrMapOvr>
</p:notes>
</file>

<file path=ppt/notesSlides/notesSlide4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4326</a:t>
            </a:fld>
            <a:endParaRPr lang="en-US" dirty="0"/>
          </a:p>
        </p:txBody>
      </p:sp>
    </p:spTree>
    <p:extLst>
      <p:ext uri="{BB962C8B-B14F-4D97-AF65-F5344CB8AC3E}">
        <p14:creationId xmlns:p14="http://schemas.microsoft.com/office/powerpoint/2010/main" val="3679847833"/>
      </p:ext>
    </p:extLst>
  </p:cSld>
  <p:clrMapOvr>
    <a:masterClrMapping/>
  </p:clrMapOvr>
</p:notes>
</file>

<file path=ppt/notesSlides/notesSlide4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4327</a:t>
            </a:fld>
            <a:endParaRPr lang="en-US" dirty="0"/>
          </a:p>
        </p:txBody>
      </p:sp>
    </p:spTree>
    <p:extLst>
      <p:ext uri="{BB962C8B-B14F-4D97-AF65-F5344CB8AC3E}">
        <p14:creationId xmlns:p14="http://schemas.microsoft.com/office/powerpoint/2010/main" val="978931509"/>
      </p:ext>
    </p:extLst>
  </p:cSld>
  <p:clrMapOvr>
    <a:masterClrMapping/>
  </p:clrMapOvr>
</p:notes>
</file>

<file path=ppt/notesSlides/notesSlide4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4328</a:t>
            </a:fld>
            <a:endParaRPr lang="en-US" dirty="0"/>
          </a:p>
        </p:txBody>
      </p:sp>
    </p:spTree>
    <p:extLst>
      <p:ext uri="{BB962C8B-B14F-4D97-AF65-F5344CB8AC3E}">
        <p14:creationId xmlns:p14="http://schemas.microsoft.com/office/powerpoint/2010/main" val="3577468065"/>
      </p:ext>
    </p:extLst>
  </p:cSld>
  <p:clrMapOvr>
    <a:masterClrMapping/>
  </p:clrMapOvr>
</p:notes>
</file>

<file path=ppt/notesSlides/notesSlide4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4329</a:t>
            </a:fld>
            <a:endParaRPr lang="en-US" dirty="0"/>
          </a:p>
        </p:txBody>
      </p:sp>
    </p:spTree>
    <p:extLst>
      <p:ext uri="{BB962C8B-B14F-4D97-AF65-F5344CB8AC3E}">
        <p14:creationId xmlns:p14="http://schemas.microsoft.com/office/powerpoint/2010/main" val="2448444967"/>
      </p:ext>
    </p:extLst>
  </p:cSld>
  <p:clrMapOvr>
    <a:masterClrMapping/>
  </p:clrMapOvr>
</p:notes>
</file>

<file path=ppt/notesSlides/notesSlide4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4332</a:t>
            </a:fld>
            <a:endParaRPr lang="en-US" dirty="0"/>
          </a:p>
        </p:txBody>
      </p:sp>
    </p:spTree>
    <p:extLst>
      <p:ext uri="{BB962C8B-B14F-4D97-AF65-F5344CB8AC3E}">
        <p14:creationId xmlns:p14="http://schemas.microsoft.com/office/powerpoint/2010/main" val="2055624610"/>
      </p:ext>
    </p:extLst>
  </p:cSld>
  <p:clrMapOvr>
    <a:masterClrMapping/>
  </p:clrMapOvr>
</p:notes>
</file>

<file path=ppt/notesSlides/notesSlide4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4333</a:t>
            </a:fld>
            <a:endParaRPr lang="en-US" dirty="0"/>
          </a:p>
        </p:txBody>
      </p:sp>
    </p:spTree>
    <p:extLst>
      <p:ext uri="{BB962C8B-B14F-4D97-AF65-F5344CB8AC3E}">
        <p14:creationId xmlns:p14="http://schemas.microsoft.com/office/powerpoint/2010/main" val="1505691539"/>
      </p:ext>
    </p:extLst>
  </p:cSld>
  <p:clrMapOvr>
    <a:masterClrMapping/>
  </p:clrMapOvr>
</p:notes>
</file>

<file path=ppt/notesSlides/notesSlide4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4334</a:t>
            </a:fld>
            <a:endParaRPr lang="en-US" dirty="0"/>
          </a:p>
        </p:txBody>
      </p:sp>
    </p:spTree>
    <p:extLst>
      <p:ext uri="{BB962C8B-B14F-4D97-AF65-F5344CB8AC3E}">
        <p14:creationId xmlns:p14="http://schemas.microsoft.com/office/powerpoint/2010/main" val="3821194261"/>
      </p:ext>
    </p:extLst>
  </p:cSld>
  <p:clrMapOvr>
    <a:masterClrMapping/>
  </p:clrMapOvr>
</p:notes>
</file>

<file path=ppt/notesSlides/notesSlide4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4335</a:t>
            </a:fld>
            <a:endParaRPr lang="en-US" dirty="0"/>
          </a:p>
        </p:txBody>
      </p:sp>
    </p:spTree>
    <p:extLst>
      <p:ext uri="{BB962C8B-B14F-4D97-AF65-F5344CB8AC3E}">
        <p14:creationId xmlns:p14="http://schemas.microsoft.com/office/powerpoint/2010/main" val="2983114453"/>
      </p:ext>
    </p:extLst>
  </p:cSld>
  <p:clrMapOvr>
    <a:masterClrMapping/>
  </p:clrMapOvr>
</p:notes>
</file>

<file path=ppt/notesSlides/notesSlide4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4336</a:t>
            </a:fld>
            <a:endParaRPr lang="en-US" dirty="0"/>
          </a:p>
        </p:txBody>
      </p:sp>
    </p:spTree>
    <p:extLst>
      <p:ext uri="{BB962C8B-B14F-4D97-AF65-F5344CB8AC3E}">
        <p14:creationId xmlns:p14="http://schemas.microsoft.com/office/powerpoint/2010/main" val="613733217"/>
      </p:ext>
    </p:extLst>
  </p:cSld>
  <p:clrMapOvr>
    <a:masterClrMapping/>
  </p:clrMapOvr>
</p:notes>
</file>

<file path=ppt/notesSlides/notesSlide4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4337</a:t>
            </a:fld>
            <a:endParaRPr lang="en-US" dirty="0"/>
          </a:p>
        </p:txBody>
      </p:sp>
    </p:spTree>
    <p:extLst>
      <p:ext uri="{BB962C8B-B14F-4D97-AF65-F5344CB8AC3E}">
        <p14:creationId xmlns:p14="http://schemas.microsoft.com/office/powerpoint/2010/main" val="1192116534"/>
      </p:ext>
    </p:extLst>
  </p:cSld>
  <p:clrMapOvr>
    <a:masterClrMapping/>
  </p:clrMapOvr>
</p:notes>
</file>

<file path=ppt/notesSlides/notesSlide4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4338</a:t>
            </a:fld>
            <a:endParaRPr lang="en-US" dirty="0"/>
          </a:p>
        </p:txBody>
      </p:sp>
    </p:spTree>
    <p:extLst>
      <p:ext uri="{BB962C8B-B14F-4D97-AF65-F5344CB8AC3E}">
        <p14:creationId xmlns:p14="http://schemas.microsoft.com/office/powerpoint/2010/main" val="4030100170"/>
      </p:ext>
    </p:extLst>
  </p:cSld>
  <p:clrMapOvr>
    <a:masterClrMapping/>
  </p:clrMapOvr>
</p:notes>
</file>

<file path=ppt/notesSlides/notesSlide4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4339</a:t>
            </a:fld>
            <a:endParaRPr lang="en-US" dirty="0"/>
          </a:p>
        </p:txBody>
      </p:sp>
    </p:spTree>
    <p:extLst>
      <p:ext uri="{BB962C8B-B14F-4D97-AF65-F5344CB8AC3E}">
        <p14:creationId xmlns:p14="http://schemas.microsoft.com/office/powerpoint/2010/main" val="3982000256"/>
      </p:ext>
    </p:extLst>
  </p:cSld>
  <p:clrMapOvr>
    <a:masterClrMapping/>
  </p:clrMapOvr>
</p:notes>
</file>

<file path=ppt/notesSlides/notesSlide4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4340</a:t>
            </a:fld>
            <a:endParaRPr lang="en-US" dirty="0"/>
          </a:p>
        </p:txBody>
      </p:sp>
    </p:spTree>
    <p:extLst>
      <p:ext uri="{BB962C8B-B14F-4D97-AF65-F5344CB8AC3E}">
        <p14:creationId xmlns:p14="http://schemas.microsoft.com/office/powerpoint/2010/main" val="2807052799"/>
      </p:ext>
    </p:extLst>
  </p:cSld>
  <p:clrMapOvr>
    <a:masterClrMapping/>
  </p:clrMapOvr>
</p:notes>
</file>

<file path=ppt/notesSlides/notesSlide4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4341</a:t>
            </a:fld>
            <a:endParaRPr lang="en-US" dirty="0"/>
          </a:p>
        </p:txBody>
      </p:sp>
    </p:spTree>
    <p:extLst>
      <p:ext uri="{BB962C8B-B14F-4D97-AF65-F5344CB8AC3E}">
        <p14:creationId xmlns:p14="http://schemas.microsoft.com/office/powerpoint/2010/main" val="1256326960"/>
      </p:ext>
    </p:extLst>
  </p:cSld>
  <p:clrMapOvr>
    <a:masterClrMapping/>
  </p:clrMapOvr>
</p:notes>
</file>

<file path=ppt/notesSlides/notesSlide4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4342</a:t>
            </a:fld>
            <a:endParaRPr lang="en-US" dirty="0"/>
          </a:p>
        </p:txBody>
      </p:sp>
    </p:spTree>
    <p:extLst>
      <p:ext uri="{BB962C8B-B14F-4D97-AF65-F5344CB8AC3E}">
        <p14:creationId xmlns:p14="http://schemas.microsoft.com/office/powerpoint/2010/main" val="3261254012"/>
      </p:ext>
    </p:extLst>
  </p:cSld>
  <p:clrMapOvr>
    <a:masterClrMapping/>
  </p:clrMapOvr>
</p:notes>
</file>

<file path=ppt/notesSlides/notesSlide4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4343</a:t>
            </a:fld>
            <a:endParaRPr lang="en-US" dirty="0"/>
          </a:p>
        </p:txBody>
      </p:sp>
    </p:spTree>
    <p:extLst>
      <p:ext uri="{BB962C8B-B14F-4D97-AF65-F5344CB8AC3E}">
        <p14:creationId xmlns:p14="http://schemas.microsoft.com/office/powerpoint/2010/main" val="985291870"/>
      </p:ext>
    </p:extLst>
  </p:cSld>
  <p:clrMapOvr>
    <a:masterClrMapping/>
  </p:clrMapOvr>
</p:notes>
</file>

<file path=ppt/notesSlides/notesSlide4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4344</a:t>
            </a:fld>
            <a:endParaRPr lang="en-US" dirty="0"/>
          </a:p>
        </p:txBody>
      </p:sp>
    </p:spTree>
    <p:extLst>
      <p:ext uri="{BB962C8B-B14F-4D97-AF65-F5344CB8AC3E}">
        <p14:creationId xmlns:p14="http://schemas.microsoft.com/office/powerpoint/2010/main" val="2441710644"/>
      </p:ext>
    </p:extLst>
  </p:cSld>
  <p:clrMapOvr>
    <a:masterClrMapping/>
  </p:clrMapOvr>
</p:notes>
</file>

<file path=ppt/notesSlides/notesSlide4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4345</a:t>
            </a:fld>
            <a:endParaRPr lang="en-US" dirty="0"/>
          </a:p>
        </p:txBody>
      </p:sp>
    </p:spTree>
    <p:extLst>
      <p:ext uri="{BB962C8B-B14F-4D97-AF65-F5344CB8AC3E}">
        <p14:creationId xmlns:p14="http://schemas.microsoft.com/office/powerpoint/2010/main" val="2806292710"/>
      </p:ext>
    </p:extLst>
  </p:cSld>
  <p:clrMapOvr>
    <a:masterClrMapping/>
  </p:clrMapOvr>
</p:notes>
</file>

<file path=ppt/notesSlides/notesSlide4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4348</a:t>
            </a:fld>
            <a:endParaRPr lang="en-US" dirty="0"/>
          </a:p>
        </p:txBody>
      </p:sp>
    </p:spTree>
    <p:extLst>
      <p:ext uri="{BB962C8B-B14F-4D97-AF65-F5344CB8AC3E}">
        <p14:creationId xmlns:p14="http://schemas.microsoft.com/office/powerpoint/2010/main" val="1472701706"/>
      </p:ext>
    </p:extLst>
  </p:cSld>
  <p:clrMapOvr>
    <a:masterClrMapping/>
  </p:clrMapOvr>
</p:notes>
</file>

<file path=ppt/notesSlides/notesSlide4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4349</a:t>
            </a:fld>
            <a:endParaRPr lang="en-US" dirty="0"/>
          </a:p>
        </p:txBody>
      </p:sp>
    </p:spTree>
    <p:extLst>
      <p:ext uri="{BB962C8B-B14F-4D97-AF65-F5344CB8AC3E}">
        <p14:creationId xmlns:p14="http://schemas.microsoft.com/office/powerpoint/2010/main" val="3597745428"/>
      </p:ext>
    </p:extLst>
  </p:cSld>
  <p:clrMapOvr>
    <a:masterClrMapping/>
  </p:clrMapOvr>
</p:notes>
</file>

<file path=ppt/notesSlides/notesSlide4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4350</a:t>
            </a:fld>
            <a:endParaRPr lang="en-US" dirty="0"/>
          </a:p>
        </p:txBody>
      </p:sp>
    </p:spTree>
    <p:extLst>
      <p:ext uri="{BB962C8B-B14F-4D97-AF65-F5344CB8AC3E}">
        <p14:creationId xmlns:p14="http://schemas.microsoft.com/office/powerpoint/2010/main" val="727451199"/>
      </p:ext>
    </p:extLst>
  </p:cSld>
  <p:clrMapOvr>
    <a:masterClrMapping/>
  </p:clrMapOvr>
</p:notes>
</file>

<file path=ppt/notesSlides/notesSlide4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4351</a:t>
            </a:fld>
            <a:endParaRPr lang="en-US" dirty="0"/>
          </a:p>
        </p:txBody>
      </p:sp>
    </p:spTree>
    <p:extLst>
      <p:ext uri="{BB962C8B-B14F-4D97-AF65-F5344CB8AC3E}">
        <p14:creationId xmlns:p14="http://schemas.microsoft.com/office/powerpoint/2010/main" val="2483264119"/>
      </p:ext>
    </p:extLst>
  </p:cSld>
  <p:clrMapOvr>
    <a:masterClrMapping/>
  </p:clrMapOvr>
</p:notes>
</file>

<file path=ppt/notesSlides/notesSlide4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4352</a:t>
            </a:fld>
            <a:endParaRPr lang="en-US" dirty="0"/>
          </a:p>
        </p:txBody>
      </p:sp>
    </p:spTree>
    <p:extLst>
      <p:ext uri="{BB962C8B-B14F-4D97-AF65-F5344CB8AC3E}">
        <p14:creationId xmlns:p14="http://schemas.microsoft.com/office/powerpoint/2010/main" val="4042722542"/>
      </p:ext>
    </p:extLst>
  </p:cSld>
  <p:clrMapOvr>
    <a:masterClrMapping/>
  </p:clrMapOvr>
</p:notes>
</file>

<file path=ppt/notesSlides/notesSlide4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4353</a:t>
            </a:fld>
            <a:endParaRPr lang="en-US" dirty="0"/>
          </a:p>
        </p:txBody>
      </p:sp>
    </p:spTree>
    <p:extLst>
      <p:ext uri="{BB962C8B-B14F-4D97-AF65-F5344CB8AC3E}">
        <p14:creationId xmlns:p14="http://schemas.microsoft.com/office/powerpoint/2010/main" val="61306189"/>
      </p:ext>
    </p:extLst>
  </p:cSld>
  <p:clrMapOvr>
    <a:masterClrMapping/>
  </p:clrMapOvr>
</p:notes>
</file>

<file path=ppt/notesSlides/notesSlide4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4354</a:t>
            </a:fld>
            <a:endParaRPr lang="en-US" dirty="0"/>
          </a:p>
        </p:txBody>
      </p:sp>
    </p:spTree>
    <p:extLst>
      <p:ext uri="{BB962C8B-B14F-4D97-AF65-F5344CB8AC3E}">
        <p14:creationId xmlns:p14="http://schemas.microsoft.com/office/powerpoint/2010/main" val="2922623660"/>
      </p:ext>
    </p:extLst>
  </p:cSld>
  <p:clrMapOvr>
    <a:masterClrMapping/>
  </p:clrMapOvr>
</p:notes>
</file>

<file path=ppt/notesSlides/notesSlide4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4355</a:t>
            </a:fld>
            <a:endParaRPr lang="en-US" dirty="0"/>
          </a:p>
        </p:txBody>
      </p:sp>
    </p:spTree>
    <p:extLst>
      <p:ext uri="{BB962C8B-B14F-4D97-AF65-F5344CB8AC3E}">
        <p14:creationId xmlns:p14="http://schemas.microsoft.com/office/powerpoint/2010/main" val="2282316660"/>
      </p:ext>
    </p:extLst>
  </p:cSld>
  <p:clrMapOvr>
    <a:masterClrMapping/>
  </p:clrMapOvr>
</p:notes>
</file>

<file path=ppt/notesSlides/notesSlide4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4356</a:t>
            </a:fld>
            <a:endParaRPr lang="en-US" dirty="0"/>
          </a:p>
        </p:txBody>
      </p:sp>
    </p:spTree>
    <p:extLst>
      <p:ext uri="{BB962C8B-B14F-4D97-AF65-F5344CB8AC3E}">
        <p14:creationId xmlns:p14="http://schemas.microsoft.com/office/powerpoint/2010/main" val="3743918884"/>
      </p:ext>
    </p:extLst>
  </p:cSld>
  <p:clrMapOvr>
    <a:masterClrMapping/>
  </p:clrMapOvr>
</p:notes>
</file>

<file path=ppt/notesSlides/notesSlide4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4357</a:t>
            </a:fld>
            <a:endParaRPr lang="en-US" dirty="0"/>
          </a:p>
        </p:txBody>
      </p:sp>
    </p:spTree>
    <p:extLst>
      <p:ext uri="{BB962C8B-B14F-4D97-AF65-F5344CB8AC3E}">
        <p14:creationId xmlns:p14="http://schemas.microsoft.com/office/powerpoint/2010/main" val="2719523478"/>
      </p:ext>
    </p:extLst>
  </p:cSld>
  <p:clrMapOvr>
    <a:masterClrMapping/>
  </p:clrMapOvr>
</p:notes>
</file>

<file path=ppt/notesSlides/notesSlide4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4358</a:t>
            </a:fld>
            <a:endParaRPr lang="en-US" dirty="0"/>
          </a:p>
        </p:txBody>
      </p:sp>
    </p:spTree>
    <p:extLst>
      <p:ext uri="{BB962C8B-B14F-4D97-AF65-F5344CB8AC3E}">
        <p14:creationId xmlns:p14="http://schemas.microsoft.com/office/powerpoint/2010/main" val="3485832228"/>
      </p:ext>
    </p:extLst>
  </p:cSld>
  <p:clrMapOvr>
    <a:masterClrMapping/>
  </p:clrMapOvr>
</p:notes>
</file>

<file path=ppt/notesSlides/notesSlide4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4359</a:t>
            </a:fld>
            <a:endParaRPr lang="en-US" dirty="0"/>
          </a:p>
        </p:txBody>
      </p:sp>
    </p:spTree>
    <p:extLst>
      <p:ext uri="{BB962C8B-B14F-4D97-AF65-F5344CB8AC3E}">
        <p14:creationId xmlns:p14="http://schemas.microsoft.com/office/powerpoint/2010/main" val="2245536954"/>
      </p:ext>
    </p:extLst>
  </p:cSld>
  <p:clrMapOvr>
    <a:masterClrMapping/>
  </p:clrMapOvr>
</p:notes>
</file>

<file path=ppt/notesSlides/notesSlide4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4360</a:t>
            </a:fld>
            <a:endParaRPr lang="en-US" dirty="0"/>
          </a:p>
        </p:txBody>
      </p:sp>
    </p:spTree>
    <p:extLst>
      <p:ext uri="{BB962C8B-B14F-4D97-AF65-F5344CB8AC3E}">
        <p14:creationId xmlns:p14="http://schemas.microsoft.com/office/powerpoint/2010/main" val="1369546766"/>
      </p:ext>
    </p:extLst>
  </p:cSld>
  <p:clrMapOvr>
    <a:masterClrMapping/>
  </p:clrMapOvr>
</p:notes>
</file>

<file path=ppt/notesSlides/notesSlide4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4361</a:t>
            </a:fld>
            <a:endParaRPr lang="en-US" dirty="0"/>
          </a:p>
        </p:txBody>
      </p:sp>
    </p:spTree>
    <p:extLst>
      <p:ext uri="{BB962C8B-B14F-4D97-AF65-F5344CB8AC3E}">
        <p14:creationId xmlns:p14="http://schemas.microsoft.com/office/powerpoint/2010/main" val="3020997333"/>
      </p:ext>
    </p:extLst>
  </p:cSld>
  <p:clrMapOvr>
    <a:masterClrMapping/>
  </p:clrMapOvr>
</p:notes>
</file>

<file path=ppt/notesSlides/notesSlide4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4363</a:t>
            </a:fld>
            <a:endParaRPr lang="en-US" dirty="0"/>
          </a:p>
        </p:txBody>
      </p:sp>
    </p:spTree>
    <p:extLst>
      <p:ext uri="{BB962C8B-B14F-4D97-AF65-F5344CB8AC3E}">
        <p14:creationId xmlns:p14="http://schemas.microsoft.com/office/powerpoint/2010/main" val="1332497883"/>
      </p:ext>
    </p:extLst>
  </p:cSld>
  <p:clrMapOvr>
    <a:masterClrMapping/>
  </p:clrMapOvr>
</p:notes>
</file>

<file path=ppt/notesSlides/notesSlide4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4364</a:t>
            </a:fld>
            <a:endParaRPr lang="en-US" dirty="0"/>
          </a:p>
        </p:txBody>
      </p:sp>
    </p:spTree>
    <p:extLst>
      <p:ext uri="{BB962C8B-B14F-4D97-AF65-F5344CB8AC3E}">
        <p14:creationId xmlns:p14="http://schemas.microsoft.com/office/powerpoint/2010/main" val="594286588"/>
      </p:ext>
    </p:extLst>
  </p:cSld>
  <p:clrMapOvr>
    <a:masterClrMapping/>
  </p:clrMapOvr>
</p:notes>
</file>

<file path=ppt/notesSlides/notesSlide4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4365</a:t>
            </a:fld>
            <a:endParaRPr lang="en-US" dirty="0"/>
          </a:p>
        </p:txBody>
      </p:sp>
    </p:spTree>
    <p:extLst>
      <p:ext uri="{BB962C8B-B14F-4D97-AF65-F5344CB8AC3E}">
        <p14:creationId xmlns:p14="http://schemas.microsoft.com/office/powerpoint/2010/main" val="2102691661"/>
      </p:ext>
    </p:extLst>
  </p:cSld>
  <p:clrMapOvr>
    <a:masterClrMapping/>
  </p:clrMapOvr>
</p:notes>
</file>

<file path=ppt/notesSlides/notesSlide4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4366</a:t>
            </a:fld>
            <a:endParaRPr lang="en-US" dirty="0"/>
          </a:p>
        </p:txBody>
      </p:sp>
    </p:spTree>
    <p:extLst>
      <p:ext uri="{BB962C8B-B14F-4D97-AF65-F5344CB8AC3E}">
        <p14:creationId xmlns:p14="http://schemas.microsoft.com/office/powerpoint/2010/main" val="3784852789"/>
      </p:ext>
    </p:extLst>
  </p:cSld>
  <p:clrMapOvr>
    <a:masterClrMapping/>
  </p:clrMapOvr>
</p:notes>
</file>

<file path=ppt/notesSlides/notesSlide4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4367</a:t>
            </a:fld>
            <a:endParaRPr lang="en-US" dirty="0"/>
          </a:p>
        </p:txBody>
      </p:sp>
    </p:spTree>
    <p:extLst>
      <p:ext uri="{BB962C8B-B14F-4D97-AF65-F5344CB8AC3E}">
        <p14:creationId xmlns:p14="http://schemas.microsoft.com/office/powerpoint/2010/main" val="866168129"/>
      </p:ext>
    </p:extLst>
  </p:cSld>
  <p:clrMapOvr>
    <a:masterClrMapping/>
  </p:clrMapOvr>
</p:notes>
</file>

<file path=ppt/notesSlides/notesSlide4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4368</a:t>
            </a:fld>
            <a:endParaRPr lang="en-US" dirty="0"/>
          </a:p>
        </p:txBody>
      </p:sp>
    </p:spTree>
    <p:extLst>
      <p:ext uri="{BB962C8B-B14F-4D97-AF65-F5344CB8AC3E}">
        <p14:creationId xmlns:p14="http://schemas.microsoft.com/office/powerpoint/2010/main" val="548837167"/>
      </p:ext>
    </p:extLst>
  </p:cSld>
  <p:clrMapOvr>
    <a:masterClrMapping/>
  </p:clrMapOvr>
</p:notes>
</file>

<file path=ppt/notesSlides/notesSlide4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4369</a:t>
            </a:fld>
            <a:endParaRPr lang="en-US" dirty="0"/>
          </a:p>
        </p:txBody>
      </p:sp>
    </p:spTree>
    <p:extLst>
      <p:ext uri="{BB962C8B-B14F-4D97-AF65-F5344CB8AC3E}">
        <p14:creationId xmlns:p14="http://schemas.microsoft.com/office/powerpoint/2010/main" val="1318903762"/>
      </p:ext>
    </p:extLst>
  </p:cSld>
  <p:clrMapOvr>
    <a:masterClrMapping/>
  </p:clrMapOvr>
</p:notes>
</file>

<file path=ppt/notesSlides/notesSlide4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4370</a:t>
            </a:fld>
            <a:endParaRPr lang="en-US" dirty="0"/>
          </a:p>
        </p:txBody>
      </p:sp>
    </p:spTree>
    <p:extLst>
      <p:ext uri="{BB962C8B-B14F-4D97-AF65-F5344CB8AC3E}">
        <p14:creationId xmlns:p14="http://schemas.microsoft.com/office/powerpoint/2010/main" val="3364305761"/>
      </p:ext>
    </p:extLst>
  </p:cSld>
  <p:clrMapOvr>
    <a:masterClrMapping/>
  </p:clrMapOvr>
</p:notes>
</file>

<file path=ppt/notesSlides/notesSlide4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4371</a:t>
            </a:fld>
            <a:endParaRPr lang="en-US" dirty="0"/>
          </a:p>
        </p:txBody>
      </p:sp>
    </p:spTree>
    <p:extLst>
      <p:ext uri="{BB962C8B-B14F-4D97-AF65-F5344CB8AC3E}">
        <p14:creationId xmlns:p14="http://schemas.microsoft.com/office/powerpoint/2010/main" val="788964008"/>
      </p:ext>
    </p:extLst>
  </p:cSld>
  <p:clrMapOvr>
    <a:masterClrMapping/>
  </p:clrMapOvr>
</p:notes>
</file>

<file path=ppt/notesSlides/notesSlide4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4372</a:t>
            </a:fld>
            <a:endParaRPr lang="en-US" dirty="0"/>
          </a:p>
        </p:txBody>
      </p:sp>
    </p:spTree>
    <p:extLst>
      <p:ext uri="{BB962C8B-B14F-4D97-AF65-F5344CB8AC3E}">
        <p14:creationId xmlns:p14="http://schemas.microsoft.com/office/powerpoint/2010/main" val="4285938204"/>
      </p:ext>
    </p:extLst>
  </p:cSld>
  <p:clrMapOvr>
    <a:masterClrMapping/>
  </p:clrMapOvr>
</p:notes>
</file>

<file path=ppt/notesSlides/notesSlide4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4373</a:t>
            </a:fld>
            <a:endParaRPr lang="en-US" dirty="0"/>
          </a:p>
        </p:txBody>
      </p:sp>
    </p:spTree>
    <p:extLst>
      <p:ext uri="{BB962C8B-B14F-4D97-AF65-F5344CB8AC3E}">
        <p14:creationId xmlns:p14="http://schemas.microsoft.com/office/powerpoint/2010/main" val="2824994202"/>
      </p:ext>
    </p:extLst>
  </p:cSld>
  <p:clrMapOvr>
    <a:masterClrMapping/>
  </p:clrMapOvr>
</p:notes>
</file>

<file path=ppt/notesSlides/notesSlide4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4374</a:t>
            </a:fld>
            <a:endParaRPr lang="en-US" dirty="0"/>
          </a:p>
        </p:txBody>
      </p:sp>
    </p:spTree>
    <p:extLst>
      <p:ext uri="{BB962C8B-B14F-4D97-AF65-F5344CB8AC3E}">
        <p14:creationId xmlns:p14="http://schemas.microsoft.com/office/powerpoint/2010/main" val="2794740122"/>
      </p:ext>
    </p:extLst>
  </p:cSld>
  <p:clrMapOvr>
    <a:masterClrMapping/>
  </p:clrMapOvr>
</p:notes>
</file>

<file path=ppt/notesSlides/notesSlide4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4375</a:t>
            </a:fld>
            <a:endParaRPr lang="en-US" dirty="0"/>
          </a:p>
        </p:txBody>
      </p:sp>
    </p:spTree>
    <p:extLst>
      <p:ext uri="{BB962C8B-B14F-4D97-AF65-F5344CB8AC3E}">
        <p14:creationId xmlns:p14="http://schemas.microsoft.com/office/powerpoint/2010/main" val="1017877283"/>
      </p:ext>
    </p:extLst>
  </p:cSld>
  <p:clrMapOvr>
    <a:masterClrMapping/>
  </p:clrMapOvr>
</p:notes>
</file>

<file path=ppt/notesSlides/notesSlide4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75407AF-B087-4509-BB09-FC5C1A27DEC7}" type="slidenum">
              <a:rPr lang="en-US" smtClean="0"/>
              <a:t>4376</a:t>
            </a:fld>
            <a:endParaRPr lang="en-US" dirty="0"/>
          </a:p>
        </p:txBody>
      </p:sp>
    </p:spTree>
    <p:extLst>
      <p:ext uri="{BB962C8B-B14F-4D97-AF65-F5344CB8AC3E}">
        <p14:creationId xmlns:p14="http://schemas.microsoft.com/office/powerpoint/2010/main" val="365313112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4242851"/>
            <a:ext cx="8968084" cy="275942"/>
          </a:xfrm>
          <a:prstGeom prst="rect">
            <a:avLst/>
          </a:prstGeom>
        </p:spPr>
      </p:pic>
      <p:pic>
        <p:nvPicPr>
          <p:cNvPr id="8" name="Picture 7"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111716" y="4243845"/>
            <a:ext cx="3077108" cy="276940"/>
          </a:xfrm>
          <a:prstGeom prst="rect">
            <a:avLst/>
          </a:prstGeom>
        </p:spPr>
      </p:pic>
      <p:sp>
        <p:nvSpPr>
          <p:cNvPr id="9" name="Rectangle 8"/>
          <p:cNvSpPr/>
          <p:nvPr/>
        </p:nvSpPr>
        <p:spPr bwMode="ltGray">
          <a:xfrm>
            <a:off x="0" y="2590078"/>
            <a:ext cx="8968085" cy="1660332"/>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 name="Rectangle 9"/>
          <p:cNvSpPr/>
          <p:nvPr/>
        </p:nvSpPr>
        <p:spPr>
          <a:xfrm>
            <a:off x="9111715" y="2590078"/>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680322" y="2733709"/>
            <a:ext cx="8144134" cy="1373070"/>
          </a:xfrm>
        </p:spPr>
        <p:txBody>
          <a:bodyPr anchor="b">
            <a:noAutofit/>
          </a:bodyPr>
          <a:lstStyle>
            <a:lvl1pPr algn="r">
              <a:defRPr sz="5400"/>
            </a:lvl1pPr>
          </a:lstStyle>
          <a:p>
            <a:r>
              <a:rPr lang="en-US"/>
              <a:t>Click to edit Master title style</a:t>
            </a:r>
            <a:endParaRPr lang="en-US" dirty="0"/>
          </a:p>
        </p:txBody>
      </p:sp>
      <p:sp>
        <p:nvSpPr>
          <p:cNvPr id="3" name="Subtitle 2"/>
          <p:cNvSpPr>
            <a:spLocks noGrp="1"/>
          </p:cNvSpPr>
          <p:nvPr>
            <p:ph type="subTitle" idx="1"/>
          </p:nvPr>
        </p:nvSpPr>
        <p:spPr>
          <a:xfrm>
            <a:off x="680322" y="4394039"/>
            <a:ext cx="8144134" cy="1117687"/>
          </a:xfrm>
        </p:spPr>
        <p:txBody>
          <a:bodyPr>
            <a:normAutofit/>
          </a:bodyPr>
          <a:lstStyle>
            <a:lvl1pPr marL="0" indent="0" algn="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78ABE3C1-DBE1-495D-B57B-2849774B866A}" type="datetimeFigureOut">
              <a:rPr lang="en-US" smtClean="0"/>
              <a:t>9/22/2020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a:xfrm>
            <a:off x="9255346" y="2750337"/>
            <a:ext cx="1171888" cy="1356442"/>
          </a:xfrm>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2084656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15" name="Picture 14"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6" name="Picture 15"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8"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2DE42F4-6EEF-4EF7-8ED4-2208F0F89A08}" type="datetimeFigureOut">
              <a:rPr lang="en-US" smtClean="0"/>
              <a:t>9/22/2020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74658413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4086907"/>
            <a:ext cx="10437812" cy="321164"/>
          </a:xfrm>
          <a:prstGeom prst="rect">
            <a:avLst/>
          </a:prstGeom>
        </p:spPr>
      </p:pic>
      <p:pic>
        <p:nvPicPr>
          <p:cNvPr id="8" name="Picture 7"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4" y="4087901"/>
            <a:ext cx="1602997" cy="144270"/>
          </a:xfrm>
          <a:prstGeom prst="rect">
            <a:avLst/>
          </a:prstGeom>
        </p:spPr>
      </p:pic>
      <p:sp>
        <p:nvSpPr>
          <p:cNvPr id="9" name="Rectangle 8"/>
          <p:cNvSpPr/>
          <p:nvPr/>
        </p:nvSpPr>
        <p:spPr bwMode="ltGray">
          <a:xfrm>
            <a:off x="-2" y="2726267"/>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 name="Rectangle 9"/>
          <p:cNvSpPr/>
          <p:nvPr/>
        </p:nvSpPr>
        <p:spPr>
          <a:xfrm>
            <a:off x="10585825" y="2726267"/>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2" y="2869895"/>
            <a:ext cx="9613860" cy="1090788"/>
          </a:xfrm>
        </p:spPr>
        <p:txBody>
          <a:bodyPr anchor="ctr">
            <a:normAutofit/>
          </a:bodyPr>
          <a:lstStyle>
            <a:lvl1pPr algn="r">
              <a:defRPr sz="3600"/>
            </a:lvl1pPr>
          </a:lstStyle>
          <a:p>
            <a:r>
              <a:rPr lang="en-US"/>
              <a:t>Click to edit Master title style</a:t>
            </a:r>
            <a:endParaRPr lang="en-US" dirty="0"/>
          </a:p>
        </p:txBody>
      </p:sp>
      <p:sp>
        <p:nvSpPr>
          <p:cNvPr id="3" name="Text Placeholder 2"/>
          <p:cNvSpPr>
            <a:spLocks noGrp="1"/>
          </p:cNvSpPr>
          <p:nvPr>
            <p:ph type="body" idx="1"/>
          </p:nvPr>
        </p:nvSpPr>
        <p:spPr>
          <a:xfrm>
            <a:off x="680322" y="4232171"/>
            <a:ext cx="9613860" cy="1704017"/>
          </a:xfrm>
        </p:spPr>
        <p:txBody>
          <a:bodyPr>
            <a:normAutofit/>
          </a:bodyPr>
          <a:lstStyle>
            <a:lvl1pPr marL="0" indent="0" algn="r">
              <a:buNone/>
              <a:defRPr sz="20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30578ACC-22D6-47C1-A373-4FD133E34F3C}" type="datetimeFigureOut">
              <a:rPr lang="en-US" smtClean="0"/>
              <a:t>9/22/2020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a:xfrm>
            <a:off x="10729455" y="2869895"/>
            <a:ext cx="1154151" cy="1090789"/>
          </a:xfrm>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6785190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80320" y="2336873"/>
            <a:ext cx="4698358" cy="35993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5594123" y="2336873"/>
            <a:ext cx="4700058" cy="35993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4E5A6C69-6797-4E8A-BF37-F2C3751466E9}"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7862051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pic>
        <p:nvPicPr>
          <p:cNvPr id="10" name="Picture 9"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1" name="Picture 10"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2" name="Rectangle 11"/>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3" name="Rectangle 12"/>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19" y="753229"/>
            <a:ext cx="9613863" cy="1080937"/>
          </a:xfrm>
        </p:spPr>
        <p:txBody>
          <a:bodyPr/>
          <a:lstStyle/>
          <a:p>
            <a:r>
              <a:rPr lang="en-US"/>
              <a:t>Click to edit Master title style</a:t>
            </a:r>
            <a:endParaRPr lang="en-US" dirty="0"/>
          </a:p>
        </p:txBody>
      </p:sp>
      <p:sp>
        <p:nvSpPr>
          <p:cNvPr id="3" name="Text Placeholder 2"/>
          <p:cNvSpPr>
            <a:spLocks noGrp="1"/>
          </p:cNvSpPr>
          <p:nvPr>
            <p:ph type="body" idx="1"/>
          </p:nvPr>
        </p:nvSpPr>
        <p:spPr>
          <a:xfrm>
            <a:off x="906350" y="2336873"/>
            <a:ext cx="4472327" cy="69313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80322" y="3030008"/>
            <a:ext cx="4698355" cy="290617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5820154" y="2336873"/>
            <a:ext cx="4474028" cy="69207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5594123" y="3030008"/>
            <a:ext cx="4700059" cy="290617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82014A1-A632-4878-A0D3-F52BA7563730}" type="datetimeFigureOut">
              <a:rPr lang="en-US" smtClean="0"/>
              <a:t>9/22/2020</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7998105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pic>
        <p:nvPicPr>
          <p:cNvPr id="6" name="Picture 5"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7" name="Picture 6"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8" name="Rectangle 7"/>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CE99F462-093F-4566-844B-4C71F2739DA5}" type="datetimeFigureOut">
              <a:rPr lang="en-US" smtClean="0"/>
              <a:t>9/22/2020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0997173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Picture 4" descr="HD-ShadowShort.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6" name="Rectangle 5"/>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Date Placeholder 1"/>
          <p:cNvSpPr>
            <a:spLocks noGrp="1"/>
          </p:cNvSpPr>
          <p:nvPr>
            <p:ph type="dt" sz="half" idx="10"/>
          </p:nvPr>
        </p:nvSpPr>
        <p:spPr/>
        <p:txBody>
          <a:bodyPr/>
          <a:lstStyle/>
          <a:p>
            <a:fld id="{3D24A7AC-904D-4781-85BA-7D10C17ED021}" type="datetimeFigureOut">
              <a:rPr lang="en-US" smtClean="0"/>
              <a:t>9/22/2020</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38078485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1" y="753227"/>
            <a:ext cx="9613859" cy="1080940"/>
          </a:xfrm>
        </p:spPr>
        <p:txBody>
          <a:bodyPr anchor="ctr">
            <a:normAutofit/>
          </a:bodyPr>
          <a:lstStyle>
            <a:lvl1pPr>
              <a:defRPr sz="3600"/>
            </a:lvl1pPr>
          </a:lstStyle>
          <a:p>
            <a:r>
              <a:rPr lang="en-US"/>
              <a:t>Click to edit Master title style</a:t>
            </a:r>
            <a:endParaRPr lang="en-US" dirty="0"/>
          </a:p>
        </p:txBody>
      </p:sp>
      <p:sp>
        <p:nvSpPr>
          <p:cNvPr id="3" name="Content Placeholder 2"/>
          <p:cNvSpPr>
            <a:spLocks noGrp="1"/>
          </p:cNvSpPr>
          <p:nvPr>
            <p:ph idx="1"/>
          </p:nvPr>
        </p:nvSpPr>
        <p:spPr>
          <a:xfrm>
            <a:off x="4685846" y="2336873"/>
            <a:ext cx="5608336" cy="359931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80322" y="2336872"/>
            <a:ext cx="3790078" cy="3599317"/>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E331444B-B92B-4E27-8C94-BB93EAF5CB18}"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24483858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3" y="753228"/>
            <a:ext cx="9613857" cy="1080938"/>
          </a:xfrm>
        </p:spPr>
        <p:txBody>
          <a:bodyPr anchor="ctr">
            <a:normAutofit/>
          </a:bodyPr>
          <a:lstStyle>
            <a:lvl1pPr>
              <a:defRPr sz="3600"/>
            </a:lvl1pPr>
          </a:lstStyle>
          <a:p>
            <a:r>
              <a:rPr lang="en-US"/>
              <a:t>Click to edit Master title style</a:t>
            </a:r>
            <a:endParaRPr lang="en-US" dirty="0"/>
          </a:p>
        </p:txBody>
      </p:sp>
      <p:sp>
        <p:nvSpPr>
          <p:cNvPr id="3" name="Picture Placeholder 2"/>
          <p:cNvSpPr>
            <a:spLocks noGrp="1" noChangeAspect="1"/>
          </p:cNvSpPr>
          <p:nvPr>
            <p:ph type="pic" idx="1"/>
          </p:nvPr>
        </p:nvSpPr>
        <p:spPr>
          <a:xfrm>
            <a:off x="4868333" y="2336874"/>
            <a:ext cx="5425849" cy="3599312"/>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dirty="0"/>
              <a:t>Click icon to add picture</a:t>
            </a:r>
          </a:p>
        </p:txBody>
      </p:sp>
      <p:sp>
        <p:nvSpPr>
          <p:cNvPr id="4" name="Text Placeholder 3"/>
          <p:cNvSpPr>
            <a:spLocks noGrp="1"/>
          </p:cNvSpPr>
          <p:nvPr>
            <p:ph type="body" sz="half" idx="2"/>
          </p:nvPr>
        </p:nvSpPr>
        <p:spPr>
          <a:xfrm>
            <a:off x="680323" y="2336873"/>
            <a:ext cx="3876256" cy="3599315"/>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363EFA5E-FA76-400D-B3DC-F0BA90E6D107}"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6444934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5928628"/>
            <a:ext cx="10437812" cy="321164"/>
          </a:xfrm>
          <a:prstGeom prst="rect">
            <a:avLst/>
          </a:prstGeom>
        </p:spPr>
      </p:pic>
      <p:pic>
        <p:nvPicPr>
          <p:cNvPr id="9" name="Picture 8"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5929622"/>
            <a:ext cx="1602997" cy="144270"/>
          </a:xfrm>
          <a:prstGeom prst="rect">
            <a:avLst/>
          </a:prstGeom>
        </p:spPr>
      </p:pic>
      <p:sp>
        <p:nvSpPr>
          <p:cNvPr id="10"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2" y="4711616"/>
            <a:ext cx="9613859" cy="453051"/>
          </a:xfrm>
        </p:spPr>
        <p:txBody>
          <a:bodyPr anchor="b">
            <a:normAutofit/>
          </a:bodyPr>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680322" y="609597"/>
            <a:ext cx="9613859" cy="3589575"/>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dirty="0"/>
              <a:t>Click icon to add picture</a:t>
            </a:r>
          </a:p>
        </p:txBody>
      </p:sp>
      <p:sp>
        <p:nvSpPr>
          <p:cNvPr id="4" name="Text Placeholder 3"/>
          <p:cNvSpPr>
            <a:spLocks noGrp="1"/>
          </p:cNvSpPr>
          <p:nvPr>
            <p:ph type="body" sz="half" idx="2"/>
          </p:nvPr>
        </p:nvSpPr>
        <p:spPr>
          <a:xfrm>
            <a:off x="680319" y="5169583"/>
            <a:ext cx="9613862" cy="62297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446C117F-5CCF-4837-BE5F-2B92066CAFAF}"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a:xfrm>
            <a:off x="10729455" y="4711309"/>
            <a:ext cx="1154151" cy="1090789"/>
          </a:xfrm>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8843327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5928628"/>
            <a:ext cx="10437812" cy="321164"/>
          </a:xfrm>
          <a:prstGeom prst="rect">
            <a:avLst/>
          </a:prstGeom>
        </p:spPr>
      </p:pic>
      <p:pic>
        <p:nvPicPr>
          <p:cNvPr id="9" name="Picture 8"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5929622"/>
            <a:ext cx="1602997" cy="144270"/>
          </a:xfrm>
          <a:prstGeom prst="rect">
            <a:avLst/>
          </a:prstGeom>
        </p:spPr>
      </p:pic>
      <p:sp>
        <p:nvSpPr>
          <p:cNvPr id="10"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2" y="609597"/>
            <a:ext cx="9613858" cy="3592750"/>
          </a:xfrm>
        </p:spPr>
        <p:txBody>
          <a:bodyPr anchor="ctr"/>
          <a:lstStyle>
            <a:lvl1pPr>
              <a:defRPr sz="3200"/>
            </a:lvl1pPr>
          </a:lstStyle>
          <a:p>
            <a:r>
              <a:rPr lang="en-US"/>
              <a:t>Click to edit Master title style</a:t>
            </a:r>
            <a:endParaRPr lang="en-US" dirty="0"/>
          </a:p>
        </p:txBody>
      </p:sp>
      <p:sp>
        <p:nvSpPr>
          <p:cNvPr id="4" name="Text Placeholder 3"/>
          <p:cNvSpPr>
            <a:spLocks noGrp="1"/>
          </p:cNvSpPr>
          <p:nvPr>
            <p:ph type="body" sz="half" idx="2"/>
          </p:nvPr>
        </p:nvSpPr>
        <p:spPr>
          <a:xfrm>
            <a:off x="680322" y="4711615"/>
            <a:ext cx="9613859" cy="1090789"/>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EB90BD-B6CE-46B7-997F-7313B992CCDC}"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a:xfrm>
            <a:off x="10729455" y="4711615"/>
            <a:ext cx="1154151" cy="1090789"/>
          </a:xfrm>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52445259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pic>
        <p:nvPicPr>
          <p:cNvPr id="11" name="Picture 10"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5928628"/>
            <a:ext cx="10437812" cy="321164"/>
          </a:xfrm>
          <a:prstGeom prst="rect">
            <a:avLst/>
          </a:prstGeom>
        </p:spPr>
      </p:pic>
      <p:pic>
        <p:nvPicPr>
          <p:cNvPr id="13" name="Picture 12"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5929622"/>
            <a:ext cx="1602997" cy="144270"/>
          </a:xfrm>
          <a:prstGeom prst="rect">
            <a:avLst/>
          </a:prstGeom>
        </p:spPr>
      </p:pic>
      <p:sp>
        <p:nvSpPr>
          <p:cNvPr id="14" name="Rectangle 13"/>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Rectangle 14"/>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127856" y="609598"/>
            <a:ext cx="8718877" cy="3036061"/>
          </a:xfrm>
        </p:spPr>
        <p:txBody>
          <a:bodyPr anchor="ctr"/>
          <a:lstStyle>
            <a:lvl1pPr>
              <a:defRPr sz="3200"/>
            </a:lvl1pPr>
          </a:lstStyle>
          <a:p>
            <a:r>
              <a:rPr lang="en-US"/>
              <a:t>Click to edit Master title style</a:t>
            </a:r>
            <a:endParaRPr lang="en-US" dirty="0"/>
          </a:p>
        </p:txBody>
      </p:sp>
      <p:sp>
        <p:nvSpPr>
          <p:cNvPr id="12" name="Text Placeholder 3"/>
          <p:cNvSpPr>
            <a:spLocks noGrp="1"/>
          </p:cNvSpPr>
          <p:nvPr>
            <p:ph type="body" sz="half" idx="13"/>
          </p:nvPr>
        </p:nvSpPr>
        <p:spPr>
          <a:xfrm>
            <a:off x="1402288" y="3653379"/>
            <a:ext cx="8156579" cy="548968"/>
          </a:xfrm>
        </p:spPr>
        <p:txBody>
          <a:bodyPr anchor="t">
            <a:normAutofit/>
          </a:bodyPr>
          <a:lstStyle>
            <a:lvl1pPr marL="0" indent="0">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4" name="Text Placeholder 3"/>
          <p:cNvSpPr>
            <a:spLocks noGrp="1"/>
          </p:cNvSpPr>
          <p:nvPr>
            <p:ph type="body" sz="half" idx="2"/>
          </p:nvPr>
        </p:nvSpPr>
        <p:spPr>
          <a:xfrm>
            <a:off x="680322" y="4711615"/>
            <a:ext cx="9613859" cy="1090789"/>
          </a:xfrm>
        </p:spPr>
        <p:txBody>
          <a:bodyPr anchor="ctr">
            <a:normAutofit/>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DB9D11F-B188-461D-B23F-39381795C052}"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smtClean="0"/>
              <a:t>‹#›</a:t>
            </a:fld>
            <a:endParaRPr lang="en-US" dirty="0"/>
          </a:p>
        </p:txBody>
      </p:sp>
      <p:sp>
        <p:nvSpPr>
          <p:cNvPr id="16" name="TextBox 15"/>
          <p:cNvSpPr txBox="1"/>
          <p:nvPr/>
        </p:nvSpPr>
        <p:spPr>
          <a:xfrm>
            <a:off x="583572" y="748116"/>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7200" dirty="0">
                <a:solidFill>
                  <a:schemeClr val="tx1"/>
                </a:solidFill>
                <a:effectLst/>
              </a:rPr>
              <a:t>“</a:t>
            </a:r>
          </a:p>
        </p:txBody>
      </p:sp>
      <p:sp>
        <p:nvSpPr>
          <p:cNvPr id="17" name="TextBox 16"/>
          <p:cNvSpPr txBox="1"/>
          <p:nvPr/>
        </p:nvSpPr>
        <p:spPr>
          <a:xfrm>
            <a:off x="9662809" y="3033524"/>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7200" dirty="0">
                <a:solidFill>
                  <a:schemeClr val="tx1"/>
                </a:solidFill>
                <a:effectLst/>
              </a:rPr>
              <a:t>”</a:t>
            </a:r>
          </a:p>
        </p:txBody>
      </p:sp>
    </p:spTree>
    <p:extLst>
      <p:ext uri="{BB962C8B-B14F-4D97-AF65-F5344CB8AC3E}">
        <p14:creationId xmlns:p14="http://schemas.microsoft.com/office/powerpoint/2010/main" val="172176933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pic>
        <p:nvPicPr>
          <p:cNvPr id="9" name="Picture 8"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5928628"/>
            <a:ext cx="10437812" cy="321164"/>
          </a:xfrm>
          <a:prstGeom prst="rect">
            <a:avLst/>
          </a:prstGeom>
        </p:spPr>
      </p:pic>
      <p:pic>
        <p:nvPicPr>
          <p:cNvPr id="10" name="Picture 9"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5929622"/>
            <a:ext cx="1602997" cy="144270"/>
          </a:xfrm>
          <a:prstGeom prst="rect">
            <a:avLst/>
          </a:prstGeom>
        </p:spPr>
      </p:pic>
      <p:sp>
        <p:nvSpPr>
          <p:cNvPr id="11" name="Rectangle 10"/>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2" name="Rectangle 11"/>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19" y="4711615"/>
            <a:ext cx="9613862" cy="588535"/>
          </a:xfrm>
        </p:spPr>
        <p:txBody>
          <a:bodyPr anchor="b"/>
          <a:lstStyle>
            <a:lvl1pPr>
              <a:defRPr sz="3200"/>
            </a:lvl1pPr>
          </a:lstStyle>
          <a:p>
            <a:r>
              <a:rPr lang="en-US"/>
              <a:t>Click to edit Master title style</a:t>
            </a:r>
            <a:endParaRPr lang="en-US" dirty="0"/>
          </a:p>
        </p:txBody>
      </p:sp>
      <p:sp>
        <p:nvSpPr>
          <p:cNvPr id="4" name="Text Placeholder 3"/>
          <p:cNvSpPr>
            <a:spLocks noGrp="1"/>
          </p:cNvSpPr>
          <p:nvPr>
            <p:ph type="body" sz="half" idx="2"/>
          </p:nvPr>
        </p:nvSpPr>
        <p:spPr>
          <a:xfrm>
            <a:off x="680320" y="5300149"/>
            <a:ext cx="9613862" cy="502255"/>
          </a:xfrm>
        </p:spPr>
        <p:txBody>
          <a:bodyPr anchor="t"/>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52E6D8D9-55A2-4063-B0F3-121F44549695}" type="datetimeFigureOut">
              <a:rPr lang="en-US" smtClean="0"/>
              <a:t>9/22/2020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199014043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pic>
        <p:nvPicPr>
          <p:cNvPr id="13" name="Picture 12"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4" name="Picture 13"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6" name="Rectangle 15"/>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Rectangle 16"/>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Title 1"/>
          <p:cNvSpPr>
            <a:spLocks noGrp="1"/>
          </p:cNvSpPr>
          <p:nvPr>
            <p:ph type="title"/>
          </p:nvPr>
        </p:nvSpPr>
        <p:spPr>
          <a:xfrm>
            <a:off x="669222" y="753228"/>
            <a:ext cx="9624960" cy="1080938"/>
          </a:xfrm>
        </p:spPr>
        <p:txBody>
          <a:bodyPr/>
          <a:lstStyle/>
          <a:p>
            <a:r>
              <a:rPr lang="en-US"/>
              <a:t>Click to edit Master title style</a:t>
            </a:r>
            <a:endParaRPr lang="en-US" dirty="0"/>
          </a:p>
        </p:txBody>
      </p:sp>
      <p:sp>
        <p:nvSpPr>
          <p:cNvPr id="7" name="Text Placeholder 2"/>
          <p:cNvSpPr>
            <a:spLocks noGrp="1"/>
          </p:cNvSpPr>
          <p:nvPr>
            <p:ph type="body" idx="1"/>
          </p:nvPr>
        </p:nvSpPr>
        <p:spPr>
          <a:xfrm>
            <a:off x="660946" y="2336873"/>
            <a:ext cx="3070034"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ext Placeholder 3"/>
          <p:cNvSpPr>
            <a:spLocks noGrp="1"/>
          </p:cNvSpPr>
          <p:nvPr>
            <p:ph type="body" sz="half" idx="15"/>
          </p:nvPr>
        </p:nvSpPr>
        <p:spPr>
          <a:xfrm>
            <a:off x="680322" y="3022673"/>
            <a:ext cx="3049702"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4"/>
          <p:cNvSpPr>
            <a:spLocks noGrp="1"/>
          </p:cNvSpPr>
          <p:nvPr>
            <p:ph type="body" sz="quarter" idx="3"/>
          </p:nvPr>
        </p:nvSpPr>
        <p:spPr>
          <a:xfrm>
            <a:off x="3956025" y="233687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0" name="Text Placeholder 3"/>
          <p:cNvSpPr>
            <a:spLocks noGrp="1"/>
          </p:cNvSpPr>
          <p:nvPr>
            <p:ph type="body" sz="half" idx="16"/>
          </p:nvPr>
        </p:nvSpPr>
        <p:spPr>
          <a:xfrm>
            <a:off x="3945470" y="3022673"/>
            <a:ext cx="3063240"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1" name="Text Placeholder 4"/>
          <p:cNvSpPr>
            <a:spLocks noGrp="1"/>
          </p:cNvSpPr>
          <p:nvPr>
            <p:ph type="body" sz="quarter" idx="13"/>
          </p:nvPr>
        </p:nvSpPr>
        <p:spPr>
          <a:xfrm>
            <a:off x="7224156" y="2336873"/>
            <a:ext cx="307002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Text Placeholder 3"/>
          <p:cNvSpPr>
            <a:spLocks noGrp="1"/>
          </p:cNvSpPr>
          <p:nvPr>
            <p:ph type="body" sz="half" idx="17"/>
          </p:nvPr>
        </p:nvSpPr>
        <p:spPr>
          <a:xfrm>
            <a:off x="7224156" y="3022673"/>
            <a:ext cx="3070025"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3" name="Date Placeholder 2"/>
          <p:cNvSpPr>
            <a:spLocks noGrp="1"/>
          </p:cNvSpPr>
          <p:nvPr>
            <p:ph type="dt" sz="half" idx="10"/>
          </p:nvPr>
        </p:nvSpPr>
        <p:spPr/>
        <p:txBody>
          <a:bodyPr/>
          <a:lstStyle/>
          <a:p>
            <a:fld id="{D4B24536-994D-4021-A283-9F449C0DB509}" type="datetimeFigureOut">
              <a:rPr lang="en-US" smtClean="0"/>
              <a:t>9/22/2020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45102692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pic>
        <p:nvPicPr>
          <p:cNvPr id="15" name="Picture 14"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6" name="Picture 15"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8"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0" name="Title 1"/>
          <p:cNvSpPr>
            <a:spLocks noGrp="1"/>
          </p:cNvSpPr>
          <p:nvPr>
            <p:ph type="title"/>
          </p:nvPr>
        </p:nvSpPr>
        <p:spPr>
          <a:xfrm>
            <a:off x="680322" y="753228"/>
            <a:ext cx="9613860" cy="1080938"/>
          </a:xfrm>
        </p:spPr>
        <p:txBody>
          <a:bodyPr/>
          <a:lstStyle/>
          <a:p>
            <a:r>
              <a:rPr lang="en-US"/>
              <a:t>Click to edit Master title style</a:t>
            </a:r>
            <a:endParaRPr lang="en-US" dirty="0"/>
          </a:p>
        </p:txBody>
      </p:sp>
      <p:sp>
        <p:nvSpPr>
          <p:cNvPr id="19" name="Text Placeholder 2"/>
          <p:cNvSpPr>
            <a:spLocks noGrp="1"/>
          </p:cNvSpPr>
          <p:nvPr>
            <p:ph type="body" idx="1"/>
          </p:nvPr>
        </p:nvSpPr>
        <p:spPr>
          <a:xfrm>
            <a:off x="680318" y="4297503"/>
            <a:ext cx="30497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0" name="Picture Placeholder 2"/>
          <p:cNvSpPr>
            <a:spLocks noGrp="1" noChangeAspect="1"/>
          </p:cNvSpPr>
          <p:nvPr>
            <p:ph type="pic" idx="15"/>
          </p:nvPr>
        </p:nvSpPr>
        <p:spPr>
          <a:xfrm>
            <a:off x="680318" y="2336873"/>
            <a:ext cx="30497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1" name="Text Placeholder 3"/>
          <p:cNvSpPr>
            <a:spLocks noGrp="1"/>
          </p:cNvSpPr>
          <p:nvPr>
            <p:ph type="body" sz="half" idx="18"/>
          </p:nvPr>
        </p:nvSpPr>
        <p:spPr>
          <a:xfrm>
            <a:off x="680318" y="4873765"/>
            <a:ext cx="3049705"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2" name="Text Placeholder 4"/>
          <p:cNvSpPr>
            <a:spLocks noGrp="1"/>
          </p:cNvSpPr>
          <p:nvPr>
            <p:ph type="body" sz="quarter" idx="3"/>
          </p:nvPr>
        </p:nvSpPr>
        <p:spPr>
          <a:xfrm>
            <a:off x="3945471" y="429750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3" name="Picture Placeholder 2"/>
          <p:cNvSpPr>
            <a:spLocks noGrp="1" noChangeAspect="1"/>
          </p:cNvSpPr>
          <p:nvPr>
            <p:ph type="pic" idx="21"/>
          </p:nvPr>
        </p:nvSpPr>
        <p:spPr>
          <a:xfrm>
            <a:off x="3945470" y="2336873"/>
            <a:ext cx="3063240"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4" name="Text Placeholder 3"/>
          <p:cNvSpPr>
            <a:spLocks noGrp="1"/>
          </p:cNvSpPr>
          <p:nvPr>
            <p:ph type="body" sz="half" idx="19"/>
          </p:nvPr>
        </p:nvSpPr>
        <p:spPr>
          <a:xfrm>
            <a:off x="3944117" y="4873764"/>
            <a:ext cx="3067297"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5" name="Text Placeholder 4"/>
          <p:cNvSpPr>
            <a:spLocks noGrp="1"/>
          </p:cNvSpPr>
          <p:nvPr>
            <p:ph type="body" sz="quarter" idx="13"/>
          </p:nvPr>
        </p:nvSpPr>
        <p:spPr>
          <a:xfrm>
            <a:off x="7230678" y="4297503"/>
            <a:ext cx="30635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6" name="Picture Placeholder 2"/>
          <p:cNvSpPr>
            <a:spLocks noGrp="1" noChangeAspect="1"/>
          </p:cNvSpPr>
          <p:nvPr>
            <p:ph type="pic" idx="22"/>
          </p:nvPr>
        </p:nvSpPr>
        <p:spPr>
          <a:xfrm>
            <a:off x="7230677" y="2336873"/>
            <a:ext cx="30635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7" name="Text Placeholder 3"/>
          <p:cNvSpPr>
            <a:spLocks noGrp="1"/>
          </p:cNvSpPr>
          <p:nvPr>
            <p:ph type="body" sz="half" idx="20"/>
          </p:nvPr>
        </p:nvSpPr>
        <p:spPr>
          <a:xfrm>
            <a:off x="7230553" y="4873762"/>
            <a:ext cx="3067563"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3" name="Date Placeholder 2"/>
          <p:cNvSpPr>
            <a:spLocks noGrp="1"/>
          </p:cNvSpPr>
          <p:nvPr>
            <p:ph type="dt" sz="half" idx="10"/>
          </p:nvPr>
        </p:nvSpPr>
        <p:spPr/>
        <p:txBody>
          <a:bodyPr/>
          <a:lstStyle/>
          <a:p>
            <a:fld id="{3CBBBB78-C96F-47B7-AB17-D852CA960AC9}" type="datetimeFigureOut">
              <a:rPr lang="en-US" smtClean="0"/>
              <a:t>9/22/2020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289752243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8" name="Picture 7" descr="HD-ShadowShort.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9" name="Rectangle 8"/>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 name="Rectangle 9"/>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lvl1pPr algn="r">
              <a:defRPr/>
            </a:lvl1p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FA3F48C-C7C6-4055-9F49-3777875E72AE}" type="datetimeFigureOut">
              <a:rPr lang="en-US" smtClean="0"/>
              <a:t>9/22/2020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6D22F896-40B5-4ADD-8801-0D06FADFA095}" type="slidenum">
              <a:rPr lang="en-US" smtClean="0"/>
              <a:t>‹#›</a:t>
            </a:fld>
            <a:endParaRPr lang="en-US" dirty="0"/>
          </a:p>
        </p:txBody>
      </p:sp>
    </p:spTree>
    <p:extLst>
      <p:ext uri="{BB962C8B-B14F-4D97-AF65-F5344CB8AC3E}">
        <p14:creationId xmlns:p14="http://schemas.microsoft.com/office/powerpoint/2010/main" val="34434697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7" name="Rectangle 6"/>
          <p:cNvSpPr/>
          <p:nvPr/>
        </p:nvSpPr>
        <p:spPr bwMode="ltGray">
          <a:xfrm rot="5400000">
            <a:off x="8116207" y="1869395"/>
            <a:ext cx="5106988"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rot="5400000">
            <a:off x="9868202" y="537240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10129231" y="609597"/>
            <a:ext cx="1073802" cy="435376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80322" y="609597"/>
            <a:ext cx="8870004" cy="5326589"/>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807126" y="5936187"/>
            <a:ext cx="2743200" cy="365125"/>
          </a:xfrm>
        </p:spPr>
        <p:txBody>
          <a:bodyPr/>
          <a:lstStyle/>
          <a:p>
            <a:fld id="{6178E61D-D431-422C-9764-11DAFE33AB63}" type="datetimeFigureOut">
              <a:rPr lang="en-US" smtClean="0"/>
              <a:t>9/22/2020</a:t>
            </a:fld>
            <a:endParaRPr lang="en-US" dirty="0"/>
          </a:p>
        </p:txBody>
      </p:sp>
      <p:sp>
        <p:nvSpPr>
          <p:cNvPr id="5" name="Footer Placeholder 4"/>
          <p:cNvSpPr>
            <a:spLocks noGrp="1"/>
          </p:cNvSpPr>
          <p:nvPr>
            <p:ph type="ftr" sz="quarter" idx="11"/>
          </p:nvPr>
        </p:nvSpPr>
        <p:spPr>
          <a:xfrm>
            <a:off x="680321" y="5936188"/>
            <a:ext cx="6126805" cy="365125"/>
          </a:xfrm>
        </p:spPr>
        <p:txBody>
          <a:bodyPr/>
          <a:lstStyle/>
          <a:p>
            <a:endParaRPr lang="en-US" dirty="0"/>
          </a:p>
        </p:txBody>
      </p:sp>
      <p:sp>
        <p:nvSpPr>
          <p:cNvPr id="6" name="Slide Number Placeholder 5"/>
          <p:cNvSpPr>
            <a:spLocks noGrp="1"/>
          </p:cNvSpPr>
          <p:nvPr>
            <p:ph type="sldNum" sz="quarter" idx="12"/>
          </p:nvPr>
        </p:nvSpPr>
        <p:spPr>
          <a:xfrm>
            <a:off x="10097550" y="5398633"/>
            <a:ext cx="1154151" cy="1090789"/>
          </a:xfrm>
        </p:spPr>
        <p:txBody>
          <a:bodyPr anchor="t"/>
          <a:lstStyle>
            <a:lvl1pPr algn="ctr">
              <a:defRPr/>
            </a:lvl1pPr>
          </a:lstStyle>
          <a:p>
            <a:fld id="{6D22F896-40B5-4ADD-8801-0D06FADFA095}" type="slidenum">
              <a:rPr lang="en-US" smtClean="0"/>
              <a:pPr/>
              <a:t>‹#›</a:t>
            </a:fld>
            <a:endParaRPr lang="en-US" dirty="0"/>
          </a:p>
        </p:txBody>
      </p:sp>
    </p:spTree>
    <p:extLst>
      <p:ext uri="{BB962C8B-B14F-4D97-AF65-F5344CB8AC3E}">
        <p14:creationId xmlns:p14="http://schemas.microsoft.com/office/powerpoint/2010/main" val="38357944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pic>
        <p:nvPicPr>
          <p:cNvPr id="7" name="Picture 6" descr="hashOverlay-FullResolve.png"/>
          <p:cNvPicPr>
            <a:picLocks noChangeAspect="1"/>
          </p:cNvPicPr>
          <p:nvPr/>
        </p:nvPicPr>
        <p:blipFill>
          <a:blip r:embed="rId19"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Title Placeholder 1"/>
          <p:cNvSpPr>
            <a:spLocks noGrp="1"/>
          </p:cNvSpPr>
          <p:nvPr>
            <p:ph type="title"/>
          </p:nvPr>
        </p:nvSpPr>
        <p:spPr>
          <a:xfrm>
            <a:off x="680321" y="753228"/>
            <a:ext cx="9613861" cy="1080938"/>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80321" y="2336873"/>
            <a:ext cx="9613861" cy="359931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7550981" y="5936187"/>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fld id="{9D6E9DEC-419B-4CC5-A080-3B06BD5A8291}" type="datetimeFigureOut">
              <a:rPr lang="en-US" smtClean="0"/>
              <a:t>9/22/2020</a:t>
            </a:fld>
            <a:endParaRPr lang="en-US" dirty="0"/>
          </a:p>
        </p:txBody>
      </p:sp>
      <p:sp>
        <p:nvSpPr>
          <p:cNvPr id="5" name="Footer Placeholder 4"/>
          <p:cNvSpPr>
            <a:spLocks noGrp="1"/>
          </p:cNvSpPr>
          <p:nvPr>
            <p:ph type="ftr" sz="quarter" idx="3"/>
          </p:nvPr>
        </p:nvSpPr>
        <p:spPr>
          <a:xfrm>
            <a:off x="680321" y="5936188"/>
            <a:ext cx="6870660" cy="365125"/>
          </a:xfrm>
          <a:prstGeom prst="rect">
            <a:avLst/>
          </a:prstGeom>
        </p:spPr>
        <p:txBody>
          <a:bodyPr vert="horz" lIns="91440" tIns="45720" rIns="91440" bIns="45720" rtlCol="0" anchor="ctr"/>
          <a:lstStyle>
            <a:lvl1pPr algn="l">
              <a:defRPr sz="105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10729455" y="753227"/>
            <a:ext cx="1154151" cy="1090789"/>
          </a:xfrm>
          <a:prstGeom prst="rect">
            <a:avLst/>
          </a:prstGeom>
        </p:spPr>
        <p:txBody>
          <a:bodyPr vert="horz" lIns="91440" tIns="45720" rIns="91440" bIns="45720" rtlCol="0" anchor="ctr"/>
          <a:lstStyle>
            <a:lvl1pPr algn="l">
              <a:defRPr sz="3600">
                <a:solidFill>
                  <a:schemeClr val="tx1">
                    <a:tint val="75000"/>
                  </a:schemeClr>
                </a:solidFill>
              </a:defRPr>
            </a:lvl1pPr>
          </a:lstStyle>
          <a:p>
            <a:fld id="{6D22F896-40B5-4ADD-8801-0D06FADFA095}" type="slidenum">
              <a:rPr lang="en-US" smtClean="0"/>
              <a:pPr/>
              <a:t>‹#›</a:t>
            </a:fld>
            <a:endParaRPr lang="en-US" dirty="0"/>
          </a:p>
        </p:txBody>
      </p:sp>
    </p:spTree>
    <p:extLst>
      <p:ext uri="{BB962C8B-B14F-4D97-AF65-F5344CB8AC3E}">
        <p14:creationId xmlns:p14="http://schemas.microsoft.com/office/powerpoint/2010/main" val="3858063389"/>
      </p:ext>
    </p:extLst>
  </p:cSld>
  <p:clrMap bg1="dk1" tx1="lt1" bg2="dk2" tx2="lt2" accent1="accent1" accent2="accent2" accent3="accent3" accent4="accent4" accent5="accent5" accent6="accent6" hlink="hlink" folHlink="folHlink"/>
  <p:sldLayoutIdLst>
    <p:sldLayoutId id="2147483688" r:id="rId1"/>
    <p:sldLayoutId id="2147483689" r:id="rId2"/>
    <p:sldLayoutId id="2147483690" r:id="rId3"/>
    <p:sldLayoutId id="2147483691" r:id="rId4"/>
    <p:sldLayoutId id="2147483692" r:id="rId5"/>
    <p:sldLayoutId id="2147483693" r:id="rId6"/>
    <p:sldLayoutId id="2147483694" r:id="rId7"/>
    <p:sldLayoutId id="2147483695" r:id="rId8"/>
    <p:sldLayoutId id="2147483696" r:id="rId9"/>
    <p:sldLayoutId id="2147483697" r:id="rId10"/>
    <p:sldLayoutId id="2147483698" r:id="rId11"/>
    <p:sldLayoutId id="2147483699" r:id="rId12"/>
    <p:sldLayoutId id="2147483700" r:id="rId13"/>
    <p:sldLayoutId id="2147483701" r:id="rId14"/>
    <p:sldLayoutId id="2147483702" r:id="rId15"/>
    <p:sldLayoutId id="2147483703" r:id="rId16"/>
    <p:sldLayoutId id="2147483704" r:id="rId17"/>
  </p:sldLayoutIdLst>
  <p:hf sldNum="0" hdr="0" ft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xml"/><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xml"/><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xml"/><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3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xml"/><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xml"/><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xml"/><Relationship Id="rId1" Type="http://schemas.openxmlformats.org/officeDocument/2006/relationships/slideLayout" Target="../slideLayouts/slideLayout1.xml"/></Relationships>
</file>

<file path=ppt/slides/_rels/slide3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xml"/><Relationship Id="rId1" Type="http://schemas.openxmlformats.org/officeDocument/2006/relationships/slideLayout" Target="../slideLayouts/slideLayout1.xml"/></Relationships>
</file>

<file path=ppt/slides/_rels/slide3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xml"/><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xml"/><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xml"/><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xml"/><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xml"/><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3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4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5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6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8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9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0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0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1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2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2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3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4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5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589.xml"/><Relationship Id="rId1" Type="http://schemas.openxmlformats.org/officeDocument/2006/relationships/slideLayout" Target="../slideLayouts/slideLayout1.xml"/><Relationship Id="rId6" Type="http://schemas.openxmlformats.org/officeDocument/2006/relationships/image" Target="../media/image5.jpg"/><Relationship Id="rId5" Type="http://schemas.openxmlformats.org/officeDocument/2006/relationships/image" Target="../media/image3.png"/><Relationship Id="rId4" Type="http://schemas.openxmlformats.org/officeDocument/2006/relationships/image" Target="../media/image2.png"/></Relationships>
</file>

<file path=ppt/slides/_rels/slide16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87.xml.rels><?xml version="1.0" encoding="UTF-8" standalone="yes"?>
<Relationships xmlns="http://schemas.openxmlformats.org/package/2006/relationships"><Relationship Id="rId8" Type="http://schemas.openxmlformats.org/officeDocument/2006/relationships/image" Target="../media/image11.jpg"/><Relationship Id="rId13" Type="http://schemas.microsoft.com/office/2007/relationships/diagramDrawing" Target="../diagrams/drawing1.xml"/><Relationship Id="rId3" Type="http://schemas.openxmlformats.org/officeDocument/2006/relationships/image" Target="../media/image8.png"/><Relationship Id="rId7" Type="http://schemas.openxmlformats.org/officeDocument/2006/relationships/image" Target="../media/image10.jpg"/><Relationship Id="rId12" Type="http://schemas.openxmlformats.org/officeDocument/2006/relationships/diagramColors" Target="../diagrams/colors1.xml"/><Relationship Id="rId2" Type="http://schemas.openxmlformats.org/officeDocument/2006/relationships/notesSlide" Target="../notesSlides/notesSlide1636.xml"/><Relationship Id="rId1" Type="http://schemas.openxmlformats.org/officeDocument/2006/relationships/slideLayout" Target="../slideLayouts/slideLayout4.xml"/><Relationship Id="rId6" Type="http://schemas.openxmlformats.org/officeDocument/2006/relationships/image" Target="../media/image9.jpg"/><Relationship Id="rId11" Type="http://schemas.openxmlformats.org/officeDocument/2006/relationships/diagramQuickStyle" Target="../diagrams/quickStyle1.xml"/><Relationship Id="rId5" Type="http://schemas.openxmlformats.org/officeDocument/2006/relationships/image" Target="../media/image3.png"/><Relationship Id="rId10" Type="http://schemas.openxmlformats.org/officeDocument/2006/relationships/diagramLayout" Target="../diagrams/layout1.xml"/><Relationship Id="rId4" Type="http://schemas.openxmlformats.org/officeDocument/2006/relationships/image" Target="../media/image2.png"/><Relationship Id="rId9" Type="http://schemas.openxmlformats.org/officeDocument/2006/relationships/diagramData" Target="../diagrams/data1.xml"/></Relationships>
</file>

<file path=ppt/slides/_rels/slide1688.xml.rels><?xml version="1.0" encoding="UTF-8" standalone="yes"?>
<Relationships xmlns="http://schemas.openxmlformats.org/package/2006/relationships"><Relationship Id="rId8" Type="http://schemas.openxmlformats.org/officeDocument/2006/relationships/image" Target="../media/image11.jpg"/><Relationship Id="rId13" Type="http://schemas.microsoft.com/office/2007/relationships/diagramDrawing" Target="../diagrams/drawing2.xml"/><Relationship Id="rId3" Type="http://schemas.openxmlformats.org/officeDocument/2006/relationships/image" Target="../media/image8.png"/><Relationship Id="rId7" Type="http://schemas.openxmlformats.org/officeDocument/2006/relationships/image" Target="../media/image10.jpg"/><Relationship Id="rId12" Type="http://schemas.openxmlformats.org/officeDocument/2006/relationships/diagramColors" Target="../diagrams/colors2.xml"/><Relationship Id="rId2" Type="http://schemas.openxmlformats.org/officeDocument/2006/relationships/notesSlide" Target="../notesSlides/notesSlide1637.xml"/><Relationship Id="rId1" Type="http://schemas.openxmlformats.org/officeDocument/2006/relationships/slideLayout" Target="../slideLayouts/slideLayout4.xml"/><Relationship Id="rId6" Type="http://schemas.openxmlformats.org/officeDocument/2006/relationships/image" Target="../media/image9.jpg"/><Relationship Id="rId11" Type="http://schemas.openxmlformats.org/officeDocument/2006/relationships/diagramQuickStyle" Target="../diagrams/quickStyle2.xml"/><Relationship Id="rId5" Type="http://schemas.openxmlformats.org/officeDocument/2006/relationships/image" Target="../media/image3.png"/><Relationship Id="rId10" Type="http://schemas.openxmlformats.org/officeDocument/2006/relationships/diagramLayout" Target="../diagrams/layout2.xml"/><Relationship Id="rId4" Type="http://schemas.openxmlformats.org/officeDocument/2006/relationships/image" Target="../media/image2.png"/><Relationship Id="rId9" Type="http://schemas.openxmlformats.org/officeDocument/2006/relationships/diagramData" Target="../diagrams/data2.xml"/></Relationships>
</file>

<file path=ppt/slides/_rels/slide1689.xml.rels><?xml version="1.0" encoding="UTF-8" standalone="yes"?>
<Relationships xmlns="http://schemas.openxmlformats.org/package/2006/relationships"><Relationship Id="rId8" Type="http://schemas.openxmlformats.org/officeDocument/2006/relationships/image" Target="../media/image11.jpg"/><Relationship Id="rId13" Type="http://schemas.microsoft.com/office/2007/relationships/diagramDrawing" Target="../diagrams/drawing3.xml"/><Relationship Id="rId3" Type="http://schemas.openxmlformats.org/officeDocument/2006/relationships/image" Target="../media/image8.png"/><Relationship Id="rId7" Type="http://schemas.openxmlformats.org/officeDocument/2006/relationships/image" Target="../media/image10.jpg"/><Relationship Id="rId12" Type="http://schemas.openxmlformats.org/officeDocument/2006/relationships/diagramColors" Target="../diagrams/colors3.xml"/><Relationship Id="rId2" Type="http://schemas.openxmlformats.org/officeDocument/2006/relationships/notesSlide" Target="../notesSlides/notesSlide1638.xml"/><Relationship Id="rId1" Type="http://schemas.openxmlformats.org/officeDocument/2006/relationships/slideLayout" Target="../slideLayouts/slideLayout4.xml"/><Relationship Id="rId6" Type="http://schemas.openxmlformats.org/officeDocument/2006/relationships/image" Target="../media/image9.jpg"/><Relationship Id="rId11" Type="http://schemas.openxmlformats.org/officeDocument/2006/relationships/diagramQuickStyle" Target="../diagrams/quickStyle3.xml"/><Relationship Id="rId5" Type="http://schemas.openxmlformats.org/officeDocument/2006/relationships/image" Target="../media/image3.png"/><Relationship Id="rId10" Type="http://schemas.openxmlformats.org/officeDocument/2006/relationships/diagramLayout" Target="../diagrams/layout3.xml"/><Relationship Id="rId4" Type="http://schemas.openxmlformats.org/officeDocument/2006/relationships/image" Target="../media/image2.png"/><Relationship Id="rId9" Type="http://schemas.openxmlformats.org/officeDocument/2006/relationships/diagramData" Target="../diagrams/data3.xml"/></Relationships>
</file>

<file path=ppt/slides/_rels/slide1690.xml.rels><?xml version="1.0" encoding="UTF-8" standalone="yes"?>
<Relationships xmlns="http://schemas.openxmlformats.org/package/2006/relationships"><Relationship Id="rId8" Type="http://schemas.openxmlformats.org/officeDocument/2006/relationships/image" Target="../media/image11.jpg"/><Relationship Id="rId13" Type="http://schemas.microsoft.com/office/2007/relationships/diagramDrawing" Target="../diagrams/drawing4.xml"/><Relationship Id="rId3" Type="http://schemas.openxmlformats.org/officeDocument/2006/relationships/image" Target="../media/image8.png"/><Relationship Id="rId7" Type="http://schemas.openxmlformats.org/officeDocument/2006/relationships/image" Target="../media/image10.jpg"/><Relationship Id="rId12" Type="http://schemas.openxmlformats.org/officeDocument/2006/relationships/diagramColors" Target="../diagrams/colors4.xml"/><Relationship Id="rId2" Type="http://schemas.openxmlformats.org/officeDocument/2006/relationships/notesSlide" Target="../notesSlides/notesSlide1639.xml"/><Relationship Id="rId1" Type="http://schemas.openxmlformats.org/officeDocument/2006/relationships/slideLayout" Target="../slideLayouts/slideLayout4.xml"/><Relationship Id="rId6" Type="http://schemas.openxmlformats.org/officeDocument/2006/relationships/image" Target="../media/image9.jpg"/><Relationship Id="rId11" Type="http://schemas.openxmlformats.org/officeDocument/2006/relationships/diagramQuickStyle" Target="../diagrams/quickStyle4.xml"/><Relationship Id="rId5" Type="http://schemas.openxmlformats.org/officeDocument/2006/relationships/image" Target="../media/image3.png"/><Relationship Id="rId10" Type="http://schemas.openxmlformats.org/officeDocument/2006/relationships/diagramLayout" Target="../diagrams/layout4.xml"/><Relationship Id="rId4" Type="http://schemas.openxmlformats.org/officeDocument/2006/relationships/image" Target="../media/image2.png"/><Relationship Id="rId9" Type="http://schemas.openxmlformats.org/officeDocument/2006/relationships/diagramData" Target="../diagrams/data4.xml"/></Relationships>
</file>

<file path=ppt/slides/_rels/slide1691.xml.rels><?xml version="1.0" encoding="UTF-8" standalone="yes"?>
<Relationships xmlns="http://schemas.openxmlformats.org/package/2006/relationships"><Relationship Id="rId8" Type="http://schemas.openxmlformats.org/officeDocument/2006/relationships/image" Target="../media/image11.jpg"/><Relationship Id="rId13" Type="http://schemas.microsoft.com/office/2007/relationships/diagramDrawing" Target="../diagrams/drawing5.xml"/><Relationship Id="rId3" Type="http://schemas.openxmlformats.org/officeDocument/2006/relationships/image" Target="../media/image8.png"/><Relationship Id="rId7" Type="http://schemas.openxmlformats.org/officeDocument/2006/relationships/image" Target="../media/image10.jpg"/><Relationship Id="rId12" Type="http://schemas.openxmlformats.org/officeDocument/2006/relationships/diagramColors" Target="../diagrams/colors5.xml"/><Relationship Id="rId2" Type="http://schemas.openxmlformats.org/officeDocument/2006/relationships/notesSlide" Target="../notesSlides/notesSlide1640.xml"/><Relationship Id="rId1" Type="http://schemas.openxmlformats.org/officeDocument/2006/relationships/slideLayout" Target="../slideLayouts/slideLayout4.xml"/><Relationship Id="rId6" Type="http://schemas.openxmlformats.org/officeDocument/2006/relationships/image" Target="../media/image9.jpg"/><Relationship Id="rId11" Type="http://schemas.openxmlformats.org/officeDocument/2006/relationships/diagramQuickStyle" Target="../diagrams/quickStyle5.xml"/><Relationship Id="rId5" Type="http://schemas.openxmlformats.org/officeDocument/2006/relationships/image" Target="../media/image3.png"/><Relationship Id="rId10" Type="http://schemas.openxmlformats.org/officeDocument/2006/relationships/diagramLayout" Target="../diagrams/layout5.xml"/><Relationship Id="rId4" Type="http://schemas.openxmlformats.org/officeDocument/2006/relationships/image" Target="../media/image2.png"/><Relationship Id="rId9" Type="http://schemas.openxmlformats.org/officeDocument/2006/relationships/diagramData" Target="../diagrams/data5.xml"/></Relationships>
</file>

<file path=ppt/slides/_rels/slide169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641.xml"/><Relationship Id="rId1" Type="http://schemas.openxmlformats.org/officeDocument/2006/relationships/slideLayout" Target="../slideLayouts/slideLayout2.xml"/></Relationships>
</file>

<file path=ppt/slides/_rels/slide169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642.xml"/><Relationship Id="rId1" Type="http://schemas.openxmlformats.org/officeDocument/2006/relationships/slideLayout" Target="../slideLayouts/slideLayout2.xml"/></Relationships>
</file>

<file path=ppt/slides/_rels/slide169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643.xml"/><Relationship Id="rId1" Type="http://schemas.openxmlformats.org/officeDocument/2006/relationships/slideLayout" Target="../slideLayouts/slideLayout2.xml"/></Relationships>
</file>

<file path=ppt/slides/_rels/slide1695.xml.rels><?xml version="1.0" encoding="UTF-8" standalone="yes"?>
<Relationships xmlns="http://schemas.openxmlformats.org/package/2006/relationships"><Relationship Id="rId8" Type="http://schemas.openxmlformats.org/officeDocument/2006/relationships/diagramQuickStyle" Target="../diagrams/quickStyle6.xml"/><Relationship Id="rId3" Type="http://schemas.openxmlformats.org/officeDocument/2006/relationships/image" Target="../media/image1.png"/><Relationship Id="rId7" Type="http://schemas.openxmlformats.org/officeDocument/2006/relationships/diagramLayout" Target="../diagrams/layout6.xml"/><Relationship Id="rId2" Type="http://schemas.openxmlformats.org/officeDocument/2006/relationships/notesSlide" Target="../notesSlides/notesSlide1644.xml"/><Relationship Id="rId1" Type="http://schemas.openxmlformats.org/officeDocument/2006/relationships/slideLayout" Target="../slideLayouts/slideLayout4.xml"/><Relationship Id="rId6" Type="http://schemas.openxmlformats.org/officeDocument/2006/relationships/diagramData" Target="../diagrams/data6.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6.xml"/><Relationship Id="rId4" Type="http://schemas.openxmlformats.org/officeDocument/2006/relationships/image" Target="../media/image2.png"/><Relationship Id="rId9" Type="http://schemas.openxmlformats.org/officeDocument/2006/relationships/diagramColors" Target="../diagrams/colors6.xml"/></Relationships>
</file>

<file path=ppt/slides/_rels/slide1696.xml.rels><?xml version="1.0" encoding="UTF-8" standalone="yes"?>
<Relationships xmlns="http://schemas.openxmlformats.org/package/2006/relationships"><Relationship Id="rId8" Type="http://schemas.openxmlformats.org/officeDocument/2006/relationships/diagramQuickStyle" Target="../diagrams/quickStyle7.xml"/><Relationship Id="rId3" Type="http://schemas.openxmlformats.org/officeDocument/2006/relationships/image" Target="../media/image1.png"/><Relationship Id="rId7" Type="http://schemas.openxmlformats.org/officeDocument/2006/relationships/diagramLayout" Target="../diagrams/layout7.xml"/><Relationship Id="rId2" Type="http://schemas.openxmlformats.org/officeDocument/2006/relationships/notesSlide" Target="../notesSlides/notesSlide1645.xml"/><Relationship Id="rId1" Type="http://schemas.openxmlformats.org/officeDocument/2006/relationships/slideLayout" Target="../slideLayouts/slideLayout4.xml"/><Relationship Id="rId6" Type="http://schemas.openxmlformats.org/officeDocument/2006/relationships/diagramData" Target="../diagrams/data7.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7.xml"/><Relationship Id="rId4" Type="http://schemas.openxmlformats.org/officeDocument/2006/relationships/image" Target="../media/image2.png"/><Relationship Id="rId9" Type="http://schemas.openxmlformats.org/officeDocument/2006/relationships/diagramColors" Target="../diagrams/colors7.xml"/></Relationships>
</file>

<file path=ppt/slides/_rels/slide16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6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6.xml.rels><?xml version="1.0" encoding="UTF-8" standalone="yes"?>
<Relationships xmlns="http://schemas.openxmlformats.org/package/2006/relationships"><Relationship Id="rId8" Type="http://schemas.openxmlformats.org/officeDocument/2006/relationships/diagramQuickStyle" Target="../diagrams/quickStyle8.xml"/><Relationship Id="rId3" Type="http://schemas.openxmlformats.org/officeDocument/2006/relationships/image" Target="../media/image1.png"/><Relationship Id="rId7" Type="http://schemas.openxmlformats.org/officeDocument/2006/relationships/diagramLayout" Target="../diagrams/layout8.xml"/><Relationship Id="rId2" Type="http://schemas.openxmlformats.org/officeDocument/2006/relationships/notesSlide" Target="../notesSlides/notesSlide1665.xml"/><Relationship Id="rId1" Type="http://schemas.openxmlformats.org/officeDocument/2006/relationships/slideLayout" Target="../slideLayouts/slideLayout4.xml"/><Relationship Id="rId6" Type="http://schemas.openxmlformats.org/officeDocument/2006/relationships/diagramData" Target="../diagrams/data8.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8.xml"/><Relationship Id="rId4" Type="http://schemas.openxmlformats.org/officeDocument/2006/relationships/image" Target="../media/image2.png"/><Relationship Id="rId9" Type="http://schemas.openxmlformats.org/officeDocument/2006/relationships/diagramColors" Target="../diagrams/colors8.xml"/></Relationships>
</file>

<file path=ppt/slides/_rels/slide1717.xml.rels><?xml version="1.0" encoding="UTF-8" standalone="yes"?>
<Relationships xmlns="http://schemas.openxmlformats.org/package/2006/relationships"><Relationship Id="rId8" Type="http://schemas.openxmlformats.org/officeDocument/2006/relationships/diagramQuickStyle" Target="../diagrams/quickStyle9.xml"/><Relationship Id="rId3" Type="http://schemas.openxmlformats.org/officeDocument/2006/relationships/image" Target="../media/image1.png"/><Relationship Id="rId7" Type="http://schemas.openxmlformats.org/officeDocument/2006/relationships/diagramLayout" Target="../diagrams/layout9.xml"/><Relationship Id="rId2" Type="http://schemas.openxmlformats.org/officeDocument/2006/relationships/notesSlide" Target="../notesSlides/notesSlide1666.xml"/><Relationship Id="rId1" Type="http://schemas.openxmlformats.org/officeDocument/2006/relationships/slideLayout" Target="../slideLayouts/slideLayout4.xml"/><Relationship Id="rId6" Type="http://schemas.openxmlformats.org/officeDocument/2006/relationships/diagramData" Target="../diagrams/data9.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9.xml"/><Relationship Id="rId4" Type="http://schemas.openxmlformats.org/officeDocument/2006/relationships/image" Target="../media/image2.png"/><Relationship Id="rId9" Type="http://schemas.openxmlformats.org/officeDocument/2006/relationships/diagramColors" Target="../diagrams/colors9.xml"/></Relationships>
</file>

<file path=ppt/slides/_rels/slide17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48.xml.rels><?xml version="1.0" encoding="UTF-8" standalone="yes"?>
<Relationships xmlns="http://schemas.openxmlformats.org/package/2006/relationships"><Relationship Id="rId8" Type="http://schemas.openxmlformats.org/officeDocument/2006/relationships/diagramQuickStyle" Target="../diagrams/quickStyle10.xml"/><Relationship Id="rId3" Type="http://schemas.openxmlformats.org/officeDocument/2006/relationships/image" Target="../media/image1.png"/><Relationship Id="rId7" Type="http://schemas.openxmlformats.org/officeDocument/2006/relationships/diagramLayout" Target="../diagrams/layout10.xml"/><Relationship Id="rId2" Type="http://schemas.openxmlformats.org/officeDocument/2006/relationships/notesSlide" Target="../notesSlides/notesSlide1697.xml"/><Relationship Id="rId1" Type="http://schemas.openxmlformats.org/officeDocument/2006/relationships/slideLayout" Target="../slideLayouts/slideLayout4.xml"/><Relationship Id="rId6" Type="http://schemas.openxmlformats.org/officeDocument/2006/relationships/diagramData" Target="../diagrams/data10.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0.xml"/><Relationship Id="rId4" Type="http://schemas.openxmlformats.org/officeDocument/2006/relationships/image" Target="../media/image2.png"/><Relationship Id="rId9" Type="http://schemas.openxmlformats.org/officeDocument/2006/relationships/diagramColors" Target="../diagrams/colors10.xml"/></Relationships>
</file>

<file path=ppt/slides/_rels/slide1749.xml.rels><?xml version="1.0" encoding="UTF-8" standalone="yes"?>
<Relationships xmlns="http://schemas.openxmlformats.org/package/2006/relationships"><Relationship Id="rId8" Type="http://schemas.openxmlformats.org/officeDocument/2006/relationships/diagramQuickStyle" Target="../diagrams/quickStyle11.xml"/><Relationship Id="rId3" Type="http://schemas.openxmlformats.org/officeDocument/2006/relationships/image" Target="../media/image1.png"/><Relationship Id="rId7" Type="http://schemas.openxmlformats.org/officeDocument/2006/relationships/diagramLayout" Target="../diagrams/layout11.xml"/><Relationship Id="rId2" Type="http://schemas.openxmlformats.org/officeDocument/2006/relationships/notesSlide" Target="../notesSlides/notesSlide1698.xml"/><Relationship Id="rId1" Type="http://schemas.openxmlformats.org/officeDocument/2006/relationships/slideLayout" Target="../slideLayouts/slideLayout4.xml"/><Relationship Id="rId6" Type="http://schemas.openxmlformats.org/officeDocument/2006/relationships/diagramData" Target="../diagrams/data11.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1.xml"/><Relationship Id="rId4" Type="http://schemas.openxmlformats.org/officeDocument/2006/relationships/image" Target="../media/image2.png"/><Relationship Id="rId9" Type="http://schemas.openxmlformats.org/officeDocument/2006/relationships/diagramColors" Target="../diagrams/colors11.xml"/></Relationships>
</file>

<file path=ppt/slides/_rels/slide17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51.xml.rels><?xml version="1.0" encoding="UTF-8" standalone="yes"?>
<Relationships xmlns="http://schemas.openxmlformats.org/package/2006/relationships"><Relationship Id="rId8" Type="http://schemas.openxmlformats.org/officeDocument/2006/relationships/diagramQuickStyle" Target="../diagrams/quickStyle12.xml"/><Relationship Id="rId3" Type="http://schemas.openxmlformats.org/officeDocument/2006/relationships/image" Target="../media/image1.png"/><Relationship Id="rId7" Type="http://schemas.openxmlformats.org/officeDocument/2006/relationships/diagramLayout" Target="../diagrams/layout12.xml"/><Relationship Id="rId2" Type="http://schemas.openxmlformats.org/officeDocument/2006/relationships/notesSlide" Target="../notesSlides/notesSlide1700.xml"/><Relationship Id="rId1" Type="http://schemas.openxmlformats.org/officeDocument/2006/relationships/slideLayout" Target="../slideLayouts/slideLayout4.xml"/><Relationship Id="rId6" Type="http://schemas.openxmlformats.org/officeDocument/2006/relationships/diagramData" Target="../diagrams/data12.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2.xml"/><Relationship Id="rId4" Type="http://schemas.openxmlformats.org/officeDocument/2006/relationships/image" Target="../media/image2.png"/><Relationship Id="rId9" Type="http://schemas.openxmlformats.org/officeDocument/2006/relationships/diagramColors" Target="../diagrams/colors12.xml"/></Relationships>
</file>

<file path=ppt/slides/_rels/slide1752.xml.rels><?xml version="1.0" encoding="UTF-8" standalone="yes"?>
<Relationships xmlns="http://schemas.openxmlformats.org/package/2006/relationships"><Relationship Id="rId8" Type="http://schemas.openxmlformats.org/officeDocument/2006/relationships/diagramQuickStyle" Target="../diagrams/quickStyle13.xml"/><Relationship Id="rId3" Type="http://schemas.openxmlformats.org/officeDocument/2006/relationships/image" Target="../media/image1.png"/><Relationship Id="rId7" Type="http://schemas.openxmlformats.org/officeDocument/2006/relationships/diagramLayout" Target="../diagrams/layout13.xml"/><Relationship Id="rId2" Type="http://schemas.openxmlformats.org/officeDocument/2006/relationships/notesSlide" Target="../notesSlides/notesSlide1701.xml"/><Relationship Id="rId1" Type="http://schemas.openxmlformats.org/officeDocument/2006/relationships/slideLayout" Target="../slideLayouts/slideLayout4.xml"/><Relationship Id="rId6" Type="http://schemas.openxmlformats.org/officeDocument/2006/relationships/diagramData" Target="../diagrams/data13.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3.xml"/><Relationship Id="rId4" Type="http://schemas.openxmlformats.org/officeDocument/2006/relationships/image" Target="../media/image2.png"/><Relationship Id="rId9" Type="http://schemas.openxmlformats.org/officeDocument/2006/relationships/diagramColors" Target="../diagrams/colors13.xml"/></Relationships>
</file>

<file path=ppt/slides/_rels/slide17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54.xml.rels><?xml version="1.0" encoding="UTF-8" standalone="yes"?>
<Relationships xmlns="http://schemas.openxmlformats.org/package/2006/relationships"><Relationship Id="rId8" Type="http://schemas.openxmlformats.org/officeDocument/2006/relationships/diagramQuickStyle" Target="../diagrams/quickStyle14.xml"/><Relationship Id="rId3" Type="http://schemas.openxmlformats.org/officeDocument/2006/relationships/image" Target="../media/image1.png"/><Relationship Id="rId7" Type="http://schemas.openxmlformats.org/officeDocument/2006/relationships/diagramLayout" Target="../diagrams/layout14.xml"/><Relationship Id="rId2" Type="http://schemas.openxmlformats.org/officeDocument/2006/relationships/notesSlide" Target="../notesSlides/notesSlide1703.xml"/><Relationship Id="rId1" Type="http://schemas.openxmlformats.org/officeDocument/2006/relationships/slideLayout" Target="../slideLayouts/slideLayout4.xml"/><Relationship Id="rId6" Type="http://schemas.openxmlformats.org/officeDocument/2006/relationships/diagramData" Target="../diagrams/data14.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4.xml"/><Relationship Id="rId4" Type="http://schemas.openxmlformats.org/officeDocument/2006/relationships/image" Target="../media/image2.png"/><Relationship Id="rId9" Type="http://schemas.openxmlformats.org/officeDocument/2006/relationships/diagramColors" Target="../diagrams/colors14.xml"/></Relationships>
</file>

<file path=ppt/slides/_rels/slide1755.xml.rels><?xml version="1.0" encoding="UTF-8" standalone="yes"?>
<Relationships xmlns="http://schemas.openxmlformats.org/package/2006/relationships"><Relationship Id="rId8" Type="http://schemas.openxmlformats.org/officeDocument/2006/relationships/diagramQuickStyle" Target="../diagrams/quickStyle15.xml"/><Relationship Id="rId3" Type="http://schemas.openxmlformats.org/officeDocument/2006/relationships/image" Target="../media/image1.png"/><Relationship Id="rId7" Type="http://schemas.openxmlformats.org/officeDocument/2006/relationships/diagramLayout" Target="../diagrams/layout15.xml"/><Relationship Id="rId2" Type="http://schemas.openxmlformats.org/officeDocument/2006/relationships/notesSlide" Target="../notesSlides/notesSlide1704.xml"/><Relationship Id="rId1" Type="http://schemas.openxmlformats.org/officeDocument/2006/relationships/slideLayout" Target="../slideLayouts/slideLayout4.xml"/><Relationship Id="rId6" Type="http://schemas.openxmlformats.org/officeDocument/2006/relationships/diagramData" Target="../diagrams/data15.xml"/><Relationship Id="rId11" Type="http://schemas.openxmlformats.org/officeDocument/2006/relationships/image" Target="../media/image18.jpg"/><Relationship Id="rId5" Type="http://schemas.openxmlformats.org/officeDocument/2006/relationships/image" Target="../media/image4.png"/><Relationship Id="rId10" Type="http://schemas.microsoft.com/office/2007/relationships/diagramDrawing" Target="../diagrams/drawing15.xml"/><Relationship Id="rId4" Type="http://schemas.openxmlformats.org/officeDocument/2006/relationships/image" Target="../media/image2.png"/><Relationship Id="rId9" Type="http://schemas.openxmlformats.org/officeDocument/2006/relationships/diagramColors" Target="../diagrams/colors15.xml"/></Relationships>
</file>

<file path=ppt/slides/_rels/slide17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0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1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2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3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7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4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5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6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7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8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8.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799.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0.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07.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5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0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0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14.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15.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16.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6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6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1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21.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2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23.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18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7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2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8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3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89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4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0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5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1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6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2.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3.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4.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5.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6.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7.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8.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79.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80.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8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19.jpeg"/></Relationships>
</file>

<file path=ppt/slides/_rels/slide19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2.xml"/><Relationship Id="rId1" Type="http://schemas.openxmlformats.org/officeDocument/2006/relationships/slideLayout" Target="../slideLayouts/slideLayout1.xml"/></Relationships>
</file>

<file path=ppt/slides/_rels/slide19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3.xml"/><Relationship Id="rId1" Type="http://schemas.openxmlformats.org/officeDocument/2006/relationships/slideLayout" Target="../slideLayouts/slideLayout1.xml"/></Relationships>
</file>

<file path=ppt/slides/_rels/slide19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4.xml"/><Relationship Id="rId1" Type="http://schemas.openxmlformats.org/officeDocument/2006/relationships/slideLayout" Target="../slideLayouts/slideLayout1.xml"/></Relationships>
</file>

<file path=ppt/slides/_rels/slide19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5.xml"/><Relationship Id="rId1" Type="http://schemas.openxmlformats.org/officeDocument/2006/relationships/slideLayout" Target="../slideLayouts/slideLayout1.xml"/></Relationships>
</file>

<file path=ppt/slides/_rels/slide19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6.xml"/><Relationship Id="rId1" Type="http://schemas.openxmlformats.org/officeDocument/2006/relationships/slideLayout" Target="../slideLayouts/slideLayout1.xml"/></Relationships>
</file>

<file path=ppt/slides/_rels/slide19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7.xml"/><Relationship Id="rId1" Type="http://schemas.openxmlformats.org/officeDocument/2006/relationships/slideLayout" Target="../slideLayouts/slideLayout1.xml"/></Relationships>
</file>

<file path=ppt/slides/_rels/slide19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8.xml"/><Relationship Id="rId1" Type="http://schemas.openxmlformats.org/officeDocument/2006/relationships/slideLayout" Target="../slideLayouts/slideLayout1.xml"/></Relationships>
</file>

<file path=ppt/slides/_rels/slide19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89.xml"/><Relationship Id="rId1" Type="http://schemas.openxmlformats.org/officeDocument/2006/relationships/slideLayout" Target="../slideLayouts/slideLayout1.xml"/></Relationships>
</file>

<file path=ppt/slides/_rels/slide19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0.xml"/><Relationship Id="rId1" Type="http://schemas.openxmlformats.org/officeDocument/2006/relationships/slideLayout" Target="../slideLayouts/slideLayout1.xml"/></Relationships>
</file>

<file path=ppt/slides/_rels/slide19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1.xml"/><Relationship Id="rId1" Type="http://schemas.openxmlformats.org/officeDocument/2006/relationships/slideLayout" Target="../slideLayouts/slideLayout1.xml"/></Relationships>
</file>

<file path=ppt/slides/_rels/slide19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2.xml"/><Relationship Id="rId1" Type="http://schemas.openxmlformats.org/officeDocument/2006/relationships/slideLayout" Target="../slideLayouts/slideLayout1.xml"/></Relationships>
</file>

<file path=ppt/slides/_rels/slide19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3.xml"/><Relationship Id="rId1" Type="http://schemas.openxmlformats.org/officeDocument/2006/relationships/slideLayout" Target="../slideLayouts/slideLayout1.xml"/></Relationships>
</file>

<file path=ppt/slides/_rels/slide19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4.xml"/><Relationship Id="rId1" Type="http://schemas.openxmlformats.org/officeDocument/2006/relationships/slideLayout" Target="../slideLayouts/slideLayout1.xml"/></Relationships>
</file>

<file path=ppt/slides/_rels/slide19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5.xml"/><Relationship Id="rId1" Type="http://schemas.openxmlformats.org/officeDocument/2006/relationships/slideLayout" Target="../slideLayouts/slideLayout1.xml"/></Relationships>
</file>

<file path=ppt/slides/_rels/slide19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6.xml"/><Relationship Id="rId1" Type="http://schemas.openxmlformats.org/officeDocument/2006/relationships/slideLayout" Target="../slideLayouts/slideLayout1.xml"/></Relationships>
</file>

<file path=ppt/slides/_rels/slide19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7.xml"/><Relationship Id="rId1" Type="http://schemas.openxmlformats.org/officeDocument/2006/relationships/slideLayout" Target="../slideLayouts/slideLayout1.xml"/></Relationships>
</file>

<file path=ppt/slides/_rels/slide19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8.xml"/><Relationship Id="rId1" Type="http://schemas.openxmlformats.org/officeDocument/2006/relationships/slideLayout" Target="../slideLayouts/slideLayout1.xml"/></Relationships>
</file>

<file path=ppt/slides/_rels/slide19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899.xml"/><Relationship Id="rId1" Type="http://schemas.openxmlformats.org/officeDocument/2006/relationships/slideLayout" Target="../slideLayouts/slideLayout1.xml"/></Relationships>
</file>

<file path=ppt/slides/_rels/slide19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0.xml"/><Relationship Id="rId1" Type="http://schemas.openxmlformats.org/officeDocument/2006/relationships/slideLayout" Target="../slideLayouts/slideLayout1.xml"/></Relationships>
</file>

<file path=ppt/slides/_rels/slide19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1.xml"/><Relationship Id="rId1" Type="http://schemas.openxmlformats.org/officeDocument/2006/relationships/slideLayout" Target="../slideLayouts/slideLayout1.xml"/></Relationships>
</file>

<file path=ppt/slides/_rels/slide19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2.xml"/><Relationship Id="rId1" Type="http://schemas.openxmlformats.org/officeDocument/2006/relationships/slideLayout" Target="../slideLayouts/slideLayout1.xml"/></Relationships>
</file>

<file path=ppt/slides/_rels/slide19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3.xml"/><Relationship Id="rId1" Type="http://schemas.openxmlformats.org/officeDocument/2006/relationships/slideLayout" Target="../slideLayouts/slideLayout1.xml"/></Relationships>
</file>

<file path=ppt/slides/_rels/slide19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4.xml"/><Relationship Id="rId1" Type="http://schemas.openxmlformats.org/officeDocument/2006/relationships/slideLayout" Target="../slideLayouts/slideLayout1.xml"/></Relationships>
</file>

<file path=ppt/slides/_rels/slide19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5.xml"/><Relationship Id="rId1" Type="http://schemas.openxmlformats.org/officeDocument/2006/relationships/slideLayout" Target="../slideLayouts/slideLayout1.xml"/></Relationships>
</file>

<file path=ppt/slides/_rels/slide19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6.xml"/><Relationship Id="rId1" Type="http://schemas.openxmlformats.org/officeDocument/2006/relationships/slideLayout" Target="../slideLayouts/slideLayout1.xml"/></Relationships>
</file>

<file path=ppt/slides/_rels/slide19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7.xml"/><Relationship Id="rId1" Type="http://schemas.openxmlformats.org/officeDocument/2006/relationships/slideLayout" Target="../slideLayouts/slideLayout1.xml"/></Relationships>
</file>

<file path=ppt/slides/_rels/slide19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8.xml"/><Relationship Id="rId1" Type="http://schemas.openxmlformats.org/officeDocument/2006/relationships/slideLayout" Target="../slideLayouts/slideLayout1.xml"/></Relationships>
</file>

<file path=ppt/slides/_rels/slide19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09.xml"/><Relationship Id="rId1" Type="http://schemas.openxmlformats.org/officeDocument/2006/relationships/slideLayout" Target="../slideLayouts/slideLayout1.xml"/></Relationships>
</file>

<file path=ppt/slides/_rels/slide19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0.xml"/><Relationship Id="rId1" Type="http://schemas.openxmlformats.org/officeDocument/2006/relationships/slideLayout" Target="../slideLayouts/slideLayout1.xml"/></Relationships>
</file>

<file path=ppt/slides/_rels/slide19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1.xml"/><Relationship Id="rId1" Type="http://schemas.openxmlformats.org/officeDocument/2006/relationships/slideLayout" Target="../slideLayouts/slideLayout1.xml"/></Relationships>
</file>

<file path=ppt/slides/_rels/slide19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2.xml"/><Relationship Id="rId1" Type="http://schemas.openxmlformats.org/officeDocument/2006/relationships/slideLayout" Target="../slideLayouts/slideLayout1.xml"/></Relationships>
</file>

<file path=ppt/slides/_rels/slide19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3.xml"/><Relationship Id="rId1" Type="http://schemas.openxmlformats.org/officeDocument/2006/relationships/slideLayout" Target="../slideLayouts/slideLayout1.xml"/></Relationships>
</file>

<file path=ppt/slides/_rels/slide19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4.xml"/><Relationship Id="rId1" Type="http://schemas.openxmlformats.org/officeDocument/2006/relationships/slideLayout" Target="../slideLayouts/slideLayout1.xml"/></Relationships>
</file>

<file path=ppt/slides/_rels/slide19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5.xml"/><Relationship Id="rId1" Type="http://schemas.openxmlformats.org/officeDocument/2006/relationships/slideLayout" Target="../slideLayouts/slideLayout1.xml"/></Relationships>
</file>

<file path=ppt/slides/_rels/slide19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6.xml"/><Relationship Id="rId1" Type="http://schemas.openxmlformats.org/officeDocument/2006/relationships/slideLayout" Target="../slideLayouts/slideLayout1.xml"/></Relationships>
</file>

<file path=ppt/slides/_rels/slide19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7.xml"/><Relationship Id="rId1" Type="http://schemas.openxmlformats.org/officeDocument/2006/relationships/slideLayout" Target="../slideLayouts/slideLayout1.xml"/></Relationships>
</file>

<file path=ppt/slides/_rels/slide19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8.xml"/><Relationship Id="rId1" Type="http://schemas.openxmlformats.org/officeDocument/2006/relationships/slideLayout" Target="../slideLayouts/slideLayout1.xml"/></Relationships>
</file>

<file path=ppt/slides/_rels/slide19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19.xml"/><Relationship Id="rId1" Type="http://schemas.openxmlformats.org/officeDocument/2006/relationships/slideLayout" Target="../slideLayouts/slideLayout1.xml"/></Relationships>
</file>

<file path=ppt/slides/_rels/slide19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0.xml"/><Relationship Id="rId1" Type="http://schemas.openxmlformats.org/officeDocument/2006/relationships/slideLayout" Target="../slideLayouts/slideLayout1.xml"/></Relationships>
</file>

<file path=ppt/slides/_rels/slide19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1.xml"/><Relationship Id="rId1" Type="http://schemas.openxmlformats.org/officeDocument/2006/relationships/slideLayout" Target="../slideLayouts/slideLayout1.xml"/></Relationships>
</file>

<file path=ppt/slides/_rels/slide19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2.xml"/><Relationship Id="rId1" Type="http://schemas.openxmlformats.org/officeDocument/2006/relationships/slideLayout" Target="../slideLayouts/slideLayout1.xml"/></Relationships>
</file>

<file path=ppt/slides/_rels/slide19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3.xml"/><Relationship Id="rId1" Type="http://schemas.openxmlformats.org/officeDocument/2006/relationships/slideLayout" Target="../slideLayouts/slideLayout1.xml"/></Relationships>
</file>

<file path=ppt/slides/_rels/slide19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4.xml"/><Relationship Id="rId1" Type="http://schemas.openxmlformats.org/officeDocument/2006/relationships/slideLayout" Target="../slideLayouts/slideLayout1.xml"/></Relationships>
</file>

<file path=ppt/slides/_rels/slide19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5.xml"/><Relationship Id="rId1" Type="http://schemas.openxmlformats.org/officeDocument/2006/relationships/slideLayout" Target="../slideLayouts/slideLayout1.xml"/></Relationships>
</file>

<file path=ppt/slides/_rels/slide19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6.xml"/><Relationship Id="rId1" Type="http://schemas.openxmlformats.org/officeDocument/2006/relationships/slideLayout" Target="../slideLayouts/slideLayout1.xml"/></Relationships>
</file>

<file path=ppt/slides/_rels/slide19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7.xml"/><Relationship Id="rId1" Type="http://schemas.openxmlformats.org/officeDocument/2006/relationships/slideLayout" Target="../slideLayouts/slideLayout1.xml"/></Relationships>
</file>

<file path=ppt/slides/_rels/slide19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8.xml"/><Relationship Id="rId1" Type="http://schemas.openxmlformats.org/officeDocument/2006/relationships/slideLayout" Target="../slideLayouts/slideLayout1.xml"/></Relationships>
</file>

<file path=ppt/slides/_rels/slide19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29.xml"/><Relationship Id="rId1" Type="http://schemas.openxmlformats.org/officeDocument/2006/relationships/slideLayout" Target="../slideLayouts/slideLayout1.xml"/></Relationships>
</file>

<file path=ppt/slides/_rels/slide19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0.xml"/><Relationship Id="rId1" Type="http://schemas.openxmlformats.org/officeDocument/2006/relationships/slideLayout" Target="../slideLayouts/slideLayout1.xml"/></Relationships>
</file>

<file path=ppt/slides/_rels/slide19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1.xml"/><Relationship Id="rId1" Type="http://schemas.openxmlformats.org/officeDocument/2006/relationships/slideLayout" Target="../slideLayouts/slideLayout1.xml"/></Relationships>
</file>

<file path=ppt/slides/_rels/slide19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2.xml"/><Relationship Id="rId1" Type="http://schemas.openxmlformats.org/officeDocument/2006/relationships/slideLayout" Target="../slideLayouts/slideLayout1.xml"/></Relationships>
</file>

<file path=ppt/slides/_rels/slide19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3.xml"/><Relationship Id="rId1" Type="http://schemas.openxmlformats.org/officeDocument/2006/relationships/slideLayout" Target="../slideLayouts/slideLayout1.xml"/></Relationships>
</file>

<file path=ppt/slides/_rels/slide19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4.xml"/><Relationship Id="rId1" Type="http://schemas.openxmlformats.org/officeDocument/2006/relationships/slideLayout" Target="../slideLayouts/slideLayout1.xml"/></Relationships>
</file>

<file path=ppt/slides/_rels/slide19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5.xml"/><Relationship Id="rId1" Type="http://schemas.openxmlformats.org/officeDocument/2006/relationships/slideLayout" Target="../slideLayouts/slideLayout1.xml"/></Relationships>
</file>

<file path=ppt/slides/_rels/slide19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6.xml"/><Relationship Id="rId1" Type="http://schemas.openxmlformats.org/officeDocument/2006/relationships/slideLayout" Target="../slideLayouts/slideLayout1.xml"/></Relationships>
</file>

<file path=ppt/slides/_rels/slide19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7.xml"/><Relationship Id="rId1" Type="http://schemas.openxmlformats.org/officeDocument/2006/relationships/slideLayout" Target="../slideLayouts/slideLayout1.xml"/></Relationships>
</file>

<file path=ppt/slides/_rels/slide19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8.xml"/><Relationship Id="rId1" Type="http://schemas.openxmlformats.org/officeDocument/2006/relationships/slideLayout" Target="../slideLayouts/slideLayout1.xml"/></Relationships>
</file>

<file path=ppt/slides/_rels/slide20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39.xml"/><Relationship Id="rId1" Type="http://schemas.openxmlformats.org/officeDocument/2006/relationships/slideLayout" Target="../slideLayouts/slideLayout1.xml"/></Relationships>
</file>

<file path=ppt/slides/_rels/slide20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0.xml"/><Relationship Id="rId1" Type="http://schemas.openxmlformats.org/officeDocument/2006/relationships/slideLayout" Target="../slideLayouts/slideLayout1.xml"/></Relationships>
</file>

<file path=ppt/slides/_rels/slide20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1.xml"/><Relationship Id="rId1" Type="http://schemas.openxmlformats.org/officeDocument/2006/relationships/slideLayout" Target="../slideLayouts/slideLayout1.xml"/></Relationships>
</file>

<file path=ppt/slides/_rels/slide20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2.xml"/><Relationship Id="rId1" Type="http://schemas.openxmlformats.org/officeDocument/2006/relationships/slideLayout" Target="../slideLayouts/slideLayout1.xml"/></Relationships>
</file>

<file path=ppt/slides/_rels/slide20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3.xml"/><Relationship Id="rId1" Type="http://schemas.openxmlformats.org/officeDocument/2006/relationships/slideLayout" Target="../slideLayouts/slideLayout1.xml"/></Relationships>
</file>

<file path=ppt/slides/_rels/slide20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4.xml"/><Relationship Id="rId1" Type="http://schemas.openxmlformats.org/officeDocument/2006/relationships/slideLayout" Target="../slideLayouts/slideLayout1.xml"/></Relationships>
</file>

<file path=ppt/slides/_rels/slide20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5.xml"/><Relationship Id="rId1" Type="http://schemas.openxmlformats.org/officeDocument/2006/relationships/slideLayout" Target="../slideLayouts/slideLayout1.xml"/></Relationships>
</file>

<file path=ppt/slides/_rels/slide20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6.xml"/><Relationship Id="rId1" Type="http://schemas.openxmlformats.org/officeDocument/2006/relationships/slideLayout" Target="../slideLayouts/slideLayout1.xml"/></Relationships>
</file>

<file path=ppt/slides/_rels/slide20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7.xml"/><Relationship Id="rId1" Type="http://schemas.openxmlformats.org/officeDocument/2006/relationships/slideLayout" Target="../slideLayouts/slideLayout1.xml"/></Relationships>
</file>

<file path=ppt/slides/_rels/slide20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8.xml"/><Relationship Id="rId1" Type="http://schemas.openxmlformats.org/officeDocument/2006/relationships/slideLayout" Target="../slideLayouts/slideLayout1.xml"/></Relationships>
</file>

<file path=ppt/slides/_rels/slide20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49.xml"/><Relationship Id="rId1" Type="http://schemas.openxmlformats.org/officeDocument/2006/relationships/slideLayout" Target="../slideLayouts/slideLayout1.xml"/></Relationships>
</file>

<file path=ppt/slides/_rels/slide20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0.xml"/><Relationship Id="rId1" Type="http://schemas.openxmlformats.org/officeDocument/2006/relationships/slideLayout" Target="../slideLayouts/slideLayout1.xml"/></Relationships>
</file>

<file path=ppt/slides/_rels/slide20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1.xml"/><Relationship Id="rId1" Type="http://schemas.openxmlformats.org/officeDocument/2006/relationships/slideLayout" Target="../slideLayouts/slideLayout1.xml"/></Relationships>
</file>

<file path=ppt/slides/_rels/slide20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2.xml"/><Relationship Id="rId1" Type="http://schemas.openxmlformats.org/officeDocument/2006/relationships/slideLayout" Target="../slideLayouts/slideLayout1.xml"/></Relationships>
</file>

<file path=ppt/slides/_rels/slide20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3.xml"/><Relationship Id="rId1" Type="http://schemas.openxmlformats.org/officeDocument/2006/relationships/slideLayout" Target="../slideLayouts/slideLayout1.xml"/></Relationships>
</file>

<file path=ppt/slides/_rels/slide20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4.xml"/><Relationship Id="rId1" Type="http://schemas.openxmlformats.org/officeDocument/2006/relationships/slideLayout" Target="../slideLayouts/slideLayout1.xml"/></Relationships>
</file>

<file path=ppt/slides/_rels/slide20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5.xml"/><Relationship Id="rId1" Type="http://schemas.openxmlformats.org/officeDocument/2006/relationships/slideLayout" Target="../slideLayouts/slideLayout1.xml"/></Relationships>
</file>

<file path=ppt/slides/_rels/slide20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6.xml"/><Relationship Id="rId1" Type="http://schemas.openxmlformats.org/officeDocument/2006/relationships/slideLayout" Target="../slideLayouts/slideLayout1.xml"/></Relationships>
</file>

<file path=ppt/slides/_rels/slide20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7.xml"/><Relationship Id="rId1" Type="http://schemas.openxmlformats.org/officeDocument/2006/relationships/slideLayout" Target="../slideLayouts/slideLayout1.xml"/></Relationships>
</file>

<file path=ppt/slides/_rels/slide20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8.xml"/><Relationship Id="rId1" Type="http://schemas.openxmlformats.org/officeDocument/2006/relationships/slideLayout" Target="../slideLayouts/slideLayout1.xml"/></Relationships>
</file>

<file path=ppt/slides/_rels/slide20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59.xml"/><Relationship Id="rId1" Type="http://schemas.openxmlformats.org/officeDocument/2006/relationships/slideLayout" Target="../slideLayouts/slideLayout1.xml"/></Relationships>
</file>

<file path=ppt/slides/_rels/slide20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0.xml"/><Relationship Id="rId1" Type="http://schemas.openxmlformats.org/officeDocument/2006/relationships/slideLayout" Target="../slideLayouts/slideLayout1.xml"/></Relationships>
</file>

<file path=ppt/slides/_rels/slide20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1.xml"/><Relationship Id="rId1" Type="http://schemas.openxmlformats.org/officeDocument/2006/relationships/slideLayout" Target="../slideLayouts/slideLayout1.xml"/></Relationships>
</file>

<file path=ppt/slides/_rels/slide20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2.xml"/><Relationship Id="rId1" Type="http://schemas.openxmlformats.org/officeDocument/2006/relationships/slideLayout" Target="../slideLayouts/slideLayout1.xml"/></Relationships>
</file>

<file path=ppt/slides/_rels/slide20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3.xml"/><Relationship Id="rId1" Type="http://schemas.openxmlformats.org/officeDocument/2006/relationships/slideLayout" Target="../slideLayouts/slideLayout1.xml"/></Relationships>
</file>

<file path=ppt/slides/_rels/slide20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4.xml"/><Relationship Id="rId1" Type="http://schemas.openxmlformats.org/officeDocument/2006/relationships/slideLayout" Target="../slideLayouts/slideLayout1.xml"/></Relationships>
</file>

<file path=ppt/slides/_rels/slide20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5.xml"/><Relationship Id="rId1" Type="http://schemas.openxmlformats.org/officeDocument/2006/relationships/slideLayout" Target="../slideLayouts/slideLayout1.xml"/></Relationships>
</file>

<file path=ppt/slides/_rels/slide20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6.xml"/><Relationship Id="rId1" Type="http://schemas.openxmlformats.org/officeDocument/2006/relationships/slideLayout" Target="../slideLayouts/slideLayout1.xml"/></Relationships>
</file>

<file path=ppt/slides/_rels/slide20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7.xml"/><Relationship Id="rId1" Type="http://schemas.openxmlformats.org/officeDocument/2006/relationships/slideLayout" Target="../slideLayouts/slideLayout1.xml"/></Relationships>
</file>

<file path=ppt/slides/_rels/slide20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8.xml"/><Relationship Id="rId1" Type="http://schemas.openxmlformats.org/officeDocument/2006/relationships/slideLayout" Target="../slideLayouts/slideLayout1.xml"/></Relationships>
</file>

<file path=ppt/slides/_rels/slide20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69.xml"/><Relationship Id="rId1" Type="http://schemas.openxmlformats.org/officeDocument/2006/relationships/slideLayout" Target="../slideLayouts/slideLayout1.xml"/></Relationships>
</file>

<file path=ppt/slides/_rels/slide20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0.xml"/><Relationship Id="rId1" Type="http://schemas.openxmlformats.org/officeDocument/2006/relationships/slideLayout" Target="../slideLayouts/slideLayout1.xml"/></Relationships>
</file>

<file path=ppt/slides/_rels/slide20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1.xml"/><Relationship Id="rId1" Type="http://schemas.openxmlformats.org/officeDocument/2006/relationships/slideLayout" Target="../slideLayouts/slideLayout1.xml"/></Relationships>
</file>

<file path=ppt/slides/_rels/slide20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2.xml"/><Relationship Id="rId1" Type="http://schemas.openxmlformats.org/officeDocument/2006/relationships/slideLayout" Target="../slideLayouts/slideLayout1.xml"/></Relationships>
</file>

<file path=ppt/slides/_rels/slide20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3.xml"/><Relationship Id="rId1" Type="http://schemas.openxmlformats.org/officeDocument/2006/relationships/slideLayout" Target="../slideLayouts/slideLayout1.xml"/></Relationships>
</file>

<file path=ppt/slides/_rels/slide20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4.xml"/><Relationship Id="rId1" Type="http://schemas.openxmlformats.org/officeDocument/2006/relationships/slideLayout" Target="../slideLayouts/slideLayout1.xml"/></Relationships>
</file>

<file path=ppt/slides/_rels/slide20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5.xml"/><Relationship Id="rId1" Type="http://schemas.openxmlformats.org/officeDocument/2006/relationships/slideLayout" Target="../slideLayouts/slideLayout1.xml"/></Relationships>
</file>

<file path=ppt/slides/_rels/slide20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6.xml"/><Relationship Id="rId1" Type="http://schemas.openxmlformats.org/officeDocument/2006/relationships/slideLayout" Target="../slideLayouts/slideLayout1.xml"/></Relationships>
</file>

<file path=ppt/slides/_rels/slide20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7.xml"/><Relationship Id="rId1" Type="http://schemas.openxmlformats.org/officeDocument/2006/relationships/slideLayout" Target="../slideLayouts/slideLayout1.xml"/></Relationships>
</file>

<file path=ppt/slides/_rels/slide20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8.xml"/><Relationship Id="rId1" Type="http://schemas.openxmlformats.org/officeDocument/2006/relationships/slideLayout" Target="../slideLayouts/slideLayout1.xml"/></Relationships>
</file>

<file path=ppt/slides/_rels/slide20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79.xml"/><Relationship Id="rId1" Type="http://schemas.openxmlformats.org/officeDocument/2006/relationships/slideLayout" Target="../slideLayouts/slideLayout1.xml"/></Relationships>
</file>

<file path=ppt/slides/_rels/slide20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0.xml"/><Relationship Id="rId1" Type="http://schemas.openxmlformats.org/officeDocument/2006/relationships/slideLayout" Target="../slideLayouts/slideLayout1.xml"/></Relationships>
</file>

<file path=ppt/slides/_rels/slide20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1.xml"/><Relationship Id="rId1" Type="http://schemas.openxmlformats.org/officeDocument/2006/relationships/slideLayout" Target="../slideLayouts/slideLayout1.xml"/></Relationships>
</file>

<file path=ppt/slides/_rels/slide20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2.xml"/><Relationship Id="rId1" Type="http://schemas.openxmlformats.org/officeDocument/2006/relationships/slideLayout" Target="../slideLayouts/slideLayout1.xml"/></Relationships>
</file>

<file path=ppt/slides/_rels/slide20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3.xml"/><Relationship Id="rId1" Type="http://schemas.openxmlformats.org/officeDocument/2006/relationships/slideLayout" Target="../slideLayouts/slideLayout1.xml"/></Relationships>
</file>

<file path=ppt/slides/_rels/slide20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4.xml"/><Relationship Id="rId1" Type="http://schemas.openxmlformats.org/officeDocument/2006/relationships/slideLayout" Target="../slideLayouts/slideLayout1.xml"/></Relationships>
</file>

<file path=ppt/slides/_rels/slide20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5.xml"/><Relationship Id="rId1" Type="http://schemas.openxmlformats.org/officeDocument/2006/relationships/slideLayout" Target="../slideLayouts/slideLayout1.xml"/></Relationships>
</file>

<file path=ppt/slides/_rels/slide20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6.xml"/><Relationship Id="rId1" Type="http://schemas.openxmlformats.org/officeDocument/2006/relationships/slideLayout" Target="../slideLayouts/slideLayout1.xml"/></Relationships>
</file>

<file path=ppt/slides/_rels/slide20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7.xml"/><Relationship Id="rId1" Type="http://schemas.openxmlformats.org/officeDocument/2006/relationships/slideLayout" Target="../slideLayouts/slideLayout1.xml"/></Relationships>
</file>

<file path=ppt/slides/_rels/slide20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8.xml"/><Relationship Id="rId1" Type="http://schemas.openxmlformats.org/officeDocument/2006/relationships/slideLayout" Target="../slideLayouts/slideLayout1.xml"/></Relationships>
</file>

<file path=ppt/slides/_rels/slide20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89.xml"/><Relationship Id="rId1" Type="http://schemas.openxmlformats.org/officeDocument/2006/relationships/slideLayout" Target="../slideLayouts/slideLayout1.xml"/></Relationships>
</file>

<file path=ppt/slides/_rels/slide20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0.xml"/><Relationship Id="rId1" Type="http://schemas.openxmlformats.org/officeDocument/2006/relationships/slideLayout" Target="../slideLayouts/slideLayout1.xml"/></Relationships>
</file>

<file path=ppt/slides/_rels/slide20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1.xml"/><Relationship Id="rId1" Type="http://schemas.openxmlformats.org/officeDocument/2006/relationships/slideLayout" Target="../slideLayouts/slideLayout1.xml"/></Relationships>
</file>

<file path=ppt/slides/_rels/slide20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2.xml"/><Relationship Id="rId1" Type="http://schemas.openxmlformats.org/officeDocument/2006/relationships/slideLayout" Target="../slideLayouts/slideLayout1.xml"/></Relationships>
</file>

<file path=ppt/slides/_rels/slide20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3.xml"/><Relationship Id="rId1" Type="http://schemas.openxmlformats.org/officeDocument/2006/relationships/slideLayout" Target="../slideLayouts/slideLayout1.xml"/></Relationships>
</file>

<file path=ppt/slides/_rels/slide20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4.xml"/><Relationship Id="rId1" Type="http://schemas.openxmlformats.org/officeDocument/2006/relationships/slideLayout" Target="../slideLayouts/slideLayout1.xml"/></Relationships>
</file>

<file path=ppt/slides/_rels/slide20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5.xml"/><Relationship Id="rId1" Type="http://schemas.openxmlformats.org/officeDocument/2006/relationships/slideLayout" Target="../slideLayouts/slideLayout1.xml"/></Relationships>
</file>

<file path=ppt/slides/_rels/slide20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6.xml"/><Relationship Id="rId1" Type="http://schemas.openxmlformats.org/officeDocument/2006/relationships/slideLayout" Target="../slideLayouts/slideLayout1.xml"/></Relationships>
</file>

<file path=ppt/slides/_rels/slide20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7.xml"/><Relationship Id="rId1" Type="http://schemas.openxmlformats.org/officeDocument/2006/relationships/slideLayout" Target="../slideLayouts/slideLayout1.xml"/></Relationships>
</file>

<file path=ppt/slides/_rels/slide20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8.xml"/><Relationship Id="rId1" Type="http://schemas.openxmlformats.org/officeDocument/2006/relationships/slideLayout" Target="../slideLayouts/slideLayout1.xml"/></Relationships>
</file>

<file path=ppt/slides/_rels/slide20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999.xml"/><Relationship Id="rId1" Type="http://schemas.openxmlformats.org/officeDocument/2006/relationships/slideLayout" Target="../slideLayouts/slideLayout1.xml"/></Relationships>
</file>

<file path=ppt/slides/_rels/slide20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0.xml"/><Relationship Id="rId1" Type="http://schemas.openxmlformats.org/officeDocument/2006/relationships/slideLayout" Target="../slideLayouts/slideLayout1.xml"/></Relationships>
</file>

<file path=ppt/slides/_rels/slide20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1.xml"/><Relationship Id="rId1" Type="http://schemas.openxmlformats.org/officeDocument/2006/relationships/slideLayout" Target="../slideLayouts/slideLayout1.xml"/></Relationships>
</file>

<file path=ppt/slides/_rels/slide20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2.xml"/><Relationship Id="rId1" Type="http://schemas.openxmlformats.org/officeDocument/2006/relationships/slideLayout" Target="../slideLayouts/slideLayout1.xml"/></Relationships>
</file>

<file path=ppt/slides/_rels/slide20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3.xml"/><Relationship Id="rId1" Type="http://schemas.openxmlformats.org/officeDocument/2006/relationships/slideLayout" Target="../slideLayouts/slideLayout1.xml"/></Relationships>
</file>

<file path=ppt/slides/_rels/slide20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4.xml"/><Relationship Id="rId1" Type="http://schemas.openxmlformats.org/officeDocument/2006/relationships/slideLayout" Target="../slideLayouts/slideLayout1.xml"/></Relationships>
</file>

<file path=ppt/slides/_rels/slide20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5.xml"/><Relationship Id="rId1" Type="http://schemas.openxmlformats.org/officeDocument/2006/relationships/slideLayout" Target="../slideLayouts/slideLayout1.xml"/></Relationships>
</file>

<file path=ppt/slides/_rels/slide20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6.xml"/><Relationship Id="rId1" Type="http://schemas.openxmlformats.org/officeDocument/2006/relationships/slideLayout" Target="../slideLayouts/slideLayout1.xml"/></Relationships>
</file>

<file path=ppt/slides/_rels/slide20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7.xml"/><Relationship Id="rId1" Type="http://schemas.openxmlformats.org/officeDocument/2006/relationships/slideLayout" Target="../slideLayouts/slideLayout1.xml"/></Relationships>
</file>

<file path=ppt/slides/_rels/slide20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8.xml"/><Relationship Id="rId1" Type="http://schemas.openxmlformats.org/officeDocument/2006/relationships/slideLayout" Target="../slideLayouts/slideLayout1.xml"/></Relationships>
</file>

<file path=ppt/slides/_rels/slide20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09.xml"/><Relationship Id="rId1" Type="http://schemas.openxmlformats.org/officeDocument/2006/relationships/slideLayout" Target="../slideLayouts/slideLayout1.xml"/></Relationships>
</file>

<file path=ppt/slides/_rels/slide20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0.xml"/><Relationship Id="rId1" Type="http://schemas.openxmlformats.org/officeDocument/2006/relationships/slideLayout" Target="../slideLayouts/slideLayout1.xml"/></Relationships>
</file>

<file path=ppt/slides/_rels/slide20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1.xml"/><Relationship Id="rId1" Type="http://schemas.openxmlformats.org/officeDocument/2006/relationships/slideLayout" Target="../slideLayouts/slideLayout1.xml"/></Relationships>
</file>

<file path=ppt/slides/_rels/slide20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2.xml"/><Relationship Id="rId1" Type="http://schemas.openxmlformats.org/officeDocument/2006/relationships/slideLayout" Target="../slideLayouts/slideLayout1.xml"/></Relationships>
</file>

<file path=ppt/slides/_rels/slide20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3.xml"/><Relationship Id="rId1" Type="http://schemas.openxmlformats.org/officeDocument/2006/relationships/slideLayout" Target="../slideLayouts/slideLayout1.xml"/></Relationships>
</file>

<file path=ppt/slides/_rels/slide20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4.xml"/><Relationship Id="rId1" Type="http://schemas.openxmlformats.org/officeDocument/2006/relationships/slideLayout" Target="../slideLayouts/slideLayout1.xml"/></Relationships>
</file>

<file path=ppt/slides/_rels/slide20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5.xml"/><Relationship Id="rId1" Type="http://schemas.openxmlformats.org/officeDocument/2006/relationships/slideLayout" Target="../slideLayouts/slideLayout1.xml"/></Relationships>
</file>

<file path=ppt/slides/_rels/slide20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6.xml"/><Relationship Id="rId1" Type="http://schemas.openxmlformats.org/officeDocument/2006/relationships/slideLayout" Target="../slideLayouts/slideLayout1.xml"/></Relationships>
</file>

<file path=ppt/slides/_rels/slide20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7.xml"/><Relationship Id="rId1" Type="http://schemas.openxmlformats.org/officeDocument/2006/relationships/slideLayout" Target="../slideLayouts/slideLayout1.xml"/></Relationships>
</file>

<file path=ppt/slides/_rels/slide20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8.xml"/><Relationship Id="rId1" Type="http://schemas.openxmlformats.org/officeDocument/2006/relationships/slideLayout" Target="../slideLayouts/slideLayout1.xml"/></Relationships>
</file>

<file path=ppt/slides/_rels/slide20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19.xml"/><Relationship Id="rId1" Type="http://schemas.openxmlformats.org/officeDocument/2006/relationships/slideLayout" Target="../slideLayouts/slideLayout1.xml"/></Relationships>
</file>

<file path=ppt/slides/_rels/slide20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0.xml"/><Relationship Id="rId1" Type="http://schemas.openxmlformats.org/officeDocument/2006/relationships/slideLayout" Target="../slideLayouts/slideLayout1.xml"/></Relationships>
</file>

<file path=ppt/slides/_rels/slide20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1.xml"/><Relationship Id="rId1" Type="http://schemas.openxmlformats.org/officeDocument/2006/relationships/slideLayout" Target="../slideLayouts/slideLayout1.xml"/></Relationships>
</file>

<file path=ppt/slides/_rels/slide20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2.xml"/><Relationship Id="rId1" Type="http://schemas.openxmlformats.org/officeDocument/2006/relationships/slideLayout" Target="../slideLayouts/slideLayout1.xml"/></Relationships>
</file>

<file path=ppt/slides/_rels/slide20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3.xml"/><Relationship Id="rId1" Type="http://schemas.openxmlformats.org/officeDocument/2006/relationships/slideLayout" Target="../slideLayouts/slideLayout1.xml"/></Relationships>
</file>

<file path=ppt/slides/_rels/slide20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4.xml"/><Relationship Id="rId1" Type="http://schemas.openxmlformats.org/officeDocument/2006/relationships/slideLayout" Target="../slideLayouts/slideLayout1.xml"/></Relationships>
</file>

<file path=ppt/slides/_rels/slide20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5.xml"/><Relationship Id="rId1" Type="http://schemas.openxmlformats.org/officeDocument/2006/relationships/slideLayout" Target="../slideLayouts/slideLayout1.xml"/></Relationships>
</file>

<file path=ppt/slides/_rels/slide20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6.xml"/><Relationship Id="rId1" Type="http://schemas.openxmlformats.org/officeDocument/2006/relationships/slideLayout" Target="../slideLayouts/slideLayout1.xml"/></Relationships>
</file>

<file path=ppt/slides/_rels/slide21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7.xml"/><Relationship Id="rId1" Type="http://schemas.openxmlformats.org/officeDocument/2006/relationships/slideLayout" Target="../slideLayouts/slideLayout1.xml"/></Relationships>
</file>

<file path=ppt/slides/_rels/slide21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8.xml"/><Relationship Id="rId1" Type="http://schemas.openxmlformats.org/officeDocument/2006/relationships/slideLayout" Target="../slideLayouts/slideLayout1.xml"/></Relationships>
</file>

<file path=ppt/slides/_rels/slide21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29.xml"/><Relationship Id="rId1" Type="http://schemas.openxmlformats.org/officeDocument/2006/relationships/slideLayout" Target="../slideLayouts/slideLayout1.xml"/></Relationships>
</file>

<file path=ppt/slides/_rels/slide21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0.xml"/><Relationship Id="rId1" Type="http://schemas.openxmlformats.org/officeDocument/2006/relationships/slideLayout" Target="../slideLayouts/slideLayout1.xml"/></Relationships>
</file>

<file path=ppt/slides/_rels/slide21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1.xml"/><Relationship Id="rId1" Type="http://schemas.openxmlformats.org/officeDocument/2006/relationships/slideLayout" Target="../slideLayouts/slideLayout1.xml"/></Relationships>
</file>

<file path=ppt/slides/_rels/slide21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2.xml"/><Relationship Id="rId1" Type="http://schemas.openxmlformats.org/officeDocument/2006/relationships/slideLayout" Target="../slideLayouts/slideLayout1.xml"/></Relationships>
</file>

<file path=ppt/slides/_rels/slide21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3.xml"/><Relationship Id="rId1" Type="http://schemas.openxmlformats.org/officeDocument/2006/relationships/slideLayout" Target="../slideLayouts/slideLayout1.xml"/></Relationships>
</file>

<file path=ppt/slides/_rels/slide21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4.xml"/><Relationship Id="rId1" Type="http://schemas.openxmlformats.org/officeDocument/2006/relationships/slideLayout" Target="../slideLayouts/slideLayout1.xml"/></Relationships>
</file>

<file path=ppt/slides/_rels/slide21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5.xml"/><Relationship Id="rId1" Type="http://schemas.openxmlformats.org/officeDocument/2006/relationships/slideLayout" Target="../slideLayouts/slideLayout1.xml"/></Relationships>
</file>

<file path=ppt/slides/_rels/slide2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6.xml"/><Relationship Id="rId1" Type="http://schemas.openxmlformats.org/officeDocument/2006/relationships/slideLayout" Target="../slideLayouts/slideLayout1.xml"/></Relationships>
</file>

<file path=ppt/slides/_rels/slide21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7.xml"/><Relationship Id="rId1" Type="http://schemas.openxmlformats.org/officeDocument/2006/relationships/slideLayout" Target="../slideLayouts/slideLayout1.xml"/></Relationships>
</file>

<file path=ppt/slides/_rels/slide21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8.xml"/><Relationship Id="rId1" Type="http://schemas.openxmlformats.org/officeDocument/2006/relationships/slideLayout" Target="../slideLayouts/slideLayout1.xml"/></Relationships>
</file>

<file path=ppt/slides/_rels/slide21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39.xml"/><Relationship Id="rId1" Type="http://schemas.openxmlformats.org/officeDocument/2006/relationships/slideLayout" Target="../slideLayouts/slideLayout1.xml"/></Relationships>
</file>

<file path=ppt/slides/_rels/slide21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0.xml"/><Relationship Id="rId1" Type="http://schemas.openxmlformats.org/officeDocument/2006/relationships/slideLayout" Target="../slideLayouts/slideLayout1.xml"/></Relationships>
</file>

<file path=ppt/slides/_rels/slide21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1.xml"/><Relationship Id="rId1" Type="http://schemas.openxmlformats.org/officeDocument/2006/relationships/slideLayout" Target="../slideLayouts/slideLayout1.xml"/></Relationships>
</file>

<file path=ppt/slides/_rels/slide21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2.xml"/><Relationship Id="rId1" Type="http://schemas.openxmlformats.org/officeDocument/2006/relationships/slideLayout" Target="../slideLayouts/slideLayout1.xml"/></Relationships>
</file>

<file path=ppt/slides/_rels/slide21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3.xml"/><Relationship Id="rId1" Type="http://schemas.openxmlformats.org/officeDocument/2006/relationships/slideLayout" Target="../slideLayouts/slideLayout1.xml"/></Relationships>
</file>

<file path=ppt/slides/_rels/slide21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4.xml"/><Relationship Id="rId1" Type="http://schemas.openxmlformats.org/officeDocument/2006/relationships/slideLayout" Target="../slideLayouts/slideLayout1.xml"/></Relationships>
</file>

<file path=ppt/slides/_rels/slide21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5.xml"/><Relationship Id="rId1" Type="http://schemas.openxmlformats.org/officeDocument/2006/relationships/slideLayout" Target="../slideLayouts/slideLayout1.xml"/></Relationships>
</file>

<file path=ppt/slides/_rels/slide21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6.xml"/><Relationship Id="rId1" Type="http://schemas.openxmlformats.org/officeDocument/2006/relationships/slideLayout" Target="../slideLayouts/slideLayout1.xml"/></Relationships>
</file>

<file path=ppt/slides/_rels/slide21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7.xml"/><Relationship Id="rId1" Type="http://schemas.openxmlformats.org/officeDocument/2006/relationships/slideLayout" Target="../slideLayouts/slideLayout1.xml"/></Relationships>
</file>

<file path=ppt/slides/_rels/slide21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8.xml"/><Relationship Id="rId1" Type="http://schemas.openxmlformats.org/officeDocument/2006/relationships/slideLayout" Target="../slideLayouts/slideLayout1.xml"/></Relationships>
</file>

<file path=ppt/slides/_rels/slide21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49.xml"/><Relationship Id="rId1" Type="http://schemas.openxmlformats.org/officeDocument/2006/relationships/slideLayout" Target="../slideLayouts/slideLayout1.xml"/></Relationships>
</file>

<file path=ppt/slides/_rels/slide2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0.xml"/><Relationship Id="rId1" Type="http://schemas.openxmlformats.org/officeDocument/2006/relationships/slideLayout" Target="../slideLayouts/slideLayout1.xml"/></Relationships>
</file>

<file path=ppt/slides/_rels/slide21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1.xml"/><Relationship Id="rId1" Type="http://schemas.openxmlformats.org/officeDocument/2006/relationships/slideLayout" Target="../slideLayouts/slideLayout1.xml"/></Relationships>
</file>

<file path=ppt/slides/_rels/slide21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2.xml"/><Relationship Id="rId1" Type="http://schemas.openxmlformats.org/officeDocument/2006/relationships/slideLayout" Target="../slideLayouts/slideLayout1.xml"/></Relationships>
</file>

<file path=ppt/slides/_rels/slide21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3.xml"/><Relationship Id="rId1" Type="http://schemas.openxmlformats.org/officeDocument/2006/relationships/slideLayout" Target="../slideLayouts/slideLayout1.xml"/></Relationships>
</file>

<file path=ppt/slides/_rels/slide21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4.xml"/><Relationship Id="rId1" Type="http://schemas.openxmlformats.org/officeDocument/2006/relationships/slideLayout" Target="../slideLayouts/slideLayout1.xml"/></Relationships>
</file>

<file path=ppt/slides/_rels/slide21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5.xml"/><Relationship Id="rId1" Type="http://schemas.openxmlformats.org/officeDocument/2006/relationships/slideLayout" Target="../slideLayouts/slideLayout1.xml"/></Relationships>
</file>

<file path=ppt/slides/_rels/slide21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6.xml"/><Relationship Id="rId1" Type="http://schemas.openxmlformats.org/officeDocument/2006/relationships/slideLayout" Target="../slideLayouts/slideLayout1.xml"/></Relationships>
</file>

<file path=ppt/slides/_rels/slide21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7.xml"/><Relationship Id="rId1" Type="http://schemas.openxmlformats.org/officeDocument/2006/relationships/slideLayout" Target="../slideLayouts/slideLayout1.xml"/></Relationships>
</file>

<file path=ppt/slides/_rels/slide21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8.xml"/><Relationship Id="rId1" Type="http://schemas.openxmlformats.org/officeDocument/2006/relationships/slideLayout" Target="../slideLayouts/slideLayout1.xml"/></Relationships>
</file>

<file path=ppt/slides/_rels/slide21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59.xml"/><Relationship Id="rId1" Type="http://schemas.openxmlformats.org/officeDocument/2006/relationships/slideLayout" Target="../slideLayouts/slideLayout1.xml"/></Relationships>
</file>

<file path=ppt/slides/_rels/slide21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0.xml"/><Relationship Id="rId1" Type="http://schemas.openxmlformats.org/officeDocument/2006/relationships/slideLayout" Target="../slideLayouts/slideLayout1.xml"/></Relationships>
</file>

<file path=ppt/slides/_rels/slide21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1.xml"/><Relationship Id="rId1" Type="http://schemas.openxmlformats.org/officeDocument/2006/relationships/slideLayout" Target="../slideLayouts/slideLayout1.xml"/></Relationships>
</file>

<file path=ppt/slides/_rels/slide21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2.xml"/><Relationship Id="rId1" Type="http://schemas.openxmlformats.org/officeDocument/2006/relationships/slideLayout" Target="../slideLayouts/slideLayout1.xml"/></Relationships>
</file>

<file path=ppt/slides/_rels/slide21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3.xml"/><Relationship Id="rId1" Type="http://schemas.openxmlformats.org/officeDocument/2006/relationships/slideLayout" Target="../slideLayouts/slideLayout1.xml"/></Relationships>
</file>

<file path=ppt/slides/_rels/slide2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4.xml"/><Relationship Id="rId1" Type="http://schemas.openxmlformats.org/officeDocument/2006/relationships/slideLayout" Target="../slideLayouts/slideLayout1.xml"/></Relationships>
</file>

<file path=ppt/slides/_rels/slide21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5.xml"/><Relationship Id="rId1" Type="http://schemas.openxmlformats.org/officeDocument/2006/relationships/slideLayout" Target="../slideLayouts/slideLayout1.xml"/></Relationships>
</file>

<file path=ppt/slides/_rels/slide21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6.xml"/><Relationship Id="rId1" Type="http://schemas.openxmlformats.org/officeDocument/2006/relationships/slideLayout" Target="../slideLayouts/slideLayout1.xml"/></Relationships>
</file>

<file path=ppt/slides/_rels/slide21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7.xml"/><Relationship Id="rId1" Type="http://schemas.openxmlformats.org/officeDocument/2006/relationships/slideLayout" Target="../slideLayouts/slideLayout1.xml"/></Relationships>
</file>

<file path=ppt/slides/_rels/slide21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8.xml"/><Relationship Id="rId1" Type="http://schemas.openxmlformats.org/officeDocument/2006/relationships/slideLayout" Target="../slideLayouts/slideLayout1.xml"/></Relationships>
</file>

<file path=ppt/slides/_rels/slide21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69.xml"/><Relationship Id="rId1" Type="http://schemas.openxmlformats.org/officeDocument/2006/relationships/slideLayout" Target="../slideLayouts/slideLayout1.xml"/></Relationships>
</file>

<file path=ppt/slides/_rels/slide21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0.xml"/><Relationship Id="rId1" Type="http://schemas.openxmlformats.org/officeDocument/2006/relationships/slideLayout" Target="../slideLayouts/slideLayout1.xml"/></Relationships>
</file>

<file path=ppt/slides/_rels/slide21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1.xml"/><Relationship Id="rId1" Type="http://schemas.openxmlformats.org/officeDocument/2006/relationships/slideLayout" Target="../slideLayouts/slideLayout1.xml"/></Relationships>
</file>

<file path=ppt/slides/_rels/slide21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2.xml"/><Relationship Id="rId1" Type="http://schemas.openxmlformats.org/officeDocument/2006/relationships/slideLayout" Target="../slideLayouts/slideLayout1.xml"/></Relationships>
</file>

<file path=ppt/slides/_rels/slide21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3.xml"/><Relationship Id="rId1" Type="http://schemas.openxmlformats.org/officeDocument/2006/relationships/slideLayout" Target="../slideLayouts/slideLayout1.xml"/></Relationships>
</file>

<file path=ppt/slides/_rels/slide21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4.xml"/><Relationship Id="rId1" Type="http://schemas.openxmlformats.org/officeDocument/2006/relationships/slideLayout" Target="../slideLayouts/slideLayout1.xml"/></Relationships>
</file>

<file path=ppt/slides/_rels/slide21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5.xml"/><Relationship Id="rId1" Type="http://schemas.openxmlformats.org/officeDocument/2006/relationships/slideLayout" Target="../slideLayouts/slideLayout1.xml"/></Relationships>
</file>

<file path=ppt/slides/_rels/slide21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6.xml"/><Relationship Id="rId1" Type="http://schemas.openxmlformats.org/officeDocument/2006/relationships/slideLayout" Target="../slideLayouts/slideLayout1.xml"/></Relationships>
</file>

<file path=ppt/slides/_rels/slide21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7.xml"/><Relationship Id="rId1" Type="http://schemas.openxmlformats.org/officeDocument/2006/relationships/slideLayout" Target="../slideLayouts/slideLayout1.xml"/></Relationships>
</file>

<file path=ppt/slides/_rels/slide2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8.xml"/><Relationship Id="rId1" Type="http://schemas.openxmlformats.org/officeDocument/2006/relationships/slideLayout" Target="../slideLayouts/slideLayout1.xml"/></Relationships>
</file>

<file path=ppt/slides/_rels/slide21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79.xml"/><Relationship Id="rId1" Type="http://schemas.openxmlformats.org/officeDocument/2006/relationships/slideLayout" Target="../slideLayouts/slideLayout1.xml"/></Relationships>
</file>

<file path=ppt/slides/_rels/slide2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0.xml"/><Relationship Id="rId1" Type="http://schemas.openxmlformats.org/officeDocument/2006/relationships/slideLayout" Target="../slideLayouts/slideLayout1.xml"/></Relationships>
</file>

<file path=ppt/slides/_rels/slide21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1.xml"/><Relationship Id="rId1" Type="http://schemas.openxmlformats.org/officeDocument/2006/relationships/slideLayout" Target="../slideLayouts/slideLayout1.xml"/></Relationships>
</file>

<file path=ppt/slides/_rels/slide21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2.xml"/><Relationship Id="rId1" Type="http://schemas.openxmlformats.org/officeDocument/2006/relationships/slideLayout" Target="../slideLayouts/slideLayout1.xml"/></Relationships>
</file>

<file path=ppt/slides/_rels/slide21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3.xml"/><Relationship Id="rId1" Type="http://schemas.openxmlformats.org/officeDocument/2006/relationships/slideLayout" Target="../slideLayouts/slideLayout1.xml"/></Relationships>
</file>

<file path=ppt/slides/_rels/slide21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4.xml"/><Relationship Id="rId1" Type="http://schemas.openxmlformats.org/officeDocument/2006/relationships/slideLayout" Target="../slideLayouts/slideLayout1.xml"/></Relationships>
</file>

<file path=ppt/slides/_rels/slide21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5.xml"/><Relationship Id="rId1" Type="http://schemas.openxmlformats.org/officeDocument/2006/relationships/slideLayout" Target="../slideLayouts/slideLayout1.xml"/></Relationships>
</file>

<file path=ppt/slides/_rels/slide21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6.xml"/><Relationship Id="rId1" Type="http://schemas.openxmlformats.org/officeDocument/2006/relationships/slideLayout" Target="../slideLayouts/slideLayout1.xml"/></Relationships>
</file>

<file path=ppt/slides/_rels/slide21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7.xml"/><Relationship Id="rId1" Type="http://schemas.openxmlformats.org/officeDocument/2006/relationships/slideLayout" Target="../slideLayouts/slideLayout1.xml"/></Relationships>
</file>

<file path=ppt/slides/_rels/slide21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8.xml"/><Relationship Id="rId1" Type="http://schemas.openxmlformats.org/officeDocument/2006/relationships/slideLayout" Target="../slideLayouts/slideLayout1.xml"/></Relationships>
</file>

<file path=ppt/slides/_rels/slide21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89.xml"/><Relationship Id="rId1" Type="http://schemas.openxmlformats.org/officeDocument/2006/relationships/slideLayout" Target="../slideLayouts/slideLayout1.xml"/></Relationships>
</file>

<file path=ppt/slides/_rels/slide2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0.xml"/><Relationship Id="rId1" Type="http://schemas.openxmlformats.org/officeDocument/2006/relationships/slideLayout" Target="../slideLayouts/slideLayout1.xml"/></Relationships>
</file>

<file path=ppt/slides/_rels/slide21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1.xml"/><Relationship Id="rId1" Type="http://schemas.openxmlformats.org/officeDocument/2006/relationships/slideLayout" Target="../slideLayouts/slideLayout1.xml"/></Relationships>
</file>

<file path=ppt/slides/_rels/slide2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2.xml"/><Relationship Id="rId1" Type="http://schemas.openxmlformats.org/officeDocument/2006/relationships/slideLayout" Target="../slideLayouts/slideLayout1.xml"/></Relationships>
</file>

<file path=ppt/slides/_rels/slide21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3.xml"/><Relationship Id="rId1" Type="http://schemas.openxmlformats.org/officeDocument/2006/relationships/slideLayout" Target="../slideLayouts/slideLayout1.xml"/></Relationships>
</file>

<file path=ppt/slides/_rels/slide21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4.xml"/><Relationship Id="rId1" Type="http://schemas.openxmlformats.org/officeDocument/2006/relationships/slideLayout" Target="../slideLayouts/slideLayout1.xml"/></Relationships>
</file>

<file path=ppt/slides/_rels/slide21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5.xml"/><Relationship Id="rId1" Type="http://schemas.openxmlformats.org/officeDocument/2006/relationships/slideLayout" Target="../slideLayouts/slideLayout1.xml"/></Relationships>
</file>

<file path=ppt/slides/_rels/slide21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6.xml"/><Relationship Id="rId1" Type="http://schemas.openxmlformats.org/officeDocument/2006/relationships/slideLayout" Target="../slideLayouts/slideLayout1.xml"/></Relationships>
</file>

<file path=ppt/slides/_rels/slide21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7.xml"/><Relationship Id="rId1" Type="http://schemas.openxmlformats.org/officeDocument/2006/relationships/slideLayout" Target="../slideLayouts/slideLayout1.xml"/></Relationships>
</file>

<file path=ppt/slides/_rels/slide2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8.xml"/><Relationship Id="rId1" Type="http://schemas.openxmlformats.org/officeDocument/2006/relationships/slideLayout" Target="../slideLayouts/slideLayout1.xml"/></Relationships>
</file>

<file path=ppt/slides/_rels/slide21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99.xml"/><Relationship Id="rId1" Type="http://schemas.openxmlformats.org/officeDocument/2006/relationships/slideLayout" Target="../slideLayouts/slideLayout1.xml"/></Relationships>
</file>

<file path=ppt/slides/_rels/slide21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0.xml"/><Relationship Id="rId1" Type="http://schemas.openxmlformats.org/officeDocument/2006/relationships/slideLayout" Target="../slideLayouts/slideLayout1.xml"/></Relationships>
</file>

<file path=ppt/slides/_rels/slide21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1.xml"/><Relationship Id="rId1" Type="http://schemas.openxmlformats.org/officeDocument/2006/relationships/slideLayout" Target="../slideLayouts/slideLayout1.xml"/></Relationships>
</file>

<file path=ppt/slides/_rels/slide21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2.xml"/><Relationship Id="rId1" Type="http://schemas.openxmlformats.org/officeDocument/2006/relationships/slideLayout" Target="../slideLayouts/slideLayout1.xml"/></Relationships>
</file>

<file path=ppt/slides/_rels/slide21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3.xml"/><Relationship Id="rId1" Type="http://schemas.openxmlformats.org/officeDocument/2006/relationships/slideLayout" Target="../slideLayouts/slideLayout1.xml"/></Relationships>
</file>

<file path=ppt/slides/_rels/slide21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4.xml"/><Relationship Id="rId1" Type="http://schemas.openxmlformats.org/officeDocument/2006/relationships/slideLayout" Target="../slideLayouts/slideLayout1.xml"/></Relationships>
</file>

<file path=ppt/slides/_rels/slide21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5.xml"/><Relationship Id="rId1" Type="http://schemas.openxmlformats.org/officeDocument/2006/relationships/slideLayout" Target="../slideLayouts/slideLayout1.xml"/></Relationships>
</file>

<file path=ppt/slides/_rels/slide21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6.xml"/><Relationship Id="rId1" Type="http://schemas.openxmlformats.org/officeDocument/2006/relationships/slideLayout" Target="../slideLayouts/slideLayout1.xml"/></Relationships>
</file>

<file path=ppt/slides/_rels/slide2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7.xml"/><Relationship Id="rId1" Type="http://schemas.openxmlformats.org/officeDocument/2006/relationships/slideLayout" Target="../slideLayouts/slideLayout1.xml"/></Relationships>
</file>

<file path=ppt/slides/_rels/slide21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8.xml"/><Relationship Id="rId1" Type="http://schemas.openxmlformats.org/officeDocument/2006/relationships/slideLayout" Target="../slideLayouts/slideLayout1.xml"/></Relationships>
</file>

<file path=ppt/slides/_rels/slide21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09.xml"/><Relationship Id="rId1" Type="http://schemas.openxmlformats.org/officeDocument/2006/relationships/slideLayout" Target="../slideLayouts/slideLayout1.xml"/></Relationships>
</file>

<file path=ppt/slides/_rels/slide21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0.xml"/><Relationship Id="rId1" Type="http://schemas.openxmlformats.org/officeDocument/2006/relationships/slideLayout" Target="../slideLayouts/slideLayout1.xml"/></Relationships>
</file>

<file path=ppt/slides/_rels/slide21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1.xml"/><Relationship Id="rId1" Type="http://schemas.openxmlformats.org/officeDocument/2006/relationships/slideLayout" Target="../slideLayouts/slideLayout1.xml"/></Relationships>
</file>

<file path=ppt/slides/_rels/slide21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2.xml"/><Relationship Id="rId1" Type="http://schemas.openxmlformats.org/officeDocument/2006/relationships/slideLayout" Target="../slideLayouts/slideLayout1.xml"/></Relationships>
</file>

<file path=ppt/slides/_rels/slide21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3.xml"/><Relationship Id="rId1" Type="http://schemas.openxmlformats.org/officeDocument/2006/relationships/slideLayout" Target="../slideLayouts/slideLayout1.xml"/></Relationships>
</file>

<file path=ppt/slides/_rels/slide21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4.xml"/><Relationship Id="rId1" Type="http://schemas.openxmlformats.org/officeDocument/2006/relationships/slideLayout" Target="../slideLayouts/slideLayout1.xml"/></Relationships>
</file>

<file path=ppt/slides/_rels/slide22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5.xml"/><Relationship Id="rId1" Type="http://schemas.openxmlformats.org/officeDocument/2006/relationships/slideLayout" Target="../slideLayouts/slideLayout1.xml"/></Relationships>
</file>

<file path=ppt/slides/_rels/slide22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6.xml"/><Relationship Id="rId1" Type="http://schemas.openxmlformats.org/officeDocument/2006/relationships/slideLayout" Target="../slideLayouts/slideLayout1.xml"/></Relationships>
</file>

<file path=ppt/slides/_rels/slide22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7.xml"/><Relationship Id="rId1" Type="http://schemas.openxmlformats.org/officeDocument/2006/relationships/slideLayout" Target="../slideLayouts/slideLayout1.xml"/></Relationships>
</file>

<file path=ppt/slides/_rels/slide22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8.xml"/><Relationship Id="rId1" Type="http://schemas.openxmlformats.org/officeDocument/2006/relationships/slideLayout" Target="../slideLayouts/slideLayout1.xml"/></Relationships>
</file>

<file path=ppt/slides/_rels/slide2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19.xml"/><Relationship Id="rId1" Type="http://schemas.openxmlformats.org/officeDocument/2006/relationships/slideLayout" Target="../slideLayouts/slideLayout1.xml"/></Relationships>
</file>

<file path=ppt/slides/_rels/slide22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0.xml"/><Relationship Id="rId1" Type="http://schemas.openxmlformats.org/officeDocument/2006/relationships/slideLayout" Target="../slideLayouts/slideLayout1.xml"/></Relationships>
</file>

<file path=ppt/slides/_rels/slide2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1.xml"/><Relationship Id="rId1" Type="http://schemas.openxmlformats.org/officeDocument/2006/relationships/slideLayout" Target="../slideLayouts/slideLayout1.xml"/></Relationships>
</file>

<file path=ppt/slides/_rels/slide22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2.xml"/><Relationship Id="rId1" Type="http://schemas.openxmlformats.org/officeDocument/2006/relationships/slideLayout" Target="../slideLayouts/slideLayout1.xml"/></Relationships>
</file>

<file path=ppt/slides/_rels/slide22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3.xml"/><Relationship Id="rId1" Type="http://schemas.openxmlformats.org/officeDocument/2006/relationships/slideLayout" Target="../slideLayouts/slideLayout1.xml"/></Relationships>
</file>

<file path=ppt/slides/_rels/slide22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4.xml"/><Relationship Id="rId1" Type="http://schemas.openxmlformats.org/officeDocument/2006/relationships/slideLayout" Target="../slideLayouts/slideLayout1.xml"/></Relationships>
</file>

<file path=ppt/slides/_rels/slide22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5.xml"/><Relationship Id="rId1" Type="http://schemas.openxmlformats.org/officeDocument/2006/relationships/slideLayout" Target="../slideLayouts/slideLayout1.xml"/></Relationships>
</file>

<file path=ppt/slides/_rels/slide22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6.xml"/><Relationship Id="rId1" Type="http://schemas.openxmlformats.org/officeDocument/2006/relationships/slideLayout" Target="../slideLayouts/slideLayout1.xml"/></Relationships>
</file>

<file path=ppt/slides/_rels/slide22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7.xml"/><Relationship Id="rId1" Type="http://schemas.openxmlformats.org/officeDocument/2006/relationships/slideLayout" Target="../slideLayouts/slideLayout1.xml"/></Relationships>
</file>

<file path=ppt/slides/_rels/slide22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8.xml"/><Relationship Id="rId1" Type="http://schemas.openxmlformats.org/officeDocument/2006/relationships/slideLayout" Target="../slideLayouts/slideLayout1.xml"/></Relationships>
</file>

<file path=ppt/slides/_rels/slide22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29.xml"/><Relationship Id="rId1" Type="http://schemas.openxmlformats.org/officeDocument/2006/relationships/slideLayout" Target="../slideLayouts/slideLayout1.xml"/></Relationships>
</file>

<file path=ppt/slides/_rels/slide22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0.xml"/><Relationship Id="rId1" Type="http://schemas.openxmlformats.org/officeDocument/2006/relationships/slideLayout" Target="../slideLayouts/slideLayout1.xml"/></Relationships>
</file>

<file path=ppt/slides/_rels/slide22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1.xml"/><Relationship Id="rId1" Type="http://schemas.openxmlformats.org/officeDocument/2006/relationships/slideLayout" Target="../slideLayouts/slideLayout1.xml"/></Relationships>
</file>

<file path=ppt/slides/_rels/slide2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2.xml"/><Relationship Id="rId1" Type="http://schemas.openxmlformats.org/officeDocument/2006/relationships/slideLayout" Target="../slideLayouts/slideLayout1.xml"/></Relationships>
</file>

<file path=ppt/slides/_rels/slide22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3.xml"/><Relationship Id="rId1" Type="http://schemas.openxmlformats.org/officeDocument/2006/relationships/slideLayout" Target="../slideLayouts/slideLayout1.xml"/></Relationships>
</file>

<file path=ppt/slides/_rels/slide22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4.xml"/><Relationship Id="rId1" Type="http://schemas.openxmlformats.org/officeDocument/2006/relationships/slideLayout" Target="../slideLayouts/slideLayout1.xml"/></Relationships>
</file>

<file path=ppt/slides/_rels/slide2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5.xml"/><Relationship Id="rId1" Type="http://schemas.openxmlformats.org/officeDocument/2006/relationships/slideLayout" Target="../slideLayouts/slideLayout1.xml"/></Relationships>
</file>

<file path=ppt/slides/_rels/slide2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6.xml"/><Relationship Id="rId1" Type="http://schemas.openxmlformats.org/officeDocument/2006/relationships/slideLayout" Target="../slideLayouts/slideLayout1.xml"/></Relationships>
</file>

<file path=ppt/slides/_rels/slide22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7.xml"/><Relationship Id="rId1" Type="http://schemas.openxmlformats.org/officeDocument/2006/relationships/slideLayout" Target="../slideLayouts/slideLayout1.xml"/></Relationships>
</file>

<file path=ppt/slides/_rels/slide22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8.xml"/><Relationship Id="rId1" Type="http://schemas.openxmlformats.org/officeDocument/2006/relationships/slideLayout" Target="../slideLayouts/slideLayout1.xml"/></Relationships>
</file>

<file path=ppt/slides/_rels/slide22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39.xml"/><Relationship Id="rId1" Type="http://schemas.openxmlformats.org/officeDocument/2006/relationships/slideLayout" Target="../slideLayouts/slideLayout1.xml"/></Relationships>
</file>

<file path=ppt/slides/_rels/slide2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0.xml"/><Relationship Id="rId1" Type="http://schemas.openxmlformats.org/officeDocument/2006/relationships/slideLayout" Target="../slideLayouts/slideLayout1.xml"/></Relationships>
</file>

<file path=ppt/slides/_rels/slide22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1.xml"/><Relationship Id="rId1" Type="http://schemas.openxmlformats.org/officeDocument/2006/relationships/slideLayout" Target="../slideLayouts/slideLayout1.xml"/></Relationships>
</file>

<file path=ppt/slides/_rels/slide22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2.xml"/><Relationship Id="rId1" Type="http://schemas.openxmlformats.org/officeDocument/2006/relationships/slideLayout" Target="../slideLayouts/slideLayout1.xml"/></Relationships>
</file>

<file path=ppt/slides/_rels/slide22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3.xml"/><Relationship Id="rId1" Type="http://schemas.openxmlformats.org/officeDocument/2006/relationships/slideLayout" Target="../slideLayouts/slideLayout1.xml"/></Relationships>
</file>

<file path=ppt/slides/_rels/slide22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4.xml"/><Relationship Id="rId1" Type="http://schemas.openxmlformats.org/officeDocument/2006/relationships/slideLayout" Target="../slideLayouts/slideLayout1.xml"/></Relationships>
</file>

<file path=ppt/slides/_rels/slide22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5.xml"/><Relationship Id="rId1" Type="http://schemas.openxmlformats.org/officeDocument/2006/relationships/slideLayout" Target="../slideLayouts/slideLayout1.xml"/></Relationships>
</file>

<file path=ppt/slides/_rels/slide22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6.xml"/><Relationship Id="rId1" Type="http://schemas.openxmlformats.org/officeDocument/2006/relationships/slideLayout" Target="../slideLayouts/slideLayout1.xml"/></Relationships>
</file>

<file path=ppt/slides/_rels/slide22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7.xml"/><Relationship Id="rId1" Type="http://schemas.openxmlformats.org/officeDocument/2006/relationships/slideLayout" Target="../slideLayouts/slideLayout1.xml"/></Relationships>
</file>

<file path=ppt/slides/_rels/slide22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8.xml"/><Relationship Id="rId1" Type="http://schemas.openxmlformats.org/officeDocument/2006/relationships/slideLayout" Target="../slideLayouts/slideLayout1.xml"/></Relationships>
</file>

<file path=ppt/slides/_rels/slide2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49.xml"/><Relationship Id="rId1" Type="http://schemas.openxmlformats.org/officeDocument/2006/relationships/slideLayout" Target="../slideLayouts/slideLayout1.xml"/></Relationships>
</file>

<file path=ppt/slides/_rels/slide22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0.xml"/><Relationship Id="rId1" Type="http://schemas.openxmlformats.org/officeDocument/2006/relationships/slideLayout" Target="../slideLayouts/slideLayout1.xml"/></Relationships>
</file>

<file path=ppt/slides/_rels/slide22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1.xml"/><Relationship Id="rId1" Type="http://schemas.openxmlformats.org/officeDocument/2006/relationships/slideLayout" Target="../slideLayouts/slideLayout1.xml"/></Relationships>
</file>

<file path=ppt/slides/_rels/slide22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2.xml"/><Relationship Id="rId1" Type="http://schemas.openxmlformats.org/officeDocument/2006/relationships/slideLayout" Target="../slideLayouts/slideLayout1.xml"/></Relationships>
</file>

<file path=ppt/slides/_rels/slide22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3.xml"/><Relationship Id="rId1" Type="http://schemas.openxmlformats.org/officeDocument/2006/relationships/slideLayout" Target="../slideLayouts/slideLayout1.xml"/></Relationships>
</file>

<file path=ppt/slides/_rels/slide2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4.xml"/><Relationship Id="rId1" Type="http://schemas.openxmlformats.org/officeDocument/2006/relationships/slideLayout" Target="../slideLayouts/slideLayout1.xml"/></Relationships>
</file>

<file path=ppt/slides/_rels/slide22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5.xml"/><Relationship Id="rId1" Type="http://schemas.openxmlformats.org/officeDocument/2006/relationships/slideLayout" Target="../slideLayouts/slideLayout1.xml"/></Relationships>
</file>

<file path=ppt/slides/_rels/slide22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6.xml"/><Relationship Id="rId1" Type="http://schemas.openxmlformats.org/officeDocument/2006/relationships/slideLayout" Target="../slideLayouts/slideLayout1.xml"/></Relationships>
</file>

<file path=ppt/slides/_rels/slide22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7.xml"/><Relationship Id="rId1" Type="http://schemas.openxmlformats.org/officeDocument/2006/relationships/slideLayout" Target="../slideLayouts/slideLayout1.xml"/></Relationships>
</file>

<file path=ppt/slides/_rels/slide22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8.xml"/><Relationship Id="rId1" Type="http://schemas.openxmlformats.org/officeDocument/2006/relationships/slideLayout" Target="../slideLayouts/slideLayout1.xml"/></Relationships>
</file>

<file path=ppt/slides/_rels/slide22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59.xml"/><Relationship Id="rId1" Type="http://schemas.openxmlformats.org/officeDocument/2006/relationships/slideLayout" Target="../slideLayouts/slideLayout1.xml"/></Relationships>
</file>

<file path=ppt/slides/_rels/slide2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0.xml"/><Relationship Id="rId1" Type="http://schemas.openxmlformats.org/officeDocument/2006/relationships/slideLayout" Target="../slideLayouts/slideLayout1.xml"/></Relationships>
</file>

<file path=ppt/slides/_rels/slide22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1.xml"/><Relationship Id="rId1" Type="http://schemas.openxmlformats.org/officeDocument/2006/relationships/slideLayout" Target="../slideLayouts/slideLayout1.xml"/></Relationships>
</file>

<file path=ppt/slides/_rels/slide22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2.xml"/><Relationship Id="rId1" Type="http://schemas.openxmlformats.org/officeDocument/2006/relationships/slideLayout" Target="../slideLayouts/slideLayout1.xml"/></Relationships>
</file>

<file path=ppt/slides/_rels/slide2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3.xml"/><Relationship Id="rId1" Type="http://schemas.openxmlformats.org/officeDocument/2006/relationships/slideLayout" Target="../slideLayouts/slideLayout1.xml"/></Relationships>
</file>

<file path=ppt/slides/_rels/slide22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4.xml"/><Relationship Id="rId1" Type="http://schemas.openxmlformats.org/officeDocument/2006/relationships/slideLayout" Target="../slideLayouts/slideLayout1.xml"/></Relationships>
</file>

<file path=ppt/slides/_rels/slide22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5.xml"/><Relationship Id="rId1" Type="http://schemas.openxmlformats.org/officeDocument/2006/relationships/slideLayout" Target="../slideLayouts/slideLayout1.xml"/></Relationships>
</file>

<file path=ppt/slides/_rels/slide22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6.xml"/><Relationship Id="rId1" Type="http://schemas.openxmlformats.org/officeDocument/2006/relationships/slideLayout" Target="../slideLayouts/slideLayout1.xml"/></Relationships>
</file>

<file path=ppt/slides/_rels/slide22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7.xml"/><Relationship Id="rId1" Type="http://schemas.openxmlformats.org/officeDocument/2006/relationships/slideLayout" Target="../slideLayouts/slideLayout1.xml"/></Relationships>
</file>

<file path=ppt/slides/_rels/slide22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8.xml"/><Relationship Id="rId1" Type="http://schemas.openxmlformats.org/officeDocument/2006/relationships/slideLayout" Target="../slideLayouts/slideLayout1.xml"/></Relationships>
</file>

<file path=ppt/slides/_rels/slide22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69.xml"/><Relationship Id="rId1" Type="http://schemas.openxmlformats.org/officeDocument/2006/relationships/slideLayout" Target="../slideLayouts/slideLayout1.xml"/></Relationships>
</file>

<file path=ppt/slides/_rels/slide22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0.xml"/><Relationship Id="rId1" Type="http://schemas.openxmlformats.org/officeDocument/2006/relationships/slideLayout" Target="../slideLayouts/slideLayout1.xml"/></Relationships>
</file>

<file path=ppt/slides/_rels/slide22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1.xml"/><Relationship Id="rId1" Type="http://schemas.openxmlformats.org/officeDocument/2006/relationships/slideLayout" Target="../slideLayouts/slideLayout1.xml"/></Relationships>
</file>

<file path=ppt/slides/_rels/slide22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2.xml"/><Relationship Id="rId1" Type="http://schemas.openxmlformats.org/officeDocument/2006/relationships/slideLayout" Target="../slideLayouts/slideLayout1.xml"/></Relationships>
</file>

<file path=ppt/slides/_rels/slide22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3.xml"/><Relationship Id="rId1" Type="http://schemas.openxmlformats.org/officeDocument/2006/relationships/slideLayout" Target="../slideLayouts/slideLayout1.xml"/></Relationships>
</file>

<file path=ppt/slides/_rels/slide22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4.xml"/><Relationship Id="rId1" Type="http://schemas.openxmlformats.org/officeDocument/2006/relationships/slideLayout" Target="../slideLayouts/slideLayout1.xml"/></Relationships>
</file>

<file path=ppt/slides/_rels/slide2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5.xml"/><Relationship Id="rId1" Type="http://schemas.openxmlformats.org/officeDocument/2006/relationships/slideLayout" Target="../slideLayouts/slideLayout1.xml"/></Relationships>
</file>

<file path=ppt/slides/_rels/slide22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6.xml"/><Relationship Id="rId1" Type="http://schemas.openxmlformats.org/officeDocument/2006/relationships/slideLayout" Target="../slideLayouts/slideLayout1.xml"/></Relationships>
</file>

<file path=ppt/slides/_rels/slide2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7.xml"/><Relationship Id="rId1" Type="http://schemas.openxmlformats.org/officeDocument/2006/relationships/slideLayout" Target="../slideLayouts/slideLayout1.xml"/></Relationships>
</file>

<file path=ppt/slides/_rels/slide22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8.xml"/><Relationship Id="rId1" Type="http://schemas.openxmlformats.org/officeDocument/2006/relationships/slideLayout" Target="../slideLayouts/slideLayout1.xml"/></Relationships>
</file>

<file path=ppt/slides/_rels/slide22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79.xml"/><Relationship Id="rId1" Type="http://schemas.openxmlformats.org/officeDocument/2006/relationships/slideLayout" Target="../slideLayouts/slideLayout1.xml"/></Relationships>
</file>

<file path=ppt/slides/_rels/slide22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0.xml"/><Relationship Id="rId1" Type="http://schemas.openxmlformats.org/officeDocument/2006/relationships/slideLayout" Target="../slideLayouts/slideLayout1.xml"/></Relationships>
</file>

<file path=ppt/slides/_rels/slide22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1.xml"/><Relationship Id="rId1" Type="http://schemas.openxmlformats.org/officeDocument/2006/relationships/slideLayout" Target="../slideLayouts/slideLayout1.xml"/></Relationships>
</file>

<file path=ppt/slides/_rels/slide22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2.xml"/><Relationship Id="rId1" Type="http://schemas.openxmlformats.org/officeDocument/2006/relationships/slideLayout" Target="../slideLayouts/slideLayout1.xml"/></Relationships>
</file>

<file path=ppt/slides/_rels/slide22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3.xml"/><Relationship Id="rId1" Type="http://schemas.openxmlformats.org/officeDocument/2006/relationships/slideLayout" Target="../slideLayouts/slideLayout1.xml"/></Relationships>
</file>

<file path=ppt/slides/_rels/slide22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4.xml"/><Relationship Id="rId1" Type="http://schemas.openxmlformats.org/officeDocument/2006/relationships/slideLayout" Target="../slideLayouts/slideLayout1.xml"/></Relationships>
</file>

<file path=ppt/slides/_rels/slide22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5.xml"/><Relationship Id="rId1" Type="http://schemas.openxmlformats.org/officeDocument/2006/relationships/slideLayout" Target="../slideLayouts/slideLayout1.xml"/></Relationships>
</file>

<file path=ppt/slides/_rels/slide22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6.xml"/><Relationship Id="rId1" Type="http://schemas.openxmlformats.org/officeDocument/2006/relationships/slideLayout" Target="../slideLayouts/slideLayout1.xml"/></Relationships>
</file>

<file path=ppt/slides/_rels/slide22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7.xml"/><Relationship Id="rId1" Type="http://schemas.openxmlformats.org/officeDocument/2006/relationships/slideLayout" Target="../slideLayouts/slideLayout1.xml"/></Relationships>
</file>

<file path=ppt/slides/_rels/slide22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8.xml"/><Relationship Id="rId1" Type="http://schemas.openxmlformats.org/officeDocument/2006/relationships/slideLayout" Target="../slideLayouts/slideLayout1.xml"/></Relationships>
</file>

<file path=ppt/slides/_rels/slide22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89.xml"/><Relationship Id="rId1" Type="http://schemas.openxmlformats.org/officeDocument/2006/relationships/slideLayout" Target="../slideLayouts/slideLayout1.xml"/></Relationships>
</file>

<file path=ppt/slides/_rels/slide22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0.xml"/><Relationship Id="rId1" Type="http://schemas.openxmlformats.org/officeDocument/2006/relationships/slideLayout" Target="../slideLayouts/slideLayout1.xml"/></Relationships>
</file>

<file path=ppt/slides/_rels/slide2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1.xml"/><Relationship Id="rId1" Type="http://schemas.openxmlformats.org/officeDocument/2006/relationships/slideLayout" Target="../slideLayouts/slideLayout1.xml"/></Relationships>
</file>

<file path=ppt/slides/_rels/slide22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2.xml"/><Relationship Id="rId1" Type="http://schemas.openxmlformats.org/officeDocument/2006/relationships/slideLayout" Target="../slideLayouts/slideLayout1.xml"/></Relationships>
</file>

<file path=ppt/slides/_rels/slide22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3.xml"/><Relationship Id="rId1" Type="http://schemas.openxmlformats.org/officeDocument/2006/relationships/slideLayout" Target="../slideLayouts/slideLayout1.xml"/></Relationships>
</file>

<file path=ppt/slides/_rels/slide22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4.xml"/><Relationship Id="rId1" Type="http://schemas.openxmlformats.org/officeDocument/2006/relationships/slideLayout" Target="../slideLayouts/slideLayout1.xml"/></Relationships>
</file>

<file path=ppt/slides/_rels/slide22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5.xml"/><Relationship Id="rId1" Type="http://schemas.openxmlformats.org/officeDocument/2006/relationships/slideLayout" Target="../slideLayouts/slideLayout1.xml"/></Relationships>
</file>

<file path=ppt/slides/_rels/slide22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6.xml"/><Relationship Id="rId1" Type="http://schemas.openxmlformats.org/officeDocument/2006/relationships/slideLayout" Target="../slideLayouts/slideLayout1.xml"/></Relationships>
</file>

<file path=ppt/slides/_rels/slide22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7.xml"/><Relationship Id="rId1" Type="http://schemas.openxmlformats.org/officeDocument/2006/relationships/slideLayout" Target="../slideLayouts/slideLayout1.xml"/></Relationships>
</file>

<file path=ppt/slides/_rels/slide22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8.xml"/><Relationship Id="rId1" Type="http://schemas.openxmlformats.org/officeDocument/2006/relationships/slideLayout" Target="../slideLayouts/slideLayout1.xml"/></Relationships>
</file>

<file path=ppt/slides/_rels/slide22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199.xml"/><Relationship Id="rId1" Type="http://schemas.openxmlformats.org/officeDocument/2006/relationships/slideLayout" Target="../slideLayouts/slideLayout1.xml"/></Relationships>
</file>

<file path=ppt/slides/_rels/slide22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0.xml"/><Relationship Id="rId1" Type="http://schemas.openxmlformats.org/officeDocument/2006/relationships/slideLayout" Target="../slideLayouts/slideLayout1.xml"/></Relationships>
</file>

<file path=ppt/slides/_rels/slide22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1.xml"/><Relationship Id="rId1" Type="http://schemas.openxmlformats.org/officeDocument/2006/relationships/slideLayout" Target="../slideLayouts/slideLayout1.xml"/></Relationships>
</file>

<file path=ppt/slides/_rels/slide22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2.xml"/><Relationship Id="rId1" Type="http://schemas.openxmlformats.org/officeDocument/2006/relationships/slideLayout" Target="../slideLayouts/slideLayout1.xml"/></Relationships>
</file>

<file path=ppt/slides/_rels/slide23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3.xml"/><Relationship Id="rId1" Type="http://schemas.openxmlformats.org/officeDocument/2006/relationships/slideLayout" Target="../slideLayouts/slideLayout1.xml"/></Relationships>
</file>

<file path=ppt/slides/_rels/slide23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4.xml"/><Relationship Id="rId1" Type="http://schemas.openxmlformats.org/officeDocument/2006/relationships/slideLayout" Target="../slideLayouts/slideLayout1.xml"/></Relationships>
</file>

<file path=ppt/slides/_rels/slide23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5.xml"/><Relationship Id="rId1" Type="http://schemas.openxmlformats.org/officeDocument/2006/relationships/slideLayout" Target="../slideLayouts/slideLayout1.xml"/></Relationships>
</file>

<file path=ppt/slides/_rels/slide23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6.xml"/><Relationship Id="rId1" Type="http://schemas.openxmlformats.org/officeDocument/2006/relationships/slideLayout" Target="../slideLayouts/slideLayout1.xml"/></Relationships>
</file>

<file path=ppt/slides/_rels/slide23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7.xml"/><Relationship Id="rId1" Type="http://schemas.openxmlformats.org/officeDocument/2006/relationships/slideLayout" Target="../slideLayouts/slideLayout1.xml"/></Relationships>
</file>

<file path=ppt/slides/_rels/slide23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8.xml"/><Relationship Id="rId1" Type="http://schemas.openxmlformats.org/officeDocument/2006/relationships/slideLayout" Target="../slideLayouts/slideLayout1.xml"/></Relationships>
</file>

<file path=ppt/slides/_rels/slide23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09.xml"/><Relationship Id="rId1" Type="http://schemas.openxmlformats.org/officeDocument/2006/relationships/slideLayout" Target="../slideLayouts/slideLayout1.xml"/></Relationships>
</file>

<file path=ppt/slides/_rels/slide23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0.xml"/><Relationship Id="rId1" Type="http://schemas.openxmlformats.org/officeDocument/2006/relationships/slideLayout" Target="../slideLayouts/slideLayout1.xml"/></Relationships>
</file>

<file path=ppt/slides/_rels/slide23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1.xml"/><Relationship Id="rId1" Type="http://schemas.openxmlformats.org/officeDocument/2006/relationships/slideLayout" Target="../slideLayouts/slideLayout1.xml"/></Relationships>
</file>

<file path=ppt/slides/_rels/slide23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2.xml"/><Relationship Id="rId1" Type="http://schemas.openxmlformats.org/officeDocument/2006/relationships/slideLayout" Target="../slideLayouts/slideLayout1.xml"/></Relationships>
</file>

<file path=ppt/slides/_rels/slide23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3.xml"/><Relationship Id="rId1" Type="http://schemas.openxmlformats.org/officeDocument/2006/relationships/slideLayout" Target="../slideLayouts/slideLayout1.xml"/></Relationships>
</file>

<file path=ppt/slides/_rels/slide23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4.xml"/><Relationship Id="rId1" Type="http://schemas.openxmlformats.org/officeDocument/2006/relationships/slideLayout" Target="../slideLayouts/slideLayout1.xml"/></Relationships>
</file>

<file path=ppt/slides/_rels/slide23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5.xml"/><Relationship Id="rId1" Type="http://schemas.openxmlformats.org/officeDocument/2006/relationships/slideLayout" Target="../slideLayouts/slideLayout1.xml"/></Relationships>
</file>

<file path=ppt/slides/_rels/slide23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6.xml"/><Relationship Id="rId1" Type="http://schemas.openxmlformats.org/officeDocument/2006/relationships/slideLayout" Target="../slideLayouts/slideLayout1.xml"/></Relationships>
</file>

<file path=ppt/slides/_rels/slide23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7.xml"/><Relationship Id="rId1" Type="http://schemas.openxmlformats.org/officeDocument/2006/relationships/slideLayout" Target="../slideLayouts/slideLayout1.xml"/></Relationships>
</file>

<file path=ppt/slides/_rels/slide23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8.xml"/><Relationship Id="rId1" Type="http://schemas.openxmlformats.org/officeDocument/2006/relationships/slideLayout" Target="../slideLayouts/slideLayout1.xml"/></Relationships>
</file>

<file path=ppt/slides/_rels/slide2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19.xml"/><Relationship Id="rId1" Type="http://schemas.openxmlformats.org/officeDocument/2006/relationships/slideLayout" Target="../slideLayouts/slideLayout1.xml"/></Relationships>
</file>

<file path=ppt/slides/_rels/slide23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0.xml"/><Relationship Id="rId1" Type="http://schemas.openxmlformats.org/officeDocument/2006/relationships/slideLayout" Target="../slideLayouts/slideLayout1.xml"/></Relationships>
</file>

<file path=ppt/slides/_rels/slide23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1.xml"/><Relationship Id="rId1" Type="http://schemas.openxmlformats.org/officeDocument/2006/relationships/slideLayout" Target="../slideLayouts/slideLayout1.xml"/></Relationships>
</file>

<file path=ppt/slides/_rels/slide23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2.xml"/><Relationship Id="rId1" Type="http://schemas.openxmlformats.org/officeDocument/2006/relationships/slideLayout" Target="../slideLayouts/slideLayout1.xml"/></Relationships>
</file>

<file path=ppt/slides/_rels/slide23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3.xml"/><Relationship Id="rId1" Type="http://schemas.openxmlformats.org/officeDocument/2006/relationships/slideLayout" Target="../slideLayouts/slideLayout1.xml"/></Relationships>
</file>

<file path=ppt/slides/_rels/slide23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4.xml"/><Relationship Id="rId1" Type="http://schemas.openxmlformats.org/officeDocument/2006/relationships/slideLayout" Target="../slideLayouts/slideLayout1.xml"/></Relationships>
</file>

<file path=ppt/slides/_rels/slide23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5.xml"/><Relationship Id="rId1" Type="http://schemas.openxmlformats.org/officeDocument/2006/relationships/slideLayout" Target="../slideLayouts/slideLayout1.xml"/></Relationships>
</file>

<file path=ppt/slides/_rels/slide23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6.xml"/><Relationship Id="rId1" Type="http://schemas.openxmlformats.org/officeDocument/2006/relationships/slideLayout" Target="../slideLayouts/slideLayout1.xml"/></Relationships>
</file>

<file path=ppt/slides/_rels/slide2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7.xml"/><Relationship Id="rId1" Type="http://schemas.openxmlformats.org/officeDocument/2006/relationships/slideLayout" Target="../slideLayouts/slideLayout1.xml"/></Relationships>
</file>

<file path=ppt/slides/_rels/slide23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8.xml"/><Relationship Id="rId1" Type="http://schemas.openxmlformats.org/officeDocument/2006/relationships/slideLayout" Target="../slideLayouts/slideLayout1.xml"/></Relationships>
</file>

<file path=ppt/slides/_rels/slide23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29.xml"/><Relationship Id="rId1" Type="http://schemas.openxmlformats.org/officeDocument/2006/relationships/slideLayout" Target="../slideLayouts/slideLayout1.xml"/></Relationships>
</file>

<file path=ppt/slides/_rels/slide23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0.xml"/><Relationship Id="rId1" Type="http://schemas.openxmlformats.org/officeDocument/2006/relationships/slideLayout" Target="../slideLayouts/slideLayout1.xml"/></Relationships>
</file>

<file path=ppt/slides/_rels/slide23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1.xml"/><Relationship Id="rId1" Type="http://schemas.openxmlformats.org/officeDocument/2006/relationships/slideLayout" Target="../slideLayouts/slideLayout1.xml"/></Relationships>
</file>

<file path=ppt/slides/_rels/slide23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2.xml"/><Relationship Id="rId1" Type="http://schemas.openxmlformats.org/officeDocument/2006/relationships/slideLayout" Target="../slideLayouts/slideLayout1.xml"/></Relationships>
</file>

<file path=ppt/slides/_rels/slide23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3.xml"/><Relationship Id="rId1" Type="http://schemas.openxmlformats.org/officeDocument/2006/relationships/slideLayout" Target="../slideLayouts/slideLayout1.xml"/></Relationships>
</file>

<file path=ppt/slides/_rels/slide23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4.xml"/><Relationship Id="rId1" Type="http://schemas.openxmlformats.org/officeDocument/2006/relationships/slideLayout" Target="../slideLayouts/slideLayout1.xml"/></Relationships>
</file>

<file path=ppt/slides/_rels/slide23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5.xml"/><Relationship Id="rId1" Type="http://schemas.openxmlformats.org/officeDocument/2006/relationships/slideLayout" Target="../slideLayouts/slideLayout1.xml"/></Relationships>
</file>

<file path=ppt/slides/_rels/slide2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6.xml"/><Relationship Id="rId1" Type="http://schemas.openxmlformats.org/officeDocument/2006/relationships/slideLayout" Target="../slideLayouts/slideLayout1.xml"/></Relationships>
</file>

<file path=ppt/slides/_rels/slide2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7.xml"/><Relationship Id="rId1" Type="http://schemas.openxmlformats.org/officeDocument/2006/relationships/slideLayout" Target="../slideLayouts/slideLayout1.xml"/></Relationships>
</file>

<file path=ppt/slides/_rels/slide23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8.xml"/><Relationship Id="rId1" Type="http://schemas.openxmlformats.org/officeDocument/2006/relationships/slideLayout" Target="../slideLayouts/slideLayout1.xml"/></Relationships>
</file>

<file path=ppt/slides/_rels/slide23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39.xml"/><Relationship Id="rId1" Type="http://schemas.openxmlformats.org/officeDocument/2006/relationships/slideLayout" Target="../slideLayouts/slideLayout1.xml"/></Relationships>
</file>

<file path=ppt/slides/_rels/slide23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0.xml"/><Relationship Id="rId1" Type="http://schemas.openxmlformats.org/officeDocument/2006/relationships/slideLayout" Target="../slideLayouts/slideLayout1.xml"/></Relationships>
</file>

<file path=ppt/slides/_rels/slide23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1.xml"/><Relationship Id="rId1" Type="http://schemas.openxmlformats.org/officeDocument/2006/relationships/slideLayout" Target="../slideLayouts/slideLayout1.xml"/></Relationships>
</file>

<file path=ppt/slides/_rels/slide23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2.xml"/><Relationship Id="rId1" Type="http://schemas.openxmlformats.org/officeDocument/2006/relationships/slideLayout" Target="../slideLayouts/slideLayout1.xml"/></Relationships>
</file>

<file path=ppt/slides/_rels/slide23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3.xml"/><Relationship Id="rId1" Type="http://schemas.openxmlformats.org/officeDocument/2006/relationships/slideLayout" Target="../slideLayouts/slideLayout1.xml"/></Relationships>
</file>

<file path=ppt/slides/_rels/slide23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4.xml"/><Relationship Id="rId1" Type="http://schemas.openxmlformats.org/officeDocument/2006/relationships/slideLayout" Target="../slideLayouts/slideLayout1.xml"/></Relationships>
</file>

<file path=ppt/slides/_rels/slide23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5.xml"/><Relationship Id="rId1" Type="http://schemas.openxmlformats.org/officeDocument/2006/relationships/slideLayout" Target="../slideLayouts/slideLayout1.xml"/></Relationships>
</file>

<file path=ppt/slides/_rels/slide2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6.xml"/><Relationship Id="rId1" Type="http://schemas.openxmlformats.org/officeDocument/2006/relationships/slideLayout" Target="../slideLayouts/slideLayout1.xml"/></Relationships>
</file>

<file path=ppt/slides/_rels/slide2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7.xml"/><Relationship Id="rId1" Type="http://schemas.openxmlformats.org/officeDocument/2006/relationships/slideLayout" Target="../slideLayouts/slideLayout1.xml"/></Relationships>
</file>

<file path=ppt/slides/_rels/slide23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8.xml"/><Relationship Id="rId1" Type="http://schemas.openxmlformats.org/officeDocument/2006/relationships/slideLayout" Target="../slideLayouts/slideLayout1.xml"/></Relationships>
</file>

<file path=ppt/slides/_rels/slide23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49.xml"/><Relationship Id="rId1" Type="http://schemas.openxmlformats.org/officeDocument/2006/relationships/slideLayout" Target="../slideLayouts/slideLayout1.xml"/></Relationships>
</file>

<file path=ppt/slides/_rels/slide23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0.xml"/><Relationship Id="rId1" Type="http://schemas.openxmlformats.org/officeDocument/2006/relationships/slideLayout" Target="../slideLayouts/slideLayout1.xml"/></Relationships>
</file>

<file path=ppt/slides/_rels/slide23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1.xml"/><Relationship Id="rId1" Type="http://schemas.openxmlformats.org/officeDocument/2006/relationships/slideLayout" Target="../slideLayouts/slideLayout1.xml"/></Relationships>
</file>

<file path=ppt/slides/_rels/slide23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2.xml"/><Relationship Id="rId1" Type="http://schemas.openxmlformats.org/officeDocument/2006/relationships/slideLayout" Target="../slideLayouts/slideLayout1.xml"/></Relationships>
</file>

<file path=ppt/slides/_rels/slide23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3.xml"/><Relationship Id="rId1" Type="http://schemas.openxmlformats.org/officeDocument/2006/relationships/slideLayout" Target="../slideLayouts/slideLayout1.xml"/></Relationships>
</file>

<file path=ppt/slides/_rels/slide23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4.xml"/><Relationship Id="rId1" Type="http://schemas.openxmlformats.org/officeDocument/2006/relationships/slideLayout" Target="../slideLayouts/slideLayout1.xml"/></Relationships>
</file>

<file path=ppt/slides/_rels/slide23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5.xml"/><Relationship Id="rId1" Type="http://schemas.openxmlformats.org/officeDocument/2006/relationships/slideLayout" Target="../slideLayouts/slideLayout1.xml"/></Relationships>
</file>

<file path=ppt/slides/_rels/slide23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6.xml"/><Relationship Id="rId1" Type="http://schemas.openxmlformats.org/officeDocument/2006/relationships/slideLayout" Target="../slideLayouts/slideLayout1.xml"/></Relationships>
</file>

<file path=ppt/slides/_rels/slide23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7.xml"/><Relationship Id="rId1" Type="http://schemas.openxmlformats.org/officeDocument/2006/relationships/slideLayout" Target="../slideLayouts/slideLayout1.xml"/></Relationships>
</file>

<file path=ppt/slides/_rels/slide23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8.xml"/><Relationship Id="rId1" Type="http://schemas.openxmlformats.org/officeDocument/2006/relationships/slideLayout" Target="../slideLayouts/slideLayout1.xml"/></Relationships>
</file>

<file path=ppt/slides/_rels/slide23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59.xml"/><Relationship Id="rId1" Type="http://schemas.openxmlformats.org/officeDocument/2006/relationships/slideLayout" Target="../slideLayouts/slideLayout1.xml"/></Relationships>
</file>

<file path=ppt/slides/_rels/slide23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0.xml"/><Relationship Id="rId1" Type="http://schemas.openxmlformats.org/officeDocument/2006/relationships/slideLayout" Target="../slideLayouts/slideLayout1.xml"/></Relationships>
</file>

<file path=ppt/slides/_rels/slide23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1.xml"/><Relationship Id="rId1" Type="http://schemas.openxmlformats.org/officeDocument/2006/relationships/slideLayout" Target="../slideLayouts/slideLayout1.xml"/></Relationships>
</file>

<file path=ppt/slides/_rels/slide23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2.xml"/><Relationship Id="rId1" Type="http://schemas.openxmlformats.org/officeDocument/2006/relationships/slideLayout" Target="../slideLayouts/slideLayout1.xml"/></Relationships>
</file>

<file path=ppt/slides/_rels/slide23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3.xml"/><Relationship Id="rId1" Type="http://schemas.openxmlformats.org/officeDocument/2006/relationships/slideLayout" Target="../slideLayouts/slideLayout1.xml"/></Relationships>
</file>

<file path=ppt/slides/_rels/slide2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4.xml"/><Relationship Id="rId1" Type="http://schemas.openxmlformats.org/officeDocument/2006/relationships/slideLayout" Target="../slideLayouts/slideLayout1.xml"/></Relationships>
</file>

<file path=ppt/slides/_rels/slide23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5.xml"/><Relationship Id="rId1" Type="http://schemas.openxmlformats.org/officeDocument/2006/relationships/slideLayout" Target="../slideLayouts/slideLayout1.xml"/></Relationships>
</file>

<file path=ppt/slides/_rels/slide23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6.xml"/><Relationship Id="rId1" Type="http://schemas.openxmlformats.org/officeDocument/2006/relationships/slideLayout" Target="../slideLayouts/slideLayout1.xml"/></Relationships>
</file>

<file path=ppt/slides/_rels/slide23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7.xml"/><Relationship Id="rId1" Type="http://schemas.openxmlformats.org/officeDocument/2006/relationships/slideLayout" Target="../slideLayouts/slideLayout1.xml"/></Relationships>
</file>

<file path=ppt/slides/_rels/slide23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8.xml"/><Relationship Id="rId1" Type="http://schemas.openxmlformats.org/officeDocument/2006/relationships/slideLayout" Target="../slideLayouts/slideLayout1.xml"/></Relationships>
</file>

<file path=ppt/slides/_rels/slide23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69.xml"/><Relationship Id="rId1" Type="http://schemas.openxmlformats.org/officeDocument/2006/relationships/slideLayout" Target="../slideLayouts/slideLayout1.xml"/></Relationships>
</file>

<file path=ppt/slides/_rels/slide23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0.xml"/><Relationship Id="rId1" Type="http://schemas.openxmlformats.org/officeDocument/2006/relationships/slideLayout" Target="../slideLayouts/slideLayout1.xml"/></Relationships>
</file>

<file path=ppt/slides/_rels/slide23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1.xml"/><Relationship Id="rId1" Type="http://schemas.openxmlformats.org/officeDocument/2006/relationships/slideLayout" Target="../slideLayouts/slideLayout1.xml"/></Relationships>
</file>

<file path=ppt/slides/_rels/slide23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2.xml"/><Relationship Id="rId1" Type="http://schemas.openxmlformats.org/officeDocument/2006/relationships/slideLayout" Target="../slideLayouts/slideLayout1.xml"/></Relationships>
</file>

<file path=ppt/slides/_rels/slide23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3.xml"/><Relationship Id="rId1" Type="http://schemas.openxmlformats.org/officeDocument/2006/relationships/slideLayout" Target="../slideLayouts/slideLayout1.xml"/></Relationships>
</file>

<file path=ppt/slides/_rels/slide23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4.xml"/><Relationship Id="rId1" Type="http://schemas.openxmlformats.org/officeDocument/2006/relationships/slideLayout" Target="../slideLayouts/slideLayout1.xml"/></Relationships>
</file>

<file path=ppt/slides/_rels/slide23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5.xml"/><Relationship Id="rId1" Type="http://schemas.openxmlformats.org/officeDocument/2006/relationships/slideLayout" Target="../slideLayouts/slideLayout1.xml"/></Relationships>
</file>

<file path=ppt/slides/_rels/slide23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6.xml"/><Relationship Id="rId1" Type="http://schemas.openxmlformats.org/officeDocument/2006/relationships/slideLayout" Target="../slideLayouts/slideLayout1.xml"/></Relationships>
</file>

<file path=ppt/slides/_rels/slide23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7.xml"/><Relationship Id="rId1" Type="http://schemas.openxmlformats.org/officeDocument/2006/relationships/slideLayout" Target="../slideLayouts/slideLayout1.xml"/></Relationships>
</file>

<file path=ppt/slides/_rels/slide23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8.xml"/><Relationship Id="rId1" Type="http://schemas.openxmlformats.org/officeDocument/2006/relationships/slideLayout" Target="../slideLayouts/slideLayout1.xml"/></Relationships>
</file>

<file path=ppt/slides/_rels/slide23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79.xml"/><Relationship Id="rId1" Type="http://schemas.openxmlformats.org/officeDocument/2006/relationships/slideLayout" Target="../slideLayouts/slideLayout1.xml"/></Relationships>
</file>

<file path=ppt/slides/_rels/slide23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0.xml"/><Relationship Id="rId1" Type="http://schemas.openxmlformats.org/officeDocument/2006/relationships/slideLayout" Target="../slideLayouts/slideLayout1.xml"/></Relationships>
</file>

<file path=ppt/slides/_rels/slide23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1.xml"/><Relationship Id="rId1" Type="http://schemas.openxmlformats.org/officeDocument/2006/relationships/slideLayout" Target="../slideLayouts/slideLayout1.xml"/></Relationships>
</file>

<file path=ppt/slides/_rels/slide23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2.xml"/><Relationship Id="rId1" Type="http://schemas.openxmlformats.org/officeDocument/2006/relationships/slideLayout" Target="../slideLayouts/slideLayout1.xml"/></Relationships>
</file>

<file path=ppt/slides/_rels/slide23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3.xml"/><Relationship Id="rId1" Type="http://schemas.openxmlformats.org/officeDocument/2006/relationships/slideLayout" Target="../slideLayouts/slideLayout1.xml"/></Relationships>
</file>

<file path=ppt/slides/_rels/slide23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4.xml"/><Relationship Id="rId1" Type="http://schemas.openxmlformats.org/officeDocument/2006/relationships/slideLayout" Target="../slideLayouts/slideLayout1.xml"/></Relationships>
</file>

<file path=ppt/slides/_rels/slide23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5.xml"/><Relationship Id="rId1" Type="http://schemas.openxmlformats.org/officeDocument/2006/relationships/slideLayout" Target="../slideLayouts/slideLayout1.xml"/></Relationships>
</file>

<file path=ppt/slides/_rels/slide23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6.xml"/><Relationship Id="rId1" Type="http://schemas.openxmlformats.org/officeDocument/2006/relationships/slideLayout" Target="../slideLayouts/slideLayout1.xml"/></Relationships>
</file>

<file path=ppt/slides/_rels/slide23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7.xml"/><Relationship Id="rId1" Type="http://schemas.openxmlformats.org/officeDocument/2006/relationships/slideLayout" Target="../slideLayouts/slideLayout1.xml"/></Relationships>
</file>

<file path=ppt/slides/_rels/slide23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8.xml"/><Relationship Id="rId1" Type="http://schemas.openxmlformats.org/officeDocument/2006/relationships/slideLayout" Target="../slideLayouts/slideLayout1.xml"/></Relationships>
</file>

<file path=ppt/slides/_rels/slide23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89.xml"/><Relationship Id="rId1" Type="http://schemas.openxmlformats.org/officeDocument/2006/relationships/slideLayout" Target="../slideLayouts/slideLayout1.xml"/></Relationships>
</file>

<file path=ppt/slides/_rels/slide24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0.xml"/><Relationship Id="rId1" Type="http://schemas.openxmlformats.org/officeDocument/2006/relationships/slideLayout" Target="../slideLayouts/slideLayout1.xml"/></Relationships>
</file>

<file path=ppt/slides/_rels/slide24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1.xml"/><Relationship Id="rId1" Type="http://schemas.openxmlformats.org/officeDocument/2006/relationships/slideLayout" Target="../slideLayouts/slideLayout1.xml"/></Relationships>
</file>

<file path=ppt/slides/_rels/slide24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2.xml"/><Relationship Id="rId1" Type="http://schemas.openxmlformats.org/officeDocument/2006/relationships/slideLayout" Target="../slideLayouts/slideLayout1.xml"/></Relationships>
</file>

<file path=ppt/slides/_rels/slide24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3.xml"/><Relationship Id="rId1" Type="http://schemas.openxmlformats.org/officeDocument/2006/relationships/slideLayout" Target="../slideLayouts/slideLayout1.xml"/></Relationships>
</file>

<file path=ppt/slides/_rels/slide24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4.xml"/><Relationship Id="rId1" Type="http://schemas.openxmlformats.org/officeDocument/2006/relationships/slideLayout" Target="../slideLayouts/slideLayout1.xml"/></Relationships>
</file>

<file path=ppt/slides/_rels/slide24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5.xml"/><Relationship Id="rId1" Type="http://schemas.openxmlformats.org/officeDocument/2006/relationships/slideLayout" Target="../slideLayouts/slideLayout1.xml"/></Relationships>
</file>

<file path=ppt/slides/_rels/slide24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6.xml"/><Relationship Id="rId1" Type="http://schemas.openxmlformats.org/officeDocument/2006/relationships/slideLayout" Target="../slideLayouts/slideLayout1.xml"/></Relationships>
</file>

<file path=ppt/slides/_rels/slide24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7.xml"/><Relationship Id="rId1" Type="http://schemas.openxmlformats.org/officeDocument/2006/relationships/slideLayout" Target="../slideLayouts/slideLayout1.xml"/></Relationships>
</file>

<file path=ppt/slides/_rels/slide24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8.xml"/><Relationship Id="rId1" Type="http://schemas.openxmlformats.org/officeDocument/2006/relationships/slideLayout" Target="../slideLayouts/slideLayout1.xml"/></Relationships>
</file>

<file path=ppt/slides/_rels/slide24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99.xml"/><Relationship Id="rId1" Type="http://schemas.openxmlformats.org/officeDocument/2006/relationships/slideLayout" Target="../slideLayouts/slideLayout1.xml"/></Relationships>
</file>

<file path=ppt/slides/_rels/slide24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0.xml"/><Relationship Id="rId1" Type="http://schemas.openxmlformats.org/officeDocument/2006/relationships/slideLayout" Target="../slideLayouts/slideLayout1.xml"/></Relationships>
</file>

<file path=ppt/slides/_rels/slide24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1.xml"/><Relationship Id="rId1" Type="http://schemas.openxmlformats.org/officeDocument/2006/relationships/slideLayout" Target="../slideLayouts/slideLayout1.xml"/></Relationships>
</file>

<file path=ppt/slides/_rels/slide24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2.xml"/><Relationship Id="rId1" Type="http://schemas.openxmlformats.org/officeDocument/2006/relationships/slideLayout" Target="../slideLayouts/slideLayout1.xml"/></Relationships>
</file>

<file path=ppt/slides/_rels/slide24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3.xml"/><Relationship Id="rId1" Type="http://schemas.openxmlformats.org/officeDocument/2006/relationships/slideLayout" Target="../slideLayouts/slideLayout1.xml"/></Relationships>
</file>

<file path=ppt/slides/_rels/slide24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4.xml"/><Relationship Id="rId1" Type="http://schemas.openxmlformats.org/officeDocument/2006/relationships/slideLayout" Target="../slideLayouts/slideLayout1.xml"/></Relationships>
</file>

<file path=ppt/slides/_rels/slide24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5.xml"/><Relationship Id="rId1" Type="http://schemas.openxmlformats.org/officeDocument/2006/relationships/slideLayout" Target="../slideLayouts/slideLayout1.xml"/></Relationships>
</file>

<file path=ppt/slides/_rels/slide24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6.xml"/><Relationship Id="rId1" Type="http://schemas.openxmlformats.org/officeDocument/2006/relationships/slideLayout" Target="../slideLayouts/slideLayout1.xml"/></Relationships>
</file>

<file path=ppt/slides/_rels/slide24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7.xml"/><Relationship Id="rId1" Type="http://schemas.openxmlformats.org/officeDocument/2006/relationships/slideLayout" Target="../slideLayouts/slideLayout1.xml"/></Relationships>
</file>

<file path=ppt/slides/_rels/slide24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8.xml"/><Relationship Id="rId1" Type="http://schemas.openxmlformats.org/officeDocument/2006/relationships/slideLayout" Target="../slideLayouts/slideLayout1.xml"/></Relationships>
</file>

<file path=ppt/slides/_rels/slide24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09.xml"/><Relationship Id="rId1" Type="http://schemas.openxmlformats.org/officeDocument/2006/relationships/slideLayout" Target="../slideLayouts/slideLayout1.xml"/></Relationships>
</file>

<file path=ppt/slides/_rels/slide24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0.xml"/><Relationship Id="rId1" Type="http://schemas.openxmlformats.org/officeDocument/2006/relationships/slideLayout" Target="../slideLayouts/slideLayout1.xml"/></Relationships>
</file>

<file path=ppt/slides/_rels/slide24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1.xml"/><Relationship Id="rId1" Type="http://schemas.openxmlformats.org/officeDocument/2006/relationships/slideLayout" Target="../slideLayouts/slideLayout1.xml"/></Relationships>
</file>

<file path=ppt/slides/_rels/slide24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2.xml"/><Relationship Id="rId1" Type="http://schemas.openxmlformats.org/officeDocument/2006/relationships/slideLayout" Target="../slideLayouts/slideLayout1.xml"/></Relationships>
</file>

<file path=ppt/slides/_rels/slide24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3.xml"/><Relationship Id="rId1" Type="http://schemas.openxmlformats.org/officeDocument/2006/relationships/slideLayout" Target="../slideLayouts/slideLayout1.xml"/></Relationships>
</file>

<file path=ppt/slides/_rels/slide24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4.xml"/><Relationship Id="rId1" Type="http://schemas.openxmlformats.org/officeDocument/2006/relationships/slideLayout" Target="../slideLayouts/slideLayout1.xml"/></Relationships>
</file>

<file path=ppt/slides/_rels/slide24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5.xml"/><Relationship Id="rId1" Type="http://schemas.openxmlformats.org/officeDocument/2006/relationships/slideLayout" Target="../slideLayouts/slideLayout1.xml"/></Relationships>
</file>

<file path=ppt/slides/_rels/slide24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6.xml"/><Relationship Id="rId1" Type="http://schemas.openxmlformats.org/officeDocument/2006/relationships/slideLayout" Target="../slideLayouts/slideLayout1.xml"/></Relationships>
</file>

<file path=ppt/slides/_rels/slide2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7.xml"/><Relationship Id="rId1" Type="http://schemas.openxmlformats.org/officeDocument/2006/relationships/slideLayout" Target="../slideLayouts/slideLayout1.xml"/></Relationships>
</file>

<file path=ppt/slides/_rels/slide24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8.xml"/><Relationship Id="rId1" Type="http://schemas.openxmlformats.org/officeDocument/2006/relationships/slideLayout" Target="../slideLayouts/slideLayout1.xml"/></Relationships>
</file>

<file path=ppt/slides/_rels/slide24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19.xml"/><Relationship Id="rId1" Type="http://schemas.openxmlformats.org/officeDocument/2006/relationships/slideLayout" Target="../slideLayouts/slideLayout1.xml"/></Relationships>
</file>

<file path=ppt/slides/_rels/slide24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0.xml"/><Relationship Id="rId1" Type="http://schemas.openxmlformats.org/officeDocument/2006/relationships/slideLayout" Target="../slideLayouts/slideLayout1.xml"/></Relationships>
</file>

<file path=ppt/slides/_rels/slide24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1.xml"/><Relationship Id="rId1" Type="http://schemas.openxmlformats.org/officeDocument/2006/relationships/slideLayout" Target="../slideLayouts/slideLayout1.xml"/></Relationships>
</file>

<file path=ppt/slides/_rels/slide24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2.xml"/><Relationship Id="rId1" Type="http://schemas.openxmlformats.org/officeDocument/2006/relationships/slideLayout" Target="../slideLayouts/slideLayout1.xml"/></Relationships>
</file>

<file path=ppt/slides/_rels/slide24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3.xml"/><Relationship Id="rId1" Type="http://schemas.openxmlformats.org/officeDocument/2006/relationships/slideLayout" Target="../slideLayouts/slideLayout1.xml"/></Relationships>
</file>

<file path=ppt/slides/_rels/slide24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4.xml"/><Relationship Id="rId1" Type="http://schemas.openxmlformats.org/officeDocument/2006/relationships/slideLayout" Target="../slideLayouts/slideLayout1.xml"/></Relationships>
</file>

<file path=ppt/slides/_rels/slide24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5.xml"/><Relationship Id="rId1" Type="http://schemas.openxmlformats.org/officeDocument/2006/relationships/slideLayout" Target="../slideLayouts/slideLayout1.xml"/></Relationships>
</file>

<file path=ppt/slides/_rels/slide24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6.xml"/><Relationship Id="rId1" Type="http://schemas.openxmlformats.org/officeDocument/2006/relationships/slideLayout" Target="../slideLayouts/slideLayout1.xml"/></Relationships>
</file>

<file path=ppt/slides/_rels/slide24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7.xml"/><Relationship Id="rId1" Type="http://schemas.openxmlformats.org/officeDocument/2006/relationships/slideLayout" Target="../slideLayouts/slideLayout1.xml"/></Relationships>
</file>

<file path=ppt/slides/_rels/slide24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8.xml"/><Relationship Id="rId1" Type="http://schemas.openxmlformats.org/officeDocument/2006/relationships/slideLayout" Target="../slideLayouts/slideLayout1.xml"/></Relationships>
</file>

<file path=ppt/slides/_rels/slide24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29.xml"/><Relationship Id="rId1" Type="http://schemas.openxmlformats.org/officeDocument/2006/relationships/slideLayout" Target="../slideLayouts/slideLayout1.xml"/></Relationships>
</file>

<file path=ppt/slides/_rels/slide24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0.xml"/><Relationship Id="rId1" Type="http://schemas.openxmlformats.org/officeDocument/2006/relationships/slideLayout" Target="../slideLayouts/slideLayout1.xml"/></Relationships>
</file>

<file path=ppt/slides/_rels/slide24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1.xml"/><Relationship Id="rId1" Type="http://schemas.openxmlformats.org/officeDocument/2006/relationships/slideLayout" Target="../slideLayouts/slideLayout1.xml"/></Relationships>
</file>

<file path=ppt/slides/_rels/slide24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2.xml"/><Relationship Id="rId1" Type="http://schemas.openxmlformats.org/officeDocument/2006/relationships/slideLayout" Target="../slideLayouts/slideLayout1.xml"/></Relationships>
</file>

<file path=ppt/slides/_rels/slide24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3.xml"/><Relationship Id="rId1" Type="http://schemas.openxmlformats.org/officeDocument/2006/relationships/slideLayout" Target="../slideLayouts/slideLayout1.xml"/></Relationships>
</file>

<file path=ppt/slides/_rels/slide24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4.xml"/><Relationship Id="rId1" Type="http://schemas.openxmlformats.org/officeDocument/2006/relationships/slideLayout" Target="../slideLayouts/slideLayout1.xml"/></Relationships>
</file>

<file path=ppt/slides/_rels/slide24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5.xml"/><Relationship Id="rId1" Type="http://schemas.openxmlformats.org/officeDocument/2006/relationships/slideLayout" Target="../slideLayouts/slideLayout1.xml"/></Relationships>
</file>

<file path=ppt/slides/_rels/slide24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6.xml"/><Relationship Id="rId1" Type="http://schemas.openxmlformats.org/officeDocument/2006/relationships/slideLayout" Target="../slideLayouts/slideLayout1.xml"/></Relationships>
</file>

<file path=ppt/slides/_rels/slide24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7.xml"/><Relationship Id="rId1" Type="http://schemas.openxmlformats.org/officeDocument/2006/relationships/slideLayout" Target="../slideLayouts/slideLayout1.xml"/></Relationships>
</file>

<file path=ppt/slides/_rels/slide24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8.xml"/><Relationship Id="rId1" Type="http://schemas.openxmlformats.org/officeDocument/2006/relationships/slideLayout" Target="../slideLayouts/slideLayout1.xml"/></Relationships>
</file>

<file path=ppt/slides/_rels/slide24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39.xml"/><Relationship Id="rId1" Type="http://schemas.openxmlformats.org/officeDocument/2006/relationships/slideLayout" Target="../slideLayouts/slideLayout1.xml"/></Relationships>
</file>

<file path=ppt/slides/_rels/slide24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0.xml"/><Relationship Id="rId1" Type="http://schemas.openxmlformats.org/officeDocument/2006/relationships/slideLayout" Target="../slideLayouts/slideLayout1.xml"/></Relationships>
</file>

<file path=ppt/slides/_rels/slide24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1.xml"/><Relationship Id="rId1" Type="http://schemas.openxmlformats.org/officeDocument/2006/relationships/slideLayout" Target="../slideLayouts/slideLayout1.xml"/></Relationships>
</file>

<file path=ppt/slides/_rels/slide24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2.xml"/><Relationship Id="rId1" Type="http://schemas.openxmlformats.org/officeDocument/2006/relationships/slideLayout" Target="../slideLayouts/slideLayout1.xml"/></Relationships>
</file>

<file path=ppt/slides/_rels/slide24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3.xml"/><Relationship Id="rId1" Type="http://schemas.openxmlformats.org/officeDocument/2006/relationships/slideLayout" Target="../slideLayouts/slideLayout1.xml"/></Relationships>
</file>

<file path=ppt/slides/_rels/slide24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4.xml"/><Relationship Id="rId1" Type="http://schemas.openxmlformats.org/officeDocument/2006/relationships/slideLayout" Target="../slideLayouts/slideLayout1.xml"/></Relationships>
</file>

<file path=ppt/slides/_rels/slide24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5.xml"/><Relationship Id="rId1" Type="http://schemas.openxmlformats.org/officeDocument/2006/relationships/slideLayout" Target="../slideLayouts/slideLayout1.xml"/></Relationships>
</file>

<file path=ppt/slides/_rels/slide24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6.xml"/><Relationship Id="rId1" Type="http://schemas.openxmlformats.org/officeDocument/2006/relationships/slideLayout" Target="../slideLayouts/slideLayout1.xml"/></Relationships>
</file>

<file path=ppt/slides/_rels/slide24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7.xml"/><Relationship Id="rId1" Type="http://schemas.openxmlformats.org/officeDocument/2006/relationships/slideLayout" Target="../slideLayouts/slideLayout1.xml"/></Relationships>
</file>

<file path=ppt/slides/_rels/slide24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8.xml"/><Relationship Id="rId1" Type="http://schemas.openxmlformats.org/officeDocument/2006/relationships/slideLayout" Target="../slideLayouts/slideLayout1.xml"/></Relationships>
</file>

<file path=ppt/slides/_rels/slide24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49.xml"/><Relationship Id="rId1" Type="http://schemas.openxmlformats.org/officeDocument/2006/relationships/slideLayout" Target="../slideLayouts/slideLayout1.xml"/></Relationships>
</file>

<file path=ppt/slides/_rels/slide24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0.xml"/><Relationship Id="rId1" Type="http://schemas.openxmlformats.org/officeDocument/2006/relationships/slideLayout" Target="../slideLayouts/slideLayout1.xml"/></Relationships>
</file>

<file path=ppt/slides/_rels/slide24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1.xml"/><Relationship Id="rId1" Type="http://schemas.openxmlformats.org/officeDocument/2006/relationships/slideLayout" Target="../slideLayouts/slideLayout1.xml"/></Relationships>
</file>

<file path=ppt/slides/_rels/slide24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2.xml"/><Relationship Id="rId1" Type="http://schemas.openxmlformats.org/officeDocument/2006/relationships/slideLayout" Target="../slideLayouts/slideLayout1.xml"/></Relationships>
</file>

<file path=ppt/slides/_rels/slide24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3.xml"/><Relationship Id="rId1" Type="http://schemas.openxmlformats.org/officeDocument/2006/relationships/slideLayout" Target="../slideLayouts/slideLayout1.xml"/></Relationships>
</file>

<file path=ppt/slides/_rels/slide24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4.xml"/><Relationship Id="rId1" Type="http://schemas.openxmlformats.org/officeDocument/2006/relationships/slideLayout" Target="../slideLayouts/slideLayout1.xml"/></Relationships>
</file>

<file path=ppt/slides/_rels/slide24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5.xml"/><Relationship Id="rId1" Type="http://schemas.openxmlformats.org/officeDocument/2006/relationships/slideLayout" Target="../slideLayouts/slideLayout1.xml"/></Relationships>
</file>

<file path=ppt/slides/_rels/slide24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6.xml"/><Relationship Id="rId1" Type="http://schemas.openxmlformats.org/officeDocument/2006/relationships/slideLayout" Target="../slideLayouts/slideLayout1.xml"/></Relationships>
</file>

<file path=ppt/slides/_rels/slide24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7.xml"/><Relationship Id="rId1" Type="http://schemas.openxmlformats.org/officeDocument/2006/relationships/slideLayout" Target="../slideLayouts/slideLayout1.xml"/></Relationships>
</file>

<file path=ppt/slides/_rels/slide24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8.xml"/><Relationship Id="rId1" Type="http://schemas.openxmlformats.org/officeDocument/2006/relationships/slideLayout" Target="../slideLayouts/slideLayout1.xml"/></Relationships>
</file>

<file path=ppt/slides/_rels/slide24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59.xml"/><Relationship Id="rId1" Type="http://schemas.openxmlformats.org/officeDocument/2006/relationships/slideLayout" Target="../slideLayouts/slideLayout1.xml"/></Relationships>
</file>

<file path=ppt/slides/_rels/slide24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0.xml"/><Relationship Id="rId1" Type="http://schemas.openxmlformats.org/officeDocument/2006/relationships/slideLayout" Target="../slideLayouts/slideLayout1.xml"/></Relationships>
</file>

<file path=ppt/slides/_rels/slide24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1.xml"/><Relationship Id="rId1" Type="http://schemas.openxmlformats.org/officeDocument/2006/relationships/slideLayout" Target="../slideLayouts/slideLayout1.xml"/></Relationships>
</file>

<file path=ppt/slides/_rels/slide24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2.xml"/><Relationship Id="rId1" Type="http://schemas.openxmlformats.org/officeDocument/2006/relationships/slideLayout" Target="../slideLayouts/slideLayout1.xml"/></Relationships>
</file>

<file path=ppt/slides/_rels/slide24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3.xml"/><Relationship Id="rId1" Type="http://schemas.openxmlformats.org/officeDocument/2006/relationships/slideLayout" Target="../slideLayouts/slideLayout1.xml"/></Relationships>
</file>

<file path=ppt/slides/_rels/slide24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4.xml"/><Relationship Id="rId1" Type="http://schemas.openxmlformats.org/officeDocument/2006/relationships/slideLayout" Target="../slideLayouts/slideLayout1.xml"/></Relationships>
</file>

<file path=ppt/slides/_rels/slide24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5.xml"/><Relationship Id="rId1" Type="http://schemas.openxmlformats.org/officeDocument/2006/relationships/slideLayout" Target="../slideLayouts/slideLayout1.xml"/></Relationships>
</file>

<file path=ppt/slides/_rels/slide24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6.xml"/><Relationship Id="rId1" Type="http://schemas.openxmlformats.org/officeDocument/2006/relationships/slideLayout" Target="../slideLayouts/slideLayout1.xml"/></Relationships>
</file>

<file path=ppt/slides/_rels/slide24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7.xml"/><Relationship Id="rId1" Type="http://schemas.openxmlformats.org/officeDocument/2006/relationships/slideLayout" Target="../slideLayouts/slideLayout1.xml"/></Relationships>
</file>

<file path=ppt/slides/_rels/slide24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8.xml"/><Relationship Id="rId1" Type="http://schemas.openxmlformats.org/officeDocument/2006/relationships/slideLayout" Target="../slideLayouts/slideLayout1.xml"/></Relationships>
</file>

<file path=ppt/slides/_rels/slide24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69.xml"/><Relationship Id="rId1" Type="http://schemas.openxmlformats.org/officeDocument/2006/relationships/slideLayout" Target="../slideLayouts/slideLayout1.xml"/></Relationships>
</file>

<file path=ppt/slides/_rels/slide24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0.xml"/><Relationship Id="rId1" Type="http://schemas.openxmlformats.org/officeDocument/2006/relationships/slideLayout" Target="../slideLayouts/slideLayout1.xml"/></Relationships>
</file>

<file path=ppt/slides/_rels/slide24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1.xml"/><Relationship Id="rId1" Type="http://schemas.openxmlformats.org/officeDocument/2006/relationships/slideLayout" Target="../slideLayouts/slideLayout1.xml"/></Relationships>
</file>

<file path=ppt/slides/_rels/slide24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2.xml"/><Relationship Id="rId1" Type="http://schemas.openxmlformats.org/officeDocument/2006/relationships/slideLayout" Target="../slideLayouts/slideLayout1.xml"/></Relationships>
</file>

<file path=ppt/slides/_rels/slide24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3.xml"/><Relationship Id="rId1" Type="http://schemas.openxmlformats.org/officeDocument/2006/relationships/slideLayout" Target="../slideLayouts/slideLayout1.xml"/></Relationships>
</file>

<file path=ppt/slides/_rels/slide24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4.xml"/><Relationship Id="rId1" Type="http://schemas.openxmlformats.org/officeDocument/2006/relationships/slideLayout" Target="../slideLayouts/slideLayout1.xml"/></Relationships>
</file>

<file path=ppt/slides/_rels/slide24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5.xml"/><Relationship Id="rId1" Type="http://schemas.openxmlformats.org/officeDocument/2006/relationships/slideLayout" Target="../slideLayouts/slideLayout1.xml"/></Relationships>
</file>

<file path=ppt/slides/_rels/slide25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6.xml"/><Relationship Id="rId1" Type="http://schemas.openxmlformats.org/officeDocument/2006/relationships/slideLayout" Target="../slideLayouts/slideLayout1.xml"/></Relationships>
</file>

<file path=ppt/slides/_rels/slide25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7.xml"/><Relationship Id="rId1" Type="http://schemas.openxmlformats.org/officeDocument/2006/relationships/slideLayout" Target="../slideLayouts/slideLayout1.xml"/></Relationships>
</file>

<file path=ppt/slides/_rels/slide25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8.xml"/><Relationship Id="rId1" Type="http://schemas.openxmlformats.org/officeDocument/2006/relationships/slideLayout" Target="../slideLayouts/slideLayout1.xml"/></Relationships>
</file>

<file path=ppt/slides/_rels/slide25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79.xml"/><Relationship Id="rId1" Type="http://schemas.openxmlformats.org/officeDocument/2006/relationships/slideLayout" Target="../slideLayouts/slideLayout1.xml"/></Relationships>
</file>

<file path=ppt/slides/_rels/slide25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0.xml"/><Relationship Id="rId1" Type="http://schemas.openxmlformats.org/officeDocument/2006/relationships/slideLayout" Target="../slideLayouts/slideLayout1.xml"/></Relationships>
</file>

<file path=ppt/slides/_rels/slide25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1.xml"/><Relationship Id="rId1" Type="http://schemas.openxmlformats.org/officeDocument/2006/relationships/slideLayout" Target="../slideLayouts/slideLayout1.xml"/></Relationships>
</file>

<file path=ppt/slides/_rels/slide25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2.xml"/><Relationship Id="rId1" Type="http://schemas.openxmlformats.org/officeDocument/2006/relationships/slideLayout" Target="../slideLayouts/slideLayout1.xml"/></Relationships>
</file>

<file path=ppt/slides/_rels/slide25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3.xml"/><Relationship Id="rId1" Type="http://schemas.openxmlformats.org/officeDocument/2006/relationships/slideLayout" Target="../slideLayouts/slideLayout1.xml"/></Relationships>
</file>

<file path=ppt/slides/_rels/slide25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4.xml"/><Relationship Id="rId1" Type="http://schemas.openxmlformats.org/officeDocument/2006/relationships/slideLayout" Target="../slideLayouts/slideLayout1.xml"/></Relationships>
</file>

<file path=ppt/slides/_rels/slide25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5.xml"/><Relationship Id="rId1" Type="http://schemas.openxmlformats.org/officeDocument/2006/relationships/slideLayout" Target="../slideLayouts/slideLayout1.xml"/></Relationships>
</file>

<file path=ppt/slides/_rels/slide25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6.xml"/><Relationship Id="rId1" Type="http://schemas.openxmlformats.org/officeDocument/2006/relationships/slideLayout" Target="../slideLayouts/slideLayout1.xml"/></Relationships>
</file>

<file path=ppt/slides/_rels/slide25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7.xml"/><Relationship Id="rId1" Type="http://schemas.openxmlformats.org/officeDocument/2006/relationships/slideLayout" Target="../slideLayouts/slideLayout1.xml"/></Relationships>
</file>

<file path=ppt/slides/_rels/slide25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8.xml"/><Relationship Id="rId1" Type="http://schemas.openxmlformats.org/officeDocument/2006/relationships/slideLayout" Target="../slideLayouts/slideLayout1.xml"/></Relationships>
</file>

<file path=ppt/slides/_rels/slide25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89.xml"/><Relationship Id="rId1" Type="http://schemas.openxmlformats.org/officeDocument/2006/relationships/slideLayout" Target="../slideLayouts/slideLayout1.xml"/></Relationships>
</file>

<file path=ppt/slides/_rels/slide25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0.xml"/><Relationship Id="rId1" Type="http://schemas.openxmlformats.org/officeDocument/2006/relationships/slideLayout" Target="../slideLayouts/slideLayout1.xml"/></Relationships>
</file>

<file path=ppt/slides/_rels/slide25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1.xml"/><Relationship Id="rId1" Type="http://schemas.openxmlformats.org/officeDocument/2006/relationships/slideLayout" Target="../slideLayouts/slideLayout1.xml"/></Relationships>
</file>

<file path=ppt/slides/_rels/slide25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2.xml"/><Relationship Id="rId1" Type="http://schemas.openxmlformats.org/officeDocument/2006/relationships/slideLayout" Target="../slideLayouts/slideLayout1.xml"/></Relationships>
</file>

<file path=ppt/slides/_rels/slide25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3.xml"/><Relationship Id="rId1" Type="http://schemas.openxmlformats.org/officeDocument/2006/relationships/slideLayout" Target="../slideLayouts/slideLayout1.xml"/></Relationships>
</file>

<file path=ppt/slides/_rels/slide25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4.xml"/><Relationship Id="rId1" Type="http://schemas.openxmlformats.org/officeDocument/2006/relationships/slideLayout" Target="../slideLayouts/slideLayout1.xml"/></Relationships>
</file>

<file path=ppt/slides/_rels/slide25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5.xml"/><Relationship Id="rId1" Type="http://schemas.openxmlformats.org/officeDocument/2006/relationships/slideLayout" Target="../slideLayouts/slideLayout1.xml"/></Relationships>
</file>

<file path=ppt/slides/_rels/slide25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6.xml"/><Relationship Id="rId1" Type="http://schemas.openxmlformats.org/officeDocument/2006/relationships/slideLayout" Target="../slideLayouts/slideLayout1.xml"/></Relationships>
</file>

<file path=ppt/slides/_rels/slide25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7.xml"/><Relationship Id="rId1" Type="http://schemas.openxmlformats.org/officeDocument/2006/relationships/slideLayout" Target="../slideLayouts/slideLayout1.xml"/></Relationships>
</file>

<file path=ppt/slides/_rels/slide25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8.xml"/><Relationship Id="rId1" Type="http://schemas.openxmlformats.org/officeDocument/2006/relationships/slideLayout" Target="../slideLayouts/slideLayout1.xml"/></Relationships>
</file>

<file path=ppt/slides/_rels/slide25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399.xml"/><Relationship Id="rId1" Type="http://schemas.openxmlformats.org/officeDocument/2006/relationships/slideLayout" Target="../slideLayouts/slideLayout1.xml"/></Relationships>
</file>

<file path=ppt/slides/_rels/slide25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0.xml"/><Relationship Id="rId1" Type="http://schemas.openxmlformats.org/officeDocument/2006/relationships/slideLayout" Target="../slideLayouts/slideLayout1.xml"/></Relationships>
</file>

<file path=ppt/slides/_rels/slide25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1.xml"/><Relationship Id="rId1" Type="http://schemas.openxmlformats.org/officeDocument/2006/relationships/slideLayout" Target="../slideLayouts/slideLayout1.xml"/></Relationships>
</file>

<file path=ppt/slides/_rels/slide25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2.xml"/><Relationship Id="rId1" Type="http://schemas.openxmlformats.org/officeDocument/2006/relationships/slideLayout" Target="../slideLayouts/slideLayout1.xml"/></Relationships>
</file>

<file path=ppt/slides/_rels/slide25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3.xml"/><Relationship Id="rId1" Type="http://schemas.openxmlformats.org/officeDocument/2006/relationships/slideLayout" Target="../slideLayouts/slideLayout1.xml"/></Relationships>
</file>

<file path=ppt/slides/_rels/slide25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4.xml"/><Relationship Id="rId1" Type="http://schemas.openxmlformats.org/officeDocument/2006/relationships/slideLayout" Target="../slideLayouts/slideLayout1.xml"/></Relationships>
</file>

<file path=ppt/slides/_rels/slide25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5.xml"/><Relationship Id="rId1" Type="http://schemas.openxmlformats.org/officeDocument/2006/relationships/slideLayout" Target="../slideLayouts/slideLayout1.xml"/></Relationships>
</file>

<file path=ppt/slides/_rels/slide25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6.xml"/><Relationship Id="rId1" Type="http://schemas.openxmlformats.org/officeDocument/2006/relationships/slideLayout" Target="../slideLayouts/slideLayout1.xml"/></Relationships>
</file>

<file path=ppt/slides/_rels/slide25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7.xml"/><Relationship Id="rId1" Type="http://schemas.openxmlformats.org/officeDocument/2006/relationships/slideLayout" Target="../slideLayouts/slideLayout1.xml"/></Relationships>
</file>

<file path=ppt/slides/_rels/slide25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8.xml"/><Relationship Id="rId1" Type="http://schemas.openxmlformats.org/officeDocument/2006/relationships/slideLayout" Target="../slideLayouts/slideLayout1.xml"/></Relationships>
</file>

<file path=ppt/slides/_rels/slide25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09.xml"/><Relationship Id="rId1" Type="http://schemas.openxmlformats.org/officeDocument/2006/relationships/slideLayout" Target="../slideLayouts/slideLayout1.xml"/></Relationships>
</file>

<file path=ppt/slides/_rels/slide25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0.xml"/><Relationship Id="rId1" Type="http://schemas.openxmlformats.org/officeDocument/2006/relationships/slideLayout" Target="../slideLayouts/slideLayout1.xml"/></Relationships>
</file>

<file path=ppt/slides/_rels/slide25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1.xml"/><Relationship Id="rId1" Type="http://schemas.openxmlformats.org/officeDocument/2006/relationships/slideLayout" Target="../slideLayouts/slideLayout1.xml"/></Relationships>
</file>

<file path=ppt/slides/_rels/slide25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2.xml"/><Relationship Id="rId1" Type="http://schemas.openxmlformats.org/officeDocument/2006/relationships/slideLayout" Target="../slideLayouts/slideLayout1.xml"/></Relationships>
</file>

<file path=ppt/slides/_rels/slide25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3.xml"/><Relationship Id="rId1" Type="http://schemas.openxmlformats.org/officeDocument/2006/relationships/slideLayout" Target="../slideLayouts/slideLayout1.xml"/></Relationships>
</file>

<file path=ppt/slides/_rels/slide25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4.xml"/><Relationship Id="rId1" Type="http://schemas.openxmlformats.org/officeDocument/2006/relationships/slideLayout" Target="../slideLayouts/slideLayout1.xml"/></Relationships>
</file>

<file path=ppt/slides/_rels/slide25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5.xml"/><Relationship Id="rId1" Type="http://schemas.openxmlformats.org/officeDocument/2006/relationships/slideLayout" Target="../slideLayouts/slideLayout1.xml"/></Relationships>
</file>

<file path=ppt/slides/_rels/slide25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6.xml"/><Relationship Id="rId1" Type="http://schemas.openxmlformats.org/officeDocument/2006/relationships/slideLayout" Target="../slideLayouts/slideLayout1.xml"/></Relationships>
</file>

<file path=ppt/slides/_rels/slide25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7.xml"/><Relationship Id="rId1" Type="http://schemas.openxmlformats.org/officeDocument/2006/relationships/slideLayout" Target="../slideLayouts/slideLayout1.xml"/></Relationships>
</file>

<file path=ppt/slides/_rels/slide25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8.xml"/><Relationship Id="rId1" Type="http://schemas.openxmlformats.org/officeDocument/2006/relationships/slideLayout" Target="../slideLayouts/slideLayout1.xml"/></Relationships>
</file>

<file path=ppt/slides/_rels/slide25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19.xml"/><Relationship Id="rId1" Type="http://schemas.openxmlformats.org/officeDocument/2006/relationships/slideLayout" Target="../slideLayouts/slideLayout1.xml"/></Relationships>
</file>

<file path=ppt/slides/_rels/slide25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0.xml"/><Relationship Id="rId1" Type="http://schemas.openxmlformats.org/officeDocument/2006/relationships/slideLayout" Target="../slideLayouts/slideLayout1.xml"/></Relationships>
</file>

<file path=ppt/slides/_rels/slide25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1.xml"/><Relationship Id="rId1" Type="http://schemas.openxmlformats.org/officeDocument/2006/relationships/slideLayout" Target="../slideLayouts/slideLayout1.xml"/></Relationships>
</file>

<file path=ppt/slides/_rels/slide25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2.xml"/><Relationship Id="rId1" Type="http://schemas.openxmlformats.org/officeDocument/2006/relationships/slideLayout" Target="../slideLayouts/slideLayout1.xml"/></Relationships>
</file>

<file path=ppt/slides/_rels/slide25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3.xml"/><Relationship Id="rId1" Type="http://schemas.openxmlformats.org/officeDocument/2006/relationships/slideLayout" Target="../slideLayouts/slideLayout1.xml"/></Relationships>
</file>

<file path=ppt/slides/_rels/slide25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4.xml"/><Relationship Id="rId1" Type="http://schemas.openxmlformats.org/officeDocument/2006/relationships/slideLayout" Target="../slideLayouts/slideLayout1.xml"/></Relationships>
</file>

<file path=ppt/slides/_rels/slide25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5.xml"/><Relationship Id="rId1" Type="http://schemas.openxmlformats.org/officeDocument/2006/relationships/slideLayout" Target="../slideLayouts/slideLayout1.xml"/></Relationships>
</file>

<file path=ppt/slides/_rels/slide25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6.xml"/><Relationship Id="rId1" Type="http://schemas.openxmlformats.org/officeDocument/2006/relationships/slideLayout" Target="../slideLayouts/slideLayout1.xml"/></Relationships>
</file>

<file path=ppt/slides/_rels/slide25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7.xml"/><Relationship Id="rId1" Type="http://schemas.openxmlformats.org/officeDocument/2006/relationships/slideLayout" Target="../slideLayouts/slideLayout1.xml"/></Relationships>
</file>

<file path=ppt/slides/_rels/slide25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8.xml"/><Relationship Id="rId1" Type="http://schemas.openxmlformats.org/officeDocument/2006/relationships/slideLayout" Target="../slideLayouts/slideLayout1.xml"/></Relationships>
</file>

<file path=ppt/slides/_rels/slide25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29.xml"/><Relationship Id="rId1" Type="http://schemas.openxmlformats.org/officeDocument/2006/relationships/slideLayout" Target="../slideLayouts/slideLayout1.xml"/></Relationships>
</file>

<file path=ppt/slides/_rels/slide25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0.xml"/><Relationship Id="rId1" Type="http://schemas.openxmlformats.org/officeDocument/2006/relationships/slideLayout" Target="../slideLayouts/slideLayout1.xml"/></Relationships>
</file>

<file path=ppt/slides/_rels/slide25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1.xml"/><Relationship Id="rId1" Type="http://schemas.openxmlformats.org/officeDocument/2006/relationships/slideLayout" Target="../slideLayouts/slideLayout1.xml"/></Relationships>
</file>

<file path=ppt/slides/_rels/slide25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2.xml"/><Relationship Id="rId1" Type="http://schemas.openxmlformats.org/officeDocument/2006/relationships/slideLayout" Target="../slideLayouts/slideLayout1.xml"/></Relationships>
</file>

<file path=ppt/slides/_rels/slide25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3.xml"/><Relationship Id="rId1" Type="http://schemas.openxmlformats.org/officeDocument/2006/relationships/slideLayout" Target="../slideLayouts/slideLayout1.xml"/></Relationships>
</file>

<file path=ppt/slides/_rels/slide25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4.xml"/><Relationship Id="rId1" Type="http://schemas.openxmlformats.org/officeDocument/2006/relationships/slideLayout" Target="../slideLayouts/slideLayout1.xml"/></Relationships>
</file>

<file path=ppt/slides/_rels/slide25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5.xml"/><Relationship Id="rId1" Type="http://schemas.openxmlformats.org/officeDocument/2006/relationships/slideLayout" Target="../slideLayouts/slideLayout1.xml"/></Relationships>
</file>

<file path=ppt/slides/_rels/slide25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6.xml"/><Relationship Id="rId1" Type="http://schemas.openxmlformats.org/officeDocument/2006/relationships/slideLayout" Target="../slideLayouts/slideLayout1.xml"/></Relationships>
</file>

<file path=ppt/slides/_rels/slide25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7.xml"/><Relationship Id="rId1" Type="http://schemas.openxmlformats.org/officeDocument/2006/relationships/slideLayout" Target="../slideLayouts/slideLayout1.xml"/></Relationships>
</file>

<file path=ppt/slides/_rels/slide25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8.xml"/><Relationship Id="rId1" Type="http://schemas.openxmlformats.org/officeDocument/2006/relationships/slideLayout" Target="../slideLayouts/slideLayout1.xml"/></Relationships>
</file>

<file path=ppt/slides/_rels/slide25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39.xml"/><Relationship Id="rId1" Type="http://schemas.openxmlformats.org/officeDocument/2006/relationships/slideLayout" Target="../slideLayouts/slideLayout1.xml"/></Relationships>
</file>

<file path=ppt/slides/_rels/slide25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0.xml"/><Relationship Id="rId1" Type="http://schemas.openxmlformats.org/officeDocument/2006/relationships/slideLayout" Target="../slideLayouts/slideLayout1.xml"/></Relationships>
</file>

<file path=ppt/slides/_rels/slide25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1.xml"/><Relationship Id="rId1" Type="http://schemas.openxmlformats.org/officeDocument/2006/relationships/slideLayout" Target="../slideLayouts/slideLayout1.xml"/></Relationships>
</file>

<file path=ppt/slides/_rels/slide25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2.xml"/><Relationship Id="rId1" Type="http://schemas.openxmlformats.org/officeDocument/2006/relationships/slideLayout" Target="../slideLayouts/slideLayout1.xml"/></Relationships>
</file>

<file path=ppt/slides/_rels/slide25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3.xml"/><Relationship Id="rId1" Type="http://schemas.openxmlformats.org/officeDocument/2006/relationships/slideLayout" Target="../slideLayouts/slideLayout1.xml"/></Relationships>
</file>

<file path=ppt/slides/_rels/slide25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4.xml"/><Relationship Id="rId1" Type="http://schemas.openxmlformats.org/officeDocument/2006/relationships/slideLayout" Target="../slideLayouts/slideLayout1.xml"/></Relationships>
</file>

<file path=ppt/slides/_rels/slide25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5.xml"/><Relationship Id="rId1" Type="http://schemas.openxmlformats.org/officeDocument/2006/relationships/slideLayout" Target="../slideLayouts/slideLayout1.xml"/></Relationships>
</file>

<file path=ppt/slides/_rels/slide25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6.xml"/><Relationship Id="rId1" Type="http://schemas.openxmlformats.org/officeDocument/2006/relationships/slideLayout" Target="../slideLayouts/slideLayout1.xml"/></Relationships>
</file>

<file path=ppt/slides/_rels/slide25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7.xml"/><Relationship Id="rId1" Type="http://schemas.openxmlformats.org/officeDocument/2006/relationships/slideLayout" Target="../slideLayouts/slideLayout1.xml"/></Relationships>
</file>

<file path=ppt/slides/_rels/slide25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8.xml"/><Relationship Id="rId1" Type="http://schemas.openxmlformats.org/officeDocument/2006/relationships/slideLayout" Target="../slideLayouts/slideLayout1.xml"/></Relationships>
</file>

<file path=ppt/slides/_rels/slide25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49.xml"/><Relationship Id="rId1" Type="http://schemas.openxmlformats.org/officeDocument/2006/relationships/slideLayout" Target="../slideLayouts/slideLayout1.xml"/></Relationships>
</file>

<file path=ppt/slides/_rels/slide25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0.xml"/><Relationship Id="rId1" Type="http://schemas.openxmlformats.org/officeDocument/2006/relationships/slideLayout" Target="../slideLayouts/slideLayout1.xml"/></Relationships>
</file>

<file path=ppt/slides/_rels/slide25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1.xml"/><Relationship Id="rId1" Type="http://schemas.openxmlformats.org/officeDocument/2006/relationships/slideLayout" Target="../slideLayouts/slideLayout1.xml"/></Relationships>
</file>

<file path=ppt/slides/_rels/slide25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2.xml"/><Relationship Id="rId1" Type="http://schemas.openxmlformats.org/officeDocument/2006/relationships/slideLayout" Target="../slideLayouts/slideLayout1.xml"/></Relationships>
</file>

<file path=ppt/slides/_rels/slide25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3.xml"/><Relationship Id="rId1" Type="http://schemas.openxmlformats.org/officeDocument/2006/relationships/slideLayout" Target="../slideLayouts/slideLayout1.xml"/></Relationships>
</file>

<file path=ppt/slides/_rels/slide25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4.xml"/><Relationship Id="rId1" Type="http://schemas.openxmlformats.org/officeDocument/2006/relationships/slideLayout" Target="../slideLayouts/slideLayout1.xml"/></Relationships>
</file>

<file path=ppt/slides/_rels/slide25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5.xml"/><Relationship Id="rId1" Type="http://schemas.openxmlformats.org/officeDocument/2006/relationships/slideLayout" Target="../slideLayouts/slideLayout1.xml"/></Relationships>
</file>

<file path=ppt/slides/_rels/slide25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6.xml"/><Relationship Id="rId1" Type="http://schemas.openxmlformats.org/officeDocument/2006/relationships/slideLayout" Target="../slideLayouts/slideLayout1.xml"/></Relationships>
</file>

<file path=ppt/slides/_rels/slide25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7.xml"/><Relationship Id="rId1" Type="http://schemas.openxmlformats.org/officeDocument/2006/relationships/slideLayout" Target="../slideLayouts/slideLayout1.xml"/></Relationships>
</file>

<file path=ppt/slides/_rels/slide25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8.xml"/><Relationship Id="rId1" Type="http://schemas.openxmlformats.org/officeDocument/2006/relationships/slideLayout" Target="../slideLayouts/slideLayout1.xml"/></Relationships>
</file>

<file path=ppt/slides/_rels/slide25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59.xml"/><Relationship Id="rId1" Type="http://schemas.openxmlformats.org/officeDocument/2006/relationships/slideLayout" Target="../slideLayouts/slideLayout1.xml"/></Relationships>
</file>

<file path=ppt/slides/_rels/slide25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0.xml"/><Relationship Id="rId1" Type="http://schemas.openxmlformats.org/officeDocument/2006/relationships/slideLayout" Target="../slideLayouts/slideLayout1.xml"/></Relationships>
</file>

<file path=ppt/slides/_rels/slide25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1.xml"/><Relationship Id="rId1" Type="http://schemas.openxmlformats.org/officeDocument/2006/relationships/slideLayout" Target="../slideLayouts/slideLayout1.xml"/></Relationships>
</file>

<file path=ppt/slides/_rels/slide25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2.xml"/><Relationship Id="rId1" Type="http://schemas.openxmlformats.org/officeDocument/2006/relationships/slideLayout" Target="../slideLayouts/slideLayout1.xml"/></Relationships>
</file>

<file path=ppt/slides/_rels/slide25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3.xml"/><Relationship Id="rId1" Type="http://schemas.openxmlformats.org/officeDocument/2006/relationships/slideLayout" Target="../slideLayouts/slideLayout1.xml"/></Relationships>
</file>

<file path=ppt/slides/_rels/slide25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4.xml"/><Relationship Id="rId1" Type="http://schemas.openxmlformats.org/officeDocument/2006/relationships/slideLayout" Target="../slideLayouts/slideLayout1.xml"/></Relationships>
</file>

<file path=ppt/slides/_rels/slide25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5.xml"/><Relationship Id="rId1" Type="http://schemas.openxmlformats.org/officeDocument/2006/relationships/slideLayout" Target="../slideLayouts/slideLayout1.xml"/></Relationships>
</file>

<file path=ppt/slides/_rels/slide25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6.xml"/><Relationship Id="rId1" Type="http://schemas.openxmlformats.org/officeDocument/2006/relationships/slideLayout" Target="../slideLayouts/slideLayout1.xml"/></Relationships>
</file>

<file path=ppt/slides/_rels/slide25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7.xml"/><Relationship Id="rId1" Type="http://schemas.openxmlformats.org/officeDocument/2006/relationships/slideLayout" Target="../slideLayouts/slideLayout1.xml"/></Relationships>
</file>

<file path=ppt/slides/_rels/slide25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8.xml"/><Relationship Id="rId1" Type="http://schemas.openxmlformats.org/officeDocument/2006/relationships/slideLayout" Target="../slideLayouts/slideLayout1.xml"/></Relationships>
</file>

<file path=ppt/slides/_rels/slide25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69.xml"/><Relationship Id="rId1" Type="http://schemas.openxmlformats.org/officeDocument/2006/relationships/slideLayout" Target="../slideLayouts/slideLayout1.xml"/></Relationships>
</file>

<file path=ppt/slides/_rels/slide25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0.xml"/><Relationship Id="rId1" Type="http://schemas.openxmlformats.org/officeDocument/2006/relationships/slideLayout" Target="../slideLayouts/slideLayout1.xml"/></Relationships>
</file>

<file path=ppt/slides/_rels/slide25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1.xml"/><Relationship Id="rId1" Type="http://schemas.openxmlformats.org/officeDocument/2006/relationships/slideLayout" Target="../slideLayouts/slideLayout1.xml"/></Relationships>
</file>

<file path=ppt/slides/_rels/slide25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2.xml"/><Relationship Id="rId1" Type="http://schemas.openxmlformats.org/officeDocument/2006/relationships/slideLayout" Target="../slideLayouts/slideLayout1.xml"/></Relationships>
</file>

<file path=ppt/slides/_rels/slide26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3.xml"/><Relationship Id="rId1" Type="http://schemas.openxmlformats.org/officeDocument/2006/relationships/slideLayout" Target="../slideLayouts/slideLayout1.xml"/></Relationships>
</file>

<file path=ppt/slides/_rels/slide26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4.xml"/><Relationship Id="rId1" Type="http://schemas.openxmlformats.org/officeDocument/2006/relationships/slideLayout" Target="../slideLayouts/slideLayout1.xml"/></Relationships>
</file>

<file path=ppt/slides/_rels/slide26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5.xml"/><Relationship Id="rId1" Type="http://schemas.openxmlformats.org/officeDocument/2006/relationships/slideLayout" Target="../slideLayouts/slideLayout1.xml"/></Relationships>
</file>

<file path=ppt/slides/_rels/slide26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6.xml"/><Relationship Id="rId1" Type="http://schemas.openxmlformats.org/officeDocument/2006/relationships/slideLayout" Target="../slideLayouts/slideLayout1.xml"/></Relationships>
</file>

<file path=ppt/slides/_rels/slide26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7.xml"/><Relationship Id="rId1" Type="http://schemas.openxmlformats.org/officeDocument/2006/relationships/slideLayout" Target="../slideLayouts/slideLayout1.xml"/></Relationships>
</file>

<file path=ppt/slides/_rels/slide26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8.xml"/><Relationship Id="rId1" Type="http://schemas.openxmlformats.org/officeDocument/2006/relationships/slideLayout" Target="../slideLayouts/slideLayout1.xml"/></Relationships>
</file>

<file path=ppt/slides/_rels/slide26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79.xml"/><Relationship Id="rId1" Type="http://schemas.openxmlformats.org/officeDocument/2006/relationships/slideLayout" Target="../slideLayouts/slideLayout1.xml"/></Relationships>
</file>

<file path=ppt/slides/_rels/slide26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0.xml"/><Relationship Id="rId1" Type="http://schemas.openxmlformats.org/officeDocument/2006/relationships/slideLayout" Target="../slideLayouts/slideLayout1.xml"/></Relationships>
</file>

<file path=ppt/slides/_rels/slide26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1.xml"/><Relationship Id="rId1" Type="http://schemas.openxmlformats.org/officeDocument/2006/relationships/slideLayout" Target="../slideLayouts/slideLayout1.xml"/></Relationships>
</file>

<file path=ppt/slides/_rels/slide26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2.xml"/><Relationship Id="rId1" Type="http://schemas.openxmlformats.org/officeDocument/2006/relationships/slideLayout" Target="../slideLayouts/slideLayout1.xml"/></Relationships>
</file>

<file path=ppt/slides/_rels/slide26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3.xml"/><Relationship Id="rId1" Type="http://schemas.openxmlformats.org/officeDocument/2006/relationships/slideLayout" Target="../slideLayouts/slideLayout1.xml"/></Relationships>
</file>

<file path=ppt/slides/_rels/slide26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4.xml"/><Relationship Id="rId1" Type="http://schemas.openxmlformats.org/officeDocument/2006/relationships/slideLayout" Target="../slideLayouts/slideLayout1.xml"/></Relationships>
</file>

<file path=ppt/slides/_rels/slide26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5.xml"/><Relationship Id="rId1" Type="http://schemas.openxmlformats.org/officeDocument/2006/relationships/slideLayout" Target="../slideLayouts/slideLayout1.xml"/></Relationships>
</file>

<file path=ppt/slides/_rels/slide26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6.xml"/><Relationship Id="rId1" Type="http://schemas.openxmlformats.org/officeDocument/2006/relationships/slideLayout" Target="../slideLayouts/slideLayout1.xml"/></Relationships>
</file>

<file path=ppt/slides/_rels/slide26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7.xml"/><Relationship Id="rId1" Type="http://schemas.openxmlformats.org/officeDocument/2006/relationships/slideLayout" Target="../slideLayouts/slideLayout1.xml"/></Relationships>
</file>

<file path=ppt/slides/_rels/slide26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8.xml"/><Relationship Id="rId1" Type="http://schemas.openxmlformats.org/officeDocument/2006/relationships/slideLayout" Target="../slideLayouts/slideLayout1.xml"/></Relationships>
</file>

<file path=ppt/slides/_rels/slide26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89.xml"/><Relationship Id="rId1" Type="http://schemas.openxmlformats.org/officeDocument/2006/relationships/slideLayout" Target="../slideLayouts/slideLayout1.xml"/></Relationships>
</file>

<file path=ppt/slides/_rels/slide26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0.xml"/><Relationship Id="rId1" Type="http://schemas.openxmlformats.org/officeDocument/2006/relationships/slideLayout" Target="../slideLayouts/slideLayout1.xml"/></Relationships>
</file>

<file path=ppt/slides/_rels/slide26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1.xml"/><Relationship Id="rId1" Type="http://schemas.openxmlformats.org/officeDocument/2006/relationships/slideLayout" Target="../slideLayouts/slideLayout1.xml"/></Relationships>
</file>

<file path=ppt/slides/_rels/slide26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2.xml"/><Relationship Id="rId1" Type="http://schemas.openxmlformats.org/officeDocument/2006/relationships/slideLayout" Target="../slideLayouts/slideLayout1.xml"/></Relationships>
</file>

<file path=ppt/slides/_rels/slide26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3.xml"/><Relationship Id="rId1" Type="http://schemas.openxmlformats.org/officeDocument/2006/relationships/slideLayout" Target="../slideLayouts/slideLayout1.xml"/></Relationships>
</file>

<file path=ppt/slides/_rels/slide26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4.xml"/><Relationship Id="rId1" Type="http://schemas.openxmlformats.org/officeDocument/2006/relationships/slideLayout" Target="../slideLayouts/slideLayout1.xml"/></Relationships>
</file>

<file path=ppt/slides/_rels/slide26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5.xml"/><Relationship Id="rId1" Type="http://schemas.openxmlformats.org/officeDocument/2006/relationships/slideLayout" Target="../slideLayouts/slideLayout1.xml"/></Relationships>
</file>

<file path=ppt/slides/_rels/slide26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6.xml"/><Relationship Id="rId1" Type="http://schemas.openxmlformats.org/officeDocument/2006/relationships/slideLayout" Target="../slideLayouts/slideLayout1.xml"/></Relationships>
</file>

<file path=ppt/slides/_rels/slide26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7.xml"/><Relationship Id="rId1" Type="http://schemas.openxmlformats.org/officeDocument/2006/relationships/slideLayout" Target="../slideLayouts/slideLayout1.xml"/></Relationships>
</file>

<file path=ppt/slides/_rels/slide26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8.xml"/><Relationship Id="rId1" Type="http://schemas.openxmlformats.org/officeDocument/2006/relationships/slideLayout" Target="../slideLayouts/slideLayout1.xml"/></Relationships>
</file>

<file path=ppt/slides/_rels/slide26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499.xml"/><Relationship Id="rId1" Type="http://schemas.openxmlformats.org/officeDocument/2006/relationships/slideLayout" Target="../slideLayouts/slideLayout1.xml"/></Relationships>
</file>

<file path=ppt/slides/_rels/slide26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0.xml"/><Relationship Id="rId1" Type="http://schemas.openxmlformats.org/officeDocument/2006/relationships/slideLayout" Target="../slideLayouts/slideLayout1.xml"/></Relationships>
</file>

<file path=ppt/slides/_rels/slide26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1.xml"/><Relationship Id="rId1" Type="http://schemas.openxmlformats.org/officeDocument/2006/relationships/slideLayout" Target="../slideLayouts/slideLayout1.xml"/></Relationships>
</file>

<file path=ppt/slides/_rels/slide26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2.xml"/><Relationship Id="rId1" Type="http://schemas.openxmlformats.org/officeDocument/2006/relationships/slideLayout" Target="../slideLayouts/slideLayout1.xml"/></Relationships>
</file>

<file path=ppt/slides/_rels/slide26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3.xml"/><Relationship Id="rId1" Type="http://schemas.openxmlformats.org/officeDocument/2006/relationships/slideLayout" Target="../slideLayouts/slideLayout1.xml"/></Relationships>
</file>

<file path=ppt/slides/_rels/slide26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4.xml"/><Relationship Id="rId1" Type="http://schemas.openxmlformats.org/officeDocument/2006/relationships/slideLayout" Target="../slideLayouts/slideLayout1.xml"/></Relationships>
</file>

<file path=ppt/slides/_rels/slide26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5.xml"/><Relationship Id="rId1" Type="http://schemas.openxmlformats.org/officeDocument/2006/relationships/slideLayout" Target="../slideLayouts/slideLayout1.xml"/></Relationships>
</file>

<file path=ppt/slides/_rels/slide26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6.xml"/><Relationship Id="rId1" Type="http://schemas.openxmlformats.org/officeDocument/2006/relationships/slideLayout" Target="../slideLayouts/slideLayout1.xml"/></Relationships>
</file>

<file path=ppt/slides/_rels/slide26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7.xml"/><Relationship Id="rId1" Type="http://schemas.openxmlformats.org/officeDocument/2006/relationships/slideLayout" Target="../slideLayouts/slideLayout1.xml"/></Relationships>
</file>

<file path=ppt/slides/_rels/slide26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8.xml"/><Relationship Id="rId1" Type="http://schemas.openxmlformats.org/officeDocument/2006/relationships/slideLayout" Target="../slideLayouts/slideLayout1.xml"/></Relationships>
</file>

<file path=ppt/slides/_rels/slide26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09.xml"/><Relationship Id="rId1" Type="http://schemas.openxmlformats.org/officeDocument/2006/relationships/slideLayout" Target="../slideLayouts/slideLayout1.xml"/></Relationships>
</file>

<file path=ppt/slides/_rels/slide26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0.xml"/><Relationship Id="rId1" Type="http://schemas.openxmlformats.org/officeDocument/2006/relationships/slideLayout" Target="../slideLayouts/slideLayout1.xml"/></Relationships>
</file>

<file path=ppt/slides/_rels/slide26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1.xml"/><Relationship Id="rId1" Type="http://schemas.openxmlformats.org/officeDocument/2006/relationships/slideLayout" Target="../slideLayouts/slideLayout1.xml"/></Relationships>
</file>

<file path=ppt/slides/_rels/slide26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2.xml"/><Relationship Id="rId1" Type="http://schemas.openxmlformats.org/officeDocument/2006/relationships/slideLayout" Target="../slideLayouts/slideLayout1.xml"/></Relationships>
</file>

<file path=ppt/slides/_rels/slide26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3.xml"/><Relationship Id="rId1" Type="http://schemas.openxmlformats.org/officeDocument/2006/relationships/slideLayout" Target="../slideLayouts/slideLayout1.xml"/></Relationships>
</file>

<file path=ppt/slides/_rels/slide26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4.xml"/><Relationship Id="rId1" Type="http://schemas.openxmlformats.org/officeDocument/2006/relationships/slideLayout" Target="../slideLayouts/slideLayout1.xml"/></Relationships>
</file>

<file path=ppt/slides/_rels/slide26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5.xml"/><Relationship Id="rId1" Type="http://schemas.openxmlformats.org/officeDocument/2006/relationships/slideLayout" Target="../slideLayouts/slideLayout1.xml"/></Relationships>
</file>

<file path=ppt/slides/_rels/slide26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6.xml"/><Relationship Id="rId1" Type="http://schemas.openxmlformats.org/officeDocument/2006/relationships/slideLayout" Target="../slideLayouts/slideLayout1.xml"/></Relationships>
</file>

<file path=ppt/slides/_rels/slide26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7.xml"/><Relationship Id="rId1" Type="http://schemas.openxmlformats.org/officeDocument/2006/relationships/slideLayout" Target="../slideLayouts/slideLayout1.xml"/></Relationships>
</file>

<file path=ppt/slides/_rels/slide26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8.xml"/><Relationship Id="rId1" Type="http://schemas.openxmlformats.org/officeDocument/2006/relationships/slideLayout" Target="../slideLayouts/slideLayout1.xml"/></Relationships>
</file>

<file path=ppt/slides/_rels/slide26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19.xml"/><Relationship Id="rId1" Type="http://schemas.openxmlformats.org/officeDocument/2006/relationships/slideLayout" Target="../slideLayouts/slideLayout1.xml"/></Relationships>
</file>

<file path=ppt/slides/_rels/slide26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0.xml"/><Relationship Id="rId1" Type="http://schemas.openxmlformats.org/officeDocument/2006/relationships/slideLayout" Target="../slideLayouts/slideLayout1.xml"/></Relationships>
</file>

<file path=ppt/slides/_rels/slide26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1.xml"/><Relationship Id="rId1" Type="http://schemas.openxmlformats.org/officeDocument/2006/relationships/slideLayout" Target="../slideLayouts/slideLayout1.xml"/></Relationships>
</file>

<file path=ppt/slides/_rels/slide26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2.xml"/><Relationship Id="rId1" Type="http://schemas.openxmlformats.org/officeDocument/2006/relationships/slideLayout" Target="../slideLayouts/slideLayout1.xml"/></Relationships>
</file>

<file path=ppt/slides/_rels/slide26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3.xml"/><Relationship Id="rId1" Type="http://schemas.openxmlformats.org/officeDocument/2006/relationships/slideLayout" Target="../slideLayouts/slideLayout1.xml"/></Relationships>
</file>

<file path=ppt/slides/_rels/slide26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4.xml"/><Relationship Id="rId1" Type="http://schemas.openxmlformats.org/officeDocument/2006/relationships/slideLayout" Target="../slideLayouts/slideLayout1.xml"/></Relationships>
</file>

<file path=ppt/slides/_rels/slide26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5.xml"/><Relationship Id="rId1" Type="http://schemas.openxmlformats.org/officeDocument/2006/relationships/slideLayout" Target="../slideLayouts/slideLayout1.xml"/></Relationships>
</file>

<file path=ppt/slides/_rels/slide26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6.xml"/><Relationship Id="rId1" Type="http://schemas.openxmlformats.org/officeDocument/2006/relationships/slideLayout" Target="../slideLayouts/slideLayout1.xml"/></Relationships>
</file>

<file path=ppt/slides/_rels/slide26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7.xml"/><Relationship Id="rId1" Type="http://schemas.openxmlformats.org/officeDocument/2006/relationships/slideLayout" Target="../slideLayouts/slideLayout1.xml"/></Relationships>
</file>

<file path=ppt/slides/_rels/slide26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8.xml"/><Relationship Id="rId1" Type="http://schemas.openxmlformats.org/officeDocument/2006/relationships/slideLayout" Target="../slideLayouts/slideLayout1.xml"/></Relationships>
</file>

<file path=ppt/slides/_rels/slide26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29.xml"/><Relationship Id="rId1" Type="http://schemas.openxmlformats.org/officeDocument/2006/relationships/slideLayout" Target="../slideLayouts/slideLayout1.xml"/></Relationships>
</file>

<file path=ppt/slides/_rels/slide26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0.xml"/><Relationship Id="rId1" Type="http://schemas.openxmlformats.org/officeDocument/2006/relationships/slideLayout" Target="../slideLayouts/slideLayout1.xml"/></Relationships>
</file>

<file path=ppt/slides/_rels/slide26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1.xml"/><Relationship Id="rId1" Type="http://schemas.openxmlformats.org/officeDocument/2006/relationships/slideLayout" Target="../slideLayouts/slideLayout1.xml"/></Relationships>
</file>

<file path=ppt/slides/_rels/slide26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2.xml"/><Relationship Id="rId1" Type="http://schemas.openxmlformats.org/officeDocument/2006/relationships/slideLayout" Target="../slideLayouts/slideLayout1.xml"/></Relationships>
</file>

<file path=ppt/slides/_rels/slide26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3.xml"/><Relationship Id="rId1" Type="http://schemas.openxmlformats.org/officeDocument/2006/relationships/slideLayout" Target="../slideLayouts/slideLayout1.xml"/></Relationships>
</file>

<file path=ppt/slides/_rels/slide26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4.xml"/><Relationship Id="rId1" Type="http://schemas.openxmlformats.org/officeDocument/2006/relationships/slideLayout" Target="../slideLayouts/slideLayout1.xml"/></Relationships>
</file>

<file path=ppt/slides/_rels/slide26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5.xml"/><Relationship Id="rId1" Type="http://schemas.openxmlformats.org/officeDocument/2006/relationships/slideLayout" Target="../slideLayouts/slideLayout1.xml"/></Relationships>
</file>

<file path=ppt/slides/_rels/slide26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6.xml"/><Relationship Id="rId1" Type="http://schemas.openxmlformats.org/officeDocument/2006/relationships/slideLayout" Target="../slideLayouts/slideLayout1.xml"/></Relationships>
</file>

<file path=ppt/slides/_rels/slide26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7.xml"/><Relationship Id="rId1" Type="http://schemas.openxmlformats.org/officeDocument/2006/relationships/slideLayout" Target="../slideLayouts/slideLayout1.xml"/></Relationships>
</file>

<file path=ppt/slides/_rels/slide26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8.xml"/><Relationship Id="rId1" Type="http://schemas.openxmlformats.org/officeDocument/2006/relationships/slideLayout" Target="../slideLayouts/slideLayout1.xml"/></Relationships>
</file>

<file path=ppt/slides/_rels/slide26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39.xml"/><Relationship Id="rId1" Type="http://schemas.openxmlformats.org/officeDocument/2006/relationships/slideLayout" Target="../slideLayouts/slideLayout1.xml"/></Relationships>
</file>

<file path=ppt/slides/_rels/slide26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0.xml"/><Relationship Id="rId1" Type="http://schemas.openxmlformats.org/officeDocument/2006/relationships/slideLayout" Target="../slideLayouts/slideLayout1.xml"/></Relationships>
</file>

<file path=ppt/slides/_rels/slide26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1.xml"/><Relationship Id="rId1" Type="http://schemas.openxmlformats.org/officeDocument/2006/relationships/slideLayout" Target="../slideLayouts/slideLayout1.xml"/></Relationships>
</file>

<file path=ppt/slides/_rels/slide26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2.xml"/><Relationship Id="rId1" Type="http://schemas.openxmlformats.org/officeDocument/2006/relationships/slideLayout" Target="../slideLayouts/slideLayout1.xml"/></Relationships>
</file>

<file path=ppt/slides/_rels/slide26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3.xml"/><Relationship Id="rId1" Type="http://schemas.openxmlformats.org/officeDocument/2006/relationships/slideLayout" Target="../slideLayouts/slideLayout1.xml"/></Relationships>
</file>

<file path=ppt/slides/_rels/slide26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4.xml"/><Relationship Id="rId1" Type="http://schemas.openxmlformats.org/officeDocument/2006/relationships/slideLayout" Target="../slideLayouts/slideLayout1.xml"/></Relationships>
</file>

<file path=ppt/slides/_rels/slide26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5.xml"/><Relationship Id="rId1" Type="http://schemas.openxmlformats.org/officeDocument/2006/relationships/slideLayout" Target="../slideLayouts/slideLayout1.xml"/></Relationships>
</file>

<file path=ppt/slides/_rels/slide26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6.xml"/><Relationship Id="rId1" Type="http://schemas.openxmlformats.org/officeDocument/2006/relationships/slideLayout" Target="../slideLayouts/slideLayout1.xml"/></Relationships>
</file>

<file path=ppt/slides/_rels/slide26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7.xml"/><Relationship Id="rId1" Type="http://schemas.openxmlformats.org/officeDocument/2006/relationships/slideLayout" Target="../slideLayouts/slideLayout1.xml"/></Relationships>
</file>

<file path=ppt/slides/_rels/slide26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8.xml"/><Relationship Id="rId1" Type="http://schemas.openxmlformats.org/officeDocument/2006/relationships/slideLayout" Target="../slideLayouts/slideLayout1.xml"/></Relationships>
</file>

<file path=ppt/slides/_rels/slide26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49.xml"/><Relationship Id="rId1" Type="http://schemas.openxmlformats.org/officeDocument/2006/relationships/slideLayout" Target="../slideLayouts/slideLayout1.xml"/></Relationships>
</file>

<file path=ppt/slides/_rels/slide26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0.xml"/><Relationship Id="rId1" Type="http://schemas.openxmlformats.org/officeDocument/2006/relationships/slideLayout" Target="../slideLayouts/slideLayout1.xml"/></Relationships>
</file>

<file path=ppt/slides/_rels/slide26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1.xml"/><Relationship Id="rId1" Type="http://schemas.openxmlformats.org/officeDocument/2006/relationships/slideLayout" Target="../slideLayouts/slideLayout1.xml"/></Relationships>
</file>

<file path=ppt/slides/_rels/slide26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2.xml"/><Relationship Id="rId1" Type="http://schemas.openxmlformats.org/officeDocument/2006/relationships/slideLayout" Target="../slideLayouts/slideLayout1.xml"/></Relationships>
</file>

<file path=ppt/slides/_rels/slide26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3.xml"/><Relationship Id="rId1" Type="http://schemas.openxmlformats.org/officeDocument/2006/relationships/slideLayout" Target="../slideLayouts/slideLayout1.xml"/></Relationships>
</file>

<file path=ppt/slides/_rels/slide26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4.xml"/><Relationship Id="rId1" Type="http://schemas.openxmlformats.org/officeDocument/2006/relationships/slideLayout" Target="../slideLayouts/slideLayout1.xml"/></Relationships>
</file>

<file path=ppt/slides/_rels/slide26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5.xml"/><Relationship Id="rId1" Type="http://schemas.openxmlformats.org/officeDocument/2006/relationships/slideLayout" Target="../slideLayouts/slideLayout1.xml"/></Relationships>
</file>

<file path=ppt/slides/_rels/slide26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6.xml"/><Relationship Id="rId1" Type="http://schemas.openxmlformats.org/officeDocument/2006/relationships/slideLayout" Target="../slideLayouts/slideLayout1.xml"/></Relationships>
</file>

<file path=ppt/slides/_rels/slide26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7.xml"/><Relationship Id="rId1" Type="http://schemas.openxmlformats.org/officeDocument/2006/relationships/slideLayout" Target="../slideLayouts/slideLayout1.xml"/></Relationships>
</file>

<file path=ppt/slides/_rels/slide26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8.xml"/><Relationship Id="rId1" Type="http://schemas.openxmlformats.org/officeDocument/2006/relationships/slideLayout" Target="../slideLayouts/slideLayout1.xml"/></Relationships>
</file>

<file path=ppt/slides/_rels/slide26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59.xml"/><Relationship Id="rId1" Type="http://schemas.openxmlformats.org/officeDocument/2006/relationships/slideLayout" Target="../slideLayouts/slideLayout1.xml"/></Relationships>
</file>

<file path=ppt/slides/_rels/slide26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0.xml"/><Relationship Id="rId1" Type="http://schemas.openxmlformats.org/officeDocument/2006/relationships/slideLayout" Target="../slideLayouts/slideLayout1.xml"/></Relationships>
</file>

<file path=ppt/slides/_rels/slide26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1.xml"/><Relationship Id="rId1" Type="http://schemas.openxmlformats.org/officeDocument/2006/relationships/slideLayout" Target="../slideLayouts/slideLayout1.xml"/></Relationships>
</file>

<file path=ppt/slides/_rels/slide26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2.xml"/><Relationship Id="rId1" Type="http://schemas.openxmlformats.org/officeDocument/2006/relationships/slideLayout" Target="../slideLayouts/slideLayout1.xml"/></Relationships>
</file>

<file path=ppt/slides/_rels/slide26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3.xml"/><Relationship Id="rId1" Type="http://schemas.openxmlformats.org/officeDocument/2006/relationships/slideLayout" Target="../slideLayouts/slideLayout1.xml"/></Relationships>
</file>

<file path=ppt/slides/_rels/slide26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4.xml"/><Relationship Id="rId1" Type="http://schemas.openxmlformats.org/officeDocument/2006/relationships/slideLayout" Target="../slideLayouts/slideLayout1.xml"/></Relationships>
</file>

<file path=ppt/slides/_rels/slide26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5.xml"/><Relationship Id="rId1" Type="http://schemas.openxmlformats.org/officeDocument/2006/relationships/slideLayout" Target="../slideLayouts/slideLayout1.xml"/></Relationships>
</file>

<file path=ppt/slides/_rels/slide26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6.xml"/><Relationship Id="rId1" Type="http://schemas.openxmlformats.org/officeDocument/2006/relationships/slideLayout" Target="../slideLayouts/slideLayout1.xml"/></Relationships>
</file>

<file path=ppt/slides/_rels/slide26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7.xml"/><Relationship Id="rId1" Type="http://schemas.openxmlformats.org/officeDocument/2006/relationships/slideLayout" Target="../slideLayouts/slideLayout1.xml"/></Relationships>
</file>

<file path=ppt/slides/_rels/slide26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8.xml"/><Relationship Id="rId1" Type="http://schemas.openxmlformats.org/officeDocument/2006/relationships/slideLayout" Target="../slideLayouts/slideLayout1.xml"/></Relationships>
</file>

<file path=ppt/slides/_rels/slide26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69.xml"/><Relationship Id="rId1" Type="http://schemas.openxmlformats.org/officeDocument/2006/relationships/slideLayout" Target="../slideLayouts/slideLayout1.xml"/></Relationships>
</file>

<file path=ppt/slides/_rels/slide26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0.xml"/><Relationship Id="rId1" Type="http://schemas.openxmlformats.org/officeDocument/2006/relationships/slideLayout" Target="../slideLayouts/slideLayout1.xml"/></Relationships>
</file>

<file path=ppt/slides/_rels/slide26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1.xml"/><Relationship Id="rId1" Type="http://schemas.openxmlformats.org/officeDocument/2006/relationships/slideLayout" Target="../slideLayouts/slideLayout1.xml"/></Relationships>
</file>

<file path=ppt/slides/_rels/slide26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2.xml"/><Relationship Id="rId1" Type="http://schemas.openxmlformats.org/officeDocument/2006/relationships/slideLayout" Target="../slideLayouts/slideLayout1.xml"/></Relationships>
</file>

<file path=ppt/slides/_rels/slide27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3.xml"/><Relationship Id="rId1" Type="http://schemas.openxmlformats.org/officeDocument/2006/relationships/slideLayout" Target="../slideLayouts/slideLayout1.xml"/></Relationships>
</file>

<file path=ppt/slides/_rels/slide27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4.xml"/><Relationship Id="rId1" Type="http://schemas.openxmlformats.org/officeDocument/2006/relationships/slideLayout" Target="../slideLayouts/slideLayout1.xml"/></Relationships>
</file>

<file path=ppt/slides/_rels/slide27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5.xml"/><Relationship Id="rId1" Type="http://schemas.openxmlformats.org/officeDocument/2006/relationships/slideLayout" Target="../slideLayouts/slideLayout1.xml"/></Relationships>
</file>

<file path=ppt/slides/_rels/slide27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6.xml"/><Relationship Id="rId1" Type="http://schemas.openxmlformats.org/officeDocument/2006/relationships/slideLayout" Target="../slideLayouts/slideLayout1.xml"/></Relationships>
</file>

<file path=ppt/slides/_rels/slide27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7.xml"/><Relationship Id="rId1" Type="http://schemas.openxmlformats.org/officeDocument/2006/relationships/slideLayout" Target="../slideLayouts/slideLayout1.xml"/></Relationships>
</file>

<file path=ppt/slides/_rels/slide27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8.xml"/><Relationship Id="rId1" Type="http://schemas.openxmlformats.org/officeDocument/2006/relationships/slideLayout" Target="../slideLayouts/slideLayout1.xml"/></Relationships>
</file>

<file path=ppt/slides/_rels/slide27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79.xml"/><Relationship Id="rId1" Type="http://schemas.openxmlformats.org/officeDocument/2006/relationships/slideLayout" Target="../slideLayouts/slideLayout1.xml"/></Relationships>
</file>

<file path=ppt/slides/_rels/slide27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0.xml"/><Relationship Id="rId1" Type="http://schemas.openxmlformats.org/officeDocument/2006/relationships/slideLayout" Target="../slideLayouts/slideLayout1.xml"/></Relationships>
</file>

<file path=ppt/slides/_rels/slide27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1.xml"/><Relationship Id="rId1" Type="http://schemas.openxmlformats.org/officeDocument/2006/relationships/slideLayout" Target="../slideLayouts/slideLayout1.xml"/></Relationships>
</file>

<file path=ppt/slides/_rels/slide27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2.xml"/><Relationship Id="rId1" Type="http://schemas.openxmlformats.org/officeDocument/2006/relationships/slideLayout" Target="../slideLayouts/slideLayout1.xml"/></Relationships>
</file>

<file path=ppt/slides/_rels/slide27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3.xml"/><Relationship Id="rId1" Type="http://schemas.openxmlformats.org/officeDocument/2006/relationships/slideLayout" Target="../slideLayouts/slideLayout1.xml"/></Relationships>
</file>

<file path=ppt/slides/_rels/slide27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4.xml"/><Relationship Id="rId1" Type="http://schemas.openxmlformats.org/officeDocument/2006/relationships/slideLayout" Target="../slideLayouts/slideLayout1.xml"/></Relationships>
</file>

<file path=ppt/slides/_rels/slide27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5.xml"/><Relationship Id="rId1" Type="http://schemas.openxmlformats.org/officeDocument/2006/relationships/slideLayout" Target="../slideLayouts/slideLayout1.xml"/></Relationships>
</file>

<file path=ppt/slides/_rels/slide27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6.xml"/><Relationship Id="rId1" Type="http://schemas.openxmlformats.org/officeDocument/2006/relationships/slideLayout" Target="../slideLayouts/slideLayout1.xml"/></Relationships>
</file>

<file path=ppt/slides/_rels/slide27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7.xml"/><Relationship Id="rId1" Type="http://schemas.openxmlformats.org/officeDocument/2006/relationships/slideLayout" Target="../slideLayouts/slideLayout1.xml"/></Relationships>
</file>

<file path=ppt/slides/_rels/slide27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8.xml"/><Relationship Id="rId1" Type="http://schemas.openxmlformats.org/officeDocument/2006/relationships/slideLayout" Target="../slideLayouts/slideLayout1.xml"/></Relationships>
</file>

<file path=ppt/slides/_rels/slide27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89.xml"/><Relationship Id="rId1" Type="http://schemas.openxmlformats.org/officeDocument/2006/relationships/slideLayout" Target="../slideLayouts/slideLayout1.xml"/></Relationships>
</file>

<file path=ppt/slides/_rels/slide27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0.xml"/><Relationship Id="rId1" Type="http://schemas.openxmlformats.org/officeDocument/2006/relationships/slideLayout" Target="../slideLayouts/slideLayout1.xml"/></Relationships>
</file>

<file path=ppt/slides/_rels/slide27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1.xml"/><Relationship Id="rId1" Type="http://schemas.openxmlformats.org/officeDocument/2006/relationships/slideLayout" Target="../slideLayouts/slideLayout1.xml"/></Relationships>
</file>

<file path=ppt/slides/_rels/slide27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2.xml"/><Relationship Id="rId1" Type="http://schemas.openxmlformats.org/officeDocument/2006/relationships/slideLayout" Target="../slideLayouts/slideLayout1.xml"/></Relationships>
</file>

<file path=ppt/slides/_rels/slide27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3.xml"/><Relationship Id="rId1" Type="http://schemas.openxmlformats.org/officeDocument/2006/relationships/slideLayout" Target="../slideLayouts/slideLayout1.xml"/></Relationships>
</file>

<file path=ppt/slides/_rels/slide27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4.xml"/><Relationship Id="rId1" Type="http://schemas.openxmlformats.org/officeDocument/2006/relationships/slideLayout" Target="../slideLayouts/slideLayout1.xml"/></Relationships>
</file>

<file path=ppt/slides/_rels/slide27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5.xml"/><Relationship Id="rId1" Type="http://schemas.openxmlformats.org/officeDocument/2006/relationships/slideLayout" Target="../slideLayouts/slideLayout1.xml"/></Relationships>
</file>

<file path=ppt/slides/_rels/slide27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6.xml"/><Relationship Id="rId1" Type="http://schemas.openxmlformats.org/officeDocument/2006/relationships/slideLayout" Target="../slideLayouts/slideLayout1.xml"/></Relationships>
</file>

<file path=ppt/slides/_rels/slide27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7.xml"/><Relationship Id="rId1" Type="http://schemas.openxmlformats.org/officeDocument/2006/relationships/slideLayout" Target="../slideLayouts/slideLayout1.xml"/></Relationships>
</file>

<file path=ppt/slides/_rels/slide27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8.xml"/><Relationship Id="rId1" Type="http://schemas.openxmlformats.org/officeDocument/2006/relationships/slideLayout" Target="../slideLayouts/slideLayout1.xml"/></Relationships>
</file>

<file path=ppt/slides/_rels/slide27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599.xml"/><Relationship Id="rId1" Type="http://schemas.openxmlformats.org/officeDocument/2006/relationships/slideLayout" Target="../slideLayouts/slideLayout1.xml"/></Relationships>
</file>

<file path=ppt/slides/_rels/slide27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0.xml"/><Relationship Id="rId1" Type="http://schemas.openxmlformats.org/officeDocument/2006/relationships/slideLayout" Target="../slideLayouts/slideLayout1.xml"/></Relationships>
</file>

<file path=ppt/slides/_rels/slide27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1.xml"/><Relationship Id="rId1" Type="http://schemas.openxmlformats.org/officeDocument/2006/relationships/slideLayout" Target="../slideLayouts/slideLayout1.xml"/></Relationships>
</file>

<file path=ppt/slides/_rels/slide27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2.xml"/><Relationship Id="rId1" Type="http://schemas.openxmlformats.org/officeDocument/2006/relationships/slideLayout" Target="../slideLayouts/slideLayout1.xml"/></Relationships>
</file>

<file path=ppt/slides/_rels/slide27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3.xml"/><Relationship Id="rId1" Type="http://schemas.openxmlformats.org/officeDocument/2006/relationships/slideLayout" Target="../slideLayouts/slideLayout1.xml"/></Relationships>
</file>

<file path=ppt/slides/_rels/slide27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4.xml"/><Relationship Id="rId1" Type="http://schemas.openxmlformats.org/officeDocument/2006/relationships/slideLayout" Target="../slideLayouts/slideLayout1.xml"/></Relationships>
</file>

<file path=ppt/slides/_rels/slide27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5.xml"/><Relationship Id="rId1" Type="http://schemas.openxmlformats.org/officeDocument/2006/relationships/slideLayout" Target="../slideLayouts/slideLayout1.xml"/></Relationships>
</file>

<file path=ppt/slides/_rels/slide27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6.xml"/><Relationship Id="rId1" Type="http://schemas.openxmlformats.org/officeDocument/2006/relationships/slideLayout" Target="../slideLayouts/slideLayout1.xml"/></Relationships>
</file>

<file path=ppt/slides/_rels/slide27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7.xml"/><Relationship Id="rId1" Type="http://schemas.openxmlformats.org/officeDocument/2006/relationships/slideLayout" Target="../slideLayouts/slideLayout1.xml"/></Relationships>
</file>

<file path=ppt/slides/_rels/slide27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8.xml"/><Relationship Id="rId1" Type="http://schemas.openxmlformats.org/officeDocument/2006/relationships/slideLayout" Target="../slideLayouts/slideLayout1.xml"/></Relationships>
</file>

<file path=ppt/slides/_rels/slide27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09.xml"/><Relationship Id="rId1" Type="http://schemas.openxmlformats.org/officeDocument/2006/relationships/slideLayout" Target="../slideLayouts/slideLayout1.xml"/></Relationships>
</file>

<file path=ppt/slides/_rels/slide27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0.xml"/><Relationship Id="rId1" Type="http://schemas.openxmlformats.org/officeDocument/2006/relationships/slideLayout" Target="../slideLayouts/slideLayout1.xml"/></Relationships>
</file>

<file path=ppt/slides/_rels/slide27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1.xml"/><Relationship Id="rId1" Type="http://schemas.openxmlformats.org/officeDocument/2006/relationships/slideLayout" Target="../slideLayouts/slideLayout1.xml"/></Relationships>
</file>

<file path=ppt/slides/_rels/slide27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2.xml"/><Relationship Id="rId1" Type="http://schemas.openxmlformats.org/officeDocument/2006/relationships/slideLayout" Target="../slideLayouts/slideLayout1.xml"/></Relationships>
</file>

<file path=ppt/slides/_rels/slide27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3.xml"/><Relationship Id="rId1" Type="http://schemas.openxmlformats.org/officeDocument/2006/relationships/slideLayout" Target="../slideLayouts/slideLayout1.xml"/></Relationships>
</file>

<file path=ppt/slides/_rels/slide27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4.xml"/><Relationship Id="rId1" Type="http://schemas.openxmlformats.org/officeDocument/2006/relationships/slideLayout" Target="../slideLayouts/slideLayout1.xml"/></Relationships>
</file>

<file path=ppt/slides/_rels/slide27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5.xml"/><Relationship Id="rId1" Type="http://schemas.openxmlformats.org/officeDocument/2006/relationships/slideLayout" Target="../slideLayouts/slideLayout1.xml"/></Relationships>
</file>

<file path=ppt/slides/_rels/slide27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6.xml"/><Relationship Id="rId1" Type="http://schemas.openxmlformats.org/officeDocument/2006/relationships/slideLayout" Target="../slideLayouts/slideLayout1.xml"/></Relationships>
</file>

<file path=ppt/slides/_rels/slide27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7.xml"/><Relationship Id="rId1" Type="http://schemas.openxmlformats.org/officeDocument/2006/relationships/slideLayout" Target="../slideLayouts/slideLayout1.xml"/></Relationships>
</file>

<file path=ppt/slides/_rels/slide27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8.xml"/><Relationship Id="rId1" Type="http://schemas.openxmlformats.org/officeDocument/2006/relationships/slideLayout" Target="../slideLayouts/slideLayout1.xml"/></Relationships>
</file>

<file path=ppt/slides/_rels/slide27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19.xml"/><Relationship Id="rId1" Type="http://schemas.openxmlformats.org/officeDocument/2006/relationships/slideLayout" Target="../slideLayouts/slideLayout1.xml"/></Relationships>
</file>

<file path=ppt/slides/_rels/slide27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0.xml"/><Relationship Id="rId1" Type="http://schemas.openxmlformats.org/officeDocument/2006/relationships/slideLayout" Target="../slideLayouts/slideLayout1.xml"/></Relationships>
</file>

<file path=ppt/slides/_rels/slide27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1.xml"/><Relationship Id="rId1" Type="http://schemas.openxmlformats.org/officeDocument/2006/relationships/slideLayout" Target="../slideLayouts/slideLayout1.xml"/></Relationships>
</file>

<file path=ppt/slides/_rels/slide27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2.xml"/><Relationship Id="rId1" Type="http://schemas.openxmlformats.org/officeDocument/2006/relationships/slideLayout" Target="../slideLayouts/slideLayout1.xml"/></Relationships>
</file>

<file path=ppt/slides/_rels/slide27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3.xml"/><Relationship Id="rId1" Type="http://schemas.openxmlformats.org/officeDocument/2006/relationships/slideLayout" Target="../slideLayouts/slideLayout1.xml"/></Relationships>
</file>

<file path=ppt/slides/_rels/slide27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4.xml"/><Relationship Id="rId1" Type="http://schemas.openxmlformats.org/officeDocument/2006/relationships/slideLayout" Target="../slideLayouts/slideLayout1.xml"/></Relationships>
</file>

<file path=ppt/slides/_rels/slide27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5.xml"/><Relationship Id="rId1" Type="http://schemas.openxmlformats.org/officeDocument/2006/relationships/slideLayout" Target="../slideLayouts/slideLayout1.xml"/></Relationships>
</file>

<file path=ppt/slides/_rels/slide27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6.xml"/><Relationship Id="rId1" Type="http://schemas.openxmlformats.org/officeDocument/2006/relationships/slideLayout" Target="../slideLayouts/slideLayout1.xml"/></Relationships>
</file>

<file path=ppt/slides/_rels/slide27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7.xml"/><Relationship Id="rId1" Type="http://schemas.openxmlformats.org/officeDocument/2006/relationships/slideLayout" Target="../slideLayouts/slideLayout1.xml"/></Relationships>
</file>

<file path=ppt/slides/_rels/slide27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8.xml"/><Relationship Id="rId1" Type="http://schemas.openxmlformats.org/officeDocument/2006/relationships/slideLayout" Target="../slideLayouts/slideLayout1.xml"/></Relationships>
</file>

<file path=ppt/slides/_rels/slide27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29.xml"/><Relationship Id="rId1" Type="http://schemas.openxmlformats.org/officeDocument/2006/relationships/slideLayout" Target="../slideLayouts/slideLayout1.xml"/></Relationships>
</file>

<file path=ppt/slides/_rels/slide27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0.xml"/><Relationship Id="rId1" Type="http://schemas.openxmlformats.org/officeDocument/2006/relationships/slideLayout" Target="../slideLayouts/slideLayout1.xml"/></Relationships>
</file>

<file path=ppt/slides/_rels/slide27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1.xml"/><Relationship Id="rId1" Type="http://schemas.openxmlformats.org/officeDocument/2006/relationships/slideLayout" Target="../slideLayouts/slideLayout1.xml"/></Relationships>
</file>

<file path=ppt/slides/_rels/slide27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2.xml"/><Relationship Id="rId1" Type="http://schemas.openxmlformats.org/officeDocument/2006/relationships/slideLayout" Target="../slideLayouts/slideLayout1.xml"/></Relationships>
</file>

<file path=ppt/slides/_rels/slide27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3.xml"/><Relationship Id="rId1" Type="http://schemas.openxmlformats.org/officeDocument/2006/relationships/slideLayout" Target="../slideLayouts/slideLayout1.xml"/></Relationships>
</file>

<file path=ppt/slides/_rels/slide27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4.xml"/><Relationship Id="rId1" Type="http://schemas.openxmlformats.org/officeDocument/2006/relationships/slideLayout" Target="../slideLayouts/slideLayout1.xml"/></Relationships>
</file>

<file path=ppt/slides/_rels/slide27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5.xml"/><Relationship Id="rId1" Type="http://schemas.openxmlformats.org/officeDocument/2006/relationships/slideLayout" Target="../slideLayouts/slideLayout1.xml"/></Relationships>
</file>

<file path=ppt/slides/_rels/slide27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6.xml"/><Relationship Id="rId1" Type="http://schemas.openxmlformats.org/officeDocument/2006/relationships/slideLayout" Target="../slideLayouts/slideLayout1.xml"/></Relationships>
</file>

<file path=ppt/slides/_rels/slide27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7.xml"/><Relationship Id="rId1" Type="http://schemas.openxmlformats.org/officeDocument/2006/relationships/slideLayout" Target="../slideLayouts/slideLayout1.xml"/></Relationships>
</file>

<file path=ppt/slides/_rels/slide27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8.xml"/><Relationship Id="rId1" Type="http://schemas.openxmlformats.org/officeDocument/2006/relationships/slideLayout" Target="../slideLayouts/slideLayout1.xml"/></Relationships>
</file>

<file path=ppt/slides/_rels/slide27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39.xml"/><Relationship Id="rId1" Type="http://schemas.openxmlformats.org/officeDocument/2006/relationships/slideLayout" Target="../slideLayouts/slideLayout1.xml"/></Relationships>
</file>

<file path=ppt/slides/_rels/slide27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0.xml"/><Relationship Id="rId1" Type="http://schemas.openxmlformats.org/officeDocument/2006/relationships/slideLayout" Target="../slideLayouts/slideLayout1.xml"/></Relationships>
</file>

<file path=ppt/slides/_rels/slide27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1.xml"/><Relationship Id="rId1" Type="http://schemas.openxmlformats.org/officeDocument/2006/relationships/slideLayout" Target="../slideLayouts/slideLayout1.xml"/></Relationships>
</file>

<file path=ppt/slides/_rels/slide27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2.xml"/><Relationship Id="rId1" Type="http://schemas.openxmlformats.org/officeDocument/2006/relationships/slideLayout" Target="../slideLayouts/slideLayout1.xml"/></Relationships>
</file>

<file path=ppt/slides/_rels/slide27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3.xml"/><Relationship Id="rId1" Type="http://schemas.openxmlformats.org/officeDocument/2006/relationships/slideLayout" Target="../slideLayouts/slideLayout1.xml"/></Relationships>
</file>

<file path=ppt/slides/_rels/slide27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4.xml"/><Relationship Id="rId1" Type="http://schemas.openxmlformats.org/officeDocument/2006/relationships/slideLayout" Target="../slideLayouts/slideLayout1.xml"/></Relationships>
</file>

<file path=ppt/slides/_rels/slide27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5.xml"/><Relationship Id="rId1" Type="http://schemas.openxmlformats.org/officeDocument/2006/relationships/slideLayout" Target="../slideLayouts/slideLayout1.xml"/></Relationships>
</file>

<file path=ppt/slides/_rels/slide27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6.xml"/><Relationship Id="rId1" Type="http://schemas.openxmlformats.org/officeDocument/2006/relationships/slideLayout" Target="../slideLayouts/slideLayout1.xml"/></Relationships>
</file>

<file path=ppt/slides/_rels/slide27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7.xml"/><Relationship Id="rId1" Type="http://schemas.openxmlformats.org/officeDocument/2006/relationships/slideLayout" Target="../slideLayouts/slideLayout1.xml"/></Relationships>
</file>

<file path=ppt/slides/_rels/slide27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8.xml"/><Relationship Id="rId1" Type="http://schemas.openxmlformats.org/officeDocument/2006/relationships/slideLayout" Target="../slideLayouts/slideLayout1.xml"/></Relationships>
</file>

<file path=ppt/slides/_rels/slide27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49.xml"/><Relationship Id="rId1" Type="http://schemas.openxmlformats.org/officeDocument/2006/relationships/slideLayout" Target="../slideLayouts/slideLayout1.xml"/></Relationships>
</file>

<file path=ppt/slides/_rels/slide27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0.xml"/><Relationship Id="rId1" Type="http://schemas.openxmlformats.org/officeDocument/2006/relationships/slideLayout" Target="../slideLayouts/slideLayout1.xml"/></Relationships>
</file>

<file path=ppt/slides/_rels/slide27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1.xml"/><Relationship Id="rId1" Type="http://schemas.openxmlformats.org/officeDocument/2006/relationships/slideLayout" Target="../slideLayouts/slideLayout1.xml"/></Relationships>
</file>

<file path=ppt/slides/_rels/slide27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2.xml"/><Relationship Id="rId1" Type="http://schemas.openxmlformats.org/officeDocument/2006/relationships/slideLayout" Target="../slideLayouts/slideLayout1.xml"/></Relationships>
</file>

<file path=ppt/slides/_rels/slide27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3.xml"/><Relationship Id="rId1" Type="http://schemas.openxmlformats.org/officeDocument/2006/relationships/slideLayout" Target="../slideLayouts/slideLayout1.xml"/></Relationships>
</file>

<file path=ppt/slides/_rels/slide27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4.xml"/><Relationship Id="rId1" Type="http://schemas.openxmlformats.org/officeDocument/2006/relationships/slideLayout" Target="../slideLayouts/slideLayout1.xml"/></Relationships>
</file>

<file path=ppt/slides/_rels/slide27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5.xml"/><Relationship Id="rId1" Type="http://schemas.openxmlformats.org/officeDocument/2006/relationships/slideLayout" Target="../slideLayouts/slideLayout1.xml"/></Relationships>
</file>

<file path=ppt/slides/_rels/slide27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6.xml"/><Relationship Id="rId1" Type="http://schemas.openxmlformats.org/officeDocument/2006/relationships/slideLayout" Target="../slideLayouts/slideLayout1.xml"/></Relationships>
</file>

<file path=ppt/slides/_rels/slide27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7.xml"/><Relationship Id="rId1" Type="http://schemas.openxmlformats.org/officeDocument/2006/relationships/slideLayout" Target="../slideLayouts/slideLayout1.xml"/></Relationships>
</file>

<file path=ppt/slides/_rels/slide27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8.xml"/><Relationship Id="rId1" Type="http://schemas.openxmlformats.org/officeDocument/2006/relationships/slideLayout" Target="../slideLayouts/slideLayout1.xml"/></Relationships>
</file>

<file path=ppt/slides/_rels/slide27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59.xml"/><Relationship Id="rId1" Type="http://schemas.openxmlformats.org/officeDocument/2006/relationships/slideLayout" Target="../slideLayouts/slideLayout1.xml"/></Relationships>
</file>

<file path=ppt/slides/_rels/slide27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0.xml"/><Relationship Id="rId1" Type="http://schemas.openxmlformats.org/officeDocument/2006/relationships/slideLayout" Target="../slideLayouts/slideLayout1.xml"/></Relationships>
</file>

<file path=ppt/slides/_rels/slide27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1.xml"/><Relationship Id="rId1" Type="http://schemas.openxmlformats.org/officeDocument/2006/relationships/slideLayout" Target="../slideLayouts/slideLayout1.xml"/></Relationships>
</file>

<file path=ppt/slides/_rels/slide27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2.xml"/><Relationship Id="rId1" Type="http://schemas.openxmlformats.org/officeDocument/2006/relationships/slideLayout" Target="../slideLayouts/slideLayout1.xml"/></Relationships>
</file>

<file path=ppt/slides/_rels/slide27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3.xml"/><Relationship Id="rId1" Type="http://schemas.openxmlformats.org/officeDocument/2006/relationships/slideLayout" Target="../slideLayouts/slideLayout1.xml"/></Relationships>
</file>

<file path=ppt/slides/_rels/slide27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4.xml"/><Relationship Id="rId1" Type="http://schemas.openxmlformats.org/officeDocument/2006/relationships/slideLayout" Target="../slideLayouts/slideLayout1.xml"/></Relationships>
</file>

<file path=ppt/slides/_rels/slide27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5.xml"/><Relationship Id="rId1" Type="http://schemas.openxmlformats.org/officeDocument/2006/relationships/slideLayout" Target="../slideLayouts/slideLayout1.xml"/></Relationships>
</file>

<file path=ppt/slides/_rels/slide27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6.xml"/><Relationship Id="rId1" Type="http://schemas.openxmlformats.org/officeDocument/2006/relationships/slideLayout" Target="../slideLayouts/slideLayout1.xml"/></Relationships>
</file>

<file path=ppt/slides/_rels/slide28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7.xml"/><Relationship Id="rId1" Type="http://schemas.openxmlformats.org/officeDocument/2006/relationships/slideLayout" Target="../slideLayouts/slideLayout1.xml"/></Relationships>
</file>

<file path=ppt/slides/_rels/slide28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8.xml"/><Relationship Id="rId1" Type="http://schemas.openxmlformats.org/officeDocument/2006/relationships/slideLayout" Target="../slideLayouts/slideLayout1.xml"/></Relationships>
</file>

<file path=ppt/slides/_rels/slide28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69.xml"/><Relationship Id="rId1" Type="http://schemas.openxmlformats.org/officeDocument/2006/relationships/slideLayout" Target="../slideLayouts/slideLayout1.xml"/></Relationships>
</file>

<file path=ppt/slides/_rels/slide28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0.xml"/><Relationship Id="rId1" Type="http://schemas.openxmlformats.org/officeDocument/2006/relationships/slideLayout" Target="../slideLayouts/slideLayout1.xml"/></Relationships>
</file>

<file path=ppt/slides/_rels/slide28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1.xml"/><Relationship Id="rId1" Type="http://schemas.openxmlformats.org/officeDocument/2006/relationships/slideLayout" Target="../slideLayouts/slideLayout1.xml"/></Relationships>
</file>

<file path=ppt/slides/_rels/slide28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2.xml"/><Relationship Id="rId1" Type="http://schemas.openxmlformats.org/officeDocument/2006/relationships/slideLayout" Target="../slideLayouts/slideLayout1.xml"/></Relationships>
</file>

<file path=ppt/slides/_rels/slide28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3.xml"/><Relationship Id="rId1" Type="http://schemas.openxmlformats.org/officeDocument/2006/relationships/slideLayout" Target="../slideLayouts/slideLayout1.xml"/></Relationships>
</file>

<file path=ppt/slides/_rels/slide28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4.xml"/><Relationship Id="rId1" Type="http://schemas.openxmlformats.org/officeDocument/2006/relationships/slideLayout" Target="../slideLayouts/slideLayout1.xml"/></Relationships>
</file>

<file path=ppt/slides/_rels/slide28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5.xml"/><Relationship Id="rId1" Type="http://schemas.openxmlformats.org/officeDocument/2006/relationships/slideLayout" Target="../slideLayouts/slideLayout1.xml"/></Relationships>
</file>

<file path=ppt/slides/_rels/slide28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6.xml"/><Relationship Id="rId1" Type="http://schemas.openxmlformats.org/officeDocument/2006/relationships/slideLayout" Target="../slideLayouts/slideLayout1.xml"/></Relationships>
</file>

<file path=ppt/slides/_rels/slide28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7.xml"/><Relationship Id="rId1" Type="http://schemas.openxmlformats.org/officeDocument/2006/relationships/slideLayout" Target="../slideLayouts/slideLayout1.xml"/></Relationships>
</file>

<file path=ppt/slides/_rels/slide28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8.xml"/><Relationship Id="rId1" Type="http://schemas.openxmlformats.org/officeDocument/2006/relationships/slideLayout" Target="../slideLayouts/slideLayout1.xml"/></Relationships>
</file>

<file path=ppt/slides/_rels/slide28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79.xml"/><Relationship Id="rId1" Type="http://schemas.openxmlformats.org/officeDocument/2006/relationships/slideLayout" Target="../slideLayouts/slideLayout1.xml"/></Relationships>
</file>

<file path=ppt/slides/_rels/slide28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0.xml"/><Relationship Id="rId1" Type="http://schemas.openxmlformats.org/officeDocument/2006/relationships/slideLayout" Target="../slideLayouts/slideLayout1.xml"/></Relationships>
</file>

<file path=ppt/slides/_rels/slide28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1.xml"/><Relationship Id="rId1" Type="http://schemas.openxmlformats.org/officeDocument/2006/relationships/slideLayout" Target="../slideLayouts/slideLayout1.xml"/></Relationships>
</file>

<file path=ppt/slides/_rels/slide28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2.xml"/><Relationship Id="rId1" Type="http://schemas.openxmlformats.org/officeDocument/2006/relationships/slideLayout" Target="../slideLayouts/slideLayout1.xml"/></Relationships>
</file>

<file path=ppt/slides/_rels/slide28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3.xml"/><Relationship Id="rId1" Type="http://schemas.openxmlformats.org/officeDocument/2006/relationships/slideLayout" Target="../slideLayouts/slideLayout1.xml"/></Relationships>
</file>

<file path=ppt/slides/_rels/slide28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4.xml"/><Relationship Id="rId1" Type="http://schemas.openxmlformats.org/officeDocument/2006/relationships/slideLayout" Target="../slideLayouts/slideLayout1.xml"/></Relationships>
</file>

<file path=ppt/slides/_rels/slide28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5.xml"/><Relationship Id="rId1" Type="http://schemas.openxmlformats.org/officeDocument/2006/relationships/slideLayout" Target="../slideLayouts/slideLayout1.xml"/></Relationships>
</file>

<file path=ppt/slides/_rels/slide28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6.xml"/><Relationship Id="rId1" Type="http://schemas.openxmlformats.org/officeDocument/2006/relationships/slideLayout" Target="../slideLayouts/slideLayout1.xml"/></Relationships>
</file>

<file path=ppt/slides/_rels/slide28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7.xml"/><Relationship Id="rId1" Type="http://schemas.openxmlformats.org/officeDocument/2006/relationships/slideLayout" Target="../slideLayouts/slideLayout1.xml"/></Relationships>
</file>

<file path=ppt/slides/_rels/slide28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8.xml"/><Relationship Id="rId1" Type="http://schemas.openxmlformats.org/officeDocument/2006/relationships/slideLayout" Target="../slideLayouts/slideLayout1.xml"/></Relationships>
</file>

<file path=ppt/slides/_rels/slide28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89.xml"/><Relationship Id="rId1" Type="http://schemas.openxmlformats.org/officeDocument/2006/relationships/slideLayout" Target="../slideLayouts/slideLayout1.xml"/></Relationships>
</file>

<file path=ppt/slides/_rels/slide28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0.xml"/><Relationship Id="rId1" Type="http://schemas.openxmlformats.org/officeDocument/2006/relationships/slideLayout" Target="../slideLayouts/slideLayout1.xml"/></Relationships>
</file>

<file path=ppt/slides/_rels/slide28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1.xml"/><Relationship Id="rId1" Type="http://schemas.openxmlformats.org/officeDocument/2006/relationships/slideLayout" Target="../slideLayouts/slideLayout1.xml"/></Relationships>
</file>

<file path=ppt/slides/_rels/slide28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2.xml"/><Relationship Id="rId1" Type="http://schemas.openxmlformats.org/officeDocument/2006/relationships/slideLayout" Target="../slideLayouts/slideLayout1.xml"/></Relationships>
</file>

<file path=ppt/slides/_rels/slide28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3.xml"/><Relationship Id="rId1" Type="http://schemas.openxmlformats.org/officeDocument/2006/relationships/slideLayout" Target="../slideLayouts/slideLayout1.xml"/></Relationships>
</file>

<file path=ppt/slides/_rels/slide28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4.xml"/><Relationship Id="rId1" Type="http://schemas.openxmlformats.org/officeDocument/2006/relationships/slideLayout" Target="../slideLayouts/slideLayout1.xml"/></Relationships>
</file>

<file path=ppt/slides/_rels/slide28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5.xml"/><Relationship Id="rId1" Type="http://schemas.openxmlformats.org/officeDocument/2006/relationships/slideLayout" Target="../slideLayouts/slideLayout1.xml"/></Relationships>
</file>

<file path=ppt/slides/_rels/slide28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6.xml"/><Relationship Id="rId1" Type="http://schemas.openxmlformats.org/officeDocument/2006/relationships/slideLayout" Target="../slideLayouts/slideLayout1.xml"/></Relationships>
</file>

<file path=ppt/slides/_rels/slide28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7.xml"/><Relationship Id="rId1" Type="http://schemas.openxmlformats.org/officeDocument/2006/relationships/slideLayout" Target="../slideLayouts/slideLayout1.xml"/></Relationships>
</file>

<file path=ppt/slides/_rels/slide28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8.xml"/><Relationship Id="rId1" Type="http://schemas.openxmlformats.org/officeDocument/2006/relationships/slideLayout" Target="../slideLayouts/slideLayout1.xml"/></Relationships>
</file>

<file path=ppt/slides/_rels/slide28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699.xml"/><Relationship Id="rId1" Type="http://schemas.openxmlformats.org/officeDocument/2006/relationships/slideLayout" Target="../slideLayouts/slideLayout1.xml"/></Relationships>
</file>

<file path=ppt/slides/_rels/slide28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0.xml"/><Relationship Id="rId1" Type="http://schemas.openxmlformats.org/officeDocument/2006/relationships/slideLayout" Target="../slideLayouts/slideLayout1.xml"/></Relationships>
</file>

<file path=ppt/slides/_rels/slide28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1.xml"/><Relationship Id="rId1" Type="http://schemas.openxmlformats.org/officeDocument/2006/relationships/slideLayout" Target="../slideLayouts/slideLayout1.xml"/></Relationships>
</file>

<file path=ppt/slides/_rels/slide28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2.xml"/><Relationship Id="rId1" Type="http://schemas.openxmlformats.org/officeDocument/2006/relationships/slideLayout" Target="../slideLayouts/slideLayout1.xml"/></Relationships>
</file>

<file path=ppt/slides/_rels/slide28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3.xml"/><Relationship Id="rId1" Type="http://schemas.openxmlformats.org/officeDocument/2006/relationships/slideLayout" Target="../slideLayouts/slideLayout1.xml"/></Relationships>
</file>

<file path=ppt/slides/_rels/slide28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4.xml"/><Relationship Id="rId1" Type="http://schemas.openxmlformats.org/officeDocument/2006/relationships/slideLayout" Target="../slideLayouts/slideLayout1.xml"/></Relationships>
</file>

<file path=ppt/slides/_rels/slide28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5.xml"/><Relationship Id="rId1" Type="http://schemas.openxmlformats.org/officeDocument/2006/relationships/slideLayout" Target="../slideLayouts/slideLayout1.xml"/></Relationships>
</file>

<file path=ppt/slides/_rels/slide28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6.xml"/><Relationship Id="rId1" Type="http://schemas.openxmlformats.org/officeDocument/2006/relationships/slideLayout" Target="../slideLayouts/slideLayout1.xml"/></Relationships>
</file>

<file path=ppt/slides/_rels/slide28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7.xml"/><Relationship Id="rId1" Type="http://schemas.openxmlformats.org/officeDocument/2006/relationships/slideLayout" Target="../slideLayouts/slideLayout1.xml"/></Relationships>
</file>

<file path=ppt/slides/_rels/slide28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8.xml"/><Relationship Id="rId1" Type="http://schemas.openxmlformats.org/officeDocument/2006/relationships/slideLayout" Target="../slideLayouts/slideLayout1.xml"/></Relationships>
</file>

<file path=ppt/slides/_rels/slide28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09.xml"/><Relationship Id="rId1" Type="http://schemas.openxmlformats.org/officeDocument/2006/relationships/slideLayout" Target="../slideLayouts/slideLayout1.xml"/></Relationships>
</file>

<file path=ppt/slides/_rels/slide28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0.xml"/><Relationship Id="rId1" Type="http://schemas.openxmlformats.org/officeDocument/2006/relationships/slideLayout" Target="../slideLayouts/slideLayout1.xml"/></Relationships>
</file>

<file path=ppt/slides/_rels/slide28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1.xml"/><Relationship Id="rId1" Type="http://schemas.openxmlformats.org/officeDocument/2006/relationships/slideLayout" Target="../slideLayouts/slideLayout1.xml"/></Relationships>
</file>

<file path=ppt/slides/_rels/slide28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2.xml"/><Relationship Id="rId1" Type="http://schemas.openxmlformats.org/officeDocument/2006/relationships/slideLayout" Target="../slideLayouts/slideLayout1.xml"/></Relationships>
</file>

<file path=ppt/slides/_rels/slide28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3.xml"/><Relationship Id="rId1" Type="http://schemas.openxmlformats.org/officeDocument/2006/relationships/slideLayout" Target="../slideLayouts/slideLayout1.xml"/></Relationships>
</file>

<file path=ppt/slides/_rels/slide28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4.xml"/><Relationship Id="rId1" Type="http://schemas.openxmlformats.org/officeDocument/2006/relationships/slideLayout" Target="../slideLayouts/slideLayout1.xml"/></Relationships>
</file>

<file path=ppt/slides/_rels/slide28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5.xml"/><Relationship Id="rId1" Type="http://schemas.openxmlformats.org/officeDocument/2006/relationships/slideLayout" Target="../slideLayouts/slideLayout1.xml"/></Relationships>
</file>

<file path=ppt/slides/_rels/slide28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6.xml"/><Relationship Id="rId1" Type="http://schemas.openxmlformats.org/officeDocument/2006/relationships/slideLayout" Target="../slideLayouts/slideLayout1.xml"/></Relationships>
</file>

<file path=ppt/slides/_rels/slide28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7.xml"/><Relationship Id="rId1" Type="http://schemas.openxmlformats.org/officeDocument/2006/relationships/slideLayout" Target="../slideLayouts/slideLayout1.xml"/></Relationships>
</file>

<file path=ppt/slides/_rels/slide28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8.xml"/><Relationship Id="rId1" Type="http://schemas.openxmlformats.org/officeDocument/2006/relationships/slideLayout" Target="../slideLayouts/slideLayout1.xml"/></Relationships>
</file>

<file path=ppt/slides/_rels/slide28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19.xml"/><Relationship Id="rId1" Type="http://schemas.openxmlformats.org/officeDocument/2006/relationships/slideLayout" Target="../slideLayouts/slideLayout1.xml"/></Relationships>
</file>

<file path=ppt/slides/_rels/slide28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0.xml"/><Relationship Id="rId1" Type="http://schemas.openxmlformats.org/officeDocument/2006/relationships/slideLayout" Target="../slideLayouts/slideLayout1.xml"/></Relationships>
</file>

<file path=ppt/slides/_rels/slide28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1.xml"/><Relationship Id="rId1" Type="http://schemas.openxmlformats.org/officeDocument/2006/relationships/slideLayout" Target="../slideLayouts/slideLayout1.xml"/></Relationships>
</file>

<file path=ppt/slides/_rels/slide28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2.xml"/><Relationship Id="rId1" Type="http://schemas.openxmlformats.org/officeDocument/2006/relationships/slideLayout" Target="../slideLayouts/slideLayout1.xml"/></Relationships>
</file>

<file path=ppt/slides/_rels/slide28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3.xml"/><Relationship Id="rId1" Type="http://schemas.openxmlformats.org/officeDocument/2006/relationships/slideLayout" Target="../slideLayouts/slideLayout1.xml"/></Relationships>
</file>

<file path=ppt/slides/_rels/slide28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4.xml"/><Relationship Id="rId1" Type="http://schemas.openxmlformats.org/officeDocument/2006/relationships/slideLayout" Target="../slideLayouts/slideLayout1.xml"/></Relationships>
</file>

<file path=ppt/slides/_rels/slide28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5.xml"/><Relationship Id="rId1" Type="http://schemas.openxmlformats.org/officeDocument/2006/relationships/slideLayout" Target="../slideLayouts/slideLayout1.xml"/></Relationships>
</file>

<file path=ppt/slides/_rels/slide28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6.xml"/><Relationship Id="rId1" Type="http://schemas.openxmlformats.org/officeDocument/2006/relationships/slideLayout" Target="../slideLayouts/slideLayout1.xml"/></Relationships>
</file>

<file path=ppt/slides/_rels/slide28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7.xml"/><Relationship Id="rId1" Type="http://schemas.openxmlformats.org/officeDocument/2006/relationships/slideLayout" Target="../slideLayouts/slideLayout1.xml"/></Relationships>
</file>

<file path=ppt/slides/_rels/slide28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8.xml"/><Relationship Id="rId1" Type="http://schemas.openxmlformats.org/officeDocument/2006/relationships/slideLayout" Target="../slideLayouts/slideLayout1.xml"/></Relationships>
</file>

<file path=ppt/slides/_rels/slide28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29.xml"/><Relationship Id="rId1" Type="http://schemas.openxmlformats.org/officeDocument/2006/relationships/slideLayout" Target="../slideLayouts/slideLayout1.xml"/></Relationships>
</file>

<file path=ppt/slides/_rels/slide28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0.xml"/><Relationship Id="rId1" Type="http://schemas.openxmlformats.org/officeDocument/2006/relationships/slideLayout" Target="../slideLayouts/slideLayout1.xml"/></Relationships>
</file>

<file path=ppt/slides/_rels/slide28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1.xml"/><Relationship Id="rId1" Type="http://schemas.openxmlformats.org/officeDocument/2006/relationships/slideLayout" Target="../slideLayouts/slideLayout1.xml"/></Relationships>
</file>

<file path=ppt/slides/_rels/slide28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2.xml"/><Relationship Id="rId1" Type="http://schemas.openxmlformats.org/officeDocument/2006/relationships/slideLayout" Target="../slideLayouts/slideLayout1.xml"/></Relationships>
</file>

<file path=ppt/slides/_rels/slide28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3.xml"/><Relationship Id="rId1" Type="http://schemas.openxmlformats.org/officeDocument/2006/relationships/slideLayout" Target="../slideLayouts/slideLayout1.xml"/></Relationships>
</file>

<file path=ppt/slides/_rels/slide28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4.xml"/><Relationship Id="rId1" Type="http://schemas.openxmlformats.org/officeDocument/2006/relationships/slideLayout" Target="../slideLayouts/slideLayout1.xml"/></Relationships>
</file>

<file path=ppt/slides/_rels/slide28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5.xml"/><Relationship Id="rId1" Type="http://schemas.openxmlformats.org/officeDocument/2006/relationships/slideLayout" Target="../slideLayouts/slideLayout1.xml"/></Relationships>
</file>

<file path=ppt/slides/_rels/slide28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6.xml"/><Relationship Id="rId1" Type="http://schemas.openxmlformats.org/officeDocument/2006/relationships/slideLayout" Target="../slideLayouts/slideLayout1.xml"/></Relationships>
</file>

<file path=ppt/slides/_rels/slide28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7.xml"/><Relationship Id="rId1" Type="http://schemas.openxmlformats.org/officeDocument/2006/relationships/slideLayout" Target="../slideLayouts/slideLayout1.xml"/></Relationships>
</file>

<file path=ppt/slides/_rels/slide28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8.xml"/><Relationship Id="rId1" Type="http://schemas.openxmlformats.org/officeDocument/2006/relationships/slideLayout" Target="../slideLayouts/slideLayout1.xml"/></Relationships>
</file>

<file path=ppt/slides/_rels/slide28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39.xml"/><Relationship Id="rId1" Type="http://schemas.openxmlformats.org/officeDocument/2006/relationships/slideLayout" Target="../slideLayouts/slideLayout1.xml"/></Relationships>
</file>

<file path=ppt/slides/_rels/slide28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0.xml"/><Relationship Id="rId1" Type="http://schemas.openxmlformats.org/officeDocument/2006/relationships/slideLayout" Target="../slideLayouts/slideLayout1.xml"/></Relationships>
</file>

<file path=ppt/slides/_rels/slide28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1.xml"/><Relationship Id="rId1" Type="http://schemas.openxmlformats.org/officeDocument/2006/relationships/slideLayout" Target="../slideLayouts/slideLayout1.xml"/></Relationships>
</file>

<file path=ppt/slides/_rels/slide28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2.xml"/><Relationship Id="rId1" Type="http://schemas.openxmlformats.org/officeDocument/2006/relationships/slideLayout" Target="../slideLayouts/slideLayout1.xml"/></Relationships>
</file>

<file path=ppt/slides/_rels/slide28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3.xml"/><Relationship Id="rId1" Type="http://schemas.openxmlformats.org/officeDocument/2006/relationships/slideLayout" Target="../slideLayouts/slideLayout1.xml"/></Relationships>
</file>

<file path=ppt/slides/_rels/slide28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4.xml"/><Relationship Id="rId1" Type="http://schemas.openxmlformats.org/officeDocument/2006/relationships/slideLayout" Target="../slideLayouts/slideLayout1.xml"/></Relationships>
</file>

<file path=ppt/slides/_rels/slide28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5.xml"/><Relationship Id="rId1" Type="http://schemas.openxmlformats.org/officeDocument/2006/relationships/slideLayout" Target="../slideLayouts/slideLayout1.xml"/></Relationships>
</file>

<file path=ppt/slides/_rels/slide28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6.xml"/><Relationship Id="rId1" Type="http://schemas.openxmlformats.org/officeDocument/2006/relationships/slideLayout" Target="../slideLayouts/slideLayout1.xml"/></Relationships>
</file>

<file path=ppt/slides/_rels/slide28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7.xml"/><Relationship Id="rId1" Type="http://schemas.openxmlformats.org/officeDocument/2006/relationships/slideLayout" Target="../slideLayouts/slideLayout1.xml"/></Relationships>
</file>

<file path=ppt/slides/_rels/slide28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8.xml"/><Relationship Id="rId1" Type="http://schemas.openxmlformats.org/officeDocument/2006/relationships/slideLayout" Target="../slideLayouts/slideLayout1.xml"/></Relationships>
</file>

<file path=ppt/slides/_rels/slide28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49.xml"/><Relationship Id="rId1" Type="http://schemas.openxmlformats.org/officeDocument/2006/relationships/slideLayout" Target="../slideLayouts/slideLayout1.xml"/></Relationships>
</file>

<file path=ppt/slides/_rels/slide28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0.xml"/><Relationship Id="rId1" Type="http://schemas.openxmlformats.org/officeDocument/2006/relationships/slideLayout" Target="../slideLayouts/slideLayout1.xml"/></Relationships>
</file>

<file path=ppt/slides/_rels/slide28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1.xml"/><Relationship Id="rId1" Type="http://schemas.openxmlformats.org/officeDocument/2006/relationships/slideLayout" Target="../slideLayouts/slideLayout1.xml"/></Relationships>
</file>

<file path=ppt/slides/_rels/slide28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2.xml"/><Relationship Id="rId1" Type="http://schemas.openxmlformats.org/officeDocument/2006/relationships/slideLayout" Target="../slideLayouts/slideLayout1.xml"/></Relationships>
</file>

<file path=ppt/slides/_rels/slide28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3.xml"/><Relationship Id="rId1" Type="http://schemas.openxmlformats.org/officeDocument/2006/relationships/slideLayout" Target="../slideLayouts/slideLayout1.xml"/></Relationships>
</file>

<file path=ppt/slides/_rels/slide28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4.xml"/><Relationship Id="rId1" Type="http://schemas.openxmlformats.org/officeDocument/2006/relationships/slideLayout" Target="../slideLayouts/slideLayout1.xml"/></Relationships>
</file>

<file path=ppt/slides/_rels/slide28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5.xml"/><Relationship Id="rId1" Type="http://schemas.openxmlformats.org/officeDocument/2006/relationships/slideLayout" Target="../slideLayouts/slideLayout1.xml"/></Relationships>
</file>

<file path=ppt/slides/_rels/slide28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6.xml"/><Relationship Id="rId1" Type="http://schemas.openxmlformats.org/officeDocument/2006/relationships/slideLayout" Target="../slideLayouts/slideLayout1.xml"/></Relationships>
</file>

<file path=ppt/slides/_rels/slide28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7.xml"/><Relationship Id="rId1" Type="http://schemas.openxmlformats.org/officeDocument/2006/relationships/slideLayout" Target="../slideLayouts/slideLayout1.xml"/></Relationships>
</file>

<file path=ppt/slides/_rels/slide28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8.xml"/><Relationship Id="rId1" Type="http://schemas.openxmlformats.org/officeDocument/2006/relationships/slideLayout" Target="../slideLayouts/slideLayout1.xml"/></Relationships>
</file>

<file path=ppt/slides/_rels/slide28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59.xml"/><Relationship Id="rId1" Type="http://schemas.openxmlformats.org/officeDocument/2006/relationships/slideLayout" Target="../slideLayouts/slideLayout1.xml"/></Relationships>
</file>

<file path=ppt/slides/_rels/slide28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0.xml"/><Relationship Id="rId1" Type="http://schemas.openxmlformats.org/officeDocument/2006/relationships/slideLayout" Target="../slideLayouts/slideLayout1.xml"/></Relationships>
</file>

<file path=ppt/slides/_rels/slide28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1.xml"/><Relationship Id="rId1" Type="http://schemas.openxmlformats.org/officeDocument/2006/relationships/slideLayout" Target="../slideLayouts/slideLayout1.xml"/></Relationships>
</file>

<file path=ppt/slides/_rels/slide28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2.xml"/><Relationship Id="rId1" Type="http://schemas.openxmlformats.org/officeDocument/2006/relationships/slideLayout" Target="../slideLayouts/slideLayout1.xml"/></Relationships>
</file>

<file path=ppt/slides/_rels/slide28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3.xml"/><Relationship Id="rId1" Type="http://schemas.openxmlformats.org/officeDocument/2006/relationships/slideLayout" Target="../slideLayouts/slideLayout1.xml"/></Relationships>
</file>

<file path=ppt/slides/_rels/slide28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4.xml"/><Relationship Id="rId1" Type="http://schemas.openxmlformats.org/officeDocument/2006/relationships/slideLayout" Target="../slideLayouts/slideLayout1.xml"/></Relationships>
</file>

<file path=ppt/slides/_rels/slide28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5.xml"/><Relationship Id="rId1" Type="http://schemas.openxmlformats.org/officeDocument/2006/relationships/slideLayout" Target="../slideLayouts/slideLayout1.xml"/></Relationships>
</file>

<file path=ppt/slides/_rels/slide29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6.xml"/><Relationship Id="rId1" Type="http://schemas.openxmlformats.org/officeDocument/2006/relationships/slideLayout" Target="../slideLayouts/slideLayout1.xml"/></Relationships>
</file>

<file path=ppt/slides/_rels/slide29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7.xml"/><Relationship Id="rId1" Type="http://schemas.openxmlformats.org/officeDocument/2006/relationships/slideLayout" Target="../slideLayouts/slideLayout1.xml"/></Relationships>
</file>

<file path=ppt/slides/_rels/slide29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8.xml"/><Relationship Id="rId1" Type="http://schemas.openxmlformats.org/officeDocument/2006/relationships/slideLayout" Target="../slideLayouts/slideLayout1.xml"/></Relationships>
</file>

<file path=ppt/slides/_rels/slide29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69.xml"/><Relationship Id="rId1" Type="http://schemas.openxmlformats.org/officeDocument/2006/relationships/slideLayout" Target="../slideLayouts/slideLayout1.xml"/></Relationships>
</file>

<file path=ppt/slides/_rels/slide29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0.xml"/><Relationship Id="rId1" Type="http://schemas.openxmlformats.org/officeDocument/2006/relationships/slideLayout" Target="../slideLayouts/slideLayout1.xml"/></Relationships>
</file>

<file path=ppt/slides/_rels/slide29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1.xml"/><Relationship Id="rId1" Type="http://schemas.openxmlformats.org/officeDocument/2006/relationships/slideLayout" Target="../slideLayouts/slideLayout1.xml"/></Relationships>
</file>

<file path=ppt/slides/_rels/slide29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2.xml"/><Relationship Id="rId1" Type="http://schemas.openxmlformats.org/officeDocument/2006/relationships/slideLayout" Target="../slideLayouts/slideLayout1.xml"/></Relationships>
</file>

<file path=ppt/slides/_rels/slide29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3.xml"/><Relationship Id="rId1" Type="http://schemas.openxmlformats.org/officeDocument/2006/relationships/slideLayout" Target="../slideLayouts/slideLayout1.xml"/></Relationships>
</file>

<file path=ppt/slides/_rels/slide29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4.xml"/><Relationship Id="rId1" Type="http://schemas.openxmlformats.org/officeDocument/2006/relationships/slideLayout" Target="../slideLayouts/slideLayout1.xml"/></Relationships>
</file>

<file path=ppt/slides/_rels/slide29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5.xml"/><Relationship Id="rId1" Type="http://schemas.openxmlformats.org/officeDocument/2006/relationships/slideLayout" Target="../slideLayouts/slideLayout1.xml"/></Relationships>
</file>

<file path=ppt/slides/_rels/slide29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6.xml"/><Relationship Id="rId1" Type="http://schemas.openxmlformats.org/officeDocument/2006/relationships/slideLayout" Target="../slideLayouts/slideLayout1.xml"/></Relationships>
</file>

<file path=ppt/slides/_rels/slide29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7.xml"/><Relationship Id="rId1" Type="http://schemas.openxmlformats.org/officeDocument/2006/relationships/slideLayout" Target="../slideLayouts/slideLayout1.xml"/></Relationships>
</file>

<file path=ppt/slides/_rels/slide29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8.xml"/><Relationship Id="rId1" Type="http://schemas.openxmlformats.org/officeDocument/2006/relationships/slideLayout" Target="../slideLayouts/slideLayout1.xml"/></Relationships>
</file>

<file path=ppt/slides/_rels/slide29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79.xml"/><Relationship Id="rId1" Type="http://schemas.openxmlformats.org/officeDocument/2006/relationships/slideLayout" Target="../slideLayouts/slideLayout1.xml"/></Relationships>
</file>

<file path=ppt/slides/_rels/slide29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0.xml"/><Relationship Id="rId1" Type="http://schemas.openxmlformats.org/officeDocument/2006/relationships/slideLayout" Target="../slideLayouts/slideLayout1.xml"/></Relationships>
</file>

<file path=ppt/slides/_rels/slide29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1.xml"/><Relationship Id="rId1" Type="http://schemas.openxmlformats.org/officeDocument/2006/relationships/slideLayout" Target="../slideLayouts/slideLayout1.xml"/></Relationships>
</file>

<file path=ppt/slides/_rels/slide29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2.xml"/><Relationship Id="rId1" Type="http://schemas.openxmlformats.org/officeDocument/2006/relationships/slideLayout" Target="../slideLayouts/slideLayout1.xml"/></Relationships>
</file>

<file path=ppt/slides/_rels/slide29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3.xml"/><Relationship Id="rId1" Type="http://schemas.openxmlformats.org/officeDocument/2006/relationships/slideLayout" Target="../slideLayouts/slideLayout1.xml"/></Relationships>
</file>

<file path=ppt/slides/_rels/slide29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4.xml"/><Relationship Id="rId1" Type="http://schemas.openxmlformats.org/officeDocument/2006/relationships/slideLayout" Target="../slideLayouts/slideLayout1.xml"/></Relationships>
</file>

<file path=ppt/slides/_rels/slide29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5.xml"/><Relationship Id="rId1" Type="http://schemas.openxmlformats.org/officeDocument/2006/relationships/slideLayout" Target="../slideLayouts/slideLayout1.xml"/></Relationships>
</file>

<file path=ppt/slides/_rels/slide29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6.xml"/><Relationship Id="rId1" Type="http://schemas.openxmlformats.org/officeDocument/2006/relationships/slideLayout" Target="../slideLayouts/slideLayout1.xml"/></Relationships>
</file>

<file path=ppt/slides/_rels/slide29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7.xml"/><Relationship Id="rId1" Type="http://schemas.openxmlformats.org/officeDocument/2006/relationships/slideLayout" Target="../slideLayouts/slideLayout1.xml"/></Relationships>
</file>

<file path=ppt/slides/_rels/slide29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8.xml"/><Relationship Id="rId1" Type="http://schemas.openxmlformats.org/officeDocument/2006/relationships/slideLayout" Target="../slideLayouts/slideLayout1.xml"/></Relationships>
</file>

<file path=ppt/slides/_rels/slide29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89.xml"/><Relationship Id="rId1" Type="http://schemas.openxmlformats.org/officeDocument/2006/relationships/slideLayout" Target="../slideLayouts/slideLayout1.xml"/></Relationships>
</file>

<file path=ppt/slides/_rels/slide29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0.xml"/><Relationship Id="rId1" Type="http://schemas.openxmlformats.org/officeDocument/2006/relationships/slideLayout" Target="../slideLayouts/slideLayout1.xml"/></Relationships>
</file>

<file path=ppt/slides/_rels/slide29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1.xml"/><Relationship Id="rId1" Type="http://schemas.openxmlformats.org/officeDocument/2006/relationships/slideLayout" Target="../slideLayouts/slideLayout1.xml"/></Relationships>
</file>

<file path=ppt/slides/_rels/slide29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2.xml"/><Relationship Id="rId1" Type="http://schemas.openxmlformats.org/officeDocument/2006/relationships/slideLayout" Target="../slideLayouts/slideLayout1.xml"/></Relationships>
</file>

<file path=ppt/slides/_rels/slide29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3.xml"/><Relationship Id="rId1" Type="http://schemas.openxmlformats.org/officeDocument/2006/relationships/slideLayout" Target="../slideLayouts/slideLayout1.xml"/></Relationships>
</file>

<file path=ppt/slides/_rels/slide29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4.xml"/><Relationship Id="rId1" Type="http://schemas.openxmlformats.org/officeDocument/2006/relationships/slideLayout" Target="../slideLayouts/slideLayout1.xml"/></Relationships>
</file>

<file path=ppt/slides/_rels/slide29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5.xml"/><Relationship Id="rId1" Type="http://schemas.openxmlformats.org/officeDocument/2006/relationships/slideLayout" Target="../slideLayouts/slideLayout1.xml"/></Relationships>
</file>

<file path=ppt/slides/_rels/slide29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6.xml"/><Relationship Id="rId1" Type="http://schemas.openxmlformats.org/officeDocument/2006/relationships/slideLayout" Target="../slideLayouts/slideLayout1.xml"/></Relationships>
</file>

<file path=ppt/slides/_rels/slide29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7.xml"/><Relationship Id="rId1" Type="http://schemas.openxmlformats.org/officeDocument/2006/relationships/slideLayout" Target="../slideLayouts/slideLayout1.xml"/></Relationships>
</file>

<file path=ppt/slides/_rels/slide29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8.xml"/><Relationship Id="rId1" Type="http://schemas.openxmlformats.org/officeDocument/2006/relationships/slideLayout" Target="../slideLayouts/slideLayout1.xml"/></Relationships>
</file>

<file path=ppt/slides/_rels/slide29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799.xml"/><Relationship Id="rId1" Type="http://schemas.openxmlformats.org/officeDocument/2006/relationships/slideLayout" Target="../slideLayouts/slideLayout1.xml"/></Relationships>
</file>

<file path=ppt/slides/_rels/slide29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0.xml"/><Relationship Id="rId1" Type="http://schemas.openxmlformats.org/officeDocument/2006/relationships/slideLayout" Target="../slideLayouts/slideLayout1.xml"/></Relationships>
</file>

<file path=ppt/slides/_rels/slide29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1.xml"/><Relationship Id="rId1" Type="http://schemas.openxmlformats.org/officeDocument/2006/relationships/slideLayout" Target="../slideLayouts/slideLayout1.xml"/></Relationships>
</file>

<file path=ppt/slides/_rels/slide29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2.xml"/><Relationship Id="rId1" Type="http://schemas.openxmlformats.org/officeDocument/2006/relationships/slideLayout" Target="../slideLayouts/slideLayout1.xml"/></Relationships>
</file>

<file path=ppt/slides/_rels/slide29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3.xml"/><Relationship Id="rId1" Type="http://schemas.openxmlformats.org/officeDocument/2006/relationships/slideLayout" Target="../slideLayouts/slideLayout1.xml"/></Relationships>
</file>

<file path=ppt/slides/_rels/slide29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4.xml"/><Relationship Id="rId1" Type="http://schemas.openxmlformats.org/officeDocument/2006/relationships/slideLayout" Target="../slideLayouts/slideLayout1.xml"/></Relationships>
</file>

<file path=ppt/slides/_rels/slide29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5.xml"/><Relationship Id="rId1" Type="http://schemas.openxmlformats.org/officeDocument/2006/relationships/slideLayout" Target="../slideLayouts/slideLayout1.xml"/></Relationships>
</file>

<file path=ppt/slides/_rels/slide29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6.xml"/><Relationship Id="rId1" Type="http://schemas.openxmlformats.org/officeDocument/2006/relationships/slideLayout" Target="../slideLayouts/slideLayout1.xml"/></Relationships>
</file>

<file path=ppt/slides/_rels/slide29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7.xml"/><Relationship Id="rId1" Type="http://schemas.openxmlformats.org/officeDocument/2006/relationships/slideLayout" Target="../slideLayouts/slideLayout1.xml"/></Relationships>
</file>

<file path=ppt/slides/_rels/slide29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8.xml"/><Relationship Id="rId1" Type="http://schemas.openxmlformats.org/officeDocument/2006/relationships/slideLayout" Target="../slideLayouts/slideLayout1.xml"/></Relationships>
</file>

<file path=ppt/slides/_rels/slide29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09.xml"/><Relationship Id="rId1" Type="http://schemas.openxmlformats.org/officeDocument/2006/relationships/slideLayout" Target="../slideLayouts/slideLayout1.xml"/></Relationships>
</file>

<file path=ppt/slides/_rels/slide29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0.xml"/><Relationship Id="rId1" Type="http://schemas.openxmlformats.org/officeDocument/2006/relationships/slideLayout" Target="../slideLayouts/slideLayout1.xml"/></Relationships>
</file>

<file path=ppt/slides/_rels/slide29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1.xml"/><Relationship Id="rId1" Type="http://schemas.openxmlformats.org/officeDocument/2006/relationships/slideLayout" Target="../slideLayouts/slideLayout1.xml"/></Relationships>
</file>

<file path=ppt/slides/_rels/slide29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2.xml"/><Relationship Id="rId1" Type="http://schemas.openxmlformats.org/officeDocument/2006/relationships/slideLayout" Target="../slideLayouts/slideLayout1.xml"/></Relationships>
</file>

<file path=ppt/slides/_rels/slide29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3.xml"/><Relationship Id="rId1" Type="http://schemas.openxmlformats.org/officeDocument/2006/relationships/slideLayout" Target="../slideLayouts/slideLayout1.xml"/></Relationships>
</file>

<file path=ppt/slides/_rels/slide29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4.xml"/><Relationship Id="rId1" Type="http://schemas.openxmlformats.org/officeDocument/2006/relationships/slideLayout" Target="../slideLayouts/slideLayout1.xml"/></Relationships>
</file>

<file path=ppt/slides/_rels/slide29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5.xml"/><Relationship Id="rId1" Type="http://schemas.openxmlformats.org/officeDocument/2006/relationships/slideLayout" Target="../slideLayouts/slideLayout1.xml"/></Relationships>
</file>

<file path=ppt/slides/_rels/slide29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6.xml"/><Relationship Id="rId1" Type="http://schemas.openxmlformats.org/officeDocument/2006/relationships/slideLayout" Target="../slideLayouts/slideLayout1.xml"/></Relationships>
</file>

<file path=ppt/slides/_rels/slide29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7.xml"/><Relationship Id="rId1" Type="http://schemas.openxmlformats.org/officeDocument/2006/relationships/slideLayout" Target="../slideLayouts/slideLayout1.xml"/></Relationships>
</file>

<file path=ppt/slides/_rels/slide29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8.xml"/><Relationship Id="rId1" Type="http://schemas.openxmlformats.org/officeDocument/2006/relationships/slideLayout" Target="../slideLayouts/slideLayout1.xml"/></Relationships>
</file>

<file path=ppt/slides/_rels/slide29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19.xml"/><Relationship Id="rId1" Type="http://schemas.openxmlformats.org/officeDocument/2006/relationships/slideLayout" Target="../slideLayouts/slideLayout1.xml"/></Relationships>
</file>

<file path=ppt/slides/_rels/slide29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0.xml"/><Relationship Id="rId1" Type="http://schemas.openxmlformats.org/officeDocument/2006/relationships/slideLayout" Target="../slideLayouts/slideLayout1.xml"/></Relationships>
</file>

<file path=ppt/slides/_rels/slide29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1.xml"/><Relationship Id="rId1" Type="http://schemas.openxmlformats.org/officeDocument/2006/relationships/slideLayout" Target="../slideLayouts/slideLayout1.xml"/></Relationships>
</file>

<file path=ppt/slides/_rels/slide29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2.xml"/><Relationship Id="rId1" Type="http://schemas.openxmlformats.org/officeDocument/2006/relationships/slideLayout" Target="../slideLayouts/slideLayout1.xml"/></Relationships>
</file>

<file path=ppt/slides/_rels/slide29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3.xml"/><Relationship Id="rId1" Type="http://schemas.openxmlformats.org/officeDocument/2006/relationships/slideLayout" Target="../slideLayouts/slideLayout1.xml"/></Relationships>
</file>

<file path=ppt/slides/_rels/slide29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4.xml"/><Relationship Id="rId1" Type="http://schemas.openxmlformats.org/officeDocument/2006/relationships/slideLayout" Target="../slideLayouts/slideLayout1.xml"/></Relationships>
</file>

<file path=ppt/slides/_rels/slide29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5.xml"/><Relationship Id="rId1" Type="http://schemas.openxmlformats.org/officeDocument/2006/relationships/slideLayout" Target="../slideLayouts/slideLayout1.xml"/></Relationships>
</file>

<file path=ppt/slides/_rels/slide29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6.xml"/><Relationship Id="rId1" Type="http://schemas.openxmlformats.org/officeDocument/2006/relationships/slideLayout" Target="../slideLayouts/slideLayout1.xml"/></Relationships>
</file>

<file path=ppt/slides/_rels/slide29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7.xml"/><Relationship Id="rId1" Type="http://schemas.openxmlformats.org/officeDocument/2006/relationships/slideLayout" Target="../slideLayouts/slideLayout1.xml"/></Relationships>
</file>

<file path=ppt/slides/_rels/slide29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8.xml"/><Relationship Id="rId1" Type="http://schemas.openxmlformats.org/officeDocument/2006/relationships/slideLayout" Target="../slideLayouts/slideLayout1.xml"/></Relationships>
</file>

<file path=ppt/slides/_rels/slide29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29.xml"/><Relationship Id="rId1" Type="http://schemas.openxmlformats.org/officeDocument/2006/relationships/slideLayout" Target="../slideLayouts/slideLayout1.xml"/></Relationships>
</file>

<file path=ppt/slides/_rels/slide29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0.xml"/><Relationship Id="rId1" Type="http://schemas.openxmlformats.org/officeDocument/2006/relationships/slideLayout" Target="../slideLayouts/slideLayout1.xml"/></Relationships>
</file>

<file path=ppt/slides/_rels/slide29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1.xml"/><Relationship Id="rId1" Type="http://schemas.openxmlformats.org/officeDocument/2006/relationships/slideLayout" Target="../slideLayouts/slideLayout1.xml"/></Relationships>
</file>

<file path=ppt/slides/_rels/slide29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2.xml"/><Relationship Id="rId1" Type="http://schemas.openxmlformats.org/officeDocument/2006/relationships/slideLayout" Target="../slideLayouts/slideLayout1.xml"/></Relationships>
</file>

<file path=ppt/slides/_rels/slide29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3.xml"/><Relationship Id="rId1" Type="http://schemas.openxmlformats.org/officeDocument/2006/relationships/slideLayout" Target="../slideLayouts/slideLayout1.xml"/></Relationships>
</file>

<file path=ppt/slides/_rels/slide29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4.xml"/><Relationship Id="rId1" Type="http://schemas.openxmlformats.org/officeDocument/2006/relationships/slideLayout" Target="../slideLayouts/slideLayout1.xml"/></Relationships>
</file>

<file path=ppt/slides/_rels/slide29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5.xml"/><Relationship Id="rId1" Type="http://schemas.openxmlformats.org/officeDocument/2006/relationships/slideLayout" Target="../slideLayouts/slideLayout1.xml"/></Relationships>
</file>

<file path=ppt/slides/_rels/slide29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6.xml"/><Relationship Id="rId1" Type="http://schemas.openxmlformats.org/officeDocument/2006/relationships/slideLayout" Target="../slideLayouts/slideLayout1.xml"/></Relationships>
</file>

<file path=ppt/slides/_rels/slide29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7.xml"/><Relationship Id="rId1" Type="http://schemas.openxmlformats.org/officeDocument/2006/relationships/slideLayout" Target="../slideLayouts/slideLayout1.xml"/></Relationships>
</file>

<file path=ppt/slides/_rels/slide29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8.xml"/><Relationship Id="rId1" Type="http://schemas.openxmlformats.org/officeDocument/2006/relationships/slideLayout" Target="../slideLayouts/slideLayout1.xml"/></Relationships>
</file>

<file path=ppt/slides/_rels/slide29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39.xml"/><Relationship Id="rId1" Type="http://schemas.openxmlformats.org/officeDocument/2006/relationships/slideLayout" Target="../slideLayouts/slideLayout1.xml"/></Relationships>
</file>

<file path=ppt/slides/_rels/slide29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0.xml"/><Relationship Id="rId1" Type="http://schemas.openxmlformats.org/officeDocument/2006/relationships/slideLayout" Target="../slideLayouts/slideLayout1.xml"/></Relationships>
</file>

<file path=ppt/slides/_rels/slide29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1.xml"/><Relationship Id="rId1" Type="http://schemas.openxmlformats.org/officeDocument/2006/relationships/slideLayout" Target="../slideLayouts/slideLayout1.xml"/></Relationships>
</file>

<file path=ppt/slides/_rels/slide29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2.xml"/><Relationship Id="rId1" Type="http://schemas.openxmlformats.org/officeDocument/2006/relationships/slideLayout" Target="../slideLayouts/slideLayout1.xml"/></Relationships>
</file>

<file path=ppt/slides/_rels/slide29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3.xml"/><Relationship Id="rId1" Type="http://schemas.openxmlformats.org/officeDocument/2006/relationships/slideLayout" Target="../slideLayouts/slideLayout1.xml"/></Relationships>
</file>

<file path=ppt/slides/_rels/slide29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4.xml"/><Relationship Id="rId1" Type="http://schemas.openxmlformats.org/officeDocument/2006/relationships/slideLayout" Target="../slideLayouts/slideLayout1.xml"/></Relationships>
</file>

<file path=ppt/slides/_rels/slide29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5.xml"/><Relationship Id="rId1" Type="http://schemas.openxmlformats.org/officeDocument/2006/relationships/slideLayout" Target="../slideLayouts/slideLayout1.xml"/></Relationships>
</file>

<file path=ppt/slides/_rels/slide29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6.xml"/><Relationship Id="rId1" Type="http://schemas.openxmlformats.org/officeDocument/2006/relationships/slideLayout" Target="../slideLayouts/slideLayout1.xml"/></Relationships>
</file>

<file path=ppt/slides/_rels/slide29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7.xml"/><Relationship Id="rId1" Type="http://schemas.openxmlformats.org/officeDocument/2006/relationships/slideLayout" Target="../slideLayouts/slideLayout1.xml"/></Relationships>
</file>

<file path=ppt/slides/_rels/slide29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8.xml"/><Relationship Id="rId1" Type="http://schemas.openxmlformats.org/officeDocument/2006/relationships/slideLayout" Target="../slideLayouts/slideLayout1.xml"/></Relationships>
</file>

<file path=ppt/slides/_rels/slide29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49.xml"/><Relationship Id="rId1" Type="http://schemas.openxmlformats.org/officeDocument/2006/relationships/slideLayout" Target="../slideLayouts/slideLayout1.xml"/></Relationships>
</file>

<file path=ppt/slides/_rels/slide29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0.xml"/><Relationship Id="rId1" Type="http://schemas.openxmlformats.org/officeDocument/2006/relationships/slideLayout" Target="../slideLayouts/slideLayout1.xml"/></Relationships>
</file>

<file path=ppt/slides/_rels/slide29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1.xml"/><Relationship Id="rId1" Type="http://schemas.openxmlformats.org/officeDocument/2006/relationships/slideLayout" Target="../slideLayouts/slideLayout1.xml"/></Relationships>
</file>

<file path=ppt/slides/_rels/slide29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2.xml"/><Relationship Id="rId1" Type="http://schemas.openxmlformats.org/officeDocument/2006/relationships/slideLayout" Target="../slideLayouts/slideLayout1.xml"/></Relationships>
</file>

<file path=ppt/slides/_rels/slide29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3.xml"/><Relationship Id="rId1" Type="http://schemas.openxmlformats.org/officeDocument/2006/relationships/slideLayout" Target="../slideLayouts/slideLayout1.xml"/></Relationships>
</file>

<file path=ppt/slides/_rels/slide29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4.xml"/><Relationship Id="rId1" Type="http://schemas.openxmlformats.org/officeDocument/2006/relationships/slideLayout" Target="../slideLayouts/slideLayout1.xml"/></Relationships>
</file>

<file path=ppt/slides/_rels/slide29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5.xml"/><Relationship Id="rId1" Type="http://schemas.openxmlformats.org/officeDocument/2006/relationships/slideLayout" Target="../slideLayouts/slideLayout1.xml"/></Relationships>
</file>

<file path=ppt/slides/_rels/slide29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6.xml"/><Relationship Id="rId1" Type="http://schemas.openxmlformats.org/officeDocument/2006/relationships/slideLayout" Target="../slideLayouts/slideLayout1.xml"/></Relationships>
</file>

<file path=ppt/slides/_rels/slide29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7.xml"/><Relationship Id="rId1" Type="http://schemas.openxmlformats.org/officeDocument/2006/relationships/slideLayout" Target="../slideLayouts/slideLayout1.xml"/></Relationships>
</file>

<file path=ppt/slides/_rels/slide29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8.xml"/><Relationship Id="rId1" Type="http://schemas.openxmlformats.org/officeDocument/2006/relationships/slideLayout" Target="../slideLayouts/slideLayout1.xml"/></Relationships>
</file>

<file path=ppt/slides/_rels/slide29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59.xml"/><Relationship Id="rId1" Type="http://schemas.openxmlformats.org/officeDocument/2006/relationships/slideLayout" Target="../slideLayouts/slideLayout1.xml"/></Relationships>
</file>

<file path=ppt/slides/_rels/slide29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0.xml"/><Relationship Id="rId1" Type="http://schemas.openxmlformats.org/officeDocument/2006/relationships/slideLayout" Target="../slideLayouts/slideLayout1.xml"/></Relationships>
</file>

<file path=ppt/slides/_rels/slide29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1.xml"/><Relationship Id="rId1" Type="http://schemas.openxmlformats.org/officeDocument/2006/relationships/slideLayout" Target="../slideLayouts/slideLayout1.xml"/></Relationships>
</file>

<file path=ppt/slides/_rels/slide29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2.xml"/><Relationship Id="rId1" Type="http://schemas.openxmlformats.org/officeDocument/2006/relationships/slideLayout" Target="../slideLayouts/slideLayout1.xml"/></Relationships>
</file>

<file path=ppt/slides/_rels/slide29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3.xml"/><Relationship Id="rId1" Type="http://schemas.openxmlformats.org/officeDocument/2006/relationships/slideLayout" Target="../slideLayouts/slideLayout1.xml"/></Relationships>
</file>

<file path=ppt/slides/_rels/slide29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4.xml"/><Relationship Id="rId1" Type="http://schemas.openxmlformats.org/officeDocument/2006/relationships/slideLayout" Target="../slideLayouts/slideLayout1.xml"/></Relationships>
</file>

<file path=ppt/slides/_rels/slide29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5.xml"/><Relationship Id="rId1" Type="http://schemas.openxmlformats.org/officeDocument/2006/relationships/slideLayout" Target="../slideLayouts/slideLayout1.xml"/></Relationships>
</file>

<file path=ppt/slides/_rels/slide30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6.xml"/><Relationship Id="rId1" Type="http://schemas.openxmlformats.org/officeDocument/2006/relationships/slideLayout" Target="../slideLayouts/slideLayout1.xml"/></Relationships>
</file>

<file path=ppt/slides/_rels/slide30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7.xml"/><Relationship Id="rId1" Type="http://schemas.openxmlformats.org/officeDocument/2006/relationships/slideLayout" Target="../slideLayouts/slideLayout1.xml"/></Relationships>
</file>

<file path=ppt/slides/_rels/slide30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8.xml"/><Relationship Id="rId1" Type="http://schemas.openxmlformats.org/officeDocument/2006/relationships/slideLayout" Target="../slideLayouts/slideLayout1.xml"/></Relationships>
</file>

<file path=ppt/slides/_rels/slide30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69.xml"/><Relationship Id="rId1" Type="http://schemas.openxmlformats.org/officeDocument/2006/relationships/slideLayout" Target="../slideLayouts/slideLayout1.xml"/></Relationships>
</file>

<file path=ppt/slides/_rels/slide30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0.xml"/><Relationship Id="rId1" Type="http://schemas.openxmlformats.org/officeDocument/2006/relationships/slideLayout" Target="../slideLayouts/slideLayout1.xml"/></Relationships>
</file>

<file path=ppt/slides/_rels/slide30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1.xml"/><Relationship Id="rId1" Type="http://schemas.openxmlformats.org/officeDocument/2006/relationships/slideLayout" Target="../slideLayouts/slideLayout1.xml"/></Relationships>
</file>

<file path=ppt/slides/_rels/slide30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2.xml"/><Relationship Id="rId1" Type="http://schemas.openxmlformats.org/officeDocument/2006/relationships/slideLayout" Target="../slideLayouts/slideLayout1.xml"/></Relationships>
</file>

<file path=ppt/slides/_rels/slide30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3.xml"/><Relationship Id="rId1" Type="http://schemas.openxmlformats.org/officeDocument/2006/relationships/slideLayout" Target="../slideLayouts/slideLayout1.xml"/></Relationships>
</file>

<file path=ppt/slides/_rels/slide30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4.xml"/><Relationship Id="rId1" Type="http://schemas.openxmlformats.org/officeDocument/2006/relationships/slideLayout" Target="../slideLayouts/slideLayout1.xml"/></Relationships>
</file>

<file path=ppt/slides/_rels/slide30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5.xml"/><Relationship Id="rId1" Type="http://schemas.openxmlformats.org/officeDocument/2006/relationships/slideLayout" Target="../slideLayouts/slideLayout1.xml"/></Relationships>
</file>

<file path=ppt/slides/_rels/slide30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6.xml"/><Relationship Id="rId1" Type="http://schemas.openxmlformats.org/officeDocument/2006/relationships/slideLayout" Target="../slideLayouts/slideLayout1.xml"/></Relationships>
</file>

<file path=ppt/slides/_rels/slide30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7.xml"/><Relationship Id="rId1" Type="http://schemas.openxmlformats.org/officeDocument/2006/relationships/slideLayout" Target="../slideLayouts/slideLayout1.xml"/></Relationships>
</file>

<file path=ppt/slides/_rels/slide30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8.xml"/><Relationship Id="rId1" Type="http://schemas.openxmlformats.org/officeDocument/2006/relationships/slideLayout" Target="../slideLayouts/slideLayout1.xml"/></Relationships>
</file>

<file path=ppt/slides/_rels/slide30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79.xml"/><Relationship Id="rId1" Type="http://schemas.openxmlformats.org/officeDocument/2006/relationships/slideLayout" Target="../slideLayouts/slideLayout1.xml"/></Relationships>
</file>

<file path=ppt/slides/_rels/slide30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0.xml"/><Relationship Id="rId1" Type="http://schemas.openxmlformats.org/officeDocument/2006/relationships/slideLayout" Target="../slideLayouts/slideLayout1.xml"/></Relationships>
</file>

<file path=ppt/slides/_rels/slide30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1.xml"/><Relationship Id="rId1" Type="http://schemas.openxmlformats.org/officeDocument/2006/relationships/slideLayout" Target="../slideLayouts/slideLayout1.xml"/></Relationships>
</file>

<file path=ppt/slides/_rels/slide30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2.xml"/><Relationship Id="rId1" Type="http://schemas.openxmlformats.org/officeDocument/2006/relationships/slideLayout" Target="../slideLayouts/slideLayout1.xml"/></Relationships>
</file>

<file path=ppt/slides/_rels/slide30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3.xml"/><Relationship Id="rId1" Type="http://schemas.openxmlformats.org/officeDocument/2006/relationships/slideLayout" Target="../slideLayouts/slideLayout1.xml"/></Relationships>
</file>

<file path=ppt/slides/_rels/slide30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4.xml"/><Relationship Id="rId1" Type="http://schemas.openxmlformats.org/officeDocument/2006/relationships/slideLayout" Target="../slideLayouts/slideLayout1.xml"/></Relationships>
</file>

<file path=ppt/slides/_rels/slide30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5.xml"/><Relationship Id="rId1" Type="http://schemas.openxmlformats.org/officeDocument/2006/relationships/slideLayout" Target="../slideLayouts/slideLayout1.xml"/></Relationships>
</file>

<file path=ppt/slides/_rels/slide30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6.xml"/><Relationship Id="rId1" Type="http://schemas.openxmlformats.org/officeDocument/2006/relationships/slideLayout" Target="../slideLayouts/slideLayout1.xml"/></Relationships>
</file>

<file path=ppt/slides/_rels/slide30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7.xml"/><Relationship Id="rId1" Type="http://schemas.openxmlformats.org/officeDocument/2006/relationships/slideLayout" Target="../slideLayouts/slideLayout1.xml"/></Relationships>
</file>

<file path=ppt/slides/_rels/slide30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8.xml"/><Relationship Id="rId1" Type="http://schemas.openxmlformats.org/officeDocument/2006/relationships/slideLayout" Target="../slideLayouts/slideLayout1.xml"/></Relationships>
</file>

<file path=ppt/slides/_rels/slide30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89.xml"/><Relationship Id="rId1" Type="http://schemas.openxmlformats.org/officeDocument/2006/relationships/slideLayout" Target="../slideLayouts/slideLayout1.xml"/></Relationships>
</file>

<file path=ppt/slides/_rels/slide30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0.xml"/><Relationship Id="rId1" Type="http://schemas.openxmlformats.org/officeDocument/2006/relationships/slideLayout" Target="../slideLayouts/slideLayout1.xml"/></Relationships>
</file>

<file path=ppt/slides/_rels/slide30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1.xml"/><Relationship Id="rId1" Type="http://schemas.openxmlformats.org/officeDocument/2006/relationships/slideLayout" Target="../slideLayouts/slideLayout1.xml"/></Relationships>
</file>

<file path=ppt/slides/_rels/slide30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2.xml"/><Relationship Id="rId1" Type="http://schemas.openxmlformats.org/officeDocument/2006/relationships/slideLayout" Target="../slideLayouts/slideLayout1.xml"/></Relationships>
</file>

<file path=ppt/slides/_rels/slide30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3.xml"/><Relationship Id="rId1" Type="http://schemas.openxmlformats.org/officeDocument/2006/relationships/slideLayout" Target="../slideLayouts/slideLayout1.xml"/></Relationships>
</file>

<file path=ppt/slides/_rels/slide30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4.xml"/><Relationship Id="rId1" Type="http://schemas.openxmlformats.org/officeDocument/2006/relationships/slideLayout" Target="../slideLayouts/slideLayout1.xml"/></Relationships>
</file>

<file path=ppt/slides/_rels/slide30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5.xml"/><Relationship Id="rId1" Type="http://schemas.openxmlformats.org/officeDocument/2006/relationships/slideLayout" Target="../slideLayouts/slideLayout1.xml"/></Relationships>
</file>

<file path=ppt/slides/_rels/slide30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6.xml"/><Relationship Id="rId1" Type="http://schemas.openxmlformats.org/officeDocument/2006/relationships/slideLayout" Target="../slideLayouts/slideLayout1.xml"/></Relationships>
</file>

<file path=ppt/slides/_rels/slide30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7.xml"/><Relationship Id="rId1" Type="http://schemas.openxmlformats.org/officeDocument/2006/relationships/slideLayout" Target="../slideLayouts/slideLayout1.xml"/></Relationships>
</file>

<file path=ppt/slides/_rels/slide30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8.xml"/><Relationship Id="rId1" Type="http://schemas.openxmlformats.org/officeDocument/2006/relationships/slideLayout" Target="../slideLayouts/slideLayout1.xml"/></Relationships>
</file>

<file path=ppt/slides/_rels/slide30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899.xml"/><Relationship Id="rId1" Type="http://schemas.openxmlformats.org/officeDocument/2006/relationships/slideLayout" Target="../slideLayouts/slideLayout1.xml"/></Relationships>
</file>

<file path=ppt/slides/_rels/slide30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0.xml"/><Relationship Id="rId1" Type="http://schemas.openxmlformats.org/officeDocument/2006/relationships/slideLayout" Target="../slideLayouts/slideLayout1.xml"/></Relationships>
</file>

<file path=ppt/slides/_rels/slide30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1.xml"/><Relationship Id="rId1" Type="http://schemas.openxmlformats.org/officeDocument/2006/relationships/slideLayout" Target="../slideLayouts/slideLayout1.xml"/></Relationships>
</file>

<file path=ppt/slides/_rels/slide30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2.xml"/><Relationship Id="rId1" Type="http://schemas.openxmlformats.org/officeDocument/2006/relationships/slideLayout" Target="../slideLayouts/slideLayout1.xml"/></Relationships>
</file>

<file path=ppt/slides/_rels/slide30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3.xml"/><Relationship Id="rId1" Type="http://schemas.openxmlformats.org/officeDocument/2006/relationships/slideLayout" Target="../slideLayouts/slideLayout1.xml"/></Relationships>
</file>

<file path=ppt/slides/_rels/slide30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4.xml"/><Relationship Id="rId1" Type="http://schemas.openxmlformats.org/officeDocument/2006/relationships/slideLayout" Target="../slideLayouts/slideLayout1.xml"/></Relationships>
</file>

<file path=ppt/slides/_rels/slide30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5.xml"/><Relationship Id="rId1" Type="http://schemas.openxmlformats.org/officeDocument/2006/relationships/slideLayout" Target="../slideLayouts/slideLayout1.xml"/></Relationships>
</file>

<file path=ppt/slides/_rels/slide30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6.xml"/><Relationship Id="rId1" Type="http://schemas.openxmlformats.org/officeDocument/2006/relationships/slideLayout" Target="../slideLayouts/slideLayout1.xml"/></Relationships>
</file>

<file path=ppt/slides/_rels/slide30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7.xml"/><Relationship Id="rId1" Type="http://schemas.openxmlformats.org/officeDocument/2006/relationships/slideLayout" Target="../slideLayouts/slideLayout1.xml"/></Relationships>
</file>

<file path=ppt/slides/_rels/slide30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8.xml"/><Relationship Id="rId1" Type="http://schemas.openxmlformats.org/officeDocument/2006/relationships/slideLayout" Target="../slideLayouts/slideLayout1.xml"/></Relationships>
</file>

<file path=ppt/slides/_rels/slide30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09.xml"/><Relationship Id="rId1" Type="http://schemas.openxmlformats.org/officeDocument/2006/relationships/slideLayout" Target="../slideLayouts/slideLayout1.xml"/></Relationships>
</file>

<file path=ppt/slides/_rels/slide30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0.xml"/><Relationship Id="rId1" Type="http://schemas.openxmlformats.org/officeDocument/2006/relationships/slideLayout" Target="../slideLayouts/slideLayout1.xml"/></Relationships>
</file>

<file path=ppt/slides/_rels/slide30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1.xml"/><Relationship Id="rId1" Type="http://schemas.openxmlformats.org/officeDocument/2006/relationships/slideLayout" Target="../slideLayouts/slideLayout1.xml"/></Relationships>
</file>

<file path=ppt/slides/_rels/slide30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2.xml"/><Relationship Id="rId1" Type="http://schemas.openxmlformats.org/officeDocument/2006/relationships/slideLayout" Target="../slideLayouts/slideLayout1.xml"/></Relationships>
</file>

<file path=ppt/slides/_rels/slide30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3.xml"/><Relationship Id="rId1" Type="http://schemas.openxmlformats.org/officeDocument/2006/relationships/slideLayout" Target="../slideLayouts/slideLayout1.xml"/></Relationships>
</file>

<file path=ppt/slides/_rels/slide30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4.xml"/><Relationship Id="rId1" Type="http://schemas.openxmlformats.org/officeDocument/2006/relationships/slideLayout" Target="../slideLayouts/slideLayout1.xml"/></Relationships>
</file>

<file path=ppt/slides/_rels/slide30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5.xml"/><Relationship Id="rId1" Type="http://schemas.openxmlformats.org/officeDocument/2006/relationships/slideLayout" Target="../slideLayouts/slideLayout1.xml"/></Relationships>
</file>

<file path=ppt/slides/_rels/slide30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6.xml"/><Relationship Id="rId1" Type="http://schemas.openxmlformats.org/officeDocument/2006/relationships/slideLayout" Target="../slideLayouts/slideLayout1.xml"/></Relationships>
</file>

<file path=ppt/slides/_rels/slide30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7.xml"/><Relationship Id="rId1" Type="http://schemas.openxmlformats.org/officeDocument/2006/relationships/slideLayout" Target="../slideLayouts/slideLayout1.xml"/></Relationships>
</file>

<file path=ppt/slides/_rels/slide30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8.xml"/><Relationship Id="rId1" Type="http://schemas.openxmlformats.org/officeDocument/2006/relationships/slideLayout" Target="../slideLayouts/slideLayout1.xml"/></Relationships>
</file>

<file path=ppt/slides/_rels/slide30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19.xml"/><Relationship Id="rId1" Type="http://schemas.openxmlformats.org/officeDocument/2006/relationships/slideLayout" Target="../slideLayouts/slideLayout1.xml"/></Relationships>
</file>

<file path=ppt/slides/_rels/slide30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0.xml"/><Relationship Id="rId1" Type="http://schemas.openxmlformats.org/officeDocument/2006/relationships/slideLayout" Target="../slideLayouts/slideLayout1.xml"/></Relationships>
</file>

<file path=ppt/slides/_rels/slide30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1.xml"/><Relationship Id="rId1" Type="http://schemas.openxmlformats.org/officeDocument/2006/relationships/slideLayout" Target="../slideLayouts/slideLayout1.xml"/></Relationships>
</file>

<file path=ppt/slides/_rels/slide30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2.xml"/><Relationship Id="rId1" Type="http://schemas.openxmlformats.org/officeDocument/2006/relationships/slideLayout" Target="../slideLayouts/slideLayout1.xml"/></Relationships>
</file>

<file path=ppt/slides/_rels/slide30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3.xml"/><Relationship Id="rId1" Type="http://schemas.openxmlformats.org/officeDocument/2006/relationships/slideLayout" Target="../slideLayouts/slideLayout1.xml"/></Relationships>
</file>

<file path=ppt/slides/_rels/slide30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4.xml"/><Relationship Id="rId1" Type="http://schemas.openxmlformats.org/officeDocument/2006/relationships/slideLayout" Target="../slideLayouts/slideLayout1.xml"/></Relationships>
</file>

<file path=ppt/slides/_rels/slide30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5.xml"/><Relationship Id="rId1" Type="http://schemas.openxmlformats.org/officeDocument/2006/relationships/slideLayout" Target="../slideLayouts/slideLayout1.xml"/></Relationships>
</file>

<file path=ppt/slides/_rels/slide30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6.xml"/><Relationship Id="rId1" Type="http://schemas.openxmlformats.org/officeDocument/2006/relationships/slideLayout" Target="../slideLayouts/slideLayout1.xml"/></Relationships>
</file>

<file path=ppt/slides/_rels/slide30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7.xml"/><Relationship Id="rId1" Type="http://schemas.openxmlformats.org/officeDocument/2006/relationships/slideLayout" Target="../slideLayouts/slideLayout1.xml"/></Relationships>
</file>

<file path=ppt/slides/_rels/slide30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8.xml"/><Relationship Id="rId1" Type="http://schemas.openxmlformats.org/officeDocument/2006/relationships/slideLayout" Target="../slideLayouts/slideLayout1.xml"/></Relationships>
</file>

<file path=ppt/slides/_rels/slide30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29.xml"/><Relationship Id="rId1" Type="http://schemas.openxmlformats.org/officeDocument/2006/relationships/slideLayout" Target="../slideLayouts/slideLayout1.xml"/></Relationships>
</file>

<file path=ppt/slides/_rels/slide30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0.xml"/><Relationship Id="rId1" Type="http://schemas.openxmlformats.org/officeDocument/2006/relationships/slideLayout" Target="../slideLayouts/slideLayout1.xml"/></Relationships>
</file>

<file path=ppt/slides/_rels/slide30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1.xml"/><Relationship Id="rId1" Type="http://schemas.openxmlformats.org/officeDocument/2006/relationships/slideLayout" Target="../slideLayouts/slideLayout1.xml"/></Relationships>
</file>

<file path=ppt/slides/_rels/slide30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2.xml"/><Relationship Id="rId1" Type="http://schemas.openxmlformats.org/officeDocument/2006/relationships/slideLayout" Target="../slideLayouts/slideLayout1.xml"/></Relationships>
</file>

<file path=ppt/slides/_rels/slide30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3.xml"/><Relationship Id="rId1" Type="http://schemas.openxmlformats.org/officeDocument/2006/relationships/slideLayout" Target="../slideLayouts/slideLayout1.xml"/></Relationships>
</file>

<file path=ppt/slides/_rels/slide30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4.xml"/><Relationship Id="rId1" Type="http://schemas.openxmlformats.org/officeDocument/2006/relationships/slideLayout" Target="../slideLayouts/slideLayout1.xml"/></Relationships>
</file>

<file path=ppt/slides/_rels/slide30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5.xml"/><Relationship Id="rId1" Type="http://schemas.openxmlformats.org/officeDocument/2006/relationships/slideLayout" Target="../slideLayouts/slideLayout1.xml"/></Relationships>
</file>

<file path=ppt/slides/_rels/slide30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6.xml"/><Relationship Id="rId1" Type="http://schemas.openxmlformats.org/officeDocument/2006/relationships/slideLayout" Target="../slideLayouts/slideLayout1.xml"/></Relationships>
</file>

<file path=ppt/slides/_rels/slide30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7.xml"/><Relationship Id="rId1" Type="http://schemas.openxmlformats.org/officeDocument/2006/relationships/slideLayout" Target="../slideLayouts/slideLayout1.xml"/></Relationships>
</file>

<file path=ppt/slides/_rels/slide30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8.xml"/><Relationship Id="rId1" Type="http://schemas.openxmlformats.org/officeDocument/2006/relationships/slideLayout" Target="../slideLayouts/slideLayout1.xml"/></Relationships>
</file>

<file path=ppt/slides/_rels/slide30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39.xml"/><Relationship Id="rId1" Type="http://schemas.openxmlformats.org/officeDocument/2006/relationships/slideLayout" Target="../slideLayouts/slideLayout1.xml"/></Relationships>
</file>

<file path=ppt/slides/_rels/slide30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0.xml"/><Relationship Id="rId1" Type="http://schemas.openxmlformats.org/officeDocument/2006/relationships/slideLayout" Target="../slideLayouts/slideLayout1.xml"/></Relationships>
</file>

<file path=ppt/slides/_rels/slide30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1.xml"/><Relationship Id="rId1" Type="http://schemas.openxmlformats.org/officeDocument/2006/relationships/slideLayout" Target="../slideLayouts/slideLayout1.xml"/></Relationships>
</file>

<file path=ppt/slides/_rels/slide30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2.xml"/><Relationship Id="rId1" Type="http://schemas.openxmlformats.org/officeDocument/2006/relationships/slideLayout" Target="../slideLayouts/slideLayout1.xml"/></Relationships>
</file>

<file path=ppt/slides/_rels/slide30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3.xml"/><Relationship Id="rId1" Type="http://schemas.openxmlformats.org/officeDocument/2006/relationships/slideLayout" Target="../slideLayouts/slideLayout1.xml"/></Relationships>
</file>

<file path=ppt/slides/_rels/slide30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4.xml"/><Relationship Id="rId1" Type="http://schemas.openxmlformats.org/officeDocument/2006/relationships/slideLayout" Target="../slideLayouts/slideLayout1.xml"/></Relationships>
</file>

<file path=ppt/slides/_rels/slide30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5.xml"/><Relationship Id="rId1" Type="http://schemas.openxmlformats.org/officeDocument/2006/relationships/slideLayout" Target="../slideLayouts/slideLayout1.xml"/></Relationships>
</file>

<file path=ppt/slides/_rels/slide30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6.xml"/><Relationship Id="rId1" Type="http://schemas.openxmlformats.org/officeDocument/2006/relationships/slideLayout" Target="../slideLayouts/slideLayout1.xml"/></Relationships>
</file>

<file path=ppt/slides/_rels/slide30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7.xml"/><Relationship Id="rId1" Type="http://schemas.openxmlformats.org/officeDocument/2006/relationships/slideLayout" Target="../slideLayouts/slideLayout1.xml"/></Relationships>
</file>

<file path=ppt/slides/_rels/slide30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8.xml"/><Relationship Id="rId1" Type="http://schemas.openxmlformats.org/officeDocument/2006/relationships/slideLayout" Target="../slideLayouts/slideLayout1.xml"/></Relationships>
</file>

<file path=ppt/slides/_rels/slide30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49.xml"/><Relationship Id="rId1" Type="http://schemas.openxmlformats.org/officeDocument/2006/relationships/slideLayout" Target="../slideLayouts/slideLayout1.xml"/></Relationships>
</file>

<file path=ppt/slides/_rels/slide30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0.xml"/><Relationship Id="rId1" Type="http://schemas.openxmlformats.org/officeDocument/2006/relationships/slideLayout" Target="../slideLayouts/slideLayout1.xml"/></Relationships>
</file>

<file path=ppt/slides/_rels/slide30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1.xml"/><Relationship Id="rId1" Type="http://schemas.openxmlformats.org/officeDocument/2006/relationships/slideLayout" Target="../slideLayouts/slideLayout1.xml"/></Relationships>
</file>

<file path=ppt/slides/_rels/slide30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2.xml"/><Relationship Id="rId1" Type="http://schemas.openxmlformats.org/officeDocument/2006/relationships/slideLayout" Target="../slideLayouts/slideLayout1.xml"/></Relationships>
</file>

<file path=ppt/slides/_rels/slide30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3.xml"/><Relationship Id="rId1" Type="http://schemas.openxmlformats.org/officeDocument/2006/relationships/slideLayout" Target="../slideLayouts/slideLayout1.xml"/></Relationships>
</file>

<file path=ppt/slides/_rels/slide30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4.xml"/><Relationship Id="rId1" Type="http://schemas.openxmlformats.org/officeDocument/2006/relationships/slideLayout" Target="../slideLayouts/slideLayout1.xml"/></Relationships>
</file>

<file path=ppt/slides/_rels/slide30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5.xml"/><Relationship Id="rId1" Type="http://schemas.openxmlformats.org/officeDocument/2006/relationships/slideLayout" Target="../slideLayouts/slideLayout1.xml"/></Relationships>
</file>

<file path=ppt/slides/_rels/slide30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6.xml"/><Relationship Id="rId1" Type="http://schemas.openxmlformats.org/officeDocument/2006/relationships/slideLayout" Target="../slideLayouts/slideLayout1.xml"/></Relationships>
</file>

<file path=ppt/slides/_rels/slide30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7.xml"/><Relationship Id="rId1" Type="http://schemas.openxmlformats.org/officeDocument/2006/relationships/slideLayout" Target="../slideLayouts/slideLayout1.xml"/></Relationships>
</file>

<file path=ppt/slides/_rels/slide30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8.xml"/><Relationship Id="rId1" Type="http://schemas.openxmlformats.org/officeDocument/2006/relationships/slideLayout" Target="../slideLayouts/slideLayout1.xml"/></Relationships>
</file>

<file path=ppt/slides/_rels/slide30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59.xml"/><Relationship Id="rId1" Type="http://schemas.openxmlformats.org/officeDocument/2006/relationships/slideLayout" Target="../slideLayouts/slideLayout1.xml"/></Relationships>
</file>

<file path=ppt/slides/_rels/slide30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0.xml"/><Relationship Id="rId1" Type="http://schemas.openxmlformats.org/officeDocument/2006/relationships/slideLayout" Target="../slideLayouts/slideLayout1.xml"/></Relationships>
</file>

<file path=ppt/slides/_rels/slide30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1.xml"/><Relationship Id="rId1" Type="http://schemas.openxmlformats.org/officeDocument/2006/relationships/slideLayout" Target="../slideLayouts/slideLayout1.xml"/></Relationships>
</file>

<file path=ppt/slides/_rels/slide30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2.xml"/><Relationship Id="rId1" Type="http://schemas.openxmlformats.org/officeDocument/2006/relationships/slideLayout" Target="../slideLayouts/slideLayout1.xml"/></Relationships>
</file>

<file path=ppt/slides/_rels/slide30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3.xml"/><Relationship Id="rId1" Type="http://schemas.openxmlformats.org/officeDocument/2006/relationships/slideLayout" Target="../slideLayouts/slideLayout1.xml"/></Relationships>
</file>

<file path=ppt/slides/_rels/slide30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4.xml"/><Relationship Id="rId1" Type="http://schemas.openxmlformats.org/officeDocument/2006/relationships/slideLayout" Target="../slideLayouts/slideLayout1.xml"/></Relationships>
</file>

<file path=ppt/slides/_rels/slide30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5.xml"/><Relationship Id="rId1" Type="http://schemas.openxmlformats.org/officeDocument/2006/relationships/slideLayout" Target="../slideLayouts/slideLayout1.xml"/></Relationships>
</file>

<file path=ppt/slides/_rels/slide31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6.xml"/><Relationship Id="rId1" Type="http://schemas.openxmlformats.org/officeDocument/2006/relationships/slideLayout" Target="../slideLayouts/slideLayout1.xml"/></Relationships>
</file>

<file path=ppt/slides/_rels/slide31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7.xml"/><Relationship Id="rId1" Type="http://schemas.openxmlformats.org/officeDocument/2006/relationships/slideLayout" Target="../slideLayouts/slideLayout1.xml"/></Relationships>
</file>

<file path=ppt/slides/_rels/slide31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8.xml"/><Relationship Id="rId1" Type="http://schemas.openxmlformats.org/officeDocument/2006/relationships/slideLayout" Target="../slideLayouts/slideLayout1.xml"/></Relationships>
</file>

<file path=ppt/slides/_rels/slide31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69.xml"/><Relationship Id="rId1" Type="http://schemas.openxmlformats.org/officeDocument/2006/relationships/slideLayout" Target="../slideLayouts/slideLayout1.xml"/></Relationships>
</file>

<file path=ppt/slides/_rels/slide31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0.xml"/><Relationship Id="rId1" Type="http://schemas.openxmlformats.org/officeDocument/2006/relationships/slideLayout" Target="../slideLayouts/slideLayout1.xml"/></Relationships>
</file>

<file path=ppt/slides/_rels/slide31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1.xml"/><Relationship Id="rId1" Type="http://schemas.openxmlformats.org/officeDocument/2006/relationships/slideLayout" Target="../slideLayouts/slideLayout1.xml"/></Relationships>
</file>

<file path=ppt/slides/_rels/slide31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2.xml"/><Relationship Id="rId1" Type="http://schemas.openxmlformats.org/officeDocument/2006/relationships/slideLayout" Target="../slideLayouts/slideLayout1.xml"/></Relationships>
</file>

<file path=ppt/slides/_rels/slide31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3.xml"/><Relationship Id="rId1" Type="http://schemas.openxmlformats.org/officeDocument/2006/relationships/slideLayout" Target="../slideLayouts/slideLayout1.xml"/></Relationships>
</file>

<file path=ppt/slides/_rels/slide31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4.xml"/><Relationship Id="rId1" Type="http://schemas.openxmlformats.org/officeDocument/2006/relationships/slideLayout" Target="../slideLayouts/slideLayout1.xml"/></Relationships>
</file>

<file path=ppt/slides/_rels/slide31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5.xml"/><Relationship Id="rId1" Type="http://schemas.openxmlformats.org/officeDocument/2006/relationships/slideLayout" Target="../slideLayouts/slideLayout1.xml"/></Relationships>
</file>

<file path=ppt/slides/_rels/slide31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6.xml"/><Relationship Id="rId1" Type="http://schemas.openxmlformats.org/officeDocument/2006/relationships/slideLayout" Target="../slideLayouts/slideLayout1.xml"/></Relationships>
</file>

<file path=ppt/slides/_rels/slide31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7.xml"/><Relationship Id="rId1" Type="http://schemas.openxmlformats.org/officeDocument/2006/relationships/slideLayout" Target="../slideLayouts/slideLayout1.xml"/></Relationships>
</file>

<file path=ppt/slides/_rels/slide31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8.xml"/><Relationship Id="rId1" Type="http://schemas.openxmlformats.org/officeDocument/2006/relationships/slideLayout" Target="../slideLayouts/slideLayout1.xml"/></Relationships>
</file>

<file path=ppt/slides/_rels/slide31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79.xml"/><Relationship Id="rId1" Type="http://schemas.openxmlformats.org/officeDocument/2006/relationships/slideLayout" Target="../slideLayouts/slideLayout1.xml"/></Relationships>
</file>

<file path=ppt/slides/_rels/slide31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0.xml"/><Relationship Id="rId1" Type="http://schemas.openxmlformats.org/officeDocument/2006/relationships/slideLayout" Target="../slideLayouts/slideLayout1.xml"/></Relationships>
</file>

<file path=ppt/slides/_rels/slide31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1.xml"/><Relationship Id="rId1" Type="http://schemas.openxmlformats.org/officeDocument/2006/relationships/slideLayout" Target="../slideLayouts/slideLayout1.xml"/></Relationships>
</file>

<file path=ppt/slides/_rels/slide31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2.xml"/><Relationship Id="rId1" Type="http://schemas.openxmlformats.org/officeDocument/2006/relationships/slideLayout" Target="../slideLayouts/slideLayout1.xml"/></Relationships>
</file>

<file path=ppt/slides/_rels/slide31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3.xml"/><Relationship Id="rId1" Type="http://schemas.openxmlformats.org/officeDocument/2006/relationships/slideLayout" Target="../slideLayouts/slideLayout1.xml"/></Relationships>
</file>

<file path=ppt/slides/_rels/slide31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4.xml"/><Relationship Id="rId1" Type="http://schemas.openxmlformats.org/officeDocument/2006/relationships/slideLayout" Target="../slideLayouts/slideLayout1.xml"/></Relationships>
</file>

<file path=ppt/slides/_rels/slide31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5.xml"/><Relationship Id="rId1" Type="http://schemas.openxmlformats.org/officeDocument/2006/relationships/slideLayout" Target="../slideLayouts/slideLayout1.xml"/></Relationships>
</file>

<file path=ppt/slides/_rels/slide31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6.xml"/><Relationship Id="rId1" Type="http://schemas.openxmlformats.org/officeDocument/2006/relationships/slideLayout" Target="../slideLayouts/slideLayout1.xml"/></Relationships>
</file>

<file path=ppt/slides/_rels/slide31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7.xml"/><Relationship Id="rId1" Type="http://schemas.openxmlformats.org/officeDocument/2006/relationships/slideLayout" Target="../slideLayouts/slideLayout1.xml"/></Relationships>
</file>

<file path=ppt/slides/_rels/slide31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8.xml"/><Relationship Id="rId1" Type="http://schemas.openxmlformats.org/officeDocument/2006/relationships/slideLayout" Target="../slideLayouts/slideLayout1.xml"/></Relationships>
</file>

<file path=ppt/slides/_rels/slide31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89.xml"/><Relationship Id="rId1" Type="http://schemas.openxmlformats.org/officeDocument/2006/relationships/slideLayout" Target="../slideLayouts/slideLayout1.xml"/></Relationships>
</file>

<file path=ppt/slides/_rels/slide31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0.xml"/><Relationship Id="rId1" Type="http://schemas.openxmlformats.org/officeDocument/2006/relationships/slideLayout" Target="../slideLayouts/slideLayout1.xml"/></Relationships>
</file>

<file path=ppt/slides/_rels/slide31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1.xml"/><Relationship Id="rId1" Type="http://schemas.openxmlformats.org/officeDocument/2006/relationships/slideLayout" Target="../slideLayouts/slideLayout1.xml"/></Relationships>
</file>

<file path=ppt/slides/_rels/slide31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2.xml"/><Relationship Id="rId1" Type="http://schemas.openxmlformats.org/officeDocument/2006/relationships/slideLayout" Target="../slideLayouts/slideLayout1.xml"/></Relationships>
</file>

<file path=ppt/slides/_rels/slide31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3.xml"/><Relationship Id="rId1" Type="http://schemas.openxmlformats.org/officeDocument/2006/relationships/slideLayout" Target="../slideLayouts/slideLayout1.xml"/></Relationships>
</file>

<file path=ppt/slides/_rels/slide31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4.xml"/><Relationship Id="rId1" Type="http://schemas.openxmlformats.org/officeDocument/2006/relationships/slideLayout" Target="../slideLayouts/slideLayout1.xml"/></Relationships>
</file>

<file path=ppt/slides/_rels/slide31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5.xml"/><Relationship Id="rId1" Type="http://schemas.openxmlformats.org/officeDocument/2006/relationships/slideLayout" Target="../slideLayouts/slideLayout1.xml"/></Relationships>
</file>

<file path=ppt/slides/_rels/slide31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6.xml"/><Relationship Id="rId1" Type="http://schemas.openxmlformats.org/officeDocument/2006/relationships/slideLayout" Target="../slideLayouts/slideLayout1.xml"/></Relationships>
</file>

<file path=ppt/slides/_rels/slide31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7.xml"/><Relationship Id="rId1" Type="http://schemas.openxmlformats.org/officeDocument/2006/relationships/slideLayout" Target="../slideLayouts/slideLayout1.xml"/></Relationships>
</file>

<file path=ppt/slides/_rels/slide31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8.xml"/><Relationship Id="rId1" Type="http://schemas.openxmlformats.org/officeDocument/2006/relationships/slideLayout" Target="../slideLayouts/slideLayout1.xml"/></Relationships>
</file>

<file path=ppt/slides/_rels/slide31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999.xml"/><Relationship Id="rId1" Type="http://schemas.openxmlformats.org/officeDocument/2006/relationships/slideLayout" Target="../slideLayouts/slideLayout1.xml"/></Relationships>
</file>

<file path=ppt/slides/_rels/slide31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0.xml"/><Relationship Id="rId1" Type="http://schemas.openxmlformats.org/officeDocument/2006/relationships/slideLayout" Target="../slideLayouts/slideLayout1.xml"/></Relationships>
</file>

<file path=ppt/slides/_rels/slide31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1.xml"/><Relationship Id="rId1" Type="http://schemas.openxmlformats.org/officeDocument/2006/relationships/slideLayout" Target="../slideLayouts/slideLayout1.xml"/></Relationships>
</file>

<file path=ppt/slides/_rels/slide31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2.xml"/><Relationship Id="rId1" Type="http://schemas.openxmlformats.org/officeDocument/2006/relationships/slideLayout" Target="../slideLayouts/slideLayout1.xml"/></Relationships>
</file>

<file path=ppt/slides/_rels/slide31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3.xml"/><Relationship Id="rId1" Type="http://schemas.openxmlformats.org/officeDocument/2006/relationships/slideLayout" Target="../slideLayouts/slideLayout1.xml"/></Relationships>
</file>

<file path=ppt/slides/_rels/slide31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4.xml"/><Relationship Id="rId1" Type="http://schemas.openxmlformats.org/officeDocument/2006/relationships/slideLayout" Target="../slideLayouts/slideLayout1.xml"/></Relationships>
</file>

<file path=ppt/slides/_rels/slide31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5.xml"/><Relationship Id="rId1" Type="http://schemas.openxmlformats.org/officeDocument/2006/relationships/slideLayout" Target="../slideLayouts/slideLayout1.xml"/></Relationships>
</file>

<file path=ppt/slides/_rels/slide31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6.xml"/><Relationship Id="rId1" Type="http://schemas.openxmlformats.org/officeDocument/2006/relationships/slideLayout" Target="../slideLayouts/slideLayout1.xml"/></Relationships>
</file>

<file path=ppt/slides/_rels/slide31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7.xml"/><Relationship Id="rId1" Type="http://schemas.openxmlformats.org/officeDocument/2006/relationships/slideLayout" Target="../slideLayouts/slideLayout1.xml"/></Relationships>
</file>

<file path=ppt/slides/_rels/slide31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8.xml"/><Relationship Id="rId1" Type="http://schemas.openxmlformats.org/officeDocument/2006/relationships/slideLayout" Target="../slideLayouts/slideLayout1.xml"/></Relationships>
</file>

<file path=ppt/slides/_rels/slide31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09.xml"/><Relationship Id="rId1" Type="http://schemas.openxmlformats.org/officeDocument/2006/relationships/slideLayout" Target="../slideLayouts/slideLayout1.xml"/></Relationships>
</file>

<file path=ppt/slides/_rels/slide31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0.xml"/><Relationship Id="rId1" Type="http://schemas.openxmlformats.org/officeDocument/2006/relationships/slideLayout" Target="../slideLayouts/slideLayout1.xml"/></Relationships>
</file>

<file path=ppt/slides/_rels/slide31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1.xml"/><Relationship Id="rId1" Type="http://schemas.openxmlformats.org/officeDocument/2006/relationships/slideLayout" Target="../slideLayouts/slideLayout1.xml"/></Relationships>
</file>

<file path=ppt/slides/_rels/slide31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2.xml"/><Relationship Id="rId1" Type="http://schemas.openxmlformats.org/officeDocument/2006/relationships/slideLayout" Target="../slideLayouts/slideLayout1.xml"/></Relationships>
</file>

<file path=ppt/slides/_rels/slide31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3.xml"/><Relationship Id="rId1" Type="http://schemas.openxmlformats.org/officeDocument/2006/relationships/slideLayout" Target="../slideLayouts/slideLayout1.xml"/></Relationships>
</file>

<file path=ppt/slides/_rels/slide31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4.xml"/><Relationship Id="rId1" Type="http://schemas.openxmlformats.org/officeDocument/2006/relationships/slideLayout" Target="../slideLayouts/slideLayout1.xml"/></Relationships>
</file>

<file path=ppt/slides/_rels/slide31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5.xml"/><Relationship Id="rId1" Type="http://schemas.openxmlformats.org/officeDocument/2006/relationships/slideLayout" Target="../slideLayouts/slideLayout1.xml"/></Relationships>
</file>

<file path=ppt/slides/_rels/slide31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6.xml"/><Relationship Id="rId1" Type="http://schemas.openxmlformats.org/officeDocument/2006/relationships/slideLayout" Target="../slideLayouts/slideLayout1.xml"/></Relationships>
</file>

<file path=ppt/slides/_rels/slide31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7.xml"/><Relationship Id="rId1" Type="http://schemas.openxmlformats.org/officeDocument/2006/relationships/slideLayout" Target="../slideLayouts/slideLayout1.xml"/></Relationships>
</file>

<file path=ppt/slides/_rels/slide31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8.xml"/><Relationship Id="rId1" Type="http://schemas.openxmlformats.org/officeDocument/2006/relationships/slideLayout" Target="../slideLayouts/slideLayout1.xml"/></Relationships>
</file>

<file path=ppt/slides/_rels/slide31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19.xml"/><Relationship Id="rId1" Type="http://schemas.openxmlformats.org/officeDocument/2006/relationships/slideLayout" Target="../slideLayouts/slideLayout1.xml"/></Relationships>
</file>

<file path=ppt/slides/_rels/slide31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0.xml"/><Relationship Id="rId1" Type="http://schemas.openxmlformats.org/officeDocument/2006/relationships/slideLayout" Target="../slideLayouts/slideLayout1.xml"/></Relationships>
</file>

<file path=ppt/slides/_rels/slide31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1.xml"/><Relationship Id="rId1" Type="http://schemas.openxmlformats.org/officeDocument/2006/relationships/slideLayout" Target="../slideLayouts/slideLayout1.xml"/></Relationships>
</file>

<file path=ppt/slides/_rels/slide31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2.xml"/><Relationship Id="rId1" Type="http://schemas.openxmlformats.org/officeDocument/2006/relationships/slideLayout" Target="../slideLayouts/slideLayout1.xml"/></Relationships>
</file>

<file path=ppt/slides/_rels/slide31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3.xml"/><Relationship Id="rId1" Type="http://schemas.openxmlformats.org/officeDocument/2006/relationships/slideLayout" Target="../slideLayouts/slideLayout1.xml"/></Relationships>
</file>

<file path=ppt/slides/_rels/slide31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4.xml"/><Relationship Id="rId1" Type="http://schemas.openxmlformats.org/officeDocument/2006/relationships/slideLayout" Target="../slideLayouts/slideLayout1.xml"/></Relationships>
</file>

<file path=ppt/slides/_rels/slide31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5.xml"/><Relationship Id="rId1" Type="http://schemas.openxmlformats.org/officeDocument/2006/relationships/slideLayout" Target="../slideLayouts/slideLayout1.xml"/></Relationships>
</file>

<file path=ppt/slides/_rels/slide31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6.xml"/><Relationship Id="rId1" Type="http://schemas.openxmlformats.org/officeDocument/2006/relationships/slideLayout" Target="../slideLayouts/slideLayout1.xml"/></Relationships>
</file>

<file path=ppt/slides/_rels/slide31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7.xml"/><Relationship Id="rId1" Type="http://schemas.openxmlformats.org/officeDocument/2006/relationships/slideLayout" Target="../slideLayouts/slideLayout1.xml"/></Relationships>
</file>

<file path=ppt/slides/_rels/slide3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8.xml"/><Relationship Id="rId1" Type="http://schemas.openxmlformats.org/officeDocument/2006/relationships/slideLayout" Target="../slideLayouts/slideLayout1.xml"/></Relationships>
</file>

<file path=ppt/slides/_rels/slide31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29.xml"/><Relationship Id="rId1" Type="http://schemas.openxmlformats.org/officeDocument/2006/relationships/slideLayout" Target="../slideLayouts/slideLayout1.xml"/></Relationships>
</file>

<file path=ppt/slides/_rels/slide31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0.xml"/><Relationship Id="rId1" Type="http://schemas.openxmlformats.org/officeDocument/2006/relationships/slideLayout" Target="../slideLayouts/slideLayout1.xml"/></Relationships>
</file>

<file path=ppt/slides/_rels/slide31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1.xml"/><Relationship Id="rId1" Type="http://schemas.openxmlformats.org/officeDocument/2006/relationships/slideLayout" Target="../slideLayouts/slideLayout1.xml"/></Relationships>
</file>

<file path=ppt/slides/_rels/slide31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2.xml"/><Relationship Id="rId1" Type="http://schemas.openxmlformats.org/officeDocument/2006/relationships/slideLayout" Target="../slideLayouts/slideLayout1.xml"/></Relationships>
</file>

<file path=ppt/slides/_rels/slide31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3.xml"/><Relationship Id="rId1" Type="http://schemas.openxmlformats.org/officeDocument/2006/relationships/slideLayout" Target="../slideLayouts/slideLayout1.xml"/></Relationships>
</file>

<file path=ppt/slides/_rels/slide31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4.xml"/><Relationship Id="rId1" Type="http://schemas.openxmlformats.org/officeDocument/2006/relationships/slideLayout" Target="../slideLayouts/slideLayout1.xml"/></Relationships>
</file>

<file path=ppt/slides/_rels/slide31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5.xml"/><Relationship Id="rId1" Type="http://schemas.openxmlformats.org/officeDocument/2006/relationships/slideLayout" Target="../slideLayouts/slideLayout1.xml"/></Relationships>
</file>

<file path=ppt/slides/_rels/slide31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6.xml"/><Relationship Id="rId1" Type="http://schemas.openxmlformats.org/officeDocument/2006/relationships/slideLayout" Target="../slideLayouts/slideLayout1.xml"/></Relationships>
</file>

<file path=ppt/slides/_rels/slide31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7.xml"/><Relationship Id="rId1" Type="http://schemas.openxmlformats.org/officeDocument/2006/relationships/slideLayout" Target="../slideLayouts/slideLayout1.xml"/></Relationships>
</file>

<file path=ppt/slides/_rels/slide3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8.xml"/><Relationship Id="rId1" Type="http://schemas.openxmlformats.org/officeDocument/2006/relationships/slideLayout" Target="../slideLayouts/slideLayout1.xml"/></Relationships>
</file>

<file path=ppt/slides/_rels/slide31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39.xml"/><Relationship Id="rId1" Type="http://schemas.openxmlformats.org/officeDocument/2006/relationships/slideLayout" Target="../slideLayouts/slideLayout1.xml"/></Relationships>
</file>

<file path=ppt/slides/_rels/slide31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0.xml"/><Relationship Id="rId1" Type="http://schemas.openxmlformats.org/officeDocument/2006/relationships/slideLayout" Target="../slideLayouts/slideLayout1.xml"/></Relationships>
</file>

<file path=ppt/slides/_rels/slide31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1.xml"/><Relationship Id="rId1" Type="http://schemas.openxmlformats.org/officeDocument/2006/relationships/slideLayout" Target="../slideLayouts/slideLayout1.xml"/></Relationships>
</file>

<file path=ppt/slides/_rels/slide31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2.xml"/><Relationship Id="rId1" Type="http://schemas.openxmlformats.org/officeDocument/2006/relationships/slideLayout" Target="../slideLayouts/slideLayout1.xml"/></Relationships>
</file>

<file path=ppt/slides/_rels/slide31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3.xml"/><Relationship Id="rId1" Type="http://schemas.openxmlformats.org/officeDocument/2006/relationships/slideLayout" Target="../slideLayouts/slideLayout1.xml"/></Relationships>
</file>

<file path=ppt/slides/_rels/slide31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4.xml"/><Relationship Id="rId1" Type="http://schemas.openxmlformats.org/officeDocument/2006/relationships/slideLayout" Target="../slideLayouts/slideLayout1.xml"/></Relationships>
</file>

<file path=ppt/slides/_rels/slide31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5.xml"/><Relationship Id="rId1" Type="http://schemas.openxmlformats.org/officeDocument/2006/relationships/slideLayout" Target="../slideLayouts/slideLayout1.xml"/></Relationships>
</file>

<file path=ppt/slides/_rels/slide31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6.xml"/><Relationship Id="rId1" Type="http://schemas.openxmlformats.org/officeDocument/2006/relationships/slideLayout" Target="../slideLayouts/slideLayout1.xml"/></Relationships>
</file>

<file path=ppt/slides/_rels/slide3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7.xml"/><Relationship Id="rId1" Type="http://schemas.openxmlformats.org/officeDocument/2006/relationships/slideLayout" Target="../slideLayouts/slideLayout1.xml"/></Relationships>
</file>

<file path=ppt/slides/_rels/slide31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8.xml"/><Relationship Id="rId1" Type="http://schemas.openxmlformats.org/officeDocument/2006/relationships/slideLayout" Target="../slideLayouts/slideLayout1.xml"/></Relationships>
</file>

<file path=ppt/slides/_rels/slide31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49.xml"/><Relationship Id="rId1" Type="http://schemas.openxmlformats.org/officeDocument/2006/relationships/slideLayout" Target="../slideLayouts/slideLayout1.xml"/></Relationships>
</file>

<file path=ppt/slides/_rels/slide31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0.xml"/><Relationship Id="rId1" Type="http://schemas.openxmlformats.org/officeDocument/2006/relationships/slideLayout" Target="../slideLayouts/slideLayout1.xml"/></Relationships>
</file>

<file path=ppt/slides/_rels/slide31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1.xml"/><Relationship Id="rId1" Type="http://schemas.openxmlformats.org/officeDocument/2006/relationships/slideLayout" Target="../slideLayouts/slideLayout1.xml"/></Relationships>
</file>

<file path=ppt/slides/_rels/slide31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2.xml"/><Relationship Id="rId1" Type="http://schemas.openxmlformats.org/officeDocument/2006/relationships/slideLayout" Target="../slideLayouts/slideLayout1.xml"/></Relationships>
</file>

<file path=ppt/slides/_rels/slide31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3.xml"/><Relationship Id="rId1" Type="http://schemas.openxmlformats.org/officeDocument/2006/relationships/slideLayout" Target="../slideLayouts/slideLayout1.xml"/></Relationships>
</file>

<file path=ppt/slides/_rels/slide31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4.xml"/><Relationship Id="rId1" Type="http://schemas.openxmlformats.org/officeDocument/2006/relationships/slideLayout" Target="../slideLayouts/slideLayout1.xml"/></Relationships>
</file>

<file path=ppt/slides/_rels/slide31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5.xml"/><Relationship Id="rId1" Type="http://schemas.openxmlformats.org/officeDocument/2006/relationships/slideLayout" Target="../slideLayouts/slideLayout1.xml"/></Relationships>
</file>

<file path=ppt/slides/_rels/slide31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6.xml"/><Relationship Id="rId1" Type="http://schemas.openxmlformats.org/officeDocument/2006/relationships/slideLayout" Target="../slideLayouts/slideLayout1.xml"/></Relationships>
</file>

<file path=ppt/slides/_rels/slide31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7.xml"/><Relationship Id="rId1" Type="http://schemas.openxmlformats.org/officeDocument/2006/relationships/slideLayout" Target="../slideLayouts/slideLayout1.xml"/></Relationships>
</file>

<file path=ppt/slides/_rels/slide31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8.xml"/><Relationship Id="rId1" Type="http://schemas.openxmlformats.org/officeDocument/2006/relationships/slideLayout" Target="../slideLayouts/slideLayout1.xml"/></Relationships>
</file>

<file path=ppt/slides/_rels/slide31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59.xml"/><Relationship Id="rId1" Type="http://schemas.openxmlformats.org/officeDocument/2006/relationships/slideLayout" Target="../slideLayouts/slideLayout1.xml"/></Relationships>
</file>

<file path=ppt/slides/_rels/slide31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0.xml"/><Relationship Id="rId1" Type="http://schemas.openxmlformats.org/officeDocument/2006/relationships/slideLayout" Target="../slideLayouts/slideLayout1.xml"/></Relationships>
</file>

<file path=ppt/slides/_rels/slide31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1.xml"/><Relationship Id="rId1" Type="http://schemas.openxmlformats.org/officeDocument/2006/relationships/slideLayout" Target="../slideLayouts/slideLayout1.xml"/></Relationships>
</file>

<file path=ppt/slides/_rels/slide31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2.xml"/><Relationship Id="rId1" Type="http://schemas.openxmlformats.org/officeDocument/2006/relationships/slideLayout" Target="../slideLayouts/slideLayout1.xml"/></Relationships>
</file>

<file path=ppt/slides/_rels/slide31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3.xml"/><Relationship Id="rId1" Type="http://schemas.openxmlformats.org/officeDocument/2006/relationships/slideLayout" Target="../slideLayouts/slideLayout1.xml"/></Relationships>
</file>

<file path=ppt/slides/_rels/slide31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4.xml"/><Relationship Id="rId1" Type="http://schemas.openxmlformats.org/officeDocument/2006/relationships/slideLayout" Target="../slideLayouts/slideLayout1.xml"/></Relationships>
</file>

<file path=ppt/slides/_rels/slide31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5.xml"/><Relationship Id="rId1" Type="http://schemas.openxmlformats.org/officeDocument/2006/relationships/slideLayout" Target="../slideLayouts/slideLayout1.xml"/></Relationships>
</file>

<file path=ppt/slides/_rels/slide32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6.xml"/><Relationship Id="rId1" Type="http://schemas.openxmlformats.org/officeDocument/2006/relationships/slideLayout" Target="../slideLayouts/slideLayout1.xml"/></Relationships>
</file>

<file path=ppt/slides/_rels/slide32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7.xml"/><Relationship Id="rId1" Type="http://schemas.openxmlformats.org/officeDocument/2006/relationships/slideLayout" Target="../slideLayouts/slideLayout1.xml"/></Relationships>
</file>

<file path=ppt/slides/_rels/slide32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8.xml"/><Relationship Id="rId1" Type="http://schemas.openxmlformats.org/officeDocument/2006/relationships/slideLayout" Target="../slideLayouts/slideLayout1.xml"/></Relationships>
</file>

<file path=ppt/slides/_rels/slide32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69.xml"/><Relationship Id="rId1" Type="http://schemas.openxmlformats.org/officeDocument/2006/relationships/slideLayout" Target="../slideLayouts/slideLayout1.xml"/></Relationships>
</file>

<file path=ppt/slides/_rels/slide3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0.xml"/><Relationship Id="rId1" Type="http://schemas.openxmlformats.org/officeDocument/2006/relationships/slideLayout" Target="../slideLayouts/slideLayout1.xml"/></Relationships>
</file>

<file path=ppt/slides/_rels/slide32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1.xml"/><Relationship Id="rId1" Type="http://schemas.openxmlformats.org/officeDocument/2006/relationships/slideLayout" Target="../slideLayouts/slideLayout1.xml"/></Relationships>
</file>

<file path=ppt/slides/_rels/slide32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2.xml"/><Relationship Id="rId1" Type="http://schemas.openxmlformats.org/officeDocument/2006/relationships/slideLayout" Target="../slideLayouts/slideLayout1.xml"/></Relationships>
</file>

<file path=ppt/slides/_rels/slide32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3.xml"/><Relationship Id="rId1" Type="http://schemas.openxmlformats.org/officeDocument/2006/relationships/slideLayout" Target="../slideLayouts/slideLayout1.xml"/></Relationships>
</file>

<file path=ppt/slides/_rels/slide32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4.xml"/><Relationship Id="rId1" Type="http://schemas.openxmlformats.org/officeDocument/2006/relationships/slideLayout" Target="../slideLayouts/slideLayout1.xml"/></Relationships>
</file>

<file path=ppt/slides/_rels/slide32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5.xml"/><Relationship Id="rId1" Type="http://schemas.openxmlformats.org/officeDocument/2006/relationships/slideLayout" Target="../slideLayouts/slideLayout1.xml"/></Relationships>
</file>

<file path=ppt/slides/_rels/slide32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6.xml"/><Relationship Id="rId1" Type="http://schemas.openxmlformats.org/officeDocument/2006/relationships/slideLayout" Target="../slideLayouts/slideLayout1.xml"/></Relationships>
</file>

<file path=ppt/slides/_rels/slide32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7.xml"/><Relationship Id="rId1" Type="http://schemas.openxmlformats.org/officeDocument/2006/relationships/slideLayout" Target="../slideLayouts/slideLayout1.xml"/></Relationships>
</file>

<file path=ppt/slides/_rels/slide32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8.xml"/><Relationship Id="rId1" Type="http://schemas.openxmlformats.org/officeDocument/2006/relationships/slideLayout" Target="../slideLayouts/slideLayout1.xml"/></Relationships>
</file>

<file path=ppt/slides/_rels/slide32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79.xml"/><Relationship Id="rId1" Type="http://schemas.openxmlformats.org/officeDocument/2006/relationships/slideLayout" Target="../slideLayouts/slideLayout1.xml"/></Relationships>
</file>

<file path=ppt/slides/_rels/slide32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0.xml"/><Relationship Id="rId1" Type="http://schemas.openxmlformats.org/officeDocument/2006/relationships/slideLayout" Target="../slideLayouts/slideLayout1.xml"/></Relationships>
</file>

<file path=ppt/slides/_rels/slide32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1.xml"/><Relationship Id="rId1" Type="http://schemas.openxmlformats.org/officeDocument/2006/relationships/slideLayout" Target="../slideLayouts/slideLayout1.xml"/></Relationships>
</file>

<file path=ppt/slides/_rels/slide32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2.xml"/><Relationship Id="rId1" Type="http://schemas.openxmlformats.org/officeDocument/2006/relationships/slideLayout" Target="../slideLayouts/slideLayout1.xml"/></Relationships>
</file>

<file path=ppt/slides/_rels/slide32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3.xml"/><Relationship Id="rId1" Type="http://schemas.openxmlformats.org/officeDocument/2006/relationships/slideLayout" Target="../slideLayouts/slideLayout1.xml"/></Relationships>
</file>

<file path=ppt/slides/_rels/slide32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4.xml"/><Relationship Id="rId1" Type="http://schemas.openxmlformats.org/officeDocument/2006/relationships/slideLayout" Target="../slideLayouts/slideLayout1.xml"/></Relationships>
</file>

<file path=ppt/slides/_rels/slide3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5.xml"/><Relationship Id="rId1" Type="http://schemas.openxmlformats.org/officeDocument/2006/relationships/slideLayout" Target="../slideLayouts/slideLayout1.xml"/></Relationships>
</file>

<file path=ppt/slides/_rels/slide32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6.xml"/><Relationship Id="rId1" Type="http://schemas.openxmlformats.org/officeDocument/2006/relationships/slideLayout" Target="../slideLayouts/slideLayout1.xml"/></Relationships>
</file>

<file path=ppt/slides/_rels/slide32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7.xml"/><Relationship Id="rId1" Type="http://schemas.openxmlformats.org/officeDocument/2006/relationships/slideLayout" Target="../slideLayouts/slideLayout1.xml"/></Relationships>
</file>

<file path=ppt/slides/_rels/slide32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8.xml"/><Relationship Id="rId1" Type="http://schemas.openxmlformats.org/officeDocument/2006/relationships/slideLayout" Target="../slideLayouts/slideLayout1.xml"/></Relationships>
</file>

<file path=ppt/slides/_rels/slide32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89.xml"/><Relationship Id="rId1" Type="http://schemas.openxmlformats.org/officeDocument/2006/relationships/slideLayout" Target="../slideLayouts/slideLayout1.xml"/></Relationships>
</file>

<file path=ppt/slides/_rels/slide3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0.xml"/><Relationship Id="rId1" Type="http://schemas.openxmlformats.org/officeDocument/2006/relationships/slideLayout" Target="../slideLayouts/slideLayout1.xml"/></Relationships>
</file>

<file path=ppt/slides/_rels/slide3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1.xml"/><Relationship Id="rId1" Type="http://schemas.openxmlformats.org/officeDocument/2006/relationships/slideLayout" Target="../slideLayouts/slideLayout1.xml"/></Relationships>
</file>

<file path=ppt/slides/_rels/slide32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2.xml"/><Relationship Id="rId1" Type="http://schemas.openxmlformats.org/officeDocument/2006/relationships/slideLayout" Target="../slideLayouts/slideLayout1.xml"/></Relationships>
</file>

<file path=ppt/slides/_rels/slide32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3.xml"/><Relationship Id="rId1" Type="http://schemas.openxmlformats.org/officeDocument/2006/relationships/slideLayout" Target="../slideLayouts/slideLayout1.xml"/></Relationships>
</file>

<file path=ppt/slides/_rels/slide32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4.xml"/><Relationship Id="rId1" Type="http://schemas.openxmlformats.org/officeDocument/2006/relationships/slideLayout" Target="../slideLayouts/slideLayout1.xml"/></Relationships>
</file>

<file path=ppt/slides/_rels/slide3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5.xml"/><Relationship Id="rId1" Type="http://schemas.openxmlformats.org/officeDocument/2006/relationships/slideLayout" Target="../slideLayouts/slideLayout1.xml"/></Relationships>
</file>

<file path=ppt/slides/_rels/slide32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6.xml"/><Relationship Id="rId1" Type="http://schemas.openxmlformats.org/officeDocument/2006/relationships/slideLayout" Target="../slideLayouts/slideLayout1.xml"/></Relationships>
</file>

<file path=ppt/slides/_rels/slide32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7.xml"/><Relationship Id="rId1" Type="http://schemas.openxmlformats.org/officeDocument/2006/relationships/slideLayout" Target="../slideLayouts/slideLayout1.xml"/></Relationships>
</file>

<file path=ppt/slides/_rels/slide32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8.xml"/><Relationship Id="rId1" Type="http://schemas.openxmlformats.org/officeDocument/2006/relationships/slideLayout" Target="../slideLayouts/slideLayout1.xml"/></Relationships>
</file>

<file path=ppt/slides/_rels/slide32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099.xml"/><Relationship Id="rId1" Type="http://schemas.openxmlformats.org/officeDocument/2006/relationships/slideLayout" Target="../slideLayouts/slideLayout1.xml"/></Relationships>
</file>

<file path=ppt/slides/_rels/slide32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0.xml"/><Relationship Id="rId1" Type="http://schemas.openxmlformats.org/officeDocument/2006/relationships/slideLayout" Target="../slideLayouts/slideLayout1.xml"/></Relationships>
</file>

<file path=ppt/slides/_rels/slide32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1.xml"/><Relationship Id="rId1" Type="http://schemas.openxmlformats.org/officeDocument/2006/relationships/slideLayout" Target="../slideLayouts/slideLayout1.xml"/></Relationships>
</file>

<file path=ppt/slides/_rels/slide32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2.xml"/><Relationship Id="rId1" Type="http://schemas.openxmlformats.org/officeDocument/2006/relationships/slideLayout" Target="../slideLayouts/slideLayout1.xml"/></Relationships>
</file>

<file path=ppt/slides/_rels/slide32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3.xml"/><Relationship Id="rId1" Type="http://schemas.openxmlformats.org/officeDocument/2006/relationships/slideLayout" Target="../slideLayouts/slideLayout1.xml"/></Relationships>
</file>

<file path=ppt/slides/_rels/slide32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4.xml"/><Relationship Id="rId1" Type="http://schemas.openxmlformats.org/officeDocument/2006/relationships/slideLayout" Target="../slideLayouts/slideLayout1.xml"/></Relationships>
</file>

<file path=ppt/slides/_rels/slide32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5.xml"/><Relationship Id="rId1" Type="http://schemas.openxmlformats.org/officeDocument/2006/relationships/slideLayout" Target="../slideLayouts/slideLayout1.xml"/></Relationships>
</file>

<file path=ppt/slides/_rels/slide3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6.xml"/><Relationship Id="rId1" Type="http://schemas.openxmlformats.org/officeDocument/2006/relationships/slideLayout" Target="../slideLayouts/slideLayout1.xml"/></Relationships>
</file>

<file path=ppt/slides/_rels/slide32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7.xml"/><Relationship Id="rId1" Type="http://schemas.openxmlformats.org/officeDocument/2006/relationships/slideLayout" Target="../slideLayouts/slideLayout1.xml"/></Relationships>
</file>

<file path=ppt/slides/_rels/slide32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8.xml"/><Relationship Id="rId1" Type="http://schemas.openxmlformats.org/officeDocument/2006/relationships/slideLayout" Target="../slideLayouts/slideLayout1.xml"/></Relationships>
</file>

<file path=ppt/slides/_rels/slide32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09.xml"/><Relationship Id="rId1" Type="http://schemas.openxmlformats.org/officeDocument/2006/relationships/slideLayout" Target="../slideLayouts/slideLayout1.xml"/></Relationships>
</file>

<file path=ppt/slides/_rels/slide32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0.xml"/><Relationship Id="rId1" Type="http://schemas.openxmlformats.org/officeDocument/2006/relationships/slideLayout" Target="../slideLayouts/slideLayout1.xml"/></Relationships>
</file>

<file path=ppt/slides/_rels/slide3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1.xml"/><Relationship Id="rId1" Type="http://schemas.openxmlformats.org/officeDocument/2006/relationships/slideLayout" Target="../slideLayouts/slideLayout1.xml"/></Relationships>
</file>

<file path=ppt/slides/_rels/slide32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2.xml"/><Relationship Id="rId1" Type="http://schemas.openxmlformats.org/officeDocument/2006/relationships/slideLayout" Target="../slideLayouts/slideLayout1.xml"/></Relationships>
</file>

<file path=ppt/slides/_rels/slide32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3.xml"/><Relationship Id="rId1" Type="http://schemas.openxmlformats.org/officeDocument/2006/relationships/slideLayout" Target="../slideLayouts/slideLayout1.xml"/></Relationships>
</file>

<file path=ppt/slides/_rels/slide32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4.xml"/><Relationship Id="rId1" Type="http://schemas.openxmlformats.org/officeDocument/2006/relationships/slideLayout" Target="../slideLayouts/slideLayout1.xml"/></Relationships>
</file>

<file path=ppt/slides/_rels/slide32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5.xml"/><Relationship Id="rId1" Type="http://schemas.openxmlformats.org/officeDocument/2006/relationships/slideLayout" Target="../slideLayouts/slideLayout1.xml"/></Relationships>
</file>

<file path=ppt/slides/_rels/slide32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6.xml"/><Relationship Id="rId1" Type="http://schemas.openxmlformats.org/officeDocument/2006/relationships/slideLayout" Target="../slideLayouts/slideLayout1.xml"/></Relationships>
</file>

<file path=ppt/slides/_rels/slide3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7.xml"/><Relationship Id="rId1" Type="http://schemas.openxmlformats.org/officeDocument/2006/relationships/slideLayout" Target="../slideLayouts/slideLayout1.xml"/></Relationships>
</file>

<file path=ppt/slides/_rels/slide32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8.xml"/><Relationship Id="rId1" Type="http://schemas.openxmlformats.org/officeDocument/2006/relationships/slideLayout" Target="../slideLayouts/slideLayout1.xml"/></Relationships>
</file>

<file path=ppt/slides/_rels/slide32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19.xml"/><Relationship Id="rId1" Type="http://schemas.openxmlformats.org/officeDocument/2006/relationships/slideLayout" Target="../slideLayouts/slideLayout1.xml"/></Relationships>
</file>

<file path=ppt/slides/_rels/slide32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0.xml"/><Relationship Id="rId1" Type="http://schemas.openxmlformats.org/officeDocument/2006/relationships/slideLayout" Target="../slideLayouts/slideLayout1.xml"/></Relationships>
</file>

<file path=ppt/slides/_rels/slide32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1.xml"/><Relationship Id="rId1" Type="http://schemas.openxmlformats.org/officeDocument/2006/relationships/slideLayout" Target="../slideLayouts/slideLayout1.xml"/></Relationships>
</file>

<file path=ppt/slides/_rels/slide32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2.xml"/><Relationship Id="rId1" Type="http://schemas.openxmlformats.org/officeDocument/2006/relationships/slideLayout" Target="../slideLayouts/slideLayout1.xml"/></Relationships>
</file>

<file path=ppt/slides/_rels/slide32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3.xml"/><Relationship Id="rId1" Type="http://schemas.openxmlformats.org/officeDocument/2006/relationships/slideLayout" Target="../slideLayouts/slideLayout1.xml"/></Relationships>
</file>

<file path=ppt/slides/_rels/slide32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4.xml"/><Relationship Id="rId1" Type="http://schemas.openxmlformats.org/officeDocument/2006/relationships/slideLayout" Target="../slideLayouts/slideLayout1.xml"/></Relationships>
</file>

<file path=ppt/slides/_rels/slide32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5.xml"/><Relationship Id="rId1" Type="http://schemas.openxmlformats.org/officeDocument/2006/relationships/slideLayout" Target="../slideLayouts/slideLayout1.xml"/></Relationships>
</file>

<file path=ppt/slides/_rels/slide32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6.xml"/><Relationship Id="rId1" Type="http://schemas.openxmlformats.org/officeDocument/2006/relationships/slideLayout" Target="../slideLayouts/slideLayout1.xml"/></Relationships>
</file>

<file path=ppt/slides/_rels/slide32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7.xml"/><Relationship Id="rId1" Type="http://schemas.openxmlformats.org/officeDocument/2006/relationships/slideLayout" Target="../slideLayouts/slideLayout1.xml"/></Relationships>
</file>

<file path=ppt/slides/_rels/slide32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8.xml"/><Relationship Id="rId1" Type="http://schemas.openxmlformats.org/officeDocument/2006/relationships/slideLayout" Target="../slideLayouts/slideLayout1.xml"/></Relationships>
</file>

<file path=ppt/slides/_rels/slide32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29.xml"/><Relationship Id="rId1" Type="http://schemas.openxmlformats.org/officeDocument/2006/relationships/slideLayout" Target="../slideLayouts/slideLayout1.xml"/></Relationships>
</file>

<file path=ppt/slides/_rels/slide32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0.xml"/><Relationship Id="rId1" Type="http://schemas.openxmlformats.org/officeDocument/2006/relationships/slideLayout" Target="../slideLayouts/slideLayout1.xml"/></Relationships>
</file>

<file path=ppt/slides/_rels/slide32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1.xml"/><Relationship Id="rId1" Type="http://schemas.openxmlformats.org/officeDocument/2006/relationships/slideLayout" Target="../slideLayouts/slideLayout1.xml"/></Relationships>
</file>

<file path=ppt/slides/_rels/slide32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2.xml"/><Relationship Id="rId1" Type="http://schemas.openxmlformats.org/officeDocument/2006/relationships/slideLayout" Target="../slideLayouts/slideLayout1.xml"/></Relationships>
</file>

<file path=ppt/slides/_rels/slide32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3.xml"/><Relationship Id="rId1" Type="http://schemas.openxmlformats.org/officeDocument/2006/relationships/slideLayout" Target="../slideLayouts/slideLayout1.xml"/></Relationships>
</file>

<file path=ppt/slides/_rels/slide3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4.xml"/><Relationship Id="rId1" Type="http://schemas.openxmlformats.org/officeDocument/2006/relationships/slideLayout" Target="../slideLayouts/slideLayout1.xml"/></Relationships>
</file>

<file path=ppt/slides/_rels/slide32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5.xml"/><Relationship Id="rId1" Type="http://schemas.openxmlformats.org/officeDocument/2006/relationships/slideLayout" Target="../slideLayouts/slideLayout1.xml"/></Relationships>
</file>

<file path=ppt/slides/_rels/slide32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6.xml"/><Relationship Id="rId1" Type="http://schemas.openxmlformats.org/officeDocument/2006/relationships/slideLayout" Target="../slideLayouts/slideLayout1.xml"/></Relationships>
</file>

<file path=ppt/slides/_rels/slide32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7.xml"/><Relationship Id="rId1" Type="http://schemas.openxmlformats.org/officeDocument/2006/relationships/slideLayout" Target="../slideLayouts/slideLayout1.xml"/></Relationships>
</file>

<file path=ppt/slides/_rels/slide32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8.xml"/><Relationship Id="rId1" Type="http://schemas.openxmlformats.org/officeDocument/2006/relationships/slideLayout" Target="../slideLayouts/slideLayout1.xml"/></Relationships>
</file>

<file path=ppt/slides/_rels/slide32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39.xml"/><Relationship Id="rId1" Type="http://schemas.openxmlformats.org/officeDocument/2006/relationships/slideLayout" Target="../slideLayouts/slideLayout1.xml"/></Relationships>
</file>

<file path=ppt/slides/_rels/slide32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0.xml"/><Relationship Id="rId1" Type="http://schemas.openxmlformats.org/officeDocument/2006/relationships/slideLayout" Target="../slideLayouts/slideLayout1.xml"/></Relationships>
</file>

<file path=ppt/slides/_rels/slide32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1.xml"/><Relationship Id="rId1" Type="http://schemas.openxmlformats.org/officeDocument/2006/relationships/slideLayout" Target="../slideLayouts/slideLayout1.xml"/></Relationships>
</file>

<file path=ppt/slides/_rels/slide32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2.xml"/><Relationship Id="rId1" Type="http://schemas.openxmlformats.org/officeDocument/2006/relationships/slideLayout" Target="../slideLayouts/slideLayout1.xml"/></Relationships>
</file>

<file path=ppt/slides/_rels/slide32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3.xml"/><Relationship Id="rId1" Type="http://schemas.openxmlformats.org/officeDocument/2006/relationships/slideLayout" Target="../slideLayouts/slideLayout1.xml"/></Relationships>
</file>

<file path=ppt/slides/_rels/slide32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4.xml"/><Relationship Id="rId1" Type="http://schemas.openxmlformats.org/officeDocument/2006/relationships/slideLayout" Target="../slideLayouts/slideLayout1.xml"/></Relationships>
</file>

<file path=ppt/slides/_rels/slide32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5.xml"/><Relationship Id="rId1" Type="http://schemas.openxmlformats.org/officeDocument/2006/relationships/slideLayout" Target="../slideLayouts/slideLayout1.xml"/></Relationships>
</file>

<file path=ppt/slides/_rels/slide32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6.xml"/><Relationship Id="rId1" Type="http://schemas.openxmlformats.org/officeDocument/2006/relationships/slideLayout" Target="../slideLayouts/slideLayout1.xml"/></Relationships>
</file>

<file path=ppt/slides/_rels/slide32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7.xml"/><Relationship Id="rId1" Type="http://schemas.openxmlformats.org/officeDocument/2006/relationships/slideLayout" Target="../slideLayouts/slideLayout1.xml"/></Relationships>
</file>

<file path=ppt/slides/_rels/slide32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8.xml"/><Relationship Id="rId1" Type="http://schemas.openxmlformats.org/officeDocument/2006/relationships/slideLayout" Target="../slideLayouts/slideLayout1.xml"/></Relationships>
</file>

<file path=ppt/slides/_rels/slide32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49.xml"/><Relationship Id="rId1" Type="http://schemas.openxmlformats.org/officeDocument/2006/relationships/slideLayout" Target="../slideLayouts/slideLayout1.xml"/></Relationships>
</file>

<file path=ppt/slides/_rels/slide32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0.xml"/><Relationship Id="rId1" Type="http://schemas.openxmlformats.org/officeDocument/2006/relationships/slideLayout" Target="../slideLayouts/slideLayout1.xml"/></Relationships>
</file>

<file path=ppt/slides/_rels/slide32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1.xml"/><Relationship Id="rId1" Type="http://schemas.openxmlformats.org/officeDocument/2006/relationships/slideLayout" Target="../slideLayouts/slideLayout1.xml"/></Relationships>
</file>

<file path=ppt/slides/_rels/slide32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2.xml"/><Relationship Id="rId1" Type="http://schemas.openxmlformats.org/officeDocument/2006/relationships/slideLayout" Target="../slideLayouts/slideLayout1.xml"/></Relationships>
</file>

<file path=ppt/slides/_rels/slide32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3.xml"/><Relationship Id="rId1" Type="http://schemas.openxmlformats.org/officeDocument/2006/relationships/slideLayout" Target="../slideLayouts/slideLayout1.xml"/></Relationships>
</file>

<file path=ppt/slides/_rels/slide3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4.xml"/><Relationship Id="rId1" Type="http://schemas.openxmlformats.org/officeDocument/2006/relationships/slideLayout" Target="../slideLayouts/slideLayout1.xml"/></Relationships>
</file>

<file path=ppt/slides/_rels/slide32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5.xml"/><Relationship Id="rId1" Type="http://schemas.openxmlformats.org/officeDocument/2006/relationships/slideLayout" Target="../slideLayouts/slideLayout1.xml"/></Relationships>
</file>

<file path=ppt/slides/_rels/slide32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6.xml"/><Relationship Id="rId1" Type="http://schemas.openxmlformats.org/officeDocument/2006/relationships/slideLayout" Target="../slideLayouts/slideLayout1.xml"/></Relationships>
</file>

<file path=ppt/slides/_rels/slide32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7.xml"/><Relationship Id="rId1" Type="http://schemas.openxmlformats.org/officeDocument/2006/relationships/slideLayout" Target="../slideLayouts/slideLayout1.xml"/></Relationships>
</file>

<file path=ppt/slides/_rels/slide32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8.xml"/><Relationship Id="rId1" Type="http://schemas.openxmlformats.org/officeDocument/2006/relationships/slideLayout" Target="../slideLayouts/slideLayout1.xml"/></Relationships>
</file>

<file path=ppt/slides/_rels/slide32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59.xml"/><Relationship Id="rId1" Type="http://schemas.openxmlformats.org/officeDocument/2006/relationships/slideLayout" Target="../slideLayouts/slideLayout1.xml"/></Relationships>
</file>

<file path=ppt/slides/_rels/slide32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0.xml"/><Relationship Id="rId1" Type="http://schemas.openxmlformats.org/officeDocument/2006/relationships/slideLayout" Target="../slideLayouts/slideLayout1.xml"/></Relationships>
</file>

<file path=ppt/slides/_rels/slide32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1.xml"/><Relationship Id="rId1" Type="http://schemas.openxmlformats.org/officeDocument/2006/relationships/slideLayout" Target="../slideLayouts/slideLayout1.xml"/></Relationships>
</file>

<file path=ppt/slides/_rels/slide32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2.xml"/><Relationship Id="rId1" Type="http://schemas.openxmlformats.org/officeDocument/2006/relationships/slideLayout" Target="../slideLayouts/slideLayout1.xml"/></Relationships>
</file>

<file path=ppt/slides/_rels/slide32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3.xml"/><Relationship Id="rId1" Type="http://schemas.openxmlformats.org/officeDocument/2006/relationships/slideLayout" Target="../slideLayouts/slideLayout1.xml"/></Relationships>
</file>

<file path=ppt/slides/_rels/slide32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4.xml"/><Relationship Id="rId1" Type="http://schemas.openxmlformats.org/officeDocument/2006/relationships/slideLayout" Target="../slideLayouts/slideLayout1.xml"/></Relationships>
</file>

<file path=ppt/slides/_rels/slide32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5.xml"/><Relationship Id="rId1" Type="http://schemas.openxmlformats.org/officeDocument/2006/relationships/slideLayout" Target="../slideLayouts/slideLayout1.xml"/></Relationships>
</file>

<file path=ppt/slides/_rels/slide33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6.xml"/><Relationship Id="rId1" Type="http://schemas.openxmlformats.org/officeDocument/2006/relationships/slideLayout" Target="../slideLayouts/slideLayout1.xml"/></Relationships>
</file>

<file path=ppt/slides/_rels/slide33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7.xml"/><Relationship Id="rId1" Type="http://schemas.openxmlformats.org/officeDocument/2006/relationships/slideLayout" Target="../slideLayouts/slideLayout1.xml"/></Relationships>
</file>

<file path=ppt/slides/_rels/slide33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8.xml"/><Relationship Id="rId1" Type="http://schemas.openxmlformats.org/officeDocument/2006/relationships/slideLayout" Target="../slideLayouts/slideLayout1.xml"/></Relationships>
</file>

<file path=ppt/slides/_rels/slide33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69.xml"/><Relationship Id="rId1" Type="http://schemas.openxmlformats.org/officeDocument/2006/relationships/slideLayout" Target="../slideLayouts/slideLayout1.xml"/></Relationships>
</file>

<file path=ppt/slides/_rels/slide33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0.xml"/><Relationship Id="rId1" Type="http://schemas.openxmlformats.org/officeDocument/2006/relationships/slideLayout" Target="../slideLayouts/slideLayout1.xml"/></Relationships>
</file>

<file path=ppt/slides/_rels/slide33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1.xml"/><Relationship Id="rId1" Type="http://schemas.openxmlformats.org/officeDocument/2006/relationships/slideLayout" Target="../slideLayouts/slideLayout1.xml"/></Relationships>
</file>

<file path=ppt/slides/_rels/slide33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2.xml"/><Relationship Id="rId1" Type="http://schemas.openxmlformats.org/officeDocument/2006/relationships/slideLayout" Target="../slideLayouts/slideLayout1.xml"/></Relationships>
</file>

<file path=ppt/slides/_rels/slide33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3.xml"/><Relationship Id="rId1" Type="http://schemas.openxmlformats.org/officeDocument/2006/relationships/slideLayout" Target="../slideLayouts/slideLayout1.xml"/></Relationships>
</file>

<file path=ppt/slides/_rels/slide33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4.xml"/><Relationship Id="rId1" Type="http://schemas.openxmlformats.org/officeDocument/2006/relationships/slideLayout" Target="../slideLayouts/slideLayout1.xml"/></Relationships>
</file>

<file path=ppt/slides/_rels/slide33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5.xml"/><Relationship Id="rId1" Type="http://schemas.openxmlformats.org/officeDocument/2006/relationships/slideLayout" Target="../slideLayouts/slideLayout1.xml"/></Relationships>
</file>

<file path=ppt/slides/_rels/slide33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6.xml"/><Relationship Id="rId1" Type="http://schemas.openxmlformats.org/officeDocument/2006/relationships/slideLayout" Target="../slideLayouts/slideLayout1.xml"/></Relationships>
</file>

<file path=ppt/slides/_rels/slide33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7.xml"/><Relationship Id="rId1" Type="http://schemas.openxmlformats.org/officeDocument/2006/relationships/slideLayout" Target="../slideLayouts/slideLayout1.xml"/></Relationships>
</file>

<file path=ppt/slides/_rels/slide33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8.xml"/><Relationship Id="rId1" Type="http://schemas.openxmlformats.org/officeDocument/2006/relationships/slideLayout" Target="../slideLayouts/slideLayout1.xml"/></Relationships>
</file>

<file path=ppt/slides/_rels/slide33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79.xml"/><Relationship Id="rId1" Type="http://schemas.openxmlformats.org/officeDocument/2006/relationships/slideLayout" Target="../slideLayouts/slideLayout1.xml"/></Relationships>
</file>

<file path=ppt/slides/_rels/slide33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0.xml"/><Relationship Id="rId1" Type="http://schemas.openxmlformats.org/officeDocument/2006/relationships/slideLayout" Target="../slideLayouts/slideLayout1.xml"/></Relationships>
</file>

<file path=ppt/slides/_rels/slide33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1.xml"/><Relationship Id="rId1" Type="http://schemas.openxmlformats.org/officeDocument/2006/relationships/slideLayout" Target="../slideLayouts/slideLayout1.xml"/></Relationships>
</file>

<file path=ppt/slides/_rels/slide33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2.xml"/><Relationship Id="rId1" Type="http://schemas.openxmlformats.org/officeDocument/2006/relationships/slideLayout" Target="../slideLayouts/slideLayout1.xml"/></Relationships>
</file>

<file path=ppt/slides/_rels/slide33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3.xml"/><Relationship Id="rId1" Type="http://schemas.openxmlformats.org/officeDocument/2006/relationships/slideLayout" Target="../slideLayouts/slideLayout1.xml"/></Relationships>
</file>

<file path=ppt/slides/_rels/slide33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4.xml"/><Relationship Id="rId1" Type="http://schemas.openxmlformats.org/officeDocument/2006/relationships/slideLayout" Target="../slideLayouts/slideLayout1.xml"/></Relationships>
</file>

<file path=ppt/slides/_rels/slide33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5.xml"/><Relationship Id="rId1" Type="http://schemas.openxmlformats.org/officeDocument/2006/relationships/slideLayout" Target="../slideLayouts/slideLayout1.xml"/></Relationships>
</file>

<file path=ppt/slides/_rels/slide33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6.xml"/><Relationship Id="rId1" Type="http://schemas.openxmlformats.org/officeDocument/2006/relationships/slideLayout" Target="../slideLayouts/slideLayout1.xml"/></Relationships>
</file>

<file path=ppt/slides/_rels/slide33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7.xml"/><Relationship Id="rId1" Type="http://schemas.openxmlformats.org/officeDocument/2006/relationships/slideLayout" Target="../slideLayouts/slideLayout1.xml"/></Relationships>
</file>

<file path=ppt/slides/_rels/slide33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8.xml"/><Relationship Id="rId1" Type="http://schemas.openxmlformats.org/officeDocument/2006/relationships/slideLayout" Target="../slideLayouts/slideLayout1.xml"/></Relationships>
</file>

<file path=ppt/slides/_rels/slide33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89.xml"/><Relationship Id="rId1" Type="http://schemas.openxmlformats.org/officeDocument/2006/relationships/slideLayout" Target="../slideLayouts/slideLayout1.xml"/></Relationships>
</file>

<file path=ppt/slides/_rels/slide33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0.xml"/><Relationship Id="rId1" Type="http://schemas.openxmlformats.org/officeDocument/2006/relationships/slideLayout" Target="../slideLayouts/slideLayout1.xml"/></Relationships>
</file>

<file path=ppt/slides/_rels/slide33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1.xml"/><Relationship Id="rId1" Type="http://schemas.openxmlformats.org/officeDocument/2006/relationships/slideLayout" Target="../slideLayouts/slideLayout1.xml"/></Relationships>
</file>

<file path=ppt/slides/_rels/slide33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2.xml"/><Relationship Id="rId1" Type="http://schemas.openxmlformats.org/officeDocument/2006/relationships/slideLayout" Target="../slideLayouts/slideLayout1.xml"/></Relationships>
</file>

<file path=ppt/slides/_rels/slide33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3.xml"/><Relationship Id="rId1" Type="http://schemas.openxmlformats.org/officeDocument/2006/relationships/slideLayout" Target="../slideLayouts/slideLayout1.xml"/></Relationships>
</file>

<file path=ppt/slides/_rels/slide33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4.xml"/><Relationship Id="rId1" Type="http://schemas.openxmlformats.org/officeDocument/2006/relationships/slideLayout" Target="../slideLayouts/slideLayout1.xml"/></Relationships>
</file>

<file path=ppt/slides/_rels/slide3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5.xml"/><Relationship Id="rId1" Type="http://schemas.openxmlformats.org/officeDocument/2006/relationships/slideLayout" Target="../slideLayouts/slideLayout1.xml"/></Relationships>
</file>

<file path=ppt/slides/_rels/slide33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6.xml"/><Relationship Id="rId1" Type="http://schemas.openxmlformats.org/officeDocument/2006/relationships/slideLayout" Target="../slideLayouts/slideLayout1.xml"/></Relationships>
</file>

<file path=ppt/slides/_rels/slide33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7.xml"/><Relationship Id="rId1" Type="http://schemas.openxmlformats.org/officeDocument/2006/relationships/slideLayout" Target="../slideLayouts/slideLayout1.xml"/></Relationships>
</file>

<file path=ppt/slides/_rels/slide33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8.xml"/><Relationship Id="rId1" Type="http://schemas.openxmlformats.org/officeDocument/2006/relationships/slideLayout" Target="../slideLayouts/slideLayout1.xml"/></Relationships>
</file>

<file path=ppt/slides/_rels/slide33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199.xml"/><Relationship Id="rId1" Type="http://schemas.openxmlformats.org/officeDocument/2006/relationships/slideLayout" Target="../slideLayouts/slideLayout1.xml"/></Relationships>
</file>

<file path=ppt/slides/_rels/slide33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0.xml"/><Relationship Id="rId1" Type="http://schemas.openxmlformats.org/officeDocument/2006/relationships/slideLayout" Target="../slideLayouts/slideLayout1.xml"/></Relationships>
</file>

<file path=ppt/slides/_rels/slide33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1.xml"/><Relationship Id="rId1" Type="http://schemas.openxmlformats.org/officeDocument/2006/relationships/slideLayout" Target="../slideLayouts/slideLayout1.xml"/></Relationships>
</file>

<file path=ppt/slides/_rels/slide33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2.xml"/><Relationship Id="rId1" Type="http://schemas.openxmlformats.org/officeDocument/2006/relationships/slideLayout" Target="../slideLayouts/slideLayout1.xml"/></Relationships>
</file>

<file path=ppt/slides/_rels/slide33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3.xml"/><Relationship Id="rId1" Type="http://schemas.openxmlformats.org/officeDocument/2006/relationships/slideLayout" Target="../slideLayouts/slideLayout1.xml"/></Relationships>
</file>

<file path=ppt/slides/_rels/slide33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4.xml"/><Relationship Id="rId1" Type="http://schemas.openxmlformats.org/officeDocument/2006/relationships/slideLayout" Target="../slideLayouts/slideLayout1.xml"/></Relationships>
</file>

<file path=ppt/slides/_rels/slide33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5.xml"/><Relationship Id="rId1" Type="http://schemas.openxmlformats.org/officeDocument/2006/relationships/slideLayout" Target="../slideLayouts/slideLayout1.xml"/></Relationships>
</file>

<file path=ppt/slides/_rels/slide3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6.xml"/><Relationship Id="rId1" Type="http://schemas.openxmlformats.org/officeDocument/2006/relationships/slideLayout" Target="../slideLayouts/slideLayout1.xml"/></Relationships>
</file>

<file path=ppt/slides/_rels/slide3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7.xml"/><Relationship Id="rId1" Type="http://schemas.openxmlformats.org/officeDocument/2006/relationships/slideLayout" Target="../slideLayouts/slideLayout1.xml"/></Relationships>
</file>

<file path=ppt/slides/_rels/slide33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8.xml"/><Relationship Id="rId1" Type="http://schemas.openxmlformats.org/officeDocument/2006/relationships/slideLayout" Target="../slideLayouts/slideLayout1.xml"/></Relationships>
</file>

<file path=ppt/slides/_rels/slide33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09.xml"/><Relationship Id="rId1" Type="http://schemas.openxmlformats.org/officeDocument/2006/relationships/slideLayout" Target="../slideLayouts/slideLayout1.xml"/></Relationships>
</file>

<file path=ppt/slides/_rels/slide33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0.xml"/><Relationship Id="rId1" Type="http://schemas.openxmlformats.org/officeDocument/2006/relationships/slideLayout" Target="../slideLayouts/slideLayout1.xml"/></Relationships>
</file>

<file path=ppt/slides/_rels/slide33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1.xml"/><Relationship Id="rId1" Type="http://schemas.openxmlformats.org/officeDocument/2006/relationships/slideLayout" Target="../slideLayouts/slideLayout1.xml"/></Relationships>
</file>

<file path=ppt/slides/_rels/slide33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2.xml"/><Relationship Id="rId1" Type="http://schemas.openxmlformats.org/officeDocument/2006/relationships/slideLayout" Target="../slideLayouts/slideLayout1.xml"/></Relationships>
</file>

<file path=ppt/slides/_rels/slide33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3.xml"/><Relationship Id="rId1" Type="http://schemas.openxmlformats.org/officeDocument/2006/relationships/slideLayout" Target="../slideLayouts/slideLayout1.xml"/></Relationships>
</file>

<file path=ppt/slides/_rels/slide33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4.xml"/><Relationship Id="rId1" Type="http://schemas.openxmlformats.org/officeDocument/2006/relationships/slideLayout" Target="../slideLayouts/slideLayout1.xml"/></Relationships>
</file>

<file path=ppt/slides/_rels/slide33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5.xml"/><Relationship Id="rId1" Type="http://schemas.openxmlformats.org/officeDocument/2006/relationships/slideLayout" Target="../slideLayouts/slideLayout1.xml"/></Relationships>
</file>

<file path=ppt/slides/_rels/slide3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6.xml"/><Relationship Id="rId1" Type="http://schemas.openxmlformats.org/officeDocument/2006/relationships/slideLayout" Target="../slideLayouts/slideLayout1.xml"/></Relationships>
</file>

<file path=ppt/slides/_rels/slide33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7.xml"/><Relationship Id="rId1" Type="http://schemas.openxmlformats.org/officeDocument/2006/relationships/slideLayout" Target="../slideLayouts/slideLayout1.xml"/></Relationships>
</file>

<file path=ppt/slides/_rels/slide33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8.xml"/><Relationship Id="rId1" Type="http://schemas.openxmlformats.org/officeDocument/2006/relationships/slideLayout" Target="../slideLayouts/slideLayout1.xml"/></Relationships>
</file>

<file path=ppt/slides/_rels/slide33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19.xml"/><Relationship Id="rId1" Type="http://schemas.openxmlformats.org/officeDocument/2006/relationships/slideLayout" Target="../slideLayouts/slideLayout1.xml"/></Relationships>
</file>

<file path=ppt/slides/_rels/slide33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0.xml"/><Relationship Id="rId1" Type="http://schemas.openxmlformats.org/officeDocument/2006/relationships/slideLayout" Target="../slideLayouts/slideLayout1.xml"/></Relationships>
</file>

<file path=ppt/slides/_rels/slide33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1.xml"/><Relationship Id="rId1" Type="http://schemas.openxmlformats.org/officeDocument/2006/relationships/slideLayout" Target="../slideLayouts/slideLayout1.xml"/></Relationships>
</file>

<file path=ppt/slides/_rels/slide33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2.xml"/><Relationship Id="rId1" Type="http://schemas.openxmlformats.org/officeDocument/2006/relationships/slideLayout" Target="../slideLayouts/slideLayout1.xml"/></Relationships>
</file>

<file path=ppt/slides/_rels/slide33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3.xml"/><Relationship Id="rId1" Type="http://schemas.openxmlformats.org/officeDocument/2006/relationships/slideLayout" Target="../slideLayouts/slideLayout1.xml"/></Relationships>
</file>

<file path=ppt/slides/_rels/slide33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4.xml"/><Relationship Id="rId1" Type="http://schemas.openxmlformats.org/officeDocument/2006/relationships/slideLayout" Target="../slideLayouts/slideLayout1.xml"/></Relationships>
</file>

<file path=ppt/slides/_rels/slide33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5.xml"/><Relationship Id="rId1" Type="http://schemas.openxmlformats.org/officeDocument/2006/relationships/slideLayout" Target="../slideLayouts/slideLayout1.xml"/></Relationships>
</file>

<file path=ppt/slides/_rels/slide33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6.xml"/><Relationship Id="rId1" Type="http://schemas.openxmlformats.org/officeDocument/2006/relationships/slideLayout" Target="../slideLayouts/slideLayout1.xml"/></Relationships>
</file>

<file path=ppt/slides/_rels/slide33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7.xml"/><Relationship Id="rId1" Type="http://schemas.openxmlformats.org/officeDocument/2006/relationships/slideLayout" Target="../slideLayouts/slideLayout1.xml"/></Relationships>
</file>

<file path=ppt/slides/_rels/slide33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8.xml"/><Relationship Id="rId1" Type="http://schemas.openxmlformats.org/officeDocument/2006/relationships/slideLayout" Target="../slideLayouts/slideLayout1.xml"/></Relationships>
</file>

<file path=ppt/slides/_rels/slide33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29.xml"/><Relationship Id="rId1" Type="http://schemas.openxmlformats.org/officeDocument/2006/relationships/slideLayout" Target="../slideLayouts/slideLayout1.xml"/></Relationships>
</file>

<file path=ppt/slides/_rels/slide33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0.xml"/><Relationship Id="rId1" Type="http://schemas.openxmlformats.org/officeDocument/2006/relationships/slideLayout" Target="../slideLayouts/slideLayout1.xml"/></Relationships>
</file>

<file path=ppt/slides/_rels/slide33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1.xml"/><Relationship Id="rId1" Type="http://schemas.openxmlformats.org/officeDocument/2006/relationships/slideLayout" Target="../slideLayouts/slideLayout1.xml"/></Relationships>
</file>

<file path=ppt/slides/_rels/slide33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2.xml"/><Relationship Id="rId1" Type="http://schemas.openxmlformats.org/officeDocument/2006/relationships/slideLayout" Target="../slideLayouts/slideLayout1.xml"/></Relationships>
</file>

<file path=ppt/slides/_rels/slide33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3.xml"/><Relationship Id="rId1" Type="http://schemas.openxmlformats.org/officeDocument/2006/relationships/slideLayout" Target="../slideLayouts/slideLayout1.xml"/></Relationships>
</file>

<file path=ppt/slides/_rels/slide33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4.xml"/><Relationship Id="rId1" Type="http://schemas.openxmlformats.org/officeDocument/2006/relationships/slideLayout" Target="../slideLayouts/slideLayout1.xml"/></Relationships>
</file>

<file path=ppt/slides/_rels/slide33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5.xml"/><Relationship Id="rId1" Type="http://schemas.openxmlformats.org/officeDocument/2006/relationships/slideLayout" Target="../slideLayouts/slideLayout1.xml"/></Relationships>
</file>

<file path=ppt/slides/_rels/slide33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6.xml"/><Relationship Id="rId1" Type="http://schemas.openxmlformats.org/officeDocument/2006/relationships/slideLayout" Target="../slideLayouts/slideLayout1.xml"/></Relationships>
</file>

<file path=ppt/slides/_rels/slide33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7.xml"/><Relationship Id="rId1" Type="http://schemas.openxmlformats.org/officeDocument/2006/relationships/slideLayout" Target="../slideLayouts/slideLayout1.xml"/></Relationships>
</file>

<file path=ppt/slides/_rels/slide3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8.xml"/><Relationship Id="rId1" Type="http://schemas.openxmlformats.org/officeDocument/2006/relationships/slideLayout" Target="../slideLayouts/slideLayout1.xml"/></Relationships>
</file>

<file path=ppt/slides/_rels/slide33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39.xml"/><Relationship Id="rId1" Type="http://schemas.openxmlformats.org/officeDocument/2006/relationships/slideLayout" Target="../slideLayouts/slideLayout1.xml"/></Relationships>
</file>

<file path=ppt/slides/_rels/slide33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0.xml"/><Relationship Id="rId1" Type="http://schemas.openxmlformats.org/officeDocument/2006/relationships/slideLayout" Target="../slideLayouts/slideLayout1.xml"/></Relationships>
</file>

<file path=ppt/slides/_rels/slide33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1.xml"/><Relationship Id="rId1" Type="http://schemas.openxmlformats.org/officeDocument/2006/relationships/slideLayout" Target="../slideLayouts/slideLayout1.xml"/></Relationships>
</file>

<file path=ppt/slides/_rels/slide33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2.xml"/><Relationship Id="rId1" Type="http://schemas.openxmlformats.org/officeDocument/2006/relationships/slideLayout" Target="../slideLayouts/slideLayout1.xml"/></Relationships>
</file>

<file path=ppt/slides/_rels/slide33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3.xml"/><Relationship Id="rId1" Type="http://schemas.openxmlformats.org/officeDocument/2006/relationships/slideLayout" Target="../slideLayouts/slideLayout1.xml"/></Relationships>
</file>

<file path=ppt/slides/_rels/slide33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4.xml"/><Relationship Id="rId1" Type="http://schemas.openxmlformats.org/officeDocument/2006/relationships/slideLayout" Target="../slideLayouts/slideLayout1.xml"/></Relationships>
</file>

<file path=ppt/slides/_rels/slide33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5.xml"/><Relationship Id="rId1" Type="http://schemas.openxmlformats.org/officeDocument/2006/relationships/slideLayout" Target="../slideLayouts/slideLayout1.xml"/></Relationships>
</file>

<file path=ppt/slides/_rels/slide33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6.xml"/><Relationship Id="rId1" Type="http://schemas.openxmlformats.org/officeDocument/2006/relationships/slideLayout" Target="../slideLayouts/slideLayout1.xml"/></Relationships>
</file>

<file path=ppt/slides/_rels/slide33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7.xml"/><Relationship Id="rId1" Type="http://schemas.openxmlformats.org/officeDocument/2006/relationships/slideLayout" Target="../slideLayouts/slideLayout1.xml"/></Relationships>
</file>

<file path=ppt/slides/_rels/slide33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8.xml"/><Relationship Id="rId1" Type="http://schemas.openxmlformats.org/officeDocument/2006/relationships/slideLayout" Target="../slideLayouts/slideLayout1.xml"/></Relationships>
</file>

<file path=ppt/slides/_rels/slide33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49.xml"/><Relationship Id="rId1" Type="http://schemas.openxmlformats.org/officeDocument/2006/relationships/slideLayout" Target="../slideLayouts/slideLayout1.xml"/></Relationships>
</file>

<file path=ppt/slides/_rels/slide33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0.xml"/><Relationship Id="rId1" Type="http://schemas.openxmlformats.org/officeDocument/2006/relationships/slideLayout" Target="../slideLayouts/slideLayout1.xml"/></Relationships>
</file>

<file path=ppt/slides/_rels/slide33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1.xml"/><Relationship Id="rId1" Type="http://schemas.openxmlformats.org/officeDocument/2006/relationships/slideLayout" Target="../slideLayouts/slideLayout1.xml"/></Relationships>
</file>

<file path=ppt/slides/_rels/slide33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2.xml"/><Relationship Id="rId1" Type="http://schemas.openxmlformats.org/officeDocument/2006/relationships/slideLayout" Target="../slideLayouts/slideLayout1.xml"/></Relationships>
</file>

<file path=ppt/slides/_rels/slide33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3.xml"/><Relationship Id="rId1" Type="http://schemas.openxmlformats.org/officeDocument/2006/relationships/slideLayout" Target="../slideLayouts/slideLayout1.xml"/></Relationships>
</file>

<file path=ppt/slides/_rels/slide33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4.xml"/><Relationship Id="rId1" Type="http://schemas.openxmlformats.org/officeDocument/2006/relationships/slideLayout" Target="../slideLayouts/slideLayout1.xml"/></Relationships>
</file>

<file path=ppt/slides/_rels/slide33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5.xml"/><Relationship Id="rId1" Type="http://schemas.openxmlformats.org/officeDocument/2006/relationships/slideLayout" Target="../slideLayouts/slideLayout1.xml"/></Relationships>
</file>

<file path=ppt/slides/_rels/slide33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6.xml"/><Relationship Id="rId1" Type="http://schemas.openxmlformats.org/officeDocument/2006/relationships/slideLayout" Target="../slideLayouts/slideLayout1.xml"/></Relationships>
</file>

<file path=ppt/slides/_rels/slide33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7.xml"/><Relationship Id="rId1" Type="http://schemas.openxmlformats.org/officeDocument/2006/relationships/slideLayout" Target="../slideLayouts/slideLayout1.xml"/></Relationships>
</file>

<file path=ppt/slides/_rels/slide33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8.xml"/><Relationship Id="rId1" Type="http://schemas.openxmlformats.org/officeDocument/2006/relationships/slideLayout" Target="../slideLayouts/slideLayout1.xml"/></Relationships>
</file>

<file path=ppt/slides/_rels/slide33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59.xml"/><Relationship Id="rId1" Type="http://schemas.openxmlformats.org/officeDocument/2006/relationships/slideLayout" Target="../slideLayouts/slideLayout1.xml"/></Relationships>
</file>

<file path=ppt/slides/_rels/slide33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0.xml"/><Relationship Id="rId1" Type="http://schemas.openxmlformats.org/officeDocument/2006/relationships/slideLayout" Target="../slideLayouts/slideLayout1.xml"/></Relationships>
</file>

<file path=ppt/slides/_rels/slide33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1.xml"/><Relationship Id="rId1" Type="http://schemas.openxmlformats.org/officeDocument/2006/relationships/slideLayout" Target="../slideLayouts/slideLayout1.xml"/></Relationships>
</file>

<file path=ppt/slides/_rels/slide33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2.xml"/><Relationship Id="rId1" Type="http://schemas.openxmlformats.org/officeDocument/2006/relationships/slideLayout" Target="../slideLayouts/slideLayout1.xml"/></Relationships>
</file>

<file path=ppt/slides/_rels/slide33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3.xml"/><Relationship Id="rId1" Type="http://schemas.openxmlformats.org/officeDocument/2006/relationships/slideLayout" Target="../slideLayouts/slideLayout1.xml"/></Relationships>
</file>

<file path=ppt/slides/_rels/slide33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4.xml"/><Relationship Id="rId1" Type="http://schemas.openxmlformats.org/officeDocument/2006/relationships/slideLayout" Target="../slideLayouts/slideLayout1.xml"/></Relationships>
</file>

<file path=ppt/slides/_rels/slide33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5.xml"/><Relationship Id="rId1" Type="http://schemas.openxmlformats.org/officeDocument/2006/relationships/slideLayout" Target="../slideLayouts/slideLayout1.xml"/></Relationships>
</file>

<file path=ppt/slides/_rels/slide34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6.xml"/><Relationship Id="rId1" Type="http://schemas.openxmlformats.org/officeDocument/2006/relationships/slideLayout" Target="../slideLayouts/slideLayout1.xml"/></Relationships>
</file>

<file path=ppt/slides/_rels/slide34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7.xml"/><Relationship Id="rId1" Type="http://schemas.openxmlformats.org/officeDocument/2006/relationships/slideLayout" Target="../slideLayouts/slideLayout1.xml"/></Relationships>
</file>

<file path=ppt/slides/_rels/slide34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8.xml"/><Relationship Id="rId1" Type="http://schemas.openxmlformats.org/officeDocument/2006/relationships/slideLayout" Target="../slideLayouts/slideLayout1.xml"/></Relationships>
</file>

<file path=ppt/slides/_rels/slide34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69.xml"/><Relationship Id="rId1" Type="http://schemas.openxmlformats.org/officeDocument/2006/relationships/slideLayout" Target="../slideLayouts/slideLayout1.xml"/></Relationships>
</file>

<file path=ppt/slides/_rels/slide34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0.xml"/><Relationship Id="rId1" Type="http://schemas.openxmlformats.org/officeDocument/2006/relationships/slideLayout" Target="../slideLayouts/slideLayout1.xml"/></Relationships>
</file>

<file path=ppt/slides/_rels/slide34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1.xml"/><Relationship Id="rId1" Type="http://schemas.openxmlformats.org/officeDocument/2006/relationships/slideLayout" Target="../slideLayouts/slideLayout1.xml"/></Relationships>
</file>

<file path=ppt/slides/_rels/slide34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2.xml"/><Relationship Id="rId1" Type="http://schemas.openxmlformats.org/officeDocument/2006/relationships/slideLayout" Target="../slideLayouts/slideLayout1.xml"/></Relationships>
</file>

<file path=ppt/slides/_rels/slide34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3.xml"/><Relationship Id="rId1" Type="http://schemas.openxmlformats.org/officeDocument/2006/relationships/slideLayout" Target="../slideLayouts/slideLayout1.xml"/></Relationships>
</file>

<file path=ppt/slides/_rels/slide34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4.xml"/><Relationship Id="rId1" Type="http://schemas.openxmlformats.org/officeDocument/2006/relationships/slideLayout" Target="../slideLayouts/slideLayout1.xml"/></Relationships>
</file>

<file path=ppt/slides/_rels/slide34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5.xml"/><Relationship Id="rId1" Type="http://schemas.openxmlformats.org/officeDocument/2006/relationships/slideLayout" Target="../slideLayouts/slideLayout1.xml"/></Relationships>
</file>

<file path=ppt/slides/_rels/slide34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6.xml"/><Relationship Id="rId1" Type="http://schemas.openxmlformats.org/officeDocument/2006/relationships/slideLayout" Target="../slideLayouts/slideLayout1.xml"/></Relationships>
</file>

<file path=ppt/slides/_rels/slide34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7.xml"/><Relationship Id="rId1" Type="http://schemas.openxmlformats.org/officeDocument/2006/relationships/slideLayout" Target="../slideLayouts/slideLayout1.xml"/></Relationships>
</file>

<file path=ppt/slides/_rels/slide34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8.xml"/><Relationship Id="rId1" Type="http://schemas.openxmlformats.org/officeDocument/2006/relationships/slideLayout" Target="../slideLayouts/slideLayout1.xml"/></Relationships>
</file>

<file path=ppt/slides/_rels/slide34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79.xml"/><Relationship Id="rId1" Type="http://schemas.openxmlformats.org/officeDocument/2006/relationships/slideLayout" Target="../slideLayouts/slideLayout1.xml"/></Relationships>
</file>

<file path=ppt/slides/_rels/slide34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0.xml"/><Relationship Id="rId1" Type="http://schemas.openxmlformats.org/officeDocument/2006/relationships/slideLayout" Target="../slideLayouts/slideLayout1.xml"/></Relationships>
</file>

<file path=ppt/slides/_rels/slide34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1.xml"/><Relationship Id="rId1" Type="http://schemas.openxmlformats.org/officeDocument/2006/relationships/slideLayout" Target="../slideLayouts/slideLayout1.xml"/></Relationships>
</file>

<file path=ppt/slides/_rels/slide34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2.xml"/><Relationship Id="rId1" Type="http://schemas.openxmlformats.org/officeDocument/2006/relationships/slideLayout" Target="../slideLayouts/slideLayout1.xml"/></Relationships>
</file>

<file path=ppt/slides/_rels/slide34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3.xml"/><Relationship Id="rId1" Type="http://schemas.openxmlformats.org/officeDocument/2006/relationships/slideLayout" Target="../slideLayouts/slideLayout1.xml"/></Relationships>
</file>

<file path=ppt/slides/_rels/slide34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4.xml"/><Relationship Id="rId1" Type="http://schemas.openxmlformats.org/officeDocument/2006/relationships/slideLayout" Target="../slideLayouts/slideLayout1.xml"/></Relationships>
</file>

<file path=ppt/slides/_rels/slide34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5.xml"/><Relationship Id="rId1" Type="http://schemas.openxmlformats.org/officeDocument/2006/relationships/slideLayout" Target="../slideLayouts/slideLayout1.xml"/></Relationships>
</file>

<file path=ppt/slides/_rels/slide34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6.xml"/><Relationship Id="rId1" Type="http://schemas.openxmlformats.org/officeDocument/2006/relationships/slideLayout" Target="../slideLayouts/slideLayout1.xml"/></Relationships>
</file>

<file path=ppt/slides/_rels/slide34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7.xml"/><Relationship Id="rId1" Type="http://schemas.openxmlformats.org/officeDocument/2006/relationships/slideLayout" Target="../slideLayouts/slideLayout1.xml"/></Relationships>
</file>

<file path=ppt/slides/_rels/slide34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8.xml"/><Relationship Id="rId1" Type="http://schemas.openxmlformats.org/officeDocument/2006/relationships/slideLayout" Target="../slideLayouts/slideLayout1.xml"/></Relationships>
</file>

<file path=ppt/slides/_rels/slide34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89.xml"/><Relationship Id="rId1" Type="http://schemas.openxmlformats.org/officeDocument/2006/relationships/slideLayout" Target="../slideLayouts/slideLayout1.xml"/></Relationships>
</file>

<file path=ppt/slides/_rels/slide34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0.xml"/><Relationship Id="rId1" Type="http://schemas.openxmlformats.org/officeDocument/2006/relationships/slideLayout" Target="../slideLayouts/slideLayout1.xml"/></Relationships>
</file>

<file path=ppt/slides/_rels/slide34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1.xml"/><Relationship Id="rId1" Type="http://schemas.openxmlformats.org/officeDocument/2006/relationships/slideLayout" Target="../slideLayouts/slideLayout1.xml"/></Relationships>
</file>

<file path=ppt/slides/_rels/slide34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2.xml"/><Relationship Id="rId1" Type="http://schemas.openxmlformats.org/officeDocument/2006/relationships/slideLayout" Target="../slideLayouts/slideLayout1.xml"/></Relationships>
</file>

<file path=ppt/slides/_rels/slide34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3.xml"/><Relationship Id="rId1" Type="http://schemas.openxmlformats.org/officeDocument/2006/relationships/slideLayout" Target="../slideLayouts/slideLayout1.xml"/></Relationships>
</file>

<file path=ppt/slides/_rels/slide34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4.xml"/><Relationship Id="rId1" Type="http://schemas.openxmlformats.org/officeDocument/2006/relationships/slideLayout" Target="../slideLayouts/slideLayout1.xml"/></Relationships>
</file>

<file path=ppt/slides/_rels/slide34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5.xml"/><Relationship Id="rId1" Type="http://schemas.openxmlformats.org/officeDocument/2006/relationships/slideLayout" Target="../slideLayouts/slideLayout1.xml"/></Relationships>
</file>

<file path=ppt/slides/_rels/slide34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6.xml"/><Relationship Id="rId1" Type="http://schemas.openxmlformats.org/officeDocument/2006/relationships/slideLayout" Target="../slideLayouts/slideLayout1.xml"/></Relationships>
</file>

<file path=ppt/slides/_rels/slide34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7.xml"/><Relationship Id="rId1" Type="http://schemas.openxmlformats.org/officeDocument/2006/relationships/slideLayout" Target="../slideLayouts/slideLayout1.xml"/></Relationships>
</file>

<file path=ppt/slides/_rels/slide34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8.xml"/><Relationship Id="rId1" Type="http://schemas.openxmlformats.org/officeDocument/2006/relationships/slideLayout" Target="../slideLayouts/slideLayout1.xml"/></Relationships>
</file>

<file path=ppt/slides/_rels/slide34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299.xml"/><Relationship Id="rId1" Type="http://schemas.openxmlformats.org/officeDocument/2006/relationships/slideLayout" Target="../slideLayouts/slideLayout1.xml"/></Relationships>
</file>

<file path=ppt/slides/_rels/slide34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0.xml"/><Relationship Id="rId1" Type="http://schemas.openxmlformats.org/officeDocument/2006/relationships/slideLayout" Target="../slideLayouts/slideLayout1.xml"/></Relationships>
</file>

<file path=ppt/slides/_rels/slide34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1.xml"/><Relationship Id="rId1" Type="http://schemas.openxmlformats.org/officeDocument/2006/relationships/slideLayout" Target="../slideLayouts/slideLayout1.xml"/></Relationships>
</file>

<file path=ppt/slides/_rels/slide34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2.xml"/><Relationship Id="rId1" Type="http://schemas.openxmlformats.org/officeDocument/2006/relationships/slideLayout" Target="../slideLayouts/slideLayout1.xml"/></Relationships>
</file>

<file path=ppt/slides/_rels/slide34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3.xml"/><Relationship Id="rId1" Type="http://schemas.openxmlformats.org/officeDocument/2006/relationships/slideLayout" Target="../slideLayouts/slideLayout1.xml"/></Relationships>
</file>

<file path=ppt/slides/_rels/slide34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4.xml"/><Relationship Id="rId1" Type="http://schemas.openxmlformats.org/officeDocument/2006/relationships/slideLayout" Target="../slideLayouts/slideLayout1.xml"/></Relationships>
</file>

<file path=ppt/slides/_rels/slide34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5.xml"/><Relationship Id="rId1" Type="http://schemas.openxmlformats.org/officeDocument/2006/relationships/slideLayout" Target="../slideLayouts/slideLayout1.xml"/></Relationships>
</file>

<file path=ppt/slides/_rels/slide34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6.xml"/><Relationship Id="rId1" Type="http://schemas.openxmlformats.org/officeDocument/2006/relationships/slideLayout" Target="../slideLayouts/slideLayout1.xml"/></Relationships>
</file>

<file path=ppt/slides/_rels/slide34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7.xml"/><Relationship Id="rId1" Type="http://schemas.openxmlformats.org/officeDocument/2006/relationships/slideLayout" Target="../slideLayouts/slideLayout1.xml"/></Relationships>
</file>

<file path=ppt/slides/_rels/slide34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8.xml"/><Relationship Id="rId1" Type="http://schemas.openxmlformats.org/officeDocument/2006/relationships/slideLayout" Target="../slideLayouts/slideLayout1.xml"/></Relationships>
</file>

<file path=ppt/slides/_rels/slide34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09.xml"/><Relationship Id="rId1" Type="http://schemas.openxmlformats.org/officeDocument/2006/relationships/slideLayout" Target="../slideLayouts/slideLayout1.xml"/></Relationships>
</file>

<file path=ppt/slides/_rels/slide34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0.xml"/><Relationship Id="rId1" Type="http://schemas.openxmlformats.org/officeDocument/2006/relationships/slideLayout" Target="../slideLayouts/slideLayout1.xml"/></Relationships>
</file>

<file path=ppt/slides/_rels/slide34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1.xml"/><Relationship Id="rId1" Type="http://schemas.openxmlformats.org/officeDocument/2006/relationships/slideLayout" Target="../slideLayouts/slideLayout1.xml"/></Relationships>
</file>

<file path=ppt/slides/_rels/slide34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2.xml"/><Relationship Id="rId1" Type="http://schemas.openxmlformats.org/officeDocument/2006/relationships/slideLayout" Target="../slideLayouts/slideLayout1.xml"/></Relationships>
</file>

<file path=ppt/slides/_rels/slide34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3.xml"/><Relationship Id="rId1" Type="http://schemas.openxmlformats.org/officeDocument/2006/relationships/slideLayout" Target="../slideLayouts/slideLayout1.xml"/></Relationships>
</file>

<file path=ppt/slides/_rels/slide34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4.xml"/><Relationship Id="rId1" Type="http://schemas.openxmlformats.org/officeDocument/2006/relationships/slideLayout" Target="../slideLayouts/slideLayout1.xml"/></Relationships>
</file>

<file path=ppt/slides/_rels/slide34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5.xml"/><Relationship Id="rId1" Type="http://schemas.openxmlformats.org/officeDocument/2006/relationships/slideLayout" Target="../slideLayouts/slideLayout1.xml"/></Relationships>
</file>

<file path=ppt/slides/_rels/slide34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6.xml"/><Relationship Id="rId1" Type="http://schemas.openxmlformats.org/officeDocument/2006/relationships/slideLayout" Target="../slideLayouts/slideLayout1.xml"/></Relationships>
</file>

<file path=ppt/slides/_rels/slide34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7.xml"/><Relationship Id="rId1" Type="http://schemas.openxmlformats.org/officeDocument/2006/relationships/slideLayout" Target="../slideLayouts/slideLayout1.xml"/></Relationships>
</file>

<file path=ppt/slides/_rels/slide34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8.xml"/><Relationship Id="rId1" Type="http://schemas.openxmlformats.org/officeDocument/2006/relationships/slideLayout" Target="../slideLayouts/slideLayout1.xml"/></Relationships>
</file>

<file path=ppt/slides/_rels/slide34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19.xml"/><Relationship Id="rId1" Type="http://schemas.openxmlformats.org/officeDocument/2006/relationships/slideLayout" Target="../slideLayouts/slideLayout1.xml"/></Relationships>
</file>

<file path=ppt/slides/_rels/slide34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0.xml"/><Relationship Id="rId1" Type="http://schemas.openxmlformats.org/officeDocument/2006/relationships/slideLayout" Target="../slideLayouts/slideLayout1.xml"/></Relationships>
</file>

<file path=ppt/slides/_rels/slide34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1.xml"/><Relationship Id="rId1" Type="http://schemas.openxmlformats.org/officeDocument/2006/relationships/slideLayout" Target="../slideLayouts/slideLayout1.xml"/></Relationships>
</file>

<file path=ppt/slides/_rels/slide34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2.xml"/><Relationship Id="rId1" Type="http://schemas.openxmlformats.org/officeDocument/2006/relationships/slideLayout" Target="../slideLayouts/slideLayout1.xml"/></Relationships>
</file>

<file path=ppt/slides/_rels/slide34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3.xml"/><Relationship Id="rId1" Type="http://schemas.openxmlformats.org/officeDocument/2006/relationships/slideLayout" Target="../slideLayouts/slideLayout1.xml"/></Relationships>
</file>

<file path=ppt/slides/_rels/slide34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4.xml"/><Relationship Id="rId1" Type="http://schemas.openxmlformats.org/officeDocument/2006/relationships/slideLayout" Target="../slideLayouts/slideLayout1.xml"/></Relationships>
</file>

<file path=ppt/slides/_rels/slide34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5.xml"/><Relationship Id="rId1" Type="http://schemas.openxmlformats.org/officeDocument/2006/relationships/slideLayout" Target="../slideLayouts/slideLayout1.xml"/></Relationships>
</file>

<file path=ppt/slides/_rels/slide34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6.xml"/><Relationship Id="rId1" Type="http://schemas.openxmlformats.org/officeDocument/2006/relationships/slideLayout" Target="../slideLayouts/slideLayout1.xml"/></Relationships>
</file>

<file path=ppt/slides/_rels/slide34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7.xml"/><Relationship Id="rId1" Type="http://schemas.openxmlformats.org/officeDocument/2006/relationships/slideLayout" Target="../slideLayouts/slideLayout1.xml"/></Relationships>
</file>

<file path=ppt/slides/_rels/slide34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8.xml"/><Relationship Id="rId1" Type="http://schemas.openxmlformats.org/officeDocument/2006/relationships/slideLayout" Target="../slideLayouts/slideLayout1.xml"/></Relationships>
</file>

<file path=ppt/slides/_rels/slide34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29.xml"/><Relationship Id="rId1" Type="http://schemas.openxmlformats.org/officeDocument/2006/relationships/slideLayout" Target="../slideLayouts/slideLayout1.xml"/></Relationships>
</file>

<file path=ppt/slides/_rels/slide34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0.xml"/><Relationship Id="rId1" Type="http://schemas.openxmlformats.org/officeDocument/2006/relationships/slideLayout" Target="../slideLayouts/slideLayout1.xml"/></Relationships>
</file>

<file path=ppt/slides/_rels/slide34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1.xml"/><Relationship Id="rId1" Type="http://schemas.openxmlformats.org/officeDocument/2006/relationships/slideLayout" Target="../slideLayouts/slideLayout1.xml"/></Relationships>
</file>

<file path=ppt/slides/_rels/slide34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2.xml"/><Relationship Id="rId1" Type="http://schemas.openxmlformats.org/officeDocument/2006/relationships/slideLayout" Target="../slideLayouts/slideLayout1.xml"/></Relationships>
</file>

<file path=ppt/slides/_rels/slide34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3.xml"/><Relationship Id="rId1" Type="http://schemas.openxmlformats.org/officeDocument/2006/relationships/slideLayout" Target="../slideLayouts/slideLayout1.xml"/></Relationships>
</file>

<file path=ppt/slides/_rels/slide34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4.xml"/><Relationship Id="rId1" Type="http://schemas.openxmlformats.org/officeDocument/2006/relationships/slideLayout" Target="../slideLayouts/slideLayout1.xml"/></Relationships>
</file>

<file path=ppt/slides/_rels/slide34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5.xml"/><Relationship Id="rId1" Type="http://schemas.openxmlformats.org/officeDocument/2006/relationships/slideLayout" Target="../slideLayouts/slideLayout1.xml"/></Relationships>
</file>

<file path=ppt/slides/_rels/slide34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6.xml"/><Relationship Id="rId1" Type="http://schemas.openxmlformats.org/officeDocument/2006/relationships/slideLayout" Target="../slideLayouts/slideLayout1.xml"/></Relationships>
</file>

<file path=ppt/slides/_rels/slide34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7.xml"/><Relationship Id="rId1" Type="http://schemas.openxmlformats.org/officeDocument/2006/relationships/slideLayout" Target="../slideLayouts/slideLayout1.xml"/></Relationships>
</file>

<file path=ppt/slides/_rels/slide34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8.xml"/><Relationship Id="rId1" Type="http://schemas.openxmlformats.org/officeDocument/2006/relationships/slideLayout" Target="../slideLayouts/slideLayout1.xml"/></Relationships>
</file>

<file path=ppt/slides/_rels/slide34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39.xml"/><Relationship Id="rId1" Type="http://schemas.openxmlformats.org/officeDocument/2006/relationships/slideLayout" Target="../slideLayouts/slideLayout1.xml"/></Relationships>
</file>

<file path=ppt/slides/_rels/slide34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0.xml"/><Relationship Id="rId1" Type="http://schemas.openxmlformats.org/officeDocument/2006/relationships/slideLayout" Target="../slideLayouts/slideLayout1.xml"/></Relationships>
</file>

<file path=ppt/slides/_rels/slide34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1.xml"/><Relationship Id="rId1" Type="http://schemas.openxmlformats.org/officeDocument/2006/relationships/slideLayout" Target="../slideLayouts/slideLayout1.xml"/></Relationships>
</file>

<file path=ppt/slides/_rels/slide34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2.xml"/><Relationship Id="rId1" Type="http://schemas.openxmlformats.org/officeDocument/2006/relationships/slideLayout" Target="../slideLayouts/slideLayout1.xml"/></Relationships>
</file>

<file path=ppt/slides/_rels/slide34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3.xml"/><Relationship Id="rId1" Type="http://schemas.openxmlformats.org/officeDocument/2006/relationships/slideLayout" Target="../slideLayouts/slideLayout1.xml"/></Relationships>
</file>

<file path=ppt/slides/_rels/slide34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4.xml"/><Relationship Id="rId1" Type="http://schemas.openxmlformats.org/officeDocument/2006/relationships/slideLayout" Target="../slideLayouts/slideLayout1.xml"/></Relationships>
</file>

<file path=ppt/slides/_rels/slide34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5.xml"/><Relationship Id="rId1" Type="http://schemas.openxmlformats.org/officeDocument/2006/relationships/slideLayout" Target="../slideLayouts/slideLayout1.xml"/></Relationships>
</file>

<file path=ppt/slides/_rels/slide34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6.xml"/><Relationship Id="rId1" Type="http://schemas.openxmlformats.org/officeDocument/2006/relationships/slideLayout" Target="../slideLayouts/slideLayout1.xml"/></Relationships>
</file>

<file path=ppt/slides/_rels/slide34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7.xml"/><Relationship Id="rId1" Type="http://schemas.openxmlformats.org/officeDocument/2006/relationships/slideLayout" Target="../slideLayouts/slideLayout1.xml"/></Relationships>
</file>

<file path=ppt/slides/_rels/slide34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8.xml"/><Relationship Id="rId1" Type="http://schemas.openxmlformats.org/officeDocument/2006/relationships/slideLayout" Target="../slideLayouts/slideLayout1.xml"/></Relationships>
</file>

<file path=ppt/slides/_rels/slide34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49.xml"/><Relationship Id="rId1" Type="http://schemas.openxmlformats.org/officeDocument/2006/relationships/slideLayout" Target="../slideLayouts/slideLayout1.xml"/></Relationships>
</file>

<file path=ppt/slides/_rels/slide34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0.xml"/><Relationship Id="rId1" Type="http://schemas.openxmlformats.org/officeDocument/2006/relationships/slideLayout" Target="../slideLayouts/slideLayout1.xml"/></Relationships>
</file>

<file path=ppt/slides/_rels/slide34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1.xml"/><Relationship Id="rId1" Type="http://schemas.openxmlformats.org/officeDocument/2006/relationships/slideLayout" Target="../slideLayouts/slideLayout1.xml"/></Relationships>
</file>

<file path=ppt/slides/_rels/slide34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2.xml"/><Relationship Id="rId1" Type="http://schemas.openxmlformats.org/officeDocument/2006/relationships/slideLayout" Target="../slideLayouts/slideLayout1.xml"/></Relationships>
</file>

<file path=ppt/slides/_rels/slide34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3.xml"/><Relationship Id="rId1" Type="http://schemas.openxmlformats.org/officeDocument/2006/relationships/slideLayout" Target="../slideLayouts/slideLayout1.xml"/></Relationships>
</file>

<file path=ppt/slides/_rels/slide34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4.xml"/><Relationship Id="rId1" Type="http://schemas.openxmlformats.org/officeDocument/2006/relationships/slideLayout" Target="../slideLayouts/slideLayout1.xml"/></Relationships>
</file>

<file path=ppt/slides/_rels/slide34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5.xml"/><Relationship Id="rId1" Type="http://schemas.openxmlformats.org/officeDocument/2006/relationships/slideLayout" Target="../slideLayouts/slideLayout1.xml"/></Relationships>
</file>

<file path=ppt/slides/_rels/slide34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6.xml"/><Relationship Id="rId1" Type="http://schemas.openxmlformats.org/officeDocument/2006/relationships/slideLayout" Target="../slideLayouts/slideLayout1.xml"/></Relationships>
</file>

<file path=ppt/slides/_rels/slide34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7.xml"/><Relationship Id="rId1" Type="http://schemas.openxmlformats.org/officeDocument/2006/relationships/slideLayout" Target="../slideLayouts/slideLayout1.xml"/></Relationships>
</file>

<file path=ppt/slides/_rels/slide34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8.xml"/><Relationship Id="rId1" Type="http://schemas.openxmlformats.org/officeDocument/2006/relationships/slideLayout" Target="../slideLayouts/slideLayout1.xml"/></Relationships>
</file>

<file path=ppt/slides/_rels/slide34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59.xml"/><Relationship Id="rId1" Type="http://schemas.openxmlformats.org/officeDocument/2006/relationships/slideLayout" Target="../slideLayouts/slideLayout1.xml"/></Relationships>
</file>

<file path=ppt/slides/_rels/slide34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0.xml"/><Relationship Id="rId1" Type="http://schemas.openxmlformats.org/officeDocument/2006/relationships/slideLayout" Target="../slideLayouts/slideLayout1.xml"/></Relationships>
</file>

<file path=ppt/slides/_rels/slide34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1.xml"/><Relationship Id="rId1" Type="http://schemas.openxmlformats.org/officeDocument/2006/relationships/slideLayout" Target="../slideLayouts/slideLayout1.xml"/></Relationships>
</file>

<file path=ppt/slides/_rels/slide34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2.xml"/><Relationship Id="rId1" Type="http://schemas.openxmlformats.org/officeDocument/2006/relationships/slideLayout" Target="../slideLayouts/slideLayout1.xml"/></Relationships>
</file>

<file path=ppt/slides/_rels/slide34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3.xml"/><Relationship Id="rId1" Type="http://schemas.openxmlformats.org/officeDocument/2006/relationships/slideLayout" Target="../slideLayouts/slideLayout1.xml"/></Relationships>
</file>

<file path=ppt/slides/_rels/slide34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4.xml"/><Relationship Id="rId1" Type="http://schemas.openxmlformats.org/officeDocument/2006/relationships/slideLayout" Target="../slideLayouts/slideLayout1.xml"/></Relationships>
</file>

<file path=ppt/slides/_rels/slide34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5.xml"/><Relationship Id="rId1" Type="http://schemas.openxmlformats.org/officeDocument/2006/relationships/slideLayout" Target="../slideLayouts/slideLayout1.xml"/></Relationships>
</file>

<file path=ppt/slides/_rels/slide35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6.xml"/><Relationship Id="rId1" Type="http://schemas.openxmlformats.org/officeDocument/2006/relationships/slideLayout" Target="../slideLayouts/slideLayout1.xml"/></Relationships>
</file>

<file path=ppt/slides/_rels/slide35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7.xml"/><Relationship Id="rId1" Type="http://schemas.openxmlformats.org/officeDocument/2006/relationships/slideLayout" Target="../slideLayouts/slideLayout1.xml"/></Relationships>
</file>

<file path=ppt/slides/_rels/slide35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8.xml"/><Relationship Id="rId1" Type="http://schemas.openxmlformats.org/officeDocument/2006/relationships/slideLayout" Target="../slideLayouts/slideLayout1.xml"/></Relationships>
</file>

<file path=ppt/slides/_rels/slide35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69.xml"/><Relationship Id="rId1" Type="http://schemas.openxmlformats.org/officeDocument/2006/relationships/slideLayout" Target="../slideLayouts/slideLayout1.xml"/></Relationships>
</file>

<file path=ppt/slides/_rels/slide35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0.xml"/><Relationship Id="rId1" Type="http://schemas.openxmlformats.org/officeDocument/2006/relationships/slideLayout" Target="../slideLayouts/slideLayout1.xml"/></Relationships>
</file>

<file path=ppt/slides/_rels/slide35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1.xml"/><Relationship Id="rId1" Type="http://schemas.openxmlformats.org/officeDocument/2006/relationships/slideLayout" Target="../slideLayouts/slideLayout1.xml"/></Relationships>
</file>

<file path=ppt/slides/_rels/slide35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2.xml"/><Relationship Id="rId1" Type="http://schemas.openxmlformats.org/officeDocument/2006/relationships/slideLayout" Target="../slideLayouts/slideLayout1.xml"/></Relationships>
</file>

<file path=ppt/slides/_rels/slide35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3.xml"/><Relationship Id="rId1" Type="http://schemas.openxmlformats.org/officeDocument/2006/relationships/slideLayout" Target="../slideLayouts/slideLayout1.xml"/></Relationships>
</file>

<file path=ppt/slides/_rels/slide35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4.xml"/><Relationship Id="rId1" Type="http://schemas.openxmlformats.org/officeDocument/2006/relationships/slideLayout" Target="../slideLayouts/slideLayout1.xml"/></Relationships>
</file>

<file path=ppt/slides/_rels/slide35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5.xml"/><Relationship Id="rId1" Type="http://schemas.openxmlformats.org/officeDocument/2006/relationships/slideLayout" Target="../slideLayouts/slideLayout1.xml"/></Relationships>
</file>

<file path=ppt/slides/_rels/slide35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6.xml"/><Relationship Id="rId1" Type="http://schemas.openxmlformats.org/officeDocument/2006/relationships/slideLayout" Target="../slideLayouts/slideLayout1.xml"/></Relationships>
</file>

<file path=ppt/slides/_rels/slide35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7.xml"/><Relationship Id="rId1" Type="http://schemas.openxmlformats.org/officeDocument/2006/relationships/slideLayout" Target="../slideLayouts/slideLayout1.xml"/></Relationships>
</file>

<file path=ppt/slides/_rels/slide35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8.xml"/><Relationship Id="rId1" Type="http://schemas.openxmlformats.org/officeDocument/2006/relationships/slideLayout" Target="../slideLayouts/slideLayout1.xml"/></Relationships>
</file>

<file path=ppt/slides/_rels/slide35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79.xml"/><Relationship Id="rId1" Type="http://schemas.openxmlformats.org/officeDocument/2006/relationships/slideLayout" Target="../slideLayouts/slideLayout1.xml"/></Relationships>
</file>

<file path=ppt/slides/_rels/slide35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0.xml"/><Relationship Id="rId1" Type="http://schemas.openxmlformats.org/officeDocument/2006/relationships/slideLayout" Target="../slideLayouts/slideLayout1.xml"/></Relationships>
</file>

<file path=ppt/slides/_rels/slide35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1.xml"/><Relationship Id="rId1" Type="http://schemas.openxmlformats.org/officeDocument/2006/relationships/slideLayout" Target="../slideLayouts/slideLayout1.xml"/></Relationships>
</file>

<file path=ppt/slides/_rels/slide35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2.xml"/><Relationship Id="rId1" Type="http://schemas.openxmlformats.org/officeDocument/2006/relationships/slideLayout" Target="../slideLayouts/slideLayout1.xml"/></Relationships>
</file>

<file path=ppt/slides/_rels/slide35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3.xml"/><Relationship Id="rId1" Type="http://schemas.openxmlformats.org/officeDocument/2006/relationships/slideLayout" Target="../slideLayouts/slideLayout1.xml"/></Relationships>
</file>

<file path=ppt/slides/_rels/slide35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4.xml"/><Relationship Id="rId1" Type="http://schemas.openxmlformats.org/officeDocument/2006/relationships/slideLayout" Target="../slideLayouts/slideLayout1.xml"/></Relationships>
</file>

<file path=ppt/slides/_rels/slide35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5.xml"/><Relationship Id="rId1" Type="http://schemas.openxmlformats.org/officeDocument/2006/relationships/slideLayout" Target="../slideLayouts/slideLayout1.xml"/></Relationships>
</file>

<file path=ppt/slides/_rels/slide35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6.xml"/><Relationship Id="rId1" Type="http://schemas.openxmlformats.org/officeDocument/2006/relationships/slideLayout" Target="../slideLayouts/slideLayout1.xml"/></Relationships>
</file>

<file path=ppt/slides/_rels/slide35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7.xml"/><Relationship Id="rId1" Type="http://schemas.openxmlformats.org/officeDocument/2006/relationships/slideLayout" Target="../slideLayouts/slideLayout1.xml"/></Relationships>
</file>

<file path=ppt/slides/_rels/slide35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8.xml"/><Relationship Id="rId1" Type="http://schemas.openxmlformats.org/officeDocument/2006/relationships/slideLayout" Target="../slideLayouts/slideLayout1.xml"/></Relationships>
</file>

<file path=ppt/slides/_rels/slide35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89.xml"/><Relationship Id="rId1" Type="http://schemas.openxmlformats.org/officeDocument/2006/relationships/slideLayout" Target="../slideLayouts/slideLayout1.xml"/></Relationships>
</file>

<file path=ppt/slides/_rels/slide35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0.xml"/><Relationship Id="rId1" Type="http://schemas.openxmlformats.org/officeDocument/2006/relationships/slideLayout" Target="../slideLayouts/slideLayout1.xml"/></Relationships>
</file>

<file path=ppt/slides/_rels/slide35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1.xml"/><Relationship Id="rId1" Type="http://schemas.openxmlformats.org/officeDocument/2006/relationships/slideLayout" Target="../slideLayouts/slideLayout1.xml"/></Relationships>
</file>

<file path=ppt/slides/_rels/slide35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2.xml"/><Relationship Id="rId1" Type="http://schemas.openxmlformats.org/officeDocument/2006/relationships/slideLayout" Target="../slideLayouts/slideLayout1.xml"/></Relationships>
</file>

<file path=ppt/slides/_rels/slide35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3.xml"/><Relationship Id="rId1" Type="http://schemas.openxmlformats.org/officeDocument/2006/relationships/slideLayout" Target="../slideLayouts/slideLayout1.xml"/></Relationships>
</file>

<file path=ppt/slides/_rels/slide35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4.xml"/><Relationship Id="rId1" Type="http://schemas.openxmlformats.org/officeDocument/2006/relationships/slideLayout" Target="../slideLayouts/slideLayout1.xml"/></Relationships>
</file>

<file path=ppt/slides/_rels/slide35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5.xml"/><Relationship Id="rId1" Type="http://schemas.openxmlformats.org/officeDocument/2006/relationships/slideLayout" Target="../slideLayouts/slideLayout1.xml"/></Relationships>
</file>

<file path=ppt/slides/_rels/slide35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6.xml"/><Relationship Id="rId1" Type="http://schemas.openxmlformats.org/officeDocument/2006/relationships/slideLayout" Target="../slideLayouts/slideLayout1.xml"/></Relationships>
</file>

<file path=ppt/slides/_rels/slide35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7.xml"/><Relationship Id="rId1" Type="http://schemas.openxmlformats.org/officeDocument/2006/relationships/slideLayout" Target="../slideLayouts/slideLayout1.xml"/></Relationships>
</file>

<file path=ppt/slides/_rels/slide35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8.xml"/><Relationship Id="rId1" Type="http://schemas.openxmlformats.org/officeDocument/2006/relationships/slideLayout" Target="../slideLayouts/slideLayout1.xml"/></Relationships>
</file>

<file path=ppt/slides/_rels/slide35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399.xml"/><Relationship Id="rId1" Type="http://schemas.openxmlformats.org/officeDocument/2006/relationships/slideLayout" Target="../slideLayouts/slideLayout1.xml"/></Relationships>
</file>

<file path=ppt/slides/_rels/slide35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0.xml"/><Relationship Id="rId1" Type="http://schemas.openxmlformats.org/officeDocument/2006/relationships/slideLayout" Target="../slideLayouts/slideLayout1.xml"/></Relationships>
</file>

<file path=ppt/slides/_rels/slide35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1.xml"/><Relationship Id="rId1" Type="http://schemas.openxmlformats.org/officeDocument/2006/relationships/slideLayout" Target="../slideLayouts/slideLayout1.xml"/></Relationships>
</file>

<file path=ppt/slides/_rels/slide35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2.xml"/><Relationship Id="rId1" Type="http://schemas.openxmlformats.org/officeDocument/2006/relationships/slideLayout" Target="../slideLayouts/slideLayout1.xml"/></Relationships>
</file>

<file path=ppt/slides/_rels/slide35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3.xml"/><Relationship Id="rId1" Type="http://schemas.openxmlformats.org/officeDocument/2006/relationships/slideLayout" Target="../slideLayouts/slideLayout1.xml"/></Relationships>
</file>

<file path=ppt/slides/_rels/slide35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4.xml"/><Relationship Id="rId1" Type="http://schemas.openxmlformats.org/officeDocument/2006/relationships/slideLayout" Target="../slideLayouts/slideLayout1.xml"/></Relationships>
</file>

<file path=ppt/slides/_rels/slide35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5.xml"/><Relationship Id="rId1" Type="http://schemas.openxmlformats.org/officeDocument/2006/relationships/slideLayout" Target="../slideLayouts/slideLayout1.xml"/></Relationships>
</file>

<file path=ppt/slides/_rels/slide35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6.xml"/><Relationship Id="rId1" Type="http://schemas.openxmlformats.org/officeDocument/2006/relationships/slideLayout" Target="../slideLayouts/slideLayout1.xml"/></Relationships>
</file>

<file path=ppt/slides/_rels/slide35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7.xml"/><Relationship Id="rId1" Type="http://schemas.openxmlformats.org/officeDocument/2006/relationships/slideLayout" Target="../slideLayouts/slideLayout1.xml"/></Relationships>
</file>

<file path=ppt/slides/_rels/slide35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8.xml"/><Relationship Id="rId1" Type="http://schemas.openxmlformats.org/officeDocument/2006/relationships/slideLayout" Target="../slideLayouts/slideLayout1.xml"/></Relationships>
</file>

<file path=ppt/slides/_rels/slide35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09.xml"/><Relationship Id="rId1" Type="http://schemas.openxmlformats.org/officeDocument/2006/relationships/slideLayout" Target="../slideLayouts/slideLayout1.xml"/></Relationships>
</file>

<file path=ppt/slides/_rels/slide35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0.xml"/><Relationship Id="rId1" Type="http://schemas.openxmlformats.org/officeDocument/2006/relationships/slideLayout" Target="../slideLayouts/slideLayout1.xml"/></Relationships>
</file>

<file path=ppt/slides/_rels/slide35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1.xml"/><Relationship Id="rId1" Type="http://schemas.openxmlformats.org/officeDocument/2006/relationships/slideLayout" Target="../slideLayouts/slideLayout1.xml"/></Relationships>
</file>

<file path=ppt/slides/_rels/slide35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2.xml"/><Relationship Id="rId1" Type="http://schemas.openxmlformats.org/officeDocument/2006/relationships/slideLayout" Target="../slideLayouts/slideLayout1.xml"/></Relationships>
</file>

<file path=ppt/slides/_rels/slide35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3.xml"/><Relationship Id="rId1" Type="http://schemas.openxmlformats.org/officeDocument/2006/relationships/slideLayout" Target="../slideLayouts/slideLayout1.xml"/></Relationships>
</file>

<file path=ppt/slides/_rels/slide35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4.xml"/><Relationship Id="rId1" Type="http://schemas.openxmlformats.org/officeDocument/2006/relationships/slideLayout" Target="../slideLayouts/slideLayout1.xml"/></Relationships>
</file>

<file path=ppt/slides/_rels/slide35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5.xml"/><Relationship Id="rId1" Type="http://schemas.openxmlformats.org/officeDocument/2006/relationships/slideLayout" Target="../slideLayouts/slideLayout1.xml"/></Relationships>
</file>

<file path=ppt/slides/_rels/slide35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6.xml"/><Relationship Id="rId1" Type="http://schemas.openxmlformats.org/officeDocument/2006/relationships/slideLayout" Target="../slideLayouts/slideLayout1.xml"/></Relationships>
</file>

<file path=ppt/slides/_rels/slide35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7.xml"/><Relationship Id="rId1" Type="http://schemas.openxmlformats.org/officeDocument/2006/relationships/slideLayout" Target="../slideLayouts/slideLayout1.xml"/></Relationships>
</file>

<file path=ppt/slides/_rels/slide35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8.xml"/><Relationship Id="rId1" Type="http://schemas.openxmlformats.org/officeDocument/2006/relationships/slideLayout" Target="../slideLayouts/slideLayout1.xml"/></Relationships>
</file>

<file path=ppt/slides/_rels/slide35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19.xml"/><Relationship Id="rId1" Type="http://schemas.openxmlformats.org/officeDocument/2006/relationships/slideLayout" Target="../slideLayouts/slideLayout1.xml"/></Relationships>
</file>

<file path=ppt/slides/_rels/slide35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0.xml"/><Relationship Id="rId1" Type="http://schemas.openxmlformats.org/officeDocument/2006/relationships/slideLayout" Target="../slideLayouts/slideLayout1.xml"/></Relationships>
</file>

<file path=ppt/slides/_rels/slide35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1.xml"/><Relationship Id="rId1" Type="http://schemas.openxmlformats.org/officeDocument/2006/relationships/slideLayout" Target="../slideLayouts/slideLayout1.xml"/></Relationships>
</file>

<file path=ppt/slides/_rels/slide35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2.xml"/><Relationship Id="rId1" Type="http://schemas.openxmlformats.org/officeDocument/2006/relationships/slideLayout" Target="../slideLayouts/slideLayout1.xml"/></Relationships>
</file>

<file path=ppt/slides/_rels/slide35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3.xml"/><Relationship Id="rId1" Type="http://schemas.openxmlformats.org/officeDocument/2006/relationships/slideLayout" Target="../slideLayouts/slideLayout1.xml"/></Relationships>
</file>

<file path=ppt/slides/_rels/slide35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4.xml"/><Relationship Id="rId1" Type="http://schemas.openxmlformats.org/officeDocument/2006/relationships/slideLayout" Target="../slideLayouts/slideLayout1.xml"/></Relationships>
</file>

<file path=ppt/slides/_rels/slide35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5.xml"/><Relationship Id="rId1" Type="http://schemas.openxmlformats.org/officeDocument/2006/relationships/slideLayout" Target="../slideLayouts/slideLayout1.xml"/></Relationships>
</file>

<file path=ppt/slides/_rels/slide35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6.xml"/><Relationship Id="rId1" Type="http://schemas.openxmlformats.org/officeDocument/2006/relationships/slideLayout" Target="../slideLayouts/slideLayout1.xml"/></Relationships>
</file>

<file path=ppt/slides/_rels/slide35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7.xml"/><Relationship Id="rId1" Type="http://schemas.openxmlformats.org/officeDocument/2006/relationships/slideLayout" Target="../slideLayouts/slideLayout1.xml"/></Relationships>
</file>

<file path=ppt/slides/_rels/slide35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8.xml"/><Relationship Id="rId1" Type="http://schemas.openxmlformats.org/officeDocument/2006/relationships/slideLayout" Target="../slideLayouts/slideLayout1.xml"/></Relationships>
</file>

<file path=ppt/slides/_rels/slide35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29.xml"/><Relationship Id="rId1" Type="http://schemas.openxmlformats.org/officeDocument/2006/relationships/slideLayout" Target="../slideLayouts/slideLayout1.xml"/></Relationships>
</file>

<file path=ppt/slides/_rels/slide35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0.xml"/><Relationship Id="rId1" Type="http://schemas.openxmlformats.org/officeDocument/2006/relationships/slideLayout" Target="../slideLayouts/slideLayout1.xml"/></Relationships>
</file>

<file path=ppt/slides/_rels/slide35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1.xml"/><Relationship Id="rId1" Type="http://schemas.openxmlformats.org/officeDocument/2006/relationships/slideLayout" Target="../slideLayouts/slideLayout1.xml"/></Relationships>
</file>

<file path=ppt/slides/_rels/slide35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2.xml"/><Relationship Id="rId1" Type="http://schemas.openxmlformats.org/officeDocument/2006/relationships/slideLayout" Target="../slideLayouts/slideLayout1.xml"/></Relationships>
</file>

<file path=ppt/slides/_rels/slide35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3.xml"/><Relationship Id="rId1" Type="http://schemas.openxmlformats.org/officeDocument/2006/relationships/slideLayout" Target="../slideLayouts/slideLayout1.xml"/></Relationships>
</file>

<file path=ppt/slides/_rels/slide35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4.xml"/><Relationship Id="rId1" Type="http://schemas.openxmlformats.org/officeDocument/2006/relationships/slideLayout" Target="../slideLayouts/slideLayout1.xml"/></Relationships>
</file>

<file path=ppt/slides/_rels/slide35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5.xml"/><Relationship Id="rId1" Type="http://schemas.openxmlformats.org/officeDocument/2006/relationships/slideLayout" Target="../slideLayouts/slideLayout1.xml"/></Relationships>
</file>

<file path=ppt/slides/_rels/slide35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6.xml"/><Relationship Id="rId1" Type="http://schemas.openxmlformats.org/officeDocument/2006/relationships/slideLayout" Target="../slideLayouts/slideLayout1.xml"/></Relationships>
</file>

<file path=ppt/slides/_rels/slide35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7.xml"/><Relationship Id="rId1" Type="http://schemas.openxmlformats.org/officeDocument/2006/relationships/slideLayout" Target="../slideLayouts/slideLayout1.xml"/></Relationships>
</file>

<file path=ppt/slides/_rels/slide35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8.xml"/><Relationship Id="rId1" Type="http://schemas.openxmlformats.org/officeDocument/2006/relationships/slideLayout" Target="../slideLayouts/slideLayout1.xml"/></Relationships>
</file>

<file path=ppt/slides/_rels/slide35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39.xml"/><Relationship Id="rId1" Type="http://schemas.openxmlformats.org/officeDocument/2006/relationships/slideLayout" Target="../slideLayouts/slideLayout1.xml"/></Relationships>
</file>

<file path=ppt/slides/_rels/slide35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0.xml"/><Relationship Id="rId1" Type="http://schemas.openxmlformats.org/officeDocument/2006/relationships/slideLayout" Target="../slideLayouts/slideLayout1.xml"/></Relationships>
</file>

<file path=ppt/slides/_rels/slide35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1.xml"/><Relationship Id="rId1" Type="http://schemas.openxmlformats.org/officeDocument/2006/relationships/slideLayout" Target="../slideLayouts/slideLayout1.xml"/></Relationships>
</file>

<file path=ppt/slides/_rels/slide35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2.xml"/><Relationship Id="rId1" Type="http://schemas.openxmlformats.org/officeDocument/2006/relationships/slideLayout" Target="../slideLayouts/slideLayout1.xml"/></Relationships>
</file>

<file path=ppt/slides/_rels/slide35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3.xml"/><Relationship Id="rId1" Type="http://schemas.openxmlformats.org/officeDocument/2006/relationships/slideLayout" Target="../slideLayouts/slideLayout1.xml"/></Relationships>
</file>

<file path=ppt/slides/_rels/slide35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4.xml"/><Relationship Id="rId1" Type="http://schemas.openxmlformats.org/officeDocument/2006/relationships/slideLayout" Target="../slideLayouts/slideLayout1.xml"/></Relationships>
</file>

<file path=ppt/slides/_rels/slide35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5.xml"/><Relationship Id="rId1" Type="http://schemas.openxmlformats.org/officeDocument/2006/relationships/slideLayout" Target="../slideLayouts/slideLayout1.xml"/></Relationships>
</file>

<file path=ppt/slides/_rels/slide35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6.xml"/><Relationship Id="rId1" Type="http://schemas.openxmlformats.org/officeDocument/2006/relationships/slideLayout" Target="../slideLayouts/slideLayout1.xml"/></Relationships>
</file>

<file path=ppt/slides/_rels/slide35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7.xml"/><Relationship Id="rId1" Type="http://schemas.openxmlformats.org/officeDocument/2006/relationships/slideLayout" Target="../slideLayouts/slideLayout1.xml"/></Relationships>
</file>

<file path=ppt/slides/_rels/slide35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8.xml"/><Relationship Id="rId1" Type="http://schemas.openxmlformats.org/officeDocument/2006/relationships/slideLayout" Target="../slideLayouts/slideLayout1.xml"/></Relationships>
</file>

<file path=ppt/slides/_rels/slide35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49.xml"/><Relationship Id="rId1" Type="http://schemas.openxmlformats.org/officeDocument/2006/relationships/slideLayout" Target="../slideLayouts/slideLayout1.xml"/></Relationships>
</file>

<file path=ppt/slides/_rels/slide35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0.xml"/><Relationship Id="rId1" Type="http://schemas.openxmlformats.org/officeDocument/2006/relationships/slideLayout" Target="../slideLayouts/slideLayout1.xml"/></Relationships>
</file>

<file path=ppt/slides/_rels/slide35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1.xml"/><Relationship Id="rId1" Type="http://schemas.openxmlformats.org/officeDocument/2006/relationships/slideLayout" Target="../slideLayouts/slideLayout1.xml"/></Relationships>
</file>

<file path=ppt/slides/_rels/slide35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2.xml"/><Relationship Id="rId1" Type="http://schemas.openxmlformats.org/officeDocument/2006/relationships/slideLayout" Target="../slideLayouts/slideLayout1.xml"/></Relationships>
</file>

<file path=ppt/slides/_rels/slide35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3.xml"/><Relationship Id="rId1" Type="http://schemas.openxmlformats.org/officeDocument/2006/relationships/slideLayout" Target="../slideLayouts/slideLayout1.xml"/></Relationships>
</file>

<file path=ppt/slides/_rels/slide35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4.xml"/><Relationship Id="rId1" Type="http://schemas.openxmlformats.org/officeDocument/2006/relationships/slideLayout" Target="../slideLayouts/slideLayout1.xml"/></Relationships>
</file>

<file path=ppt/slides/_rels/slide35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5.xml"/><Relationship Id="rId1" Type="http://schemas.openxmlformats.org/officeDocument/2006/relationships/slideLayout" Target="../slideLayouts/slideLayout1.xml"/></Relationships>
</file>

<file path=ppt/slides/_rels/slide35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6.xml"/><Relationship Id="rId1" Type="http://schemas.openxmlformats.org/officeDocument/2006/relationships/slideLayout" Target="../slideLayouts/slideLayout1.xml"/></Relationships>
</file>

<file path=ppt/slides/_rels/slide35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7.xml"/><Relationship Id="rId1" Type="http://schemas.openxmlformats.org/officeDocument/2006/relationships/slideLayout" Target="../slideLayouts/slideLayout1.xml"/></Relationships>
</file>

<file path=ppt/slides/_rels/slide35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8.xml"/><Relationship Id="rId1" Type="http://schemas.openxmlformats.org/officeDocument/2006/relationships/slideLayout" Target="../slideLayouts/slideLayout1.xml"/></Relationships>
</file>

<file path=ppt/slides/_rels/slide35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59.xml"/><Relationship Id="rId1" Type="http://schemas.openxmlformats.org/officeDocument/2006/relationships/slideLayout" Target="../slideLayouts/slideLayout1.xml"/></Relationships>
</file>

<file path=ppt/slides/_rels/slide35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0.xml"/><Relationship Id="rId1" Type="http://schemas.openxmlformats.org/officeDocument/2006/relationships/slideLayout" Target="../slideLayouts/slideLayout1.xml"/></Relationships>
</file>

<file path=ppt/slides/_rels/slide35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1.xml"/><Relationship Id="rId1" Type="http://schemas.openxmlformats.org/officeDocument/2006/relationships/slideLayout" Target="../slideLayouts/slideLayout1.xml"/></Relationships>
</file>

<file path=ppt/slides/_rels/slide35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2.xml"/><Relationship Id="rId1" Type="http://schemas.openxmlformats.org/officeDocument/2006/relationships/slideLayout" Target="../slideLayouts/slideLayout1.xml"/></Relationships>
</file>

<file path=ppt/slides/_rels/slide35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3.xml"/><Relationship Id="rId1" Type="http://schemas.openxmlformats.org/officeDocument/2006/relationships/slideLayout" Target="../slideLayouts/slideLayout1.xml"/></Relationships>
</file>

<file path=ppt/slides/_rels/slide35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4.xml"/><Relationship Id="rId1" Type="http://schemas.openxmlformats.org/officeDocument/2006/relationships/slideLayout" Target="../slideLayouts/slideLayout1.xml"/></Relationships>
</file>

<file path=ppt/slides/_rels/slide35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5.xml"/><Relationship Id="rId1" Type="http://schemas.openxmlformats.org/officeDocument/2006/relationships/slideLayout" Target="../slideLayouts/slideLayout1.xml"/></Relationships>
</file>

<file path=ppt/slides/_rels/slide36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6.xml"/><Relationship Id="rId1" Type="http://schemas.openxmlformats.org/officeDocument/2006/relationships/slideLayout" Target="../slideLayouts/slideLayout1.xml"/></Relationships>
</file>

<file path=ppt/slides/_rels/slide36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7.xml"/><Relationship Id="rId1" Type="http://schemas.openxmlformats.org/officeDocument/2006/relationships/slideLayout" Target="../slideLayouts/slideLayout1.xml"/></Relationships>
</file>

<file path=ppt/slides/_rels/slide36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8.xml"/><Relationship Id="rId1" Type="http://schemas.openxmlformats.org/officeDocument/2006/relationships/slideLayout" Target="../slideLayouts/slideLayout1.xml"/></Relationships>
</file>

<file path=ppt/slides/_rels/slide36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69.xml"/><Relationship Id="rId1" Type="http://schemas.openxmlformats.org/officeDocument/2006/relationships/slideLayout" Target="../slideLayouts/slideLayout1.xml"/></Relationships>
</file>

<file path=ppt/slides/_rels/slide36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0.xml"/><Relationship Id="rId1" Type="http://schemas.openxmlformats.org/officeDocument/2006/relationships/slideLayout" Target="../slideLayouts/slideLayout1.xml"/></Relationships>
</file>

<file path=ppt/slides/_rels/slide36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1.xml"/><Relationship Id="rId1" Type="http://schemas.openxmlformats.org/officeDocument/2006/relationships/slideLayout" Target="../slideLayouts/slideLayout1.xml"/></Relationships>
</file>

<file path=ppt/slides/_rels/slide36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2.xml"/><Relationship Id="rId1" Type="http://schemas.openxmlformats.org/officeDocument/2006/relationships/slideLayout" Target="../slideLayouts/slideLayout1.xml"/></Relationships>
</file>

<file path=ppt/slides/_rels/slide36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3.xml"/><Relationship Id="rId1" Type="http://schemas.openxmlformats.org/officeDocument/2006/relationships/slideLayout" Target="../slideLayouts/slideLayout1.xml"/></Relationships>
</file>

<file path=ppt/slides/_rels/slide36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4.xml"/><Relationship Id="rId1" Type="http://schemas.openxmlformats.org/officeDocument/2006/relationships/slideLayout" Target="../slideLayouts/slideLayout1.xml"/></Relationships>
</file>

<file path=ppt/slides/_rels/slide36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5.xml"/><Relationship Id="rId1" Type="http://schemas.openxmlformats.org/officeDocument/2006/relationships/slideLayout" Target="../slideLayouts/slideLayout1.xml"/></Relationships>
</file>

<file path=ppt/slides/_rels/slide36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6.xml"/><Relationship Id="rId1" Type="http://schemas.openxmlformats.org/officeDocument/2006/relationships/slideLayout" Target="../slideLayouts/slideLayout1.xml"/></Relationships>
</file>

<file path=ppt/slides/_rels/slide36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7.xml"/><Relationship Id="rId1" Type="http://schemas.openxmlformats.org/officeDocument/2006/relationships/slideLayout" Target="../slideLayouts/slideLayout1.xml"/></Relationships>
</file>

<file path=ppt/slides/_rels/slide36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8.xml"/><Relationship Id="rId1" Type="http://schemas.openxmlformats.org/officeDocument/2006/relationships/slideLayout" Target="../slideLayouts/slideLayout1.xml"/></Relationships>
</file>

<file path=ppt/slides/_rels/slide36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79.xml"/><Relationship Id="rId1" Type="http://schemas.openxmlformats.org/officeDocument/2006/relationships/slideLayout" Target="../slideLayouts/slideLayout1.xml"/></Relationships>
</file>

<file path=ppt/slides/_rels/slide36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0.xml"/><Relationship Id="rId1" Type="http://schemas.openxmlformats.org/officeDocument/2006/relationships/slideLayout" Target="../slideLayouts/slideLayout1.xml"/></Relationships>
</file>

<file path=ppt/slides/_rels/slide36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1.xml"/><Relationship Id="rId1" Type="http://schemas.openxmlformats.org/officeDocument/2006/relationships/slideLayout" Target="../slideLayouts/slideLayout1.xml"/></Relationships>
</file>

<file path=ppt/slides/_rels/slide36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2.xml"/><Relationship Id="rId1" Type="http://schemas.openxmlformats.org/officeDocument/2006/relationships/slideLayout" Target="../slideLayouts/slideLayout1.xml"/></Relationships>
</file>

<file path=ppt/slides/_rels/slide36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3.xml"/><Relationship Id="rId1" Type="http://schemas.openxmlformats.org/officeDocument/2006/relationships/slideLayout" Target="../slideLayouts/slideLayout1.xml"/></Relationships>
</file>

<file path=ppt/slides/_rels/slide36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4.xml"/><Relationship Id="rId1" Type="http://schemas.openxmlformats.org/officeDocument/2006/relationships/slideLayout" Target="../slideLayouts/slideLayout1.xml"/></Relationships>
</file>

<file path=ppt/slides/_rels/slide36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5.xml"/><Relationship Id="rId1" Type="http://schemas.openxmlformats.org/officeDocument/2006/relationships/slideLayout" Target="../slideLayouts/slideLayout1.xml"/></Relationships>
</file>

<file path=ppt/slides/_rels/slide36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6.xml"/><Relationship Id="rId1" Type="http://schemas.openxmlformats.org/officeDocument/2006/relationships/slideLayout" Target="../slideLayouts/slideLayout1.xml"/></Relationships>
</file>

<file path=ppt/slides/_rels/slide36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7.xml"/><Relationship Id="rId1" Type="http://schemas.openxmlformats.org/officeDocument/2006/relationships/slideLayout" Target="../slideLayouts/slideLayout1.xml"/></Relationships>
</file>

<file path=ppt/slides/_rels/slide36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8.xml"/><Relationship Id="rId1" Type="http://schemas.openxmlformats.org/officeDocument/2006/relationships/slideLayout" Target="../slideLayouts/slideLayout1.xml"/></Relationships>
</file>

<file path=ppt/slides/_rels/slide36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89.xml"/><Relationship Id="rId1" Type="http://schemas.openxmlformats.org/officeDocument/2006/relationships/slideLayout" Target="../slideLayouts/slideLayout1.xml"/></Relationships>
</file>

<file path=ppt/slides/_rels/slide36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0.xml"/><Relationship Id="rId1" Type="http://schemas.openxmlformats.org/officeDocument/2006/relationships/slideLayout" Target="../slideLayouts/slideLayout1.xml"/></Relationships>
</file>

<file path=ppt/slides/_rels/slide36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1.xml"/><Relationship Id="rId1" Type="http://schemas.openxmlformats.org/officeDocument/2006/relationships/slideLayout" Target="../slideLayouts/slideLayout1.xml"/></Relationships>
</file>

<file path=ppt/slides/_rels/slide36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2.xml"/><Relationship Id="rId1" Type="http://schemas.openxmlformats.org/officeDocument/2006/relationships/slideLayout" Target="../slideLayouts/slideLayout1.xml"/></Relationships>
</file>

<file path=ppt/slides/_rels/slide36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3.xml"/><Relationship Id="rId1" Type="http://schemas.openxmlformats.org/officeDocument/2006/relationships/slideLayout" Target="../slideLayouts/slideLayout1.xml"/></Relationships>
</file>

<file path=ppt/slides/_rels/slide36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4.xml"/><Relationship Id="rId1" Type="http://schemas.openxmlformats.org/officeDocument/2006/relationships/slideLayout" Target="../slideLayouts/slideLayout1.xml"/></Relationships>
</file>

<file path=ppt/slides/_rels/slide36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5.xml"/><Relationship Id="rId1" Type="http://schemas.openxmlformats.org/officeDocument/2006/relationships/slideLayout" Target="../slideLayouts/slideLayout1.xml"/></Relationships>
</file>

<file path=ppt/slides/_rels/slide36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6.xml"/><Relationship Id="rId1" Type="http://schemas.openxmlformats.org/officeDocument/2006/relationships/slideLayout" Target="../slideLayouts/slideLayout1.xml"/></Relationships>
</file>

<file path=ppt/slides/_rels/slide36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7.xml"/><Relationship Id="rId1" Type="http://schemas.openxmlformats.org/officeDocument/2006/relationships/slideLayout" Target="../slideLayouts/slideLayout1.xml"/></Relationships>
</file>

<file path=ppt/slides/_rels/slide36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8.xml"/><Relationship Id="rId1" Type="http://schemas.openxmlformats.org/officeDocument/2006/relationships/slideLayout" Target="../slideLayouts/slideLayout1.xml"/></Relationships>
</file>

<file path=ppt/slides/_rels/slide36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499.xml"/><Relationship Id="rId1" Type="http://schemas.openxmlformats.org/officeDocument/2006/relationships/slideLayout" Target="../slideLayouts/slideLayout1.xml"/></Relationships>
</file>

<file path=ppt/slides/_rels/slide36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0.xml"/><Relationship Id="rId1" Type="http://schemas.openxmlformats.org/officeDocument/2006/relationships/slideLayout" Target="../slideLayouts/slideLayout1.xml"/></Relationships>
</file>

<file path=ppt/slides/_rels/slide36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1.xml"/><Relationship Id="rId1" Type="http://schemas.openxmlformats.org/officeDocument/2006/relationships/slideLayout" Target="../slideLayouts/slideLayout1.xml"/></Relationships>
</file>

<file path=ppt/slides/_rels/slide36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2.xml"/><Relationship Id="rId1" Type="http://schemas.openxmlformats.org/officeDocument/2006/relationships/slideLayout" Target="../slideLayouts/slideLayout1.xml"/></Relationships>
</file>

<file path=ppt/slides/_rels/slide36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3.xml"/><Relationship Id="rId1" Type="http://schemas.openxmlformats.org/officeDocument/2006/relationships/slideLayout" Target="../slideLayouts/slideLayout1.xml"/></Relationships>
</file>

<file path=ppt/slides/_rels/slide36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4.xml"/><Relationship Id="rId1" Type="http://schemas.openxmlformats.org/officeDocument/2006/relationships/slideLayout" Target="../slideLayouts/slideLayout1.xml"/></Relationships>
</file>

<file path=ppt/slides/_rels/slide36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5.xml"/><Relationship Id="rId1" Type="http://schemas.openxmlformats.org/officeDocument/2006/relationships/slideLayout" Target="../slideLayouts/slideLayout1.xml"/></Relationships>
</file>

<file path=ppt/slides/_rels/slide36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6.xml"/><Relationship Id="rId1" Type="http://schemas.openxmlformats.org/officeDocument/2006/relationships/slideLayout" Target="../slideLayouts/slideLayout1.xml"/></Relationships>
</file>

<file path=ppt/slides/_rels/slide36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7.xml"/><Relationship Id="rId1" Type="http://schemas.openxmlformats.org/officeDocument/2006/relationships/slideLayout" Target="../slideLayouts/slideLayout1.xml"/></Relationships>
</file>

<file path=ppt/slides/_rels/slide36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8.xml"/><Relationship Id="rId1" Type="http://schemas.openxmlformats.org/officeDocument/2006/relationships/slideLayout" Target="../slideLayouts/slideLayout1.xml"/></Relationships>
</file>

<file path=ppt/slides/_rels/slide36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09.xml"/><Relationship Id="rId1" Type="http://schemas.openxmlformats.org/officeDocument/2006/relationships/slideLayout" Target="../slideLayouts/slideLayout1.xml"/></Relationships>
</file>

<file path=ppt/slides/_rels/slide36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0.xml"/><Relationship Id="rId1" Type="http://schemas.openxmlformats.org/officeDocument/2006/relationships/slideLayout" Target="../slideLayouts/slideLayout1.xml"/></Relationships>
</file>

<file path=ppt/slides/_rels/slide36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1.xml"/><Relationship Id="rId1" Type="http://schemas.openxmlformats.org/officeDocument/2006/relationships/slideLayout" Target="../slideLayouts/slideLayout1.xml"/></Relationships>
</file>

<file path=ppt/slides/_rels/slide36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2.xml"/><Relationship Id="rId1" Type="http://schemas.openxmlformats.org/officeDocument/2006/relationships/slideLayout" Target="../slideLayouts/slideLayout1.xml"/></Relationships>
</file>

<file path=ppt/slides/_rels/slide36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3.xml"/><Relationship Id="rId1" Type="http://schemas.openxmlformats.org/officeDocument/2006/relationships/slideLayout" Target="../slideLayouts/slideLayout1.xml"/></Relationships>
</file>

<file path=ppt/slides/_rels/slide36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4.xml"/><Relationship Id="rId1" Type="http://schemas.openxmlformats.org/officeDocument/2006/relationships/slideLayout" Target="../slideLayouts/slideLayout1.xml"/></Relationships>
</file>

<file path=ppt/slides/_rels/slide36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5.xml"/><Relationship Id="rId1" Type="http://schemas.openxmlformats.org/officeDocument/2006/relationships/slideLayout" Target="../slideLayouts/slideLayout1.xml"/></Relationships>
</file>

<file path=ppt/slides/_rels/slide36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6.xml"/><Relationship Id="rId1" Type="http://schemas.openxmlformats.org/officeDocument/2006/relationships/slideLayout" Target="../slideLayouts/slideLayout1.xml"/></Relationships>
</file>

<file path=ppt/slides/_rels/slide36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7.xml"/><Relationship Id="rId1" Type="http://schemas.openxmlformats.org/officeDocument/2006/relationships/slideLayout" Target="../slideLayouts/slideLayout1.xml"/></Relationships>
</file>

<file path=ppt/slides/_rels/slide36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8.xml"/><Relationship Id="rId1" Type="http://schemas.openxmlformats.org/officeDocument/2006/relationships/slideLayout" Target="../slideLayouts/slideLayout1.xml"/></Relationships>
</file>

<file path=ppt/slides/_rels/slide36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19.xml"/><Relationship Id="rId1" Type="http://schemas.openxmlformats.org/officeDocument/2006/relationships/slideLayout" Target="../slideLayouts/slideLayout1.xml"/></Relationships>
</file>

<file path=ppt/slides/_rels/slide36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0.xml"/><Relationship Id="rId1" Type="http://schemas.openxmlformats.org/officeDocument/2006/relationships/slideLayout" Target="../slideLayouts/slideLayout1.xml"/></Relationships>
</file>

<file path=ppt/slides/_rels/slide36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1.xml"/><Relationship Id="rId1" Type="http://schemas.openxmlformats.org/officeDocument/2006/relationships/slideLayout" Target="../slideLayouts/slideLayout1.xml"/></Relationships>
</file>

<file path=ppt/slides/_rels/slide36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2.xml"/><Relationship Id="rId1" Type="http://schemas.openxmlformats.org/officeDocument/2006/relationships/slideLayout" Target="../slideLayouts/slideLayout1.xml"/></Relationships>
</file>

<file path=ppt/slides/_rels/slide36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3.xml"/><Relationship Id="rId1" Type="http://schemas.openxmlformats.org/officeDocument/2006/relationships/slideLayout" Target="../slideLayouts/slideLayout1.xml"/></Relationships>
</file>

<file path=ppt/slides/_rels/slide36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4.xml"/><Relationship Id="rId1" Type="http://schemas.openxmlformats.org/officeDocument/2006/relationships/slideLayout" Target="../slideLayouts/slideLayout1.xml"/></Relationships>
</file>

<file path=ppt/slides/_rels/slide36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5.xml"/><Relationship Id="rId1" Type="http://schemas.openxmlformats.org/officeDocument/2006/relationships/slideLayout" Target="../slideLayouts/slideLayout1.xml"/></Relationships>
</file>

<file path=ppt/slides/_rels/slide36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6.xml"/><Relationship Id="rId1" Type="http://schemas.openxmlformats.org/officeDocument/2006/relationships/slideLayout" Target="../slideLayouts/slideLayout1.xml"/></Relationships>
</file>

<file path=ppt/slides/_rels/slide36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7.xml"/><Relationship Id="rId1" Type="http://schemas.openxmlformats.org/officeDocument/2006/relationships/slideLayout" Target="../slideLayouts/slideLayout1.xml"/></Relationships>
</file>

<file path=ppt/slides/_rels/slide36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8.xml"/><Relationship Id="rId1" Type="http://schemas.openxmlformats.org/officeDocument/2006/relationships/slideLayout" Target="../slideLayouts/slideLayout1.xml"/></Relationships>
</file>

<file path=ppt/slides/_rels/slide36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29.xml"/><Relationship Id="rId1" Type="http://schemas.openxmlformats.org/officeDocument/2006/relationships/slideLayout" Target="../slideLayouts/slideLayout1.xml"/></Relationships>
</file>

<file path=ppt/slides/_rels/slide36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0.xml"/><Relationship Id="rId1" Type="http://schemas.openxmlformats.org/officeDocument/2006/relationships/slideLayout" Target="../slideLayouts/slideLayout1.xml"/></Relationships>
</file>

<file path=ppt/slides/_rels/slide36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1.xml"/><Relationship Id="rId1" Type="http://schemas.openxmlformats.org/officeDocument/2006/relationships/slideLayout" Target="../slideLayouts/slideLayout1.xml"/></Relationships>
</file>

<file path=ppt/slides/_rels/slide36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2.xml"/><Relationship Id="rId1" Type="http://schemas.openxmlformats.org/officeDocument/2006/relationships/slideLayout" Target="../slideLayouts/slideLayout1.xml"/></Relationships>
</file>

<file path=ppt/slides/_rels/slide36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3.xml"/><Relationship Id="rId1" Type="http://schemas.openxmlformats.org/officeDocument/2006/relationships/slideLayout" Target="../slideLayouts/slideLayout1.xml"/></Relationships>
</file>

<file path=ppt/slides/_rels/slide36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4.xml"/><Relationship Id="rId1" Type="http://schemas.openxmlformats.org/officeDocument/2006/relationships/slideLayout" Target="../slideLayouts/slideLayout1.xml"/></Relationships>
</file>

<file path=ppt/slides/_rels/slide36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5.xml"/><Relationship Id="rId1" Type="http://schemas.openxmlformats.org/officeDocument/2006/relationships/slideLayout" Target="../slideLayouts/slideLayout1.xml"/></Relationships>
</file>

<file path=ppt/slides/_rels/slide36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6.xml"/><Relationship Id="rId1" Type="http://schemas.openxmlformats.org/officeDocument/2006/relationships/slideLayout" Target="../slideLayouts/slideLayout1.xml"/></Relationships>
</file>

<file path=ppt/slides/_rels/slide36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7.xml"/><Relationship Id="rId1" Type="http://schemas.openxmlformats.org/officeDocument/2006/relationships/slideLayout" Target="../slideLayouts/slideLayout1.xml"/></Relationships>
</file>

<file path=ppt/slides/_rels/slide36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8.xml"/><Relationship Id="rId1" Type="http://schemas.openxmlformats.org/officeDocument/2006/relationships/slideLayout" Target="../slideLayouts/slideLayout1.xml"/></Relationships>
</file>

<file path=ppt/slides/_rels/slide36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39.xml"/><Relationship Id="rId1" Type="http://schemas.openxmlformats.org/officeDocument/2006/relationships/slideLayout" Target="../slideLayouts/slideLayout1.xml"/></Relationships>
</file>

<file path=ppt/slides/_rels/slide36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0.xml"/><Relationship Id="rId1" Type="http://schemas.openxmlformats.org/officeDocument/2006/relationships/slideLayout" Target="../slideLayouts/slideLayout1.xml"/></Relationships>
</file>

<file path=ppt/slides/_rels/slide36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1.xml"/><Relationship Id="rId1" Type="http://schemas.openxmlformats.org/officeDocument/2006/relationships/slideLayout" Target="../slideLayouts/slideLayout1.xml"/></Relationships>
</file>

<file path=ppt/slides/_rels/slide36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2.xml"/><Relationship Id="rId1" Type="http://schemas.openxmlformats.org/officeDocument/2006/relationships/slideLayout" Target="../slideLayouts/slideLayout1.xml"/></Relationships>
</file>

<file path=ppt/slides/_rels/slide36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3.xml"/><Relationship Id="rId1" Type="http://schemas.openxmlformats.org/officeDocument/2006/relationships/slideLayout" Target="../slideLayouts/slideLayout1.xml"/></Relationships>
</file>

<file path=ppt/slides/_rels/slide36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4.xml"/><Relationship Id="rId1" Type="http://schemas.openxmlformats.org/officeDocument/2006/relationships/slideLayout" Target="../slideLayouts/slideLayout1.xml"/></Relationships>
</file>

<file path=ppt/slides/_rels/slide36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5.xml"/><Relationship Id="rId1" Type="http://schemas.openxmlformats.org/officeDocument/2006/relationships/slideLayout" Target="../slideLayouts/slideLayout1.xml"/></Relationships>
</file>

<file path=ppt/slides/_rels/slide36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6.xml"/><Relationship Id="rId1" Type="http://schemas.openxmlformats.org/officeDocument/2006/relationships/slideLayout" Target="../slideLayouts/slideLayout1.xml"/></Relationships>
</file>

<file path=ppt/slides/_rels/slide36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7.xml"/><Relationship Id="rId1" Type="http://schemas.openxmlformats.org/officeDocument/2006/relationships/slideLayout" Target="../slideLayouts/slideLayout1.xml"/></Relationships>
</file>

<file path=ppt/slides/_rels/slide36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8.xml"/><Relationship Id="rId1" Type="http://schemas.openxmlformats.org/officeDocument/2006/relationships/slideLayout" Target="../slideLayouts/slideLayout1.xml"/></Relationships>
</file>

<file path=ppt/slides/_rels/slide36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49.xml"/><Relationship Id="rId1" Type="http://schemas.openxmlformats.org/officeDocument/2006/relationships/slideLayout" Target="../slideLayouts/slideLayout1.xml"/></Relationships>
</file>

<file path=ppt/slides/_rels/slide36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0.xml"/><Relationship Id="rId1" Type="http://schemas.openxmlformats.org/officeDocument/2006/relationships/slideLayout" Target="../slideLayouts/slideLayout1.xml"/></Relationships>
</file>

<file path=ppt/slides/_rels/slide36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1.xml"/><Relationship Id="rId1" Type="http://schemas.openxmlformats.org/officeDocument/2006/relationships/slideLayout" Target="../slideLayouts/slideLayout1.xml"/></Relationships>
</file>

<file path=ppt/slides/_rels/slide36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2.xml"/><Relationship Id="rId1" Type="http://schemas.openxmlformats.org/officeDocument/2006/relationships/slideLayout" Target="../slideLayouts/slideLayout1.xml"/></Relationships>
</file>

<file path=ppt/slides/_rels/slide36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3.xml"/><Relationship Id="rId1" Type="http://schemas.openxmlformats.org/officeDocument/2006/relationships/slideLayout" Target="../slideLayouts/slideLayout1.xml"/></Relationships>
</file>

<file path=ppt/slides/_rels/slide36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4.xml"/><Relationship Id="rId1" Type="http://schemas.openxmlformats.org/officeDocument/2006/relationships/slideLayout" Target="../slideLayouts/slideLayout1.xml"/></Relationships>
</file>

<file path=ppt/slides/_rels/slide36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5.xml"/><Relationship Id="rId1" Type="http://schemas.openxmlformats.org/officeDocument/2006/relationships/slideLayout" Target="../slideLayouts/slideLayout1.xml"/></Relationships>
</file>

<file path=ppt/slides/_rels/slide36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6.xml"/><Relationship Id="rId1" Type="http://schemas.openxmlformats.org/officeDocument/2006/relationships/slideLayout" Target="../slideLayouts/slideLayout1.xml"/></Relationships>
</file>

<file path=ppt/slides/_rels/slide36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7.xml"/><Relationship Id="rId1" Type="http://schemas.openxmlformats.org/officeDocument/2006/relationships/slideLayout" Target="../slideLayouts/slideLayout1.xml"/></Relationships>
</file>

<file path=ppt/slides/_rels/slide36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8.xml"/><Relationship Id="rId1" Type="http://schemas.openxmlformats.org/officeDocument/2006/relationships/slideLayout" Target="../slideLayouts/slideLayout1.xml"/></Relationships>
</file>

<file path=ppt/slides/_rels/slide36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59.xml"/><Relationship Id="rId1" Type="http://schemas.openxmlformats.org/officeDocument/2006/relationships/slideLayout" Target="../slideLayouts/slideLayout1.xml"/></Relationships>
</file>

<file path=ppt/slides/_rels/slide36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0.xml"/><Relationship Id="rId1" Type="http://schemas.openxmlformats.org/officeDocument/2006/relationships/slideLayout" Target="../slideLayouts/slideLayout1.xml"/></Relationships>
</file>

<file path=ppt/slides/_rels/slide36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1.xml"/><Relationship Id="rId1" Type="http://schemas.openxmlformats.org/officeDocument/2006/relationships/slideLayout" Target="../slideLayouts/slideLayout1.xml"/></Relationships>
</file>

<file path=ppt/slides/_rels/slide36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2.xml"/><Relationship Id="rId1" Type="http://schemas.openxmlformats.org/officeDocument/2006/relationships/slideLayout" Target="../slideLayouts/slideLayout1.xml"/></Relationships>
</file>

<file path=ppt/slides/_rels/slide36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3.xml"/><Relationship Id="rId1" Type="http://schemas.openxmlformats.org/officeDocument/2006/relationships/slideLayout" Target="../slideLayouts/slideLayout1.xml"/></Relationships>
</file>

<file path=ppt/slides/_rels/slide36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4.xml"/><Relationship Id="rId1" Type="http://schemas.openxmlformats.org/officeDocument/2006/relationships/slideLayout" Target="../slideLayouts/slideLayout1.xml"/></Relationships>
</file>

<file path=ppt/slides/_rels/slide36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5.xml"/><Relationship Id="rId1" Type="http://schemas.openxmlformats.org/officeDocument/2006/relationships/slideLayout" Target="../slideLayouts/slideLayout1.xml"/></Relationships>
</file>

<file path=ppt/slides/_rels/slide37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6.xml"/><Relationship Id="rId1" Type="http://schemas.openxmlformats.org/officeDocument/2006/relationships/slideLayout" Target="../slideLayouts/slideLayout1.xml"/></Relationships>
</file>

<file path=ppt/slides/_rels/slide37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7.xml"/><Relationship Id="rId1" Type="http://schemas.openxmlformats.org/officeDocument/2006/relationships/slideLayout" Target="../slideLayouts/slideLayout1.xml"/></Relationships>
</file>

<file path=ppt/slides/_rels/slide37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8.xml"/><Relationship Id="rId1" Type="http://schemas.openxmlformats.org/officeDocument/2006/relationships/slideLayout" Target="../slideLayouts/slideLayout1.xml"/></Relationships>
</file>

<file path=ppt/slides/_rels/slide37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69.xml"/><Relationship Id="rId1" Type="http://schemas.openxmlformats.org/officeDocument/2006/relationships/slideLayout" Target="../slideLayouts/slideLayout1.xml"/></Relationships>
</file>

<file path=ppt/slides/_rels/slide37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0.xml"/><Relationship Id="rId1" Type="http://schemas.openxmlformats.org/officeDocument/2006/relationships/slideLayout" Target="../slideLayouts/slideLayout1.xml"/></Relationships>
</file>

<file path=ppt/slides/_rels/slide37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1.xml"/><Relationship Id="rId1" Type="http://schemas.openxmlformats.org/officeDocument/2006/relationships/slideLayout" Target="../slideLayouts/slideLayout1.xml"/></Relationships>
</file>

<file path=ppt/slides/_rels/slide37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2.xml"/><Relationship Id="rId1" Type="http://schemas.openxmlformats.org/officeDocument/2006/relationships/slideLayout" Target="../slideLayouts/slideLayout1.xml"/></Relationships>
</file>

<file path=ppt/slides/_rels/slide37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3.xml"/><Relationship Id="rId1" Type="http://schemas.openxmlformats.org/officeDocument/2006/relationships/slideLayout" Target="../slideLayouts/slideLayout1.xml"/></Relationships>
</file>

<file path=ppt/slides/_rels/slide37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4.xml"/><Relationship Id="rId1" Type="http://schemas.openxmlformats.org/officeDocument/2006/relationships/slideLayout" Target="../slideLayouts/slideLayout1.xml"/></Relationships>
</file>

<file path=ppt/slides/_rels/slide37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5.xml"/><Relationship Id="rId1" Type="http://schemas.openxmlformats.org/officeDocument/2006/relationships/slideLayout" Target="../slideLayouts/slideLayout1.xml"/></Relationships>
</file>

<file path=ppt/slides/_rels/slide37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6.xml"/><Relationship Id="rId1" Type="http://schemas.openxmlformats.org/officeDocument/2006/relationships/slideLayout" Target="../slideLayouts/slideLayout1.xml"/></Relationships>
</file>

<file path=ppt/slides/_rels/slide37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7.xml"/><Relationship Id="rId1" Type="http://schemas.openxmlformats.org/officeDocument/2006/relationships/slideLayout" Target="../slideLayouts/slideLayout1.xml"/></Relationships>
</file>

<file path=ppt/slides/_rels/slide37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8.xml"/><Relationship Id="rId1" Type="http://schemas.openxmlformats.org/officeDocument/2006/relationships/slideLayout" Target="../slideLayouts/slideLayout1.xml"/></Relationships>
</file>

<file path=ppt/slides/_rels/slide37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79.xml"/><Relationship Id="rId1" Type="http://schemas.openxmlformats.org/officeDocument/2006/relationships/slideLayout" Target="../slideLayouts/slideLayout1.xml"/></Relationships>
</file>

<file path=ppt/slides/_rels/slide37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0.xml"/><Relationship Id="rId1" Type="http://schemas.openxmlformats.org/officeDocument/2006/relationships/slideLayout" Target="../slideLayouts/slideLayout1.xml"/></Relationships>
</file>

<file path=ppt/slides/_rels/slide37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1.xml"/><Relationship Id="rId1" Type="http://schemas.openxmlformats.org/officeDocument/2006/relationships/slideLayout" Target="../slideLayouts/slideLayout1.xml"/></Relationships>
</file>

<file path=ppt/slides/_rels/slide37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2.xml"/><Relationship Id="rId1" Type="http://schemas.openxmlformats.org/officeDocument/2006/relationships/slideLayout" Target="../slideLayouts/slideLayout1.xml"/></Relationships>
</file>

<file path=ppt/slides/_rels/slide37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3.xml"/><Relationship Id="rId1" Type="http://schemas.openxmlformats.org/officeDocument/2006/relationships/slideLayout" Target="../slideLayouts/slideLayout1.xml"/></Relationships>
</file>

<file path=ppt/slides/_rels/slide37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4.xml"/><Relationship Id="rId1" Type="http://schemas.openxmlformats.org/officeDocument/2006/relationships/slideLayout" Target="../slideLayouts/slideLayout1.xml"/></Relationships>
</file>

<file path=ppt/slides/_rels/slide37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5.xml"/><Relationship Id="rId1" Type="http://schemas.openxmlformats.org/officeDocument/2006/relationships/slideLayout" Target="../slideLayouts/slideLayout1.xml"/></Relationships>
</file>

<file path=ppt/slides/_rels/slide37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6.xml"/><Relationship Id="rId1" Type="http://schemas.openxmlformats.org/officeDocument/2006/relationships/slideLayout" Target="../slideLayouts/slideLayout1.xml"/></Relationships>
</file>

<file path=ppt/slides/_rels/slide37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7.xml"/><Relationship Id="rId1" Type="http://schemas.openxmlformats.org/officeDocument/2006/relationships/slideLayout" Target="../slideLayouts/slideLayout1.xml"/></Relationships>
</file>

<file path=ppt/slides/_rels/slide37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8.xml"/><Relationship Id="rId1" Type="http://schemas.openxmlformats.org/officeDocument/2006/relationships/slideLayout" Target="../slideLayouts/slideLayout1.xml"/></Relationships>
</file>

<file path=ppt/slides/_rels/slide37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89.xml"/><Relationship Id="rId1" Type="http://schemas.openxmlformats.org/officeDocument/2006/relationships/slideLayout" Target="../slideLayouts/slideLayout1.xml"/></Relationships>
</file>

<file path=ppt/slides/_rels/slide37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0.xml"/><Relationship Id="rId1" Type="http://schemas.openxmlformats.org/officeDocument/2006/relationships/slideLayout" Target="../slideLayouts/slideLayout1.xml"/></Relationships>
</file>

<file path=ppt/slides/_rels/slide37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1.xml"/><Relationship Id="rId1" Type="http://schemas.openxmlformats.org/officeDocument/2006/relationships/slideLayout" Target="../slideLayouts/slideLayout1.xml"/></Relationships>
</file>

<file path=ppt/slides/_rels/slide37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2.xml"/><Relationship Id="rId1" Type="http://schemas.openxmlformats.org/officeDocument/2006/relationships/slideLayout" Target="../slideLayouts/slideLayout1.xml"/></Relationships>
</file>

<file path=ppt/slides/_rels/slide37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3.xml"/><Relationship Id="rId1" Type="http://schemas.openxmlformats.org/officeDocument/2006/relationships/slideLayout" Target="../slideLayouts/slideLayout1.xml"/></Relationships>
</file>

<file path=ppt/slides/_rels/slide37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4.xml"/><Relationship Id="rId1" Type="http://schemas.openxmlformats.org/officeDocument/2006/relationships/slideLayout" Target="../slideLayouts/slideLayout1.xml"/></Relationships>
</file>

<file path=ppt/slides/_rels/slide37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5.xml"/><Relationship Id="rId1" Type="http://schemas.openxmlformats.org/officeDocument/2006/relationships/slideLayout" Target="../slideLayouts/slideLayout1.xml"/></Relationships>
</file>

<file path=ppt/slides/_rels/slide37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6.xml"/><Relationship Id="rId1" Type="http://schemas.openxmlformats.org/officeDocument/2006/relationships/slideLayout" Target="../slideLayouts/slideLayout1.xml"/></Relationships>
</file>

<file path=ppt/slides/_rels/slide37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7.xml"/><Relationship Id="rId1" Type="http://schemas.openxmlformats.org/officeDocument/2006/relationships/slideLayout" Target="../slideLayouts/slideLayout1.xml"/></Relationships>
</file>

<file path=ppt/slides/_rels/slide37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8.xml"/><Relationship Id="rId1" Type="http://schemas.openxmlformats.org/officeDocument/2006/relationships/slideLayout" Target="../slideLayouts/slideLayout1.xml"/></Relationships>
</file>

<file path=ppt/slides/_rels/slide37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599.xml"/><Relationship Id="rId1" Type="http://schemas.openxmlformats.org/officeDocument/2006/relationships/slideLayout" Target="../slideLayouts/slideLayout1.xml"/></Relationships>
</file>

<file path=ppt/slides/_rels/slide37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0.xml"/><Relationship Id="rId1" Type="http://schemas.openxmlformats.org/officeDocument/2006/relationships/slideLayout" Target="../slideLayouts/slideLayout1.xml"/></Relationships>
</file>

<file path=ppt/slides/_rels/slide37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1.xml"/><Relationship Id="rId1" Type="http://schemas.openxmlformats.org/officeDocument/2006/relationships/slideLayout" Target="../slideLayouts/slideLayout1.xml"/></Relationships>
</file>

<file path=ppt/slides/_rels/slide37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2.xml"/><Relationship Id="rId1" Type="http://schemas.openxmlformats.org/officeDocument/2006/relationships/slideLayout" Target="../slideLayouts/slideLayout1.xml"/></Relationships>
</file>

<file path=ppt/slides/_rels/slide37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3.xml"/><Relationship Id="rId1" Type="http://schemas.openxmlformats.org/officeDocument/2006/relationships/slideLayout" Target="../slideLayouts/slideLayout1.xml"/></Relationships>
</file>

<file path=ppt/slides/_rels/slide37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4.xml"/><Relationship Id="rId1" Type="http://schemas.openxmlformats.org/officeDocument/2006/relationships/slideLayout" Target="../slideLayouts/slideLayout1.xml"/></Relationships>
</file>

<file path=ppt/slides/_rels/slide37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5.xml"/><Relationship Id="rId1" Type="http://schemas.openxmlformats.org/officeDocument/2006/relationships/slideLayout" Target="../slideLayouts/slideLayout1.xml"/></Relationships>
</file>

<file path=ppt/slides/_rels/slide37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6.xml"/><Relationship Id="rId1" Type="http://schemas.openxmlformats.org/officeDocument/2006/relationships/slideLayout" Target="../slideLayouts/slideLayout1.xml"/></Relationships>
</file>

<file path=ppt/slides/_rels/slide37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7.xml"/><Relationship Id="rId1" Type="http://schemas.openxmlformats.org/officeDocument/2006/relationships/slideLayout" Target="../slideLayouts/slideLayout1.xml"/></Relationships>
</file>

<file path=ppt/slides/_rels/slide37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8.xml"/><Relationship Id="rId1" Type="http://schemas.openxmlformats.org/officeDocument/2006/relationships/slideLayout" Target="../slideLayouts/slideLayout1.xml"/></Relationships>
</file>

<file path=ppt/slides/_rels/slide37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09.xml"/><Relationship Id="rId1" Type="http://schemas.openxmlformats.org/officeDocument/2006/relationships/slideLayout" Target="../slideLayouts/slideLayout1.xml"/></Relationships>
</file>

<file path=ppt/slides/_rels/slide37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0.xml"/><Relationship Id="rId1" Type="http://schemas.openxmlformats.org/officeDocument/2006/relationships/slideLayout" Target="../slideLayouts/slideLayout1.xml"/></Relationships>
</file>

<file path=ppt/slides/_rels/slide37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1.xml"/><Relationship Id="rId1" Type="http://schemas.openxmlformats.org/officeDocument/2006/relationships/slideLayout" Target="../slideLayouts/slideLayout1.xml"/></Relationships>
</file>

<file path=ppt/slides/_rels/slide37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2.xml"/><Relationship Id="rId1" Type="http://schemas.openxmlformats.org/officeDocument/2006/relationships/slideLayout" Target="../slideLayouts/slideLayout1.xml"/></Relationships>
</file>

<file path=ppt/slides/_rels/slide37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3.xml"/><Relationship Id="rId1" Type="http://schemas.openxmlformats.org/officeDocument/2006/relationships/slideLayout" Target="../slideLayouts/slideLayout1.xml"/></Relationships>
</file>

<file path=ppt/slides/_rels/slide37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4.xml"/><Relationship Id="rId1" Type="http://schemas.openxmlformats.org/officeDocument/2006/relationships/slideLayout" Target="../slideLayouts/slideLayout1.xml"/></Relationships>
</file>

<file path=ppt/slides/_rels/slide37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5.xml"/><Relationship Id="rId1" Type="http://schemas.openxmlformats.org/officeDocument/2006/relationships/slideLayout" Target="../slideLayouts/slideLayout1.xml"/></Relationships>
</file>

<file path=ppt/slides/_rels/slide37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6.xml"/><Relationship Id="rId1" Type="http://schemas.openxmlformats.org/officeDocument/2006/relationships/slideLayout" Target="../slideLayouts/slideLayout1.xml"/></Relationships>
</file>

<file path=ppt/slides/_rels/slide37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7.xml"/><Relationship Id="rId1" Type="http://schemas.openxmlformats.org/officeDocument/2006/relationships/slideLayout" Target="../slideLayouts/slideLayout1.xml"/></Relationships>
</file>

<file path=ppt/slides/_rels/slide37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8.xml"/><Relationship Id="rId1" Type="http://schemas.openxmlformats.org/officeDocument/2006/relationships/slideLayout" Target="../slideLayouts/slideLayout1.xml"/></Relationships>
</file>

<file path=ppt/slides/_rels/slide37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19.xml"/><Relationship Id="rId1" Type="http://schemas.openxmlformats.org/officeDocument/2006/relationships/slideLayout" Target="../slideLayouts/slideLayout1.xml"/></Relationships>
</file>

<file path=ppt/slides/_rels/slide37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0.xml"/><Relationship Id="rId1" Type="http://schemas.openxmlformats.org/officeDocument/2006/relationships/slideLayout" Target="../slideLayouts/slideLayout1.xml"/></Relationships>
</file>

<file path=ppt/slides/_rels/slide37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1.xml"/><Relationship Id="rId1" Type="http://schemas.openxmlformats.org/officeDocument/2006/relationships/slideLayout" Target="../slideLayouts/slideLayout1.xml"/></Relationships>
</file>

<file path=ppt/slides/_rels/slide37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2.xml"/><Relationship Id="rId1" Type="http://schemas.openxmlformats.org/officeDocument/2006/relationships/slideLayout" Target="../slideLayouts/slideLayout1.xml"/></Relationships>
</file>

<file path=ppt/slides/_rels/slide37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3.xml"/><Relationship Id="rId1" Type="http://schemas.openxmlformats.org/officeDocument/2006/relationships/slideLayout" Target="../slideLayouts/slideLayout1.xml"/></Relationships>
</file>

<file path=ppt/slides/_rels/slide37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4.xml"/><Relationship Id="rId1" Type="http://schemas.openxmlformats.org/officeDocument/2006/relationships/slideLayout" Target="../slideLayouts/slideLayout1.xml"/></Relationships>
</file>

<file path=ppt/slides/_rels/slide37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5.xml"/><Relationship Id="rId1" Type="http://schemas.openxmlformats.org/officeDocument/2006/relationships/slideLayout" Target="../slideLayouts/slideLayout1.xml"/></Relationships>
</file>

<file path=ppt/slides/_rels/slide37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6.xml"/><Relationship Id="rId1" Type="http://schemas.openxmlformats.org/officeDocument/2006/relationships/slideLayout" Target="../slideLayouts/slideLayout1.xml"/></Relationships>
</file>

<file path=ppt/slides/_rels/slide37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7.xml"/><Relationship Id="rId1" Type="http://schemas.openxmlformats.org/officeDocument/2006/relationships/slideLayout" Target="../slideLayouts/slideLayout1.xml"/></Relationships>
</file>

<file path=ppt/slides/_rels/slide37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8.xml"/><Relationship Id="rId1" Type="http://schemas.openxmlformats.org/officeDocument/2006/relationships/slideLayout" Target="../slideLayouts/slideLayout1.xml"/></Relationships>
</file>

<file path=ppt/slides/_rels/slide37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29.xml"/><Relationship Id="rId1" Type="http://schemas.openxmlformats.org/officeDocument/2006/relationships/slideLayout" Target="../slideLayouts/slideLayout1.xml"/></Relationships>
</file>

<file path=ppt/slides/_rels/slide37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0.xml"/><Relationship Id="rId1" Type="http://schemas.openxmlformats.org/officeDocument/2006/relationships/slideLayout" Target="../slideLayouts/slideLayout1.xml"/></Relationships>
</file>

<file path=ppt/slides/_rels/slide37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1.xml"/><Relationship Id="rId1" Type="http://schemas.openxmlformats.org/officeDocument/2006/relationships/slideLayout" Target="../slideLayouts/slideLayout1.xml"/></Relationships>
</file>

<file path=ppt/slides/_rels/slide37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2.xml"/><Relationship Id="rId1" Type="http://schemas.openxmlformats.org/officeDocument/2006/relationships/slideLayout" Target="../slideLayouts/slideLayout1.xml"/></Relationships>
</file>

<file path=ppt/slides/_rels/slide37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3.xml"/><Relationship Id="rId1" Type="http://schemas.openxmlformats.org/officeDocument/2006/relationships/slideLayout" Target="../slideLayouts/slideLayout1.xml"/></Relationships>
</file>

<file path=ppt/slides/_rels/slide37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4.xml"/><Relationship Id="rId1" Type="http://schemas.openxmlformats.org/officeDocument/2006/relationships/slideLayout" Target="../slideLayouts/slideLayout1.xml"/></Relationships>
</file>

<file path=ppt/slides/_rels/slide37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5.xml"/><Relationship Id="rId1" Type="http://schemas.openxmlformats.org/officeDocument/2006/relationships/slideLayout" Target="../slideLayouts/slideLayout1.xml"/></Relationships>
</file>

<file path=ppt/slides/_rels/slide37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6.xml"/><Relationship Id="rId1" Type="http://schemas.openxmlformats.org/officeDocument/2006/relationships/slideLayout" Target="../slideLayouts/slideLayout1.xml"/></Relationships>
</file>

<file path=ppt/slides/_rels/slide37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7.xml"/><Relationship Id="rId1" Type="http://schemas.openxmlformats.org/officeDocument/2006/relationships/slideLayout" Target="../slideLayouts/slideLayout1.xml"/></Relationships>
</file>

<file path=ppt/slides/_rels/slide37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8.xml"/><Relationship Id="rId1" Type="http://schemas.openxmlformats.org/officeDocument/2006/relationships/slideLayout" Target="../slideLayouts/slideLayout1.xml"/></Relationships>
</file>

<file path=ppt/slides/_rels/slide37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39.xml"/><Relationship Id="rId1" Type="http://schemas.openxmlformats.org/officeDocument/2006/relationships/slideLayout" Target="../slideLayouts/slideLayout1.xml"/></Relationships>
</file>

<file path=ppt/slides/_rels/slide37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0.xml"/><Relationship Id="rId1" Type="http://schemas.openxmlformats.org/officeDocument/2006/relationships/slideLayout" Target="../slideLayouts/slideLayout1.xml"/></Relationships>
</file>

<file path=ppt/slides/_rels/slide37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1.xml"/><Relationship Id="rId1" Type="http://schemas.openxmlformats.org/officeDocument/2006/relationships/slideLayout" Target="../slideLayouts/slideLayout1.xml"/></Relationships>
</file>

<file path=ppt/slides/_rels/slide37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2.xml"/><Relationship Id="rId1" Type="http://schemas.openxmlformats.org/officeDocument/2006/relationships/slideLayout" Target="../slideLayouts/slideLayout1.xml"/></Relationships>
</file>

<file path=ppt/slides/_rels/slide37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3.xml"/><Relationship Id="rId1" Type="http://schemas.openxmlformats.org/officeDocument/2006/relationships/slideLayout" Target="../slideLayouts/slideLayout1.xml"/></Relationships>
</file>

<file path=ppt/slides/_rels/slide37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4.xml"/><Relationship Id="rId1" Type="http://schemas.openxmlformats.org/officeDocument/2006/relationships/slideLayout" Target="../slideLayouts/slideLayout1.xml"/></Relationships>
</file>

<file path=ppt/slides/_rels/slide37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5.xml"/><Relationship Id="rId1" Type="http://schemas.openxmlformats.org/officeDocument/2006/relationships/slideLayout" Target="../slideLayouts/slideLayout1.xml"/></Relationships>
</file>

<file path=ppt/slides/_rels/slide37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6.xml"/><Relationship Id="rId1" Type="http://schemas.openxmlformats.org/officeDocument/2006/relationships/slideLayout" Target="../slideLayouts/slideLayout1.xml"/></Relationships>
</file>

<file path=ppt/slides/_rels/slide37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7.xml"/><Relationship Id="rId1" Type="http://schemas.openxmlformats.org/officeDocument/2006/relationships/slideLayout" Target="../slideLayouts/slideLayout1.xml"/></Relationships>
</file>

<file path=ppt/slides/_rels/slide37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8.xml"/><Relationship Id="rId1" Type="http://schemas.openxmlformats.org/officeDocument/2006/relationships/slideLayout" Target="../slideLayouts/slideLayout1.xml"/></Relationships>
</file>

<file path=ppt/slides/_rels/slide37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49.xml"/><Relationship Id="rId1" Type="http://schemas.openxmlformats.org/officeDocument/2006/relationships/slideLayout" Target="../slideLayouts/slideLayout1.xml"/></Relationships>
</file>

<file path=ppt/slides/_rels/slide37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0.xml"/><Relationship Id="rId1" Type="http://schemas.openxmlformats.org/officeDocument/2006/relationships/slideLayout" Target="../slideLayouts/slideLayout1.xml"/></Relationships>
</file>

<file path=ppt/slides/_rels/slide37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1.xml"/><Relationship Id="rId1" Type="http://schemas.openxmlformats.org/officeDocument/2006/relationships/slideLayout" Target="../slideLayouts/slideLayout1.xml"/></Relationships>
</file>

<file path=ppt/slides/_rels/slide37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2.xml"/><Relationship Id="rId1" Type="http://schemas.openxmlformats.org/officeDocument/2006/relationships/slideLayout" Target="../slideLayouts/slideLayout1.xml"/></Relationships>
</file>

<file path=ppt/slides/_rels/slide37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3.xml"/><Relationship Id="rId1" Type="http://schemas.openxmlformats.org/officeDocument/2006/relationships/slideLayout" Target="../slideLayouts/slideLayout1.xml"/></Relationships>
</file>

<file path=ppt/slides/_rels/slide37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4.xml"/><Relationship Id="rId1" Type="http://schemas.openxmlformats.org/officeDocument/2006/relationships/slideLayout" Target="../slideLayouts/slideLayout1.xml"/></Relationships>
</file>

<file path=ppt/slides/_rels/slide37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5.xml"/><Relationship Id="rId1" Type="http://schemas.openxmlformats.org/officeDocument/2006/relationships/slideLayout" Target="../slideLayouts/slideLayout1.xml"/></Relationships>
</file>

<file path=ppt/slides/_rels/slide37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6.xml"/><Relationship Id="rId1" Type="http://schemas.openxmlformats.org/officeDocument/2006/relationships/slideLayout" Target="../slideLayouts/slideLayout1.xml"/></Relationships>
</file>

<file path=ppt/slides/_rels/slide37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7.xml"/><Relationship Id="rId1" Type="http://schemas.openxmlformats.org/officeDocument/2006/relationships/slideLayout" Target="../slideLayouts/slideLayout1.xml"/></Relationships>
</file>

<file path=ppt/slides/_rels/slide37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8.xml"/><Relationship Id="rId1" Type="http://schemas.openxmlformats.org/officeDocument/2006/relationships/slideLayout" Target="../slideLayouts/slideLayout1.xml"/></Relationships>
</file>

<file path=ppt/slides/_rels/slide37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59.xml"/><Relationship Id="rId1" Type="http://schemas.openxmlformats.org/officeDocument/2006/relationships/slideLayout" Target="../slideLayouts/slideLayout1.xml"/></Relationships>
</file>

<file path=ppt/slides/_rels/slide37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0.xml"/><Relationship Id="rId1" Type="http://schemas.openxmlformats.org/officeDocument/2006/relationships/slideLayout" Target="../slideLayouts/slideLayout1.xml"/></Relationships>
</file>

<file path=ppt/slides/_rels/slide37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1.xml"/><Relationship Id="rId1" Type="http://schemas.openxmlformats.org/officeDocument/2006/relationships/slideLayout" Target="../slideLayouts/slideLayout1.xml"/></Relationships>
</file>

<file path=ppt/slides/_rels/slide37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2.xml"/><Relationship Id="rId1" Type="http://schemas.openxmlformats.org/officeDocument/2006/relationships/slideLayout" Target="../slideLayouts/slideLayout1.xml"/></Relationships>
</file>

<file path=ppt/slides/_rels/slide37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3.xml"/><Relationship Id="rId1" Type="http://schemas.openxmlformats.org/officeDocument/2006/relationships/slideLayout" Target="../slideLayouts/slideLayout1.xml"/></Relationships>
</file>

<file path=ppt/slides/_rels/slide37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4.xml"/><Relationship Id="rId1" Type="http://schemas.openxmlformats.org/officeDocument/2006/relationships/slideLayout" Target="../slideLayouts/slideLayout1.xml"/></Relationships>
</file>

<file path=ppt/slides/_rels/slide37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5.xml"/><Relationship Id="rId1" Type="http://schemas.openxmlformats.org/officeDocument/2006/relationships/slideLayout" Target="../slideLayouts/slideLayout1.xml"/></Relationships>
</file>

<file path=ppt/slides/_rels/slide38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6.xml"/><Relationship Id="rId1" Type="http://schemas.openxmlformats.org/officeDocument/2006/relationships/slideLayout" Target="../slideLayouts/slideLayout1.xml"/></Relationships>
</file>

<file path=ppt/slides/_rels/slide38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7.xml"/><Relationship Id="rId1" Type="http://schemas.openxmlformats.org/officeDocument/2006/relationships/slideLayout" Target="../slideLayouts/slideLayout1.xml"/></Relationships>
</file>

<file path=ppt/slides/_rels/slide38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8.xml"/><Relationship Id="rId1" Type="http://schemas.openxmlformats.org/officeDocument/2006/relationships/slideLayout" Target="../slideLayouts/slideLayout1.xml"/></Relationships>
</file>

<file path=ppt/slides/_rels/slide38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69.xml"/><Relationship Id="rId1" Type="http://schemas.openxmlformats.org/officeDocument/2006/relationships/slideLayout" Target="../slideLayouts/slideLayout1.xml"/></Relationships>
</file>

<file path=ppt/slides/_rels/slide38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0.xml"/><Relationship Id="rId1" Type="http://schemas.openxmlformats.org/officeDocument/2006/relationships/slideLayout" Target="../slideLayouts/slideLayout1.xml"/></Relationships>
</file>

<file path=ppt/slides/_rels/slide38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1.xml"/><Relationship Id="rId1" Type="http://schemas.openxmlformats.org/officeDocument/2006/relationships/slideLayout" Target="../slideLayouts/slideLayout1.xml"/></Relationships>
</file>

<file path=ppt/slides/_rels/slide38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2.xml"/><Relationship Id="rId1" Type="http://schemas.openxmlformats.org/officeDocument/2006/relationships/slideLayout" Target="../slideLayouts/slideLayout1.xml"/></Relationships>
</file>

<file path=ppt/slides/_rels/slide38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3.xml"/><Relationship Id="rId1" Type="http://schemas.openxmlformats.org/officeDocument/2006/relationships/slideLayout" Target="../slideLayouts/slideLayout1.xml"/></Relationships>
</file>

<file path=ppt/slides/_rels/slide38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4.xml"/><Relationship Id="rId1" Type="http://schemas.openxmlformats.org/officeDocument/2006/relationships/slideLayout" Target="../slideLayouts/slideLayout1.xml"/></Relationships>
</file>

<file path=ppt/slides/_rels/slide38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5.xml"/><Relationship Id="rId1" Type="http://schemas.openxmlformats.org/officeDocument/2006/relationships/slideLayout" Target="../slideLayouts/slideLayout1.xml"/></Relationships>
</file>

<file path=ppt/slides/_rels/slide38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6.xml"/><Relationship Id="rId1" Type="http://schemas.openxmlformats.org/officeDocument/2006/relationships/slideLayout" Target="../slideLayouts/slideLayout1.xml"/></Relationships>
</file>

<file path=ppt/slides/_rels/slide38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7.xml"/><Relationship Id="rId1" Type="http://schemas.openxmlformats.org/officeDocument/2006/relationships/slideLayout" Target="../slideLayouts/slideLayout1.xml"/></Relationships>
</file>

<file path=ppt/slides/_rels/slide38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8.xml"/><Relationship Id="rId1" Type="http://schemas.openxmlformats.org/officeDocument/2006/relationships/slideLayout" Target="../slideLayouts/slideLayout1.xml"/></Relationships>
</file>

<file path=ppt/slides/_rels/slide38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79.xml"/><Relationship Id="rId1" Type="http://schemas.openxmlformats.org/officeDocument/2006/relationships/slideLayout" Target="../slideLayouts/slideLayout1.xml"/></Relationships>
</file>

<file path=ppt/slides/_rels/slide38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0.xml"/><Relationship Id="rId1" Type="http://schemas.openxmlformats.org/officeDocument/2006/relationships/slideLayout" Target="../slideLayouts/slideLayout1.xml"/></Relationships>
</file>

<file path=ppt/slides/_rels/slide38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1.xml"/><Relationship Id="rId1" Type="http://schemas.openxmlformats.org/officeDocument/2006/relationships/slideLayout" Target="../slideLayouts/slideLayout1.xml"/></Relationships>
</file>

<file path=ppt/slides/_rels/slide38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2.xml"/><Relationship Id="rId1" Type="http://schemas.openxmlformats.org/officeDocument/2006/relationships/slideLayout" Target="../slideLayouts/slideLayout1.xml"/></Relationships>
</file>

<file path=ppt/slides/_rels/slide38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3.xml"/><Relationship Id="rId1" Type="http://schemas.openxmlformats.org/officeDocument/2006/relationships/slideLayout" Target="../slideLayouts/slideLayout1.xml"/></Relationships>
</file>

<file path=ppt/slides/_rels/slide38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4.xml"/><Relationship Id="rId1" Type="http://schemas.openxmlformats.org/officeDocument/2006/relationships/slideLayout" Target="../slideLayouts/slideLayout1.xml"/></Relationships>
</file>

<file path=ppt/slides/_rels/slide38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5.xml"/><Relationship Id="rId1" Type="http://schemas.openxmlformats.org/officeDocument/2006/relationships/slideLayout" Target="../slideLayouts/slideLayout1.xml"/></Relationships>
</file>

<file path=ppt/slides/_rels/slide38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6.xml"/><Relationship Id="rId1" Type="http://schemas.openxmlformats.org/officeDocument/2006/relationships/slideLayout" Target="../slideLayouts/slideLayout1.xml"/></Relationships>
</file>

<file path=ppt/slides/_rels/slide38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7.xml"/><Relationship Id="rId1" Type="http://schemas.openxmlformats.org/officeDocument/2006/relationships/slideLayout" Target="../slideLayouts/slideLayout1.xml"/></Relationships>
</file>

<file path=ppt/slides/_rels/slide38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8.xml"/><Relationship Id="rId1" Type="http://schemas.openxmlformats.org/officeDocument/2006/relationships/slideLayout" Target="../slideLayouts/slideLayout1.xml"/></Relationships>
</file>

<file path=ppt/slides/_rels/slide38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89.xml"/><Relationship Id="rId1" Type="http://schemas.openxmlformats.org/officeDocument/2006/relationships/slideLayout" Target="../slideLayouts/slideLayout1.xml"/></Relationships>
</file>

<file path=ppt/slides/_rels/slide38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0.xml"/><Relationship Id="rId1" Type="http://schemas.openxmlformats.org/officeDocument/2006/relationships/slideLayout" Target="../slideLayouts/slideLayout1.xml"/></Relationships>
</file>

<file path=ppt/slides/_rels/slide38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1.xml"/><Relationship Id="rId1" Type="http://schemas.openxmlformats.org/officeDocument/2006/relationships/slideLayout" Target="../slideLayouts/slideLayout1.xml"/></Relationships>
</file>

<file path=ppt/slides/_rels/slide38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2.xml"/><Relationship Id="rId1" Type="http://schemas.openxmlformats.org/officeDocument/2006/relationships/slideLayout" Target="../slideLayouts/slideLayout1.xml"/></Relationships>
</file>

<file path=ppt/slides/_rels/slide38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3.xml"/><Relationship Id="rId1" Type="http://schemas.openxmlformats.org/officeDocument/2006/relationships/slideLayout" Target="../slideLayouts/slideLayout1.xml"/></Relationships>
</file>

<file path=ppt/slides/_rels/slide38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4.xml"/><Relationship Id="rId1" Type="http://schemas.openxmlformats.org/officeDocument/2006/relationships/slideLayout" Target="../slideLayouts/slideLayout1.xml"/></Relationships>
</file>

<file path=ppt/slides/_rels/slide38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5.xml"/><Relationship Id="rId1" Type="http://schemas.openxmlformats.org/officeDocument/2006/relationships/slideLayout" Target="../slideLayouts/slideLayout1.xml"/></Relationships>
</file>

<file path=ppt/slides/_rels/slide38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6.xml"/><Relationship Id="rId1" Type="http://schemas.openxmlformats.org/officeDocument/2006/relationships/slideLayout" Target="../slideLayouts/slideLayout1.xml"/></Relationships>
</file>

<file path=ppt/slides/_rels/slide38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7.xml"/><Relationship Id="rId1" Type="http://schemas.openxmlformats.org/officeDocument/2006/relationships/slideLayout" Target="../slideLayouts/slideLayout1.xml"/></Relationships>
</file>

<file path=ppt/slides/_rels/slide38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8.xml"/><Relationship Id="rId1" Type="http://schemas.openxmlformats.org/officeDocument/2006/relationships/slideLayout" Target="../slideLayouts/slideLayout1.xml"/></Relationships>
</file>

<file path=ppt/slides/_rels/slide38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699.xml"/><Relationship Id="rId1" Type="http://schemas.openxmlformats.org/officeDocument/2006/relationships/slideLayout" Target="../slideLayouts/slideLayout1.xml"/></Relationships>
</file>

<file path=ppt/slides/_rels/slide38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0.xml"/><Relationship Id="rId1" Type="http://schemas.openxmlformats.org/officeDocument/2006/relationships/slideLayout" Target="../slideLayouts/slideLayout1.xml"/></Relationships>
</file>

<file path=ppt/slides/_rels/slide38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1.xml"/><Relationship Id="rId1" Type="http://schemas.openxmlformats.org/officeDocument/2006/relationships/slideLayout" Target="../slideLayouts/slideLayout1.xml"/></Relationships>
</file>

<file path=ppt/slides/_rels/slide38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2.xml"/><Relationship Id="rId1" Type="http://schemas.openxmlformats.org/officeDocument/2006/relationships/slideLayout" Target="../slideLayouts/slideLayout1.xml"/></Relationships>
</file>

<file path=ppt/slides/_rels/slide38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3.xml"/><Relationship Id="rId1" Type="http://schemas.openxmlformats.org/officeDocument/2006/relationships/slideLayout" Target="../slideLayouts/slideLayout1.xml"/></Relationships>
</file>

<file path=ppt/slides/_rels/slide38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4.xml"/><Relationship Id="rId1" Type="http://schemas.openxmlformats.org/officeDocument/2006/relationships/slideLayout" Target="../slideLayouts/slideLayout1.xml"/></Relationships>
</file>

<file path=ppt/slides/_rels/slide38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5.xml"/><Relationship Id="rId1" Type="http://schemas.openxmlformats.org/officeDocument/2006/relationships/slideLayout" Target="../slideLayouts/slideLayout1.xml"/></Relationships>
</file>

<file path=ppt/slides/_rels/slide38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6.xml"/><Relationship Id="rId1" Type="http://schemas.openxmlformats.org/officeDocument/2006/relationships/slideLayout" Target="../slideLayouts/slideLayout1.xml"/></Relationships>
</file>

<file path=ppt/slides/_rels/slide38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7.xml"/><Relationship Id="rId1" Type="http://schemas.openxmlformats.org/officeDocument/2006/relationships/slideLayout" Target="../slideLayouts/slideLayout1.xml"/></Relationships>
</file>

<file path=ppt/slides/_rels/slide38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8.xml"/><Relationship Id="rId1" Type="http://schemas.openxmlformats.org/officeDocument/2006/relationships/slideLayout" Target="../slideLayouts/slideLayout1.xml"/></Relationships>
</file>

<file path=ppt/slides/_rels/slide38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09.xml"/><Relationship Id="rId1" Type="http://schemas.openxmlformats.org/officeDocument/2006/relationships/slideLayout" Target="../slideLayouts/slideLayout1.xml"/></Relationships>
</file>

<file path=ppt/slides/_rels/slide38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0.xml"/><Relationship Id="rId1" Type="http://schemas.openxmlformats.org/officeDocument/2006/relationships/slideLayout" Target="../slideLayouts/slideLayout1.xml"/></Relationships>
</file>

<file path=ppt/slides/_rels/slide38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1.xml"/><Relationship Id="rId1" Type="http://schemas.openxmlformats.org/officeDocument/2006/relationships/slideLayout" Target="../slideLayouts/slideLayout1.xml"/></Relationships>
</file>

<file path=ppt/slides/_rels/slide38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2.xml"/><Relationship Id="rId1" Type="http://schemas.openxmlformats.org/officeDocument/2006/relationships/slideLayout" Target="../slideLayouts/slideLayout1.xml"/></Relationships>
</file>

<file path=ppt/slides/_rels/slide38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3.xml"/><Relationship Id="rId1" Type="http://schemas.openxmlformats.org/officeDocument/2006/relationships/slideLayout" Target="../slideLayouts/slideLayout1.xml"/></Relationships>
</file>

<file path=ppt/slides/_rels/slide38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4.xml"/><Relationship Id="rId1" Type="http://schemas.openxmlformats.org/officeDocument/2006/relationships/slideLayout" Target="../slideLayouts/slideLayout1.xml"/></Relationships>
</file>

<file path=ppt/slides/_rels/slide38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5.xml"/><Relationship Id="rId1" Type="http://schemas.openxmlformats.org/officeDocument/2006/relationships/slideLayout" Target="../slideLayouts/slideLayout1.xml"/></Relationships>
</file>

<file path=ppt/slides/_rels/slide38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6.xml"/><Relationship Id="rId1" Type="http://schemas.openxmlformats.org/officeDocument/2006/relationships/slideLayout" Target="../slideLayouts/slideLayout1.xml"/></Relationships>
</file>

<file path=ppt/slides/_rels/slide38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7.xml"/><Relationship Id="rId1" Type="http://schemas.openxmlformats.org/officeDocument/2006/relationships/slideLayout" Target="../slideLayouts/slideLayout1.xml"/></Relationships>
</file>

<file path=ppt/slides/_rels/slide38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8.xml"/><Relationship Id="rId1" Type="http://schemas.openxmlformats.org/officeDocument/2006/relationships/slideLayout" Target="../slideLayouts/slideLayout1.xml"/></Relationships>
</file>

<file path=ppt/slides/_rels/slide38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19.xml"/><Relationship Id="rId1" Type="http://schemas.openxmlformats.org/officeDocument/2006/relationships/slideLayout" Target="../slideLayouts/slideLayout1.xml"/></Relationships>
</file>

<file path=ppt/slides/_rels/slide38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0.xml"/><Relationship Id="rId1" Type="http://schemas.openxmlformats.org/officeDocument/2006/relationships/slideLayout" Target="../slideLayouts/slideLayout1.xml"/></Relationships>
</file>

<file path=ppt/slides/_rels/slide38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1.xml"/><Relationship Id="rId1" Type="http://schemas.openxmlformats.org/officeDocument/2006/relationships/slideLayout" Target="../slideLayouts/slideLayout1.xml"/></Relationships>
</file>

<file path=ppt/slides/_rels/slide38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2.xml"/><Relationship Id="rId1" Type="http://schemas.openxmlformats.org/officeDocument/2006/relationships/slideLayout" Target="../slideLayouts/slideLayout1.xml"/></Relationships>
</file>

<file path=ppt/slides/_rels/slide38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3.xml"/><Relationship Id="rId1" Type="http://schemas.openxmlformats.org/officeDocument/2006/relationships/slideLayout" Target="../slideLayouts/slideLayout1.xml"/></Relationships>
</file>

<file path=ppt/slides/_rels/slide38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4.xml"/><Relationship Id="rId1" Type="http://schemas.openxmlformats.org/officeDocument/2006/relationships/slideLayout" Target="../slideLayouts/slideLayout1.xml"/></Relationships>
</file>

<file path=ppt/slides/_rels/slide38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5.xml"/><Relationship Id="rId1" Type="http://schemas.openxmlformats.org/officeDocument/2006/relationships/slideLayout" Target="../slideLayouts/slideLayout1.xml"/></Relationships>
</file>

<file path=ppt/slides/_rels/slide38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6.xml"/><Relationship Id="rId1" Type="http://schemas.openxmlformats.org/officeDocument/2006/relationships/slideLayout" Target="../slideLayouts/slideLayout1.xml"/></Relationships>
</file>

<file path=ppt/slides/_rels/slide38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7.xml"/><Relationship Id="rId1" Type="http://schemas.openxmlformats.org/officeDocument/2006/relationships/slideLayout" Target="../slideLayouts/slideLayout1.xml"/></Relationships>
</file>

<file path=ppt/slides/_rels/slide38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8.xml"/><Relationship Id="rId1" Type="http://schemas.openxmlformats.org/officeDocument/2006/relationships/slideLayout" Target="../slideLayouts/slideLayout1.xml"/></Relationships>
</file>

<file path=ppt/slides/_rels/slide38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29.xml"/><Relationship Id="rId1" Type="http://schemas.openxmlformats.org/officeDocument/2006/relationships/slideLayout" Target="../slideLayouts/slideLayout1.xml"/></Relationships>
</file>

<file path=ppt/slides/_rels/slide38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0.xml"/><Relationship Id="rId1" Type="http://schemas.openxmlformats.org/officeDocument/2006/relationships/slideLayout" Target="../slideLayouts/slideLayout1.xml"/></Relationships>
</file>

<file path=ppt/slides/_rels/slide38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1.xml"/><Relationship Id="rId1" Type="http://schemas.openxmlformats.org/officeDocument/2006/relationships/slideLayout" Target="../slideLayouts/slideLayout1.xml"/></Relationships>
</file>

<file path=ppt/slides/_rels/slide38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2.xml"/><Relationship Id="rId1" Type="http://schemas.openxmlformats.org/officeDocument/2006/relationships/slideLayout" Target="../slideLayouts/slideLayout1.xml"/></Relationships>
</file>

<file path=ppt/slides/_rels/slide38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3.xml"/><Relationship Id="rId1" Type="http://schemas.openxmlformats.org/officeDocument/2006/relationships/slideLayout" Target="../slideLayouts/slideLayout1.xml"/></Relationships>
</file>

<file path=ppt/slides/_rels/slide38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4.xml"/><Relationship Id="rId1" Type="http://schemas.openxmlformats.org/officeDocument/2006/relationships/slideLayout" Target="../slideLayouts/slideLayout1.xml"/></Relationships>
</file>

<file path=ppt/slides/_rels/slide38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5.xml"/><Relationship Id="rId1" Type="http://schemas.openxmlformats.org/officeDocument/2006/relationships/slideLayout" Target="../slideLayouts/slideLayout1.xml"/></Relationships>
</file>

<file path=ppt/slides/_rels/slide38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6.xml"/><Relationship Id="rId1" Type="http://schemas.openxmlformats.org/officeDocument/2006/relationships/slideLayout" Target="../slideLayouts/slideLayout1.xml"/></Relationships>
</file>

<file path=ppt/slides/_rels/slide38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7.xml"/><Relationship Id="rId1" Type="http://schemas.openxmlformats.org/officeDocument/2006/relationships/slideLayout" Target="../slideLayouts/slideLayout1.xml"/></Relationships>
</file>

<file path=ppt/slides/_rels/slide38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8.xml"/><Relationship Id="rId1" Type="http://schemas.openxmlformats.org/officeDocument/2006/relationships/slideLayout" Target="../slideLayouts/slideLayout1.xml"/></Relationships>
</file>

<file path=ppt/slides/_rels/slide38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39.xml"/><Relationship Id="rId1" Type="http://schemas.openxmlformats.org/officeDocument/2006/relationships/slideLayout" Target="../slideLayouts/slideLayout1.xml"/></Relationships>
</file>

<file path=ppt/slides/_rels/slide38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40.xml"/><Relationship Id="rId1" Type="http://schemas.openxmlformats.org/officeDocument/2006/relationships/slideLayout" Target="../slideLayouts/slideLayout1.xml"/></Relationships>
</file>

<file path=ppt/slides/_rels/slide3875.xml.rels><?xml version="1.0" encoding="UTF-8" standalone="yes"?>
<Relationships xmlns="http://schemas.openxmlformats.org/package/2006/relationships"><Relationship Id="rId8" Type="http://schemas.openxmlformats.org/officeDocument/2006/relationships/diagramQuickStyle" Target="../diagrams/quickStyle16.xml"/><Relationship Id="rId3" Type="http://schemas.openxmlformats.org/officeDocument/2006/relationships/image" Target="../media/image9.jpg"/><Relationship Id="rId7" Type="http://schemas.openxmlformats.org/officeDocument/2006/relationships/diagramLayout" Target="../diagrams/layout16.xml"/><Relationship Id="rId2" Type="http://schemas.openxmlformats.org/officeDocument/2006/relationships/notesSlide" Target="../notesSlides/notesSlide3741.xml"/><Relationship Id="rId1" Type="http://schemas.openxmlformats.org/officeDocument/2006/relationships/slideLayout" Target="../slideLayouts/slideLayout4.xml"/><Relationship Id="rId6" Type="http://schemas.openxmlformats.org/officeDocument/2006/relationships/diagramData" Target="../diagrams/data16.xml"/><Relationship Id="rId5" Type="http://schemas.openxmlformats.org/officeDocument/2006/relationships/image" Target="../media/image11.jpg"/><Relationship Id="rId10" Type="http://schemas.microsoft.com/office/2007/relationships/diagramDrawing" Target="../diagrams/drawing16.xml"/><Relationship Id="rId4" Type="http://schemas.openxmlformats.org/officeDocument/2006/relationships/image" Target="../media/image10.jpg"/><Relationship Id="rId9" Type="http://schemas.openxmlformats.org/officeDocument/2006/relationships/diagramColors" Target="../diagrams/colors16.xml"/></Relationships>
</file>

<file path=ppt/slides/_rels/slide3876.xml.rels><?xml version="1.0" encoding="UTF-8" standalone="yes"?>
<Relationships xmlns="http://schemas.openxmlformats.org/package/2006/relationships"><Relationship Id="rId8" Type="http://schemas.openxmlformats.org/officeDocument/2006/relationships/diagramQuickStyle" Target="../diagrams/quickStyle17.xml"/><Relationship Id="rId3" Type="http://schemas.openxmlformats.org/officeDocument/2006/relationships/image" Target="../media/image9.jpg"/><Relationship Id="rId7" Type="http://schemas.openxmlformats.org/officeDocument/2006/relationships/diagramLayout" Target="../diagrams/layout17.xml"/><Relationship Id="rId2" Type="http://schemas.openxmlformats.org/officeDocument/2006/relationships/notesSlide" Target="../notesSlides/notesSlide3742.xml"/><Relationship Id="rId1" Type="http://schemas.openxmlformats.org/officeDocument/2006/relationships/slideLayout" Target="../slideLayouts/slideLayout4.xml"/><Relationship Id="rId6" Type="http://schemas.openxmlformats.org/officeDocument/2006/relationships/diagramData" Target="../diagrams/data17.xml"/><Relationship Id="rId5" Type="http://schemas.openxmlformats.org/officeDocument/2006/relationships/image" Target="../media/image11.jpg"/><Relationship Id="rId10" Type="http://schemas.microsoft.com/office/2007/relationships/diagramDrawing" Target="../diagrams/drawing17.xml"/><Relationship Id="rId4" Type="http://schemas.openxmlformats.org/officeDocument/2006/relationships/image" Target="../media/image10.jpg"/><Relationship Id="rId9" Type="http://schemas.openxmlformats.org/officeDocument/2006/relationships/diagramColors" Target="../diagrams/colors17.xml"/></Relationships>
</file>

<file path=ppt/slides/_rels/slide3877.xml.rels><?xml version="1.0" encoding="UTF-8" standalone="yes"?>
<Relationships xmlns="http://schemas.openxmlformats.org/package/2006/relationships"><Relationship Id="rId8" Type="http://schemas.openxmlformats.org/officeDocument/2006/relationships/diagramQuickStyle" Target="../diagrams/quickStyle18.xml"/><Relationship Id="rId3" Type="http://schemas.openxmlformats.org/officeDocument/2006/relationships/image" Target="../media/image9.jpg"/><Relationship Id="rId7" Type="http://schemas.openxmlformats.org/officeDocument/2006/relationships/diagramLayout" Target="../diagrams/layout18.xml"/><Relationship Id="rId2" Type="http://schemas.openxmlformats.org/officeDocument/2006/relationships/notesSlide" Target="../notesSlides/notesSlide3743.xml"/><Relationship Id="rId1" Type="http://schemas.openxmlformats.org/officeDocument/2006/relationships/slideLayout" Target="../slideLayouts/slideLayout4.xml"/><Relationship Id="rId6" Type="http://schemas.openxmlformats.org/officeDocument/2006/relationships/diagramData" Target="../diagrams/data18.xml"/><Relationship Id="rId5" Type="http://schemas.openxmlformats.org/officeDocument/2006/relationships/image" Target="../media/image11.jpg"/><Relationship Id="rId10" Type="http://schemas.microsoft.com/office/2007/relationships/diagramDrawing" Target="../diagrams/drawing18.xml"/><Relationship Id="rId4" Type="http://schemas.openxmlformats.org/officeDocument/2006/relationships/image" Target="../media/image10.jpg"/><Relationship Id="rId9" Type="http://schemas.openxmlformats.org/officeDocument/2006/relationships/diagramColors" Target="../diagrams/colors18.xml"/></Relationships>
</file>

<file path=ppt/slides/_rels/slide3878.xml.rels><?xml version="1.0" encoding="UTF-8" standalone="yes"?>
<Relationships xmlns="http://schemas.openxmlformats.org/package/2006/relationships"><Relationship Id="rId8" Type="http://schemas.openxmlformats.org/officeDocument/2006/relationships/diagramQuickStyle" Target="../diagrams/quickStyle19.xml"/><Relationship Id="rId3" Type="http://schemas.openxmlformats.org/officeDocument/2006/relationships/image" Target="../media/image9.jpg"/><Relationship Id="rId7" Type="http://schemas.openxmlformats.org/officeDocument/2006/relationships/diagramLayout" Target="../diagrams/layout19.xml"/><Relationship Id="rId2" Type="http://schemas.openxmlformats.org/officeDocument/2006/relationships/notesSlide" Target="../notesSlides/notesSlide3744.xml"/><Relationship Id="rId1" Type="http://schemas.openxmlformats.org/officeDocument/2006/relationships/slideLayout" Target="../slideLayouts/slideLayout4.xml"/><Relationship Id="rId6" Type="http://schemas.openxmlformats.org/officeDocument/2006/relationships/diagramData" Target="../diagrams/data19.xml"/><Relationship Id="rId5" Type="http://schemas.openxmlformats.org/officeDocument/2006/relationships/image" Target="../media/image11.jpg"/><Relationship Id="rId10" Type="http://schemas.microsoft.com/office/2007/relationships/diagramDrawing" Target="../diagrams/drawing19.xml"/><Relationship Id="rId4" Type="http://schemas.openxmlformats.org/officeDocument/2006/relationships/image" Target="../media/image10.jpg"/><Relationship Id="rId9" Type="http://schemas.openxmlformats.org/officeDocument/2006/relationships/diagramColors" Target="../diagrams/colors19.xml"/></Relationships>
</file>

<file path=ppt/slides/_rels/slide3879.xml.rels><?xml version="1.0" encoding="UTF-8" standalone="yes"?>
<Relationships xmlns="http://schemas.openxmlformats.org/package/2006/relationships"><Relationship Id="rId8" Type="http://schemas.openxmlformats.org/officeDocument/2006/relationships/diagramQuickStyle" Target="../diagrams/quickStyle20.xml"/><Relationship Id="rId3" Type="http://schemas.openxmlformats.org/officeDocument/2006/relationships/image" Target="../media/image9.jpg"/><Relationship Id="rId7" Type="http://schemas.openxmlformats.org/officeDocument/2006/relationships/diagramLayout" Target="../diagrams/layout20.xml"/><Relationship Id="rId2" Type="http://schemas.openxmlformats.org/officeDocument/2006/relationships/notesSlide" Target="../notesSlides/notesSlide3745.xml"/><Relationship Id="rId1" Type="http://schemas.openxmlformats.org/officeDocument/2006/relationships/slideLayout" Target="../slideLayouts/slideLayout4.xml"/><Relationship Id="rId6" Type="http://schemas.openxmlformats.org/officeDocument/2006/relationships/diagramData" Target="../diagrams/data20.xml"/><Relationship Id="rId5" Type="http://schemas.openxmlformats.org/officeDocument/2006/relationships/image" Target="../media/image11.jpg"/><Relationship Id="rId10" Type="http://schemas.microsoft.com/office/2007/relationships/diagramDrawing" Target="../diagrams/drawing20.xml"/><Relationship Id="rId4" Type="http://schemas.openxmlformats.org/officeDocument/2006/relationships/image" Target="../media/image10.jpg"/><Relationship Id="rId9" Type="http://schemas.openxmlformats.org/officeDocument/2006/relationships/diagramColors" Target="../diagrams/colors20.xml"/></Relationships>
</file>

<file path=ppt/slides/_rels/slide388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3746.xml"/><Relationship Id="rId1" Type="http://schemas.openxmlformats.org/officeDocument/2006/relationships/slideLayout" Target="../slideLayouts/slideLayout2.xml"/></Relationships>
</file>

<file path=ppt/slides/_rels/slide3881.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3747.xml"/><Relationship Id="rId1" Type="http://schemas.openxmlformats.org/officeDocument/2006/relationships/slideLayout" Target="../slideLayouts/slideLayout2.xml"/></Relationships>
</file>

<file path=ppt/slides/_rels/slide3882.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3748.xml"/><Relationship Id="rId1" Type="http://schemas.openxmlformats.org/officeDocument/2006/relationships/slideLayout" Target="../slideLayouts/slideLayout2.xml"/></Relationships>
</file>

<file path=ppt/slides/_rels/slide3883.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1.xml"/><Relationship Id="rId7" Type="http://schemas.microsoft.com/office/2007/relationships/diagramDrawing" Target="../diagrams/drawing21.xml"/><Relationship Id="rId2" Type="http://schemas.openxmlformats.org/officeDocument/2006/relationships/notesSlide" Target="../notesSlides/notesSlide3749.xml"/><Relationship Id="rId1" Type="http://schemas.openxmlformats.org/officeDocument/2006/relationships/slideLayout" Target="../slideLayouts/slideLayout4.xml"/><Relationship Id="rId6" Type="http://schemas.openxmlformats.org/officeDocument/2006/relationships/diagramColors" Target="../diagrams/colors21.xml"/><Relationship Id="rId5" Type="http://schemas.openxmlformats.org/officeDocument/2006/relationships/diagramQuickStyle" Target="../diagrams/quickStyle21.xml"/><Relationship Id="rId4" Type="http://schemas.openxmlformats.org/officeDocument/2006/relationships/diagramLayout" Target="../diagrams/layout21.xml"/></Relationships>
</file>

<file path=ppt/slides/_rels/slide3884.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notesSlide" Target="../notesSlides/notesSlide3750.xml"/><Relationship Id="rId1" Type="http://schemas.openxmlformats.org/officeDocument/2006/relationships/slideLayout" Target="../slideLayouts/slideLayout4.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38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1.xml"/><Relationship Id="rId1" Type="http://schemas.openxmlformats.org/officeDocument/2006/relationships/slideLayout" Target="../slideLayouts/slideLayout1.xml"/></Relationships>
</file>

<file path=ppt/slides/_rels/slide38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2.xml"/><Relationship Id="rId1" Type="http://schemas.openxmlformats.org/officeDocument/2006/relationships/slideLayout" Target="../slideLayouts/slideLayout1.xml"/></Relationships>
</file>

<file path=ppt/slides/_rels/slide38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3.xml"/><Relationship Id="rId1" Type="http://schemas.openxmlformats.org/officeDocument/2006/relationships/slideLayout" Target="../slideLayouts/slideLayout1.xml"/></Relationships>
</file>

<file path=ppt/slides/_rels/slide38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4.xml"/><Relationship Id="rId1" Type="http://schemas.openxmlformats.org/officeDocument/2006/relationships/slideLayout" Target="../slideLayouts/slideLayout1.xml"/></Relationships>
</file>

<file path=ppt/slides/_rels/slide38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5.xml"/><Relationship Id="rId1" Type="http://schemas.openxmlformats.org/officeDocument/2006/relationships/slideLayout" Target="../slideLayouts/slideLayout1.xml"/></Relationships>
</file>

<file path=ppt/slides/_rels/slide38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6.xml"/><Relationship Id="rId1" Type="http://schemas.openxmlformats.org/officeDocument/2006/relationships/slideLayout" Target="../slideLayouts/slideLayout1.xml"/></Relationships>
</file>

<file path=ppt/slides/_rels/slide38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7.xml"/><Relationship Id="rId1" Type="http://schemas.openxmlformats.org/officeDocument/2006/relationships/slideLayout" Target="../slideLayouts/slideLayout1.xml"/></Relationships>
</file>

<file path=ppt/slides/_rels/slide38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8.xml"/><Relationship Id="rId1" Type="http://schemas.openxmlformats.org/officeDocument/2006/relationships/slideLayout" Target="../slideLayouts/slideLayout1.xml"/></Relationships>
</file>

<file path=ppt/slides/_rels/slide38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59.xml"/><Relationship Id="rId1" Type="http://schemas.openxmlformats.org/officeDocument/2006/relationships/slideLayout" Target="../slideLayouts/slideLayout1.xml"/></Relationships>
</file>

<file path=ppt/slides/_rels/slide38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0.xml"/><Relationship Id="rId1" Type="http://schemas.openxmlformats.org/officeDocument/2006/relationships/slideLayout" Target="../slideLayouts/slideLayout1.xml"/></Relationships>
</file>

<file path=ppt/slides/_rels/slide38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1.xml"/><Relationship Id="rId1" Type="http://schemas.openxmlformats.org/officeDocument/2006/relationships/slideLayout" Target="../slideLayouts/slideLayout1.xml"/></Relationships>
</file>

<file path=ppt/slides/_rels/slide38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2.xml"/><Relationship Id="rId1" Type="http://schemas.openxmlformats.org/officeDocument/2006/relationships/slideLayout" Target="../slideLayouts/slideLayout1.xml"/></Relationships>
</file>

<file path=ppt/slides/_rels/slide38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3.xml"/><Relationship Id="rId1" Type="http://schemas.openxmlformats.org/officeDocument/2006/relationships/slideLayout" Target="../slideLayouts/slideLayout1.xml"/></Relationships>
</file>

<file path=ppt/slides/_rels/slide38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4.xml"/><Relationship Id="rId1" Type="http://schemas.openxmlformats.org/officeDocument/2006/relationships/slideLayout" Target="../slideLayouts/slideLayout1.xml"/></Relationships>
</file>

<file path=ppt/slides/_rels/slide38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5.xml"/><Relationship Id="rId1" Type="http://schemas.openxmlformats.org/officeDocument/2006/relationships/slideLayout" Target="../slideLayouts/slideLayout1.xml"/></Relationships>
</file>

<file path=ppt/slides/_rels/slide39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6.xml"/><Relationship Id="rId1" Type="http://schemas.openxmlformats.org/officeDocument/2006/relationships/slideLayout" Target="../slideLayouts/slideLayout1.xml"/></Relationships>
</file>

<file path=ppt/slides/_rels/slide39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7.xml"/><Relationship Id="rId1" Type="http://schemas.openxmlformats.org/officeDocument/2006/relationships/slideLayout" Target="../slideLayouts/slideLayout1.xml"/></Relationships>
</file>

<file path=ppt/slides/_rels/slide39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8.xml"/><Relationship Id="rId1" Type="http://schemas.openxmlformats.org/officeDocument/2006/relationships/slideLayout" Target="../slideLayouts/slideLayout1.xml"/></Relationships>
</file>

<file path=ppt/slides/_rels/slide39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69.xml"/><Relationship Id="rId1" Type="http://schemas.openxmlformats.org/officeDocument/2006/relationships/slideLayout" Target="../slideLayouts/slideLayout1.xml"/></Relationships>
</file>

<file path=ppt/slides/_rels/slide3904.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notesSlide" Target="../notesSlides/notesSlide3770.xml"/><Relationship Id="rId1" Type="http://schemas.openxmlformats.org/officeDocument/2006/relationships/slideLayout" Target="../slideLayouts/slideLayout4.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s>
</file>

<file path=ppt/slides/_rels/slide3905.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4.xml"/><Relationship Id="rId7" Type="http://schemas.microsoft.com/office/2007/relationships/diagramDrawing" Target="../diagrams/drawing24.xml"/><Relationship Id="rId2" Type="http://schemas.openxmlformats.org/officeDocument/2006/relationships/notesSlide" Target="../notesSlides/notesSlide3771.xml"/><Relationship Id="rId1" Type="http://schemas.openxmlformats.org/officeDocument/2006/relationships/slideLayout" Target="../slideLayouts/slideLayout4.xml"/><Relationship Id="rId6" Type="http://schemas.openxmlformats.org/officeDocument/2006/relationships/diagramColors" Target="../diagrams/colors24.xml"/><Relationship Id="rId5" Type="http://schemas.openxmlformats.org/officeDocument/2006/relationships/diagramQuickStyle" Target="../diagrams/quickStyle24.xml"/><Relationship Id="rId4" Type="http://schemas.openxmlformats.org/officeDocument/2006/relationships/diagramLayout" Target="../diagrams/layout24.xml"/></Relationships>
</file>

<file path=ppt/slides/_rels/slide39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2.xml"/><Relationship Id="rId1" Type="http://schemas.openxmlformats.org/officeDocument/2006/relationships/slideLayout" Target="../slideLayouts/slideLayout1.xml"/></Relationships>
</file>

<file path=ppt/slides/_rels/slide39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3.xml"/><Relationship Id="rId1" Type="http://schemas.openxmlformats.org/officeDocument/2006/relationships/slideLayout" Target="../slideLayouts/slideLayout1.xml"/></Relationships>
</file>

<file path=ppt/slides/_rels/slide39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4.xml"/><Relationship Id="rId1" Type="http://schemas.openxmlformats.org/officeDocument/2006/relationships/slideLayout" Target="../slideLayouts/slideLayout1.xml"/></Relationships>
</file>

<file path=ppt/slides/_rels/slide39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5.xml"/><Relationship Id="rId1" Type="http://schemas.openxmlformats.org/officeDocument/2006/relationships/slideLayout" Target="../slideLayouts/slideLayout1.xml"/></Relationships>
</file>

<file path=ppt/slides/_rels/slide39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6.xml"/><Relationship Id="rId1" Type="http://schemas.openxmlformats.org/officeDocument/2006/relationships/slideLayout" Target="../slideLayouts/slideLayout1.xml"/></Relationships>
</file>

<file path=ppt/slides/_rels/slide39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7.xml"/><Relationship Id="rId1" Type="http://schemas.openxmlformats.org/officeDocument/2006/relationships/slideLayout" Target="../slideLayouts/slideLayout1.xml"/></Relationships>
</file>

<file path=ppt/slides/_rels/slide39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8.xml"/><Relationship Id="rId1" Type="http://schemas.openxmlformats.org/officeDocument/2006/relationships/slideLayout" Target="../slideLayouts/slideLayout1.xml"/></Relationships>
</file>

<file path=ppt/slides/_rels/slide39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79.xml"/><Relationship Id="rId1" Type="http://schemas.openxmlformats.org/officeDocument/2006/relationships/slideLayout" Target="../slideLayouts/slideLayout1.xml"/></Relationships>
</file>

<file path=ppt/slides/_rels/slide39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0.xml"/><Relationship Id="rId1" Type="http://schemas.openxmlformats.org/officeDocument/2006/relationships/slideLayout" Target="../slideLayouts/slideLayout1.xml"/></Relationships>
</file>

<file path=ppt/slides/_rels/slide39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1.xml"/><Relationship Id="rId1" Type="http://schemas.openxmlformats.org/officeDocument/2006/relationships/slideLayout" Target="../slideLayouts/slideLayout1.xml"/></Relationships>
</file>

<file path=ppt/slides/_rels/slide39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2.xml"/><Relationship Id="rId1" Type="http://schemas.openxmlformats.org/officeDocument/2006/relationships/slideLayout" Target="../slideLayouts/slideLayout1.xml"/></Relationships>
</file>

<file path=ppt/slides/_rels/slide39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3.xml"/><Relationship Id="rId1" Type="http://schemas.openxmlformats.org/officeDocument/2006/relationships/slideLayout" Target="../slideLayouts/slideLayout1.xml"/></Relationships>
</file>

<file path=ppt/slides/_rels/slide39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4.xml"/><Relationship Id="rId1" Type="http://schemas.openxmlformats.org/officeDocument/2006/relationships/slideLayout" Target="../slideLayouts/slideLayout1.xml"/></Relationships>
</file>

<file path=ppt/slides/_rels/slide39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5.xml"/><Relationship Id="rId1" Type="http://schemas.openxmlformats.org/officeDocument/2006/relationships/slideLayout" Target="../slideLayouts/slideLayout1.xml"/></Relationships>
</file>

<file path=ppt/slides/_rels/slide39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6.xml"/><Relationship Id="rId1" Type="http://schemas.openxmlformats.org/officeDocument/2006/relationships/slideLayout" Target="../slideLayouts/slideLayout1.xml"/></Relationships>
</file>

<file path=ppt/slides/_rels/slide39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7.xml"/><Relationship Id="rId1" Type="http://schemas.openxmlformats.org/officeDocument/2006/relationships/slideLayout" Target="../slideLayouts/slideLayout1.xml"/></Relationships>
</file>

<file path=ppt/slides/_rels/slide39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8.xml"/><Relationship Id="rId1" Type="http://schemas.openxmlformats.org/officeDocument/2006/relationships/slideLayout" Target="../slideLayouts/slideLayout1.xml"/></Relationships>
</file>

<file path=ppt/slides/_rels/slide39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89.xml"/><Relationship Id="rId1" Type="http://schemas.openxmlformats.org/officeDocument/2006/relationships/slideLayout" Target="../slideLayouts/slideLayout1.xml"/></Relationships>
</file>

<file path=ppt/slides/_rels/slide39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0.xml"/><Relationship Id="rId1" Type="http://schemas.openxmlformats.org/officeDocument/2006/relationships/slideLayout" Target="../slideLayouts/slideLayout1.xml"/></Relationships>
</file>

<file path=ppt/slides/_rels/slide39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1.xml"/><Relationship Id="rId1" Type="http://schemas.openxmlformats.org/officeDocument/2006/relationships/slideLayout" Target="../slideLayouts/slideLayout1.xml"/></Relationships>
</file>

<file path=ppt/slides/_rels/slide39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2.xml"/><Relationship Id="rId1" Type="http://schemas.openxmlformats.org/officeDocument/2006/relationships/slideLayout" Target="../slideLayouts/slideLayout1.xml"/></Relationships>
</file>

<file path=ppt/slides/_rels/slide39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3.xml"/><Relationship Id="rId1" Type="http://schemas.openxmlformats.org/officeDocument/2006/relationships/slideLayout" Target="../slideLayouts/slideLayout1.xml"/></Relationships>
</file>

<file path=ppt/slides/_rels/slide39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4.xml"/><Relationship Id="rId1" Type="http://schemas.openxmlformats.org/officeDocument/2006/relationships/slideLayout" Target="../slideLayouts/slideLayout1.xml"/></Relationships>
</file>

<file path=ppt/slides/_rels/slide39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5.xml"/><Relationship Id="rId1" Type="http://schemas.openxmlformats.org/officeDocument/2006/relationships/slideLayout" Target="../slideLayouts/slideLayout1.xml"/></Relationships>
</file>

<file path=ppt/slides/_rels/slide39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6.xml"/><Relationship Id="rId1" Type="http://schemas.openxmlformats.org/officeDocument/2006/relationships/slideLayout" Target="../slideLayouts/slideLayout1.xml"/></Relationships>
</file>

<file path=ppt/slides/_rels/slide39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7.xml"/><Relationship Id="rId1" Type="http://schemas.openxmlformats.org/officeDocument/2006/relationships/slideLayout" Target="../slideLayouts/slideLayout1.xml"/></Relationships>
</file>

<file path=ppt/slides/_rels/slide39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8.xml"/><Relationship Id="rId1" Type="http://schemas.openxmlformats.org/officeDocument/2006/relationships/slideLayout" Target="../slideLayouts/slideLayout1.xml"/></Relationships>
</file>

<file path=ppt/slides/_rels/slide39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799.xml"/><Relationship Id="rId1" Type="http://schemas.openxmlformats.org/officeDocument/2006/relationships/slideLayout" Target="../slideLayouts/slideLayout1.xml"/></Relationships>
</file>

<file path=ppt/slides/_rels/slide39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00.xml"/><Relationship Id="rId1" Type="http://schemas.openxmlformats.org/officeDocument/2006/relationships/slideLayout" Target="../slideLayouts/slideLayout1.xml"/></Relationships>
</file>

<file path=ppt/slides/_rels/slide39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01.xml"/><Relationship Id="rId1" Type="http://schemas.openxmlformats.org/officeDocument/2006/relationships/slideLayout" Target="../slideLayouts/slideLayout1.xml"/></Relationships>
</file>

<file path=ppt/slides/_rels/slide3936.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5.xml"/><Relationship Id="rId7" Type="http://schemas.microsoft.com/office/2007/relationships/diagramDrawing" Target="../diagrams/drawing25.xml"/><Relationship Id="rId2" Type="http://schemas.openxmlformats.org/officeDocument/2006/relationships/notesSlide" Target="../notesSlides/notesSlide3802.xml"/><Relationship Id="rId1" Type="http://schemas.openxmlformats.org/officeDocument/2006/relationships/slideLayout" Target="../slideLayouts/slideLayout4.xml"/><Relationship Id="rId6" Type="http://schemas.openxmlformats.org/officeDocument/2006/relationships/diagramColors" Target="../diagrams/colors25.xml"/><Relationship Id="rId5" Type="http://schemas.openxmlformats.org/officeDocument/2006/relationships/diagramQuickStyle" Target="../diagrams/quickStyle25.xml"/><Relationship Id="rId4" Type="http://schemas.openxmlformats.org/officeDocument/2006/relationships/diagramLayout" Target="../diagrams/layout25.xml"/></Relationships>
</file>

<file path=ppt/slides/_rels/slide3937.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notesSlide" Target="../notesSlides/notesSlide3803.xml"/><Relationship Id="rId1" Type="http://schemas.openxmlformats.org/officeDocument/2006/relationships/slideLayout" Target="../slideLayouts/slideLayout4.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39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04.xml"/><Relationship Id="rId1" Type="http://schemas.openxmlformats.org/officeDocument/2006/relationships/slideLayout" Target="../slideLayouts/slideLayout1.xml"/></Relationships>
</file>

<file path=ppt/slides/_rels/slide3939.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notesSlide" Target="../notesSlides/notesSlide3805.xml"/><Relationship Id="rId1" Type="http://schemas.openxmlformats.org/officeDocument/2006/relationships/slideLayout" Target="../slideLayouts/slideLayout4.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3940.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8.xml"/><Relationship Id="rId7" Type="http://schemas.microsoft.com/office/2007/relationships/diagramDrawing" Target="../diagrams/drawing28.xml"/><Relationship Id="rId2" Type="http://schemas.openxmlformats.org/officeDocument/2006/relationships/notesSlide" Target="../notesSlides/notesSlide3806.xml"/><Relationship Id="rId1" Type="http://schemas.openxmlformats.org/officeDocument/2006/relationships/slideLayout" Target="../slideLayouts/slideLayout4.xml"/><Relationship Id="rId6" Type="http://schemas.openxmlformats.org/officeDocument/2006/relationships/diagramColors" Target="../diagrams/colors28.xml"/><Relationship Id="rId5" Type="http://schemas.openxmlformats.org/officeDocument/2006/relationships/diagramQuickStyle" Target="../diagrams/quickStyle28.xml"/><Relationship Id="rId4" Type="http://schemas.openxmlformats.org/officeDocument/2006/relationships/diagramLayout" Target="../diagrams/layout28.xml"/></Relationships>
</file>

<file path=ppt/slides/_rels/slide39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07.xml"/><Relationship Id="rId1" Type="http://schemas.openxmlformats.org/officeDocument/2006/relationships/slideLayout" Target="../slideLayouts/slideLayout1.xml"/></Relationships>
</file>

<file path=ppt/slides/_rels/slide3942.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29.xml"/><Relationship Id="rId7" Type="http://schemas.microsoft.com/office/2007/relationships/diagramDrawing" Target="../diagrams/drawing29.xml"/><Relationship Id="rId2" Type="http://schemas.openxmlformats.org/officeDocument/2006/relationships/notesSlide" Target="../notesSlides/notesSlide3808.xml"/><Relationship Id="rId1" Type="http://schemas.openxmlformats.org/officeDocument/2006/relationships/slideLayout" Target="../slideLayouts/slideLayout4.xml"/><Relationship Id="rId6" Type="http://schemas.openxmlformats.org/officeDocument/2006/relationships/diagramColors" Target="../diagrams/colors29.xml"/><Relationship Id="rId5" Type="http://schemas.openxmlformats.org/officeDocument/2006/relationships/diagramQuickStyle" Target="../diagrams/quickStyle29.xml"/><Relationship Id="rId4" Type="http://schemas.openxmlformats.org/officeDocument/2006/relationships/diagramLayout" Target="../diagrams/layout29.xml"/></Relationships>
</file>

<file path=ppt/slides/_rels/slide3943.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diagramData" Target="../diagrams/data30.xml"/><Relationship Id="rId7" Type="http://schemas.microsoft.com/office/2007/relationships/diagramDrawing" Target="../diagrams/drawing30.xml"/><Relationship Id="rId2" Type="http://schemas.openxmlformats.org/officeDocument/2006/relationships/notesSlide" Target="../notesSlides/notesSlide3809.xml"/><Relationship Id="rId1" Type="http://schemas.openxmlformats.org/officeDocument/2006/relationships/slideLayout" Target="../slideLayouts/slideLayout4.xml"/><Relationship Id="rId6" Type="http://schemas.openxmlformats.org/officeDocument/2006/relationships/diagramColors" Target="../diagrams/colors30.xml"/><Relationship Id="rId5" Type="http://schemas.openxmlformats.org/officeDocument/2006/relationships/diagramQuickStyle" Target="../diagrams/quickStyle30.xml"/><Relationship Id="rId4" Type="http://schemas.openxmlformats.org/officeDocument/2006/relationships/diagramLayout" Target="../diagrams/layout30.xml"/></Relationships>
</file>

<file path=ppt/slides/_rels/slide39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0.xml"/><Relationship Id="rId1" Type="http://schemas.openxmlformats.org/officeDocument/2006/relationships/slideLayout" Target="../slideLayouts/slideLayout1.xml"/></Relationships>
</file>

<file path=ppt/slides/_rels/slide39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1.xml"/><Relationship Id="rId1" Type="http://schemas.openxmlformats.org/officeDocument/2006/relationships/slideLayout" Target="../slideLayouts/slideLayout1.xml"/></Relationships>
</file>

<file path=ppt/slides/_rels/slide39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2.xml"/><Relationship Id="rId1" Type="http://schemas.openxmlformats.org/officeDocument/2006/relationships/slideLayout" Target="../slideLayouts/slideLayout1.xml"/></Relationships>
</file>

<file path=ppt/slides/_rels/slide39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3.xml"/><Relationship Id="rId1" Type="http://schemas.openxmlformats.org/officeDocument/2006/relationships/slideLayout" Target="../slideLayouts/slideLayout1.xml"/></Relationships>
</file>

<file path=ppt/slides/_rels/slide39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4.xml"/><Relationship Id="rId1" Type="http://schemas.openxmlformats.org/officeDocument/2006/relationships/slideLayout" Target="../slideLayouts/slideLayout1.xml"/></Relationships>
</file>

<file path=ppt/slides/_rels/slide39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5.xml"/><Relationship Id="rId1" Type="http://schemas.openxmlformats.org/officeDocument/2006/relationships/slideLayout" Target="../slideLayouts/slideLayout1.xml"/></Relationships>
</file>

<file path=ppt/slides/_rels/slide39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6.xml"/><Relationship Id="rId1" Type="http://schemas.openxmlformats.org/officeDocument/2006/relationships/slideLayout" Target="../slideLayouts/slideLayout1.xml"/></Relationships>
</file>

<file path=ppt/slides/_rels/slide39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7.xml"/><Relationship Id="rId1" Type="http://schemas.openxmlformats.org/officeDocument/2006/relationships/slideLayout" Target="../slideLayouts/slideLayout1.xml"/></Relationships>
</file>

<file path=ppt/slides/_rels/slide39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8.xml"/><Relationship Id="rId1" Type="http://schemas.openxmlformats.org/officeDocument/2006/relationships/slideLayout" Target="../slideLayouts/slideLayout1.xml"/></Relationships>
</file>

<file path=ppt/slides/_rels/slide39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19.xml"/><Relationship Id="rId1" Type="http://schemas.openxmlformats.org/officeDocument/2006/relationships/slideLayout" Target="../slideLayouts/slideLayout1.xml"/></Relationships>
</file>

<file path=ppt/slides/_rels/slide39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0.xml"/><Relationship Id="rId1" Type="http://schemas.openxmlformats.org/officeDocument/2006/relationships/slideLayout" Target="../slideLayouts/slideLayout1.xml"/></Relationships>
</file>

<file path=ppt/slides/_rels/slide39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1.xml"/><Relationship Id="rId1" Type="http://schemas.openxmlformats.org/officeDocument/2006/relationships/slideLayout" Target="../slideLayouts/slideLayout1.xml"/></Relationships>
</file>

<file path=ppt/slides/_rels/slide39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2.xml"/><Relationship Id="rId1" Type="http://schemas.openxmlformats.org/officeDocument/2006/relationships/slideLayout" Target="../slideLayouts/slideLayout1.xml"/></Relationships>
</file>

<file path=ppt/slides/_rels/slide39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3.xml"/><Relationship Id="rId1" Type="http://schemas.openxmlformats.org/officeDocument/2006/relationships/slideLayout" Target="../slideLayouts/slideLayout1.xml"/></Relationships>
</file>

<file path=ppt/slides/_rels/slide39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4.xml"/><Relationship Id="rId1" Type="http://schemas.openxmlformats.org/officeDocument/2006/relationships/slideLayout" Target="../slideLayouts/slideLayout1.xml"/></Relationships>
</file>

<file path=ppt/slides/_rels/slide39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5.xml"/><Relationship Id="rId1" Type="http://schemas.openxmlformats.org/officeDocument/2006/relationships/slideLayout" Target="../slideLayouts/slideLayout1.xml"/></Relationships>
</file>

<file path=ppt/slides/_rels/slide39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6.xml"/><Relationship Id="rId1" Type="http://schemas.openxmlformats.org/officeDocument/2006/relationships/slideLayout" Target="../slideLayouts/slideLayout1.xml"/></Relationships>
</file>

<file path=ppt/slides/_rels/slide39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7.xml"/><Relationship Id="rId1" Type="http://schemas.openxmlformats.org/officeDocument/2006/relationships/slideLayout" Target="../slideLayouts/slideLayout1.xml"/></Relationships>
</file>

<file path=ppt/slides/_rels/slide39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8.xml"/><Relationship Id="rId1" Type="http://schemas.openxmlformats.org/officeDocument/2006/relationships/slideLayout" Target="../slideLayouts/slideLayout1.xml"/></Relationships>
</file>

<file path=ppt/slides/_rels/slide39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29.xml"/><Relationship Id="rId1" Type="http://schemas.openxmlformats.org/officeDocument/2006/relationships/slideLayout" Target="../slideLayouts/slideLayout1.xml"/></Relationships>
</file>

<file path=ppt/slides/_rels/slide39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0.xml"/><Relationship Id="rId1" Type="http://schemas.openxmlformats.org/officeDocument/2006/relationships/slideLayout" Target="../slideLayouts/slideLayout1.xml"/></Relationships>
</file>

<file path=ppt/slides/_rels/slide39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1.xml"/><Relationship Id="rId1" Type="http://schemas.openxmlformats.org/officeDocument/2006/relationships/slideLayout" Target="../slideLayouts/slideLayout1.xml"/></Relationships>
</file>

<file path=ppt/slides/_rels/slide39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2.xml"/><Relationship Id="rId1" Type="http://schemas.openxmlformats.org/officeDocument/2006/relationships/slideLayout" Target="../slideLayouts/slideLayout1.xml"/></Relationships>
</file>

<file path=ppt/slides/_rels/slide39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3.xml"/><Relationship Id="rId1" Type="http://schemas.openxmlformats.org/officeDocument/2006/relationships/slideLayout" Target="../slideLayouts/slideLayout1.xml"/></Relationships>
</file>

<file path=ppt/slides/_rels/slide39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4.xml"/><Relationship Id="rId1" Type="http://schemas.openxmlformats.org/officeDocument/2006/relationships/slideLayout" Target="../slideLayouts/slideLayout1.xml"/></Relationships>
</file>

<file path=ppt/slides/_rels/slide39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5.xml"/><Relationship Id="rId1" Type="http://schemas.openxmlformats.org/officeDocument/2006/relationships/slideLayout" Target="../slideLayouts/slideLayout1.xml"/></Relationships>
</file>

<file path=ppt/slides/_rels/slide39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6.xml"/><Relationship Id="rId1" Type="http://schemas.openxmlformats.org/officeDocument/2006/relationships/slideLayout" Target="../slideLayouts/slideLayout1.xml"/></Relationships>
</file>

<file path=ppt/slides/_rels/slide39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7.xml"/><Relationship Id="rId1" Type="http://schemas.openxmlformats.org/officeDocument/2006/relationships/slideLayout" Target="../slideLayouts/slideLayout1.xml"/></Relationships>
</file>

<file path=ppt/slides/_rels/slide39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8.xml"/><Relationship Id="rId1" Type="http://schemas.openxmlformats.org/officeDocument/2006/relationships/slideLayout" Target="../slideLayouts/slideLayout1.xml"/></Relationships>
</file>

<file path=ppt/slides/_rels/slide39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39.xml"/><Relationship Id="rId1" Type="http://schemas.openxmlformats.org/officeDocument/2006/relationships/slideLayout" Target="../slideLayouts/slideLayout1.xml"/></Relationships>
</file>

<file path=ppt/slides/_rels/slide39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0.xml"/><Relationship Id="rId1" Type="http://schemas.openxmlformats.org/officeDocument/2006/relationships/slideLayout" Target="../slideLayouts/slideLayout1.xml"/></Relationships>
</file>

<file path=ppt/slides/_rels/slide39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1.xml"/><Relationship Id="rId1" Type="http://schemas.openxmlformats.org/officeDocument/2006/relationships/slideLayout" Target="../slideLayouts/slideLayout1.xml"/></Relationships>
</file>

<file path=ppt/slides/_rels/slide39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2.xml"/><Relationship Id="rId1" Type="http://schemas.openxmlformats.org/officeDocument/2006/relationships/slideLayout" Target="../slideLayouts/slideLayout1.xml"/></Relationships>
</file>

<file path=ppt/slides/_rels/slide39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3.xml"/><Relationship Id="rId1" Type="http://schemas.openxmlformats.org/officeDocument/2006/relationships/slideLayout" Target="../slideLayouts/slideLayout1.xml"/></Relationships>
</file>

<file path=ppt/slides/_rels/slide39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4.xml"/><Relationship Id="rId1" Type="http://schemas.openxmlformats.org/officeDocument/2006/relationships/slideLayout" Target="../slideLayouts/slideLayout1.xml"/></Relationships>
</file>

<file path=ppt/slides/_rels/slide39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5.xml"/><Relationship Id="rId1" Type="http://schemas.openxmlformats.org/officeDocument/2006/relationships/slideLayout" Target="../slideLayouts/slideLayout1.xml"/></Relationships>
</file>

<file path=ppt/slides/_rels/slide39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6.xml"/><Relationship Id="rId1" Type="http://schemas.openxmlformats.org/officeDocument/2006/relationships/slideLayout" Target="../slideLayouts/slideLayout1.xml"/></Relationships>
</file>

<file path=ppt/slides/_rels/slide39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7.xml"/><Relationship Id="rId1" Type="http://schemas.openxmlformats.org/officeDocument/2006/relationships/slideLayout" Target="../slideLayouts/slideLayout1.xml"/></Relationships>
</file>

<file path=ppt/slides/_rels/slide39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8.xml"/><Relationship Id="rId1" Type="http://schemas.openxmlformats.org/officeDocument/2006/relationships/slideLayout" Target="../slideLayouts/slideLayout1.xml"/></Relationships>
</file>

<file path=ppt/slides/_rels/slide39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49.xml"/><Relationship Id="rId1" Type="http://schemas.openxmlformats.org/officeDocument/2006/relationships/slideLayout" Target="../slideLayouts/slideLayout1.xml"/></Relationships>
</file>

<file path=ppt/slides/_rels/slide39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0.xml"/><Relationship Id="rId1" Type="http://schemas.openxmlformats.org/officeDocument/2006/relationships/slideLayout" Target="../slideLayouts/slideLayout1.xml"/></Relationships>
</file>

<file path=ppt/slides/_rels/slide39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1.xml"/><Relationship Id="rId1" Type="http://schemas.openxmlformats.org/officeDocument/2006/relationships/slideLayout" Target="../slideLayouts/slideLayout1.xml"/></Relationships>
</file>

<file path=ppt/slides/_rels/slide39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2.xml"/><Relationship Id="rId1" Type="http://schemas.openxmlformats.org/officeDocument/2006/relationships/slideLayout" Target="../slideLayouts/slideLayout1.xml"/></Relationships>
</file>

<file path=ppt/slides/_rels/slide39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3.xml"/><Relationship Id="rId1" Type="http://schemas.openxmlformats.org/officeDocument/2006/relationships/slideLayout" Target="../slideLayouts/slideLayout1.xml"/></Relationships>
</file>

<file path=ppt/slides/_rels/slide39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4.xml"/><Relationship Id="rId1" Type="http://schemas.openxmlformats.org/officeDocument/2006/relationships/slideLayout" Target="../slideLayouts/slideLayout1.xml"/></Relationships>
</file>

<file path=ppt/slides/_rels/slide39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5.xml"/><Relationship Id="rId1" Type="http://schemas.openxmlformats.org/officeDocument/2006/relationships/slideLayout" Target="../slideLayouts/slideLayout1.xml"/></Relationships>
</file>

<file path=ppt/slides/_rels/slide39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6.xml"/><Relationship Id="rId1" Type="http://schemas.openxmlformats.org/officeDocument/2006/relationships/slideLayout" Target="../slideLayouts/slideLayout1.xml"/></Relationships>
</file>

<file path=ppt/slides/_rels/slide39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7.xml"/><Relationship Id="rId1" Type="http://schemas.openxmlformats.org/officeDocument/2006/relationships/slideLayout" Target="../slideLayouts/slideLayout1.xml"/></Relationships>
</file>

<file path=ppt/slides/_rels/slide39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8.xml"/><Relationship Id="rId1" Type="http://schemas.openxmlformats.org/officeDocument/2006/relationships/slideLayout" Target="../slideLayouts/slideLayout1.xml"/></Relationships>
</file>

<file path=ppt/slides/_rels/slide39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59.xml"/><Relationship Id="rId1" Type="http://schemas.openxmlformats.org/officeDocument/2006/relationships/slideLayout" Target="../slideLayouts/slideLayout1.xml"/></Relationships>
</file>

<file path=ppt/slides/_rels/slide39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0.xml"/><Relationship Id="rId1" Type="http://schemas.openxmlformats.org/officeDocument/2006/relationships/slideLayout" Target="../slideLayouts/slideLayout1.xml"/></Relationships>
</file>

<file path=ppt/slides/_rels/slide39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1.xml"/><Relationship Id="rId1" Type="http://schemas.openxmlformats.org/officeDocument/2006/relationships/slideLayout" Target="../slideLayouts/slideLayout1.xml"/></Relationships>
</file>

<file path=ppt/slides/_rels/slide39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2.xml"/><Relationship Id="rId1" Type="http://schemas.openxmlformats.org/officeDocument/2006/relationships/slideLayout" Target="../slideLayouts/slideLayout1.xml"/></Relationships>
</file>

<file path=ppt/slides/_rels/slide39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3.xml"/><Relationship Id="rId1" Type="http://schemas.openxmlformats.org/officeDocument/2006/relationships/slideLayout" Target="../slideLayouts/slideLayout1.xml"/></Relationships>
</file>

<file path=ppt/slides/_rels/slide39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4.xml"/><Relationship Id="rId1" Type="http://schemas.openxmlformats.org/officeDocument/2006/relationships/slideLayout" Target="../slideLayouts/slideLayout1.xml"/></Relationships>
</file>

<file path=ppt/slides/_rels/slide39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5.xml"/><Relationship Id="rId1" Type="http://schemas.openxmlformats.org/officeDocument/2006/relationships/slideLayout" Target="../slideLayouts/slideLayout1.xml"/></Relationships>
</file>

<file path=ppt/slides/_rels/slide40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6.xml"/><Relationship Id="rId1" Type="http://schemas.openxmlformats.org/officeDocument/2006/relationships/slideLayout" Target="../slideLayouts/slideLayout1.xml"/></Relationships>
</file>

<file path=ppt/slides/_rels/slide40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7.xml"/><Relationship Id="rId1" Type="http://schemas.openxmlformats.org/officeDocument/2006/relationships/slideLayout" Target="../slideLayouts/slideLayout1.xml"/></Relationships>
</file>

<file path=ppt/slides/_rels/slide40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8.xml"/><Relationship Id="rId1" Type="http://schemas.openxmlformats.org/officeDocument/2006/relationships/slideLayout" Target="../slideLayouts/slideLayout1.xml"/></Relationships>
</file>

<file path=ppt/slides/_rels/slide40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69.xml"/><Relationship Id="rId1" Type="http://schemas.openxmlformats.org/officeDocument/2006/relationships/slideLayout" Target="../slideLayouts/slideLayout1.xml"/></Relationships>
</file>

<file path=ppt/slides/_rels/slide40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0.xml"/><Relationship Id="rId1" Type="http://schemas.openxmlformats.org/officeDocument/2006/relationships/slideLayout" Target="../slideLayouts/slideLayout1.xml"/></Relationships>
</file>

<file path=ppt/slides/_rels/slide40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1.xml"/><Relationship Id="rId1" Type="http://schemas.openxmlformats.org/officeDocument/2006/relationships/slideLayout" Target="../slideLayouts/slideLayout1.xml"/></Relationships>
</file>

<file path=ppt/slides/_rels/slide40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2.xml"/><Relationship Id="rId1" Type="http://schemas.openxmlformats.org/officeDocument/2006/relationships/slideLayout" Target="../slideLayouts/slideLayout1.xml"/></Relationships>
</file>

<file path=ppt/slides/_rels/slide40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3.xml"/><Relationship Id="rId1" Type="http://schemas.openxmlformats.org/officeDocument/2006/relationships/slideLayout" Target="../slideLayouts/slideLayout1.xml"/></Relationships>
</file>

<file path=ppt/slides/_rels/slide40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4.xml"/><Relationship Id="rId1" Type="http://schemas.openxmlformats.org/officeDocument/2006/relationships/slideLayout" Target="../slideLayouts/slideLayout1.xml"/></Relationships>
</file>

<file path=ppt/slides/_rels/slide40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5.xml"/><Relationship Id="rId1" Type="http://schemas.openxmlformats.org/officeDocument/2006/relationships/slideLayout" Target="../slideLayouts/slideLayout1.xml"/></Relationships>
</file>

<file path=ppt/slides/_rels/slide40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6.xml"/><Relationship Id="rId1" Type="http://schemas.openxmlformats.org/officeDocument/2006/relationships/slideLayout" Target="../slideLayouts/slideLayout1.xml"/></Relationships>
</file>

<file path=ppt/slides/_rels/slide40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7.xml"/><Relationship Id="rId1" Type="http://schemas.openxmlformats.org/officeDocument/2006/relationships/slideLayout" Target="../slideLayouts/slideLayout1.xml"/></Relationships>
</file>

<file path=ppt/slides/_rels/slide40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8.xml"/><Relationship Id="rId1" Type="http://schemas.openxmlformats.org/officeDocument/2006/relationships/slideLayout" Target="../slideLayouts/slideLayout1.xml"/></Relationships>
</file>

<file path=ppt/slides/_rels/slide40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79.xml"/><Relationship Id="rId1" Type="http://schemas.openxmlformats.org/officeDocument/2006/relationships/slideLayout" Target="../slideLayouts/slideLayout1.xml"/></Relationships>
</file>

<file path=ppt/slides/_rels/slide40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0.xml"/><Relationship Id="rId1" Type="http://schemas.openxmlformats.org/officeDocument/2006/relationships/slideLayout" Target="../slideLayouts/slideLayout1.xml"/></Relationships>
</file>

<file path=ppt/slides/_rels/slide40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1.xml"/><Relationship Id="rId1" Type="http://schemas.openxmlformats.org/officeDocument/2006/relationships/slideLayout" Target="../slideLayouts/slideLayout1.xml"/></Relationships>
</file>

<file path=ppt/slides/_rels/slide40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2.xml"/><Relationship Id="rId1" Type="http://schemas.openxmlformats.org/officeDocument/2006/relationships/slideLayout" Target="../slideLayouts/slideLayout1.xml"/></Relationships>
</file>

<file path=ppt/slides/_rels/slide40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3.xml"/><Relationship Id="rId1" Type="http://schemas.openxmlformats.org/officeDocument/2006/relationships/slideLayout" Target="../slideLayouts/slideLayout1.xml"/></Relationships>
</file>

<file path=ppt/slides/_rels/slide40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4.xml"/><Relationship Id="rId1" Type="http://schemas.openxmlformats.org/officeDocument/2006/relationships/slideLayout" Target="../slideLayouts/slideLayout1.xml"/></Relationships>
</file>

<file path=ppt/slides/_rels/slide40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5.xml"/><Relationship Id="rId1" Type="http://schemas.openxmlformats.org/officeDocument/2006/relationships/slideLayout" Target="../slideLayouts/slideLayout1.xml"/></Relationships>
</file>

<file path=ppt/slides/_rels/slide40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6.xml"/><Relationship Id="rId1" Type="http://schemas.openxmlformats.org/officeDocument/2006/relationships/slideLayout" Target="../slideLayouts/slideLayout1.xml"/></Relationships>
</file>

<file path=ppt/slides/_rels/slide40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7.xml"/><Relationship Id="rId1" Type="http://schemas.openxmlformats.org/officeDocument/2006/relationships/slideLayout" Target="../slideLayouts/slideLayout1.xml"/></Relationships>
</file>

<file path=ppt/slides/_rels/slide40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8.xml"/><Relationship Id="rId1" Type="http://schemas.openxmlformats.org/officeDocument/2006/relationships/slideLayout" Target="../slideLayouts/slideLayout1.xml"/></Relationships>
</file>

<file path=ppt/slides/_rels/slide40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89.xml"/><Relationship Id="rId1" Type="http://schemas.openxmlformats.org/officeDocument/2006/relationships/slideLayout" Target="../slideLayouts/slideLayout1.xml"/></Relationships>
</file>

<file path=ppt/slides/_rels/slide40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0.xml"/><Relationship Id="rId1" Type="http://schemas.openxmlformats.org/officeDocument/2006/relationships/slideLayout" Target="../slideLayouts/slideLayout1.xml"/></Relationships>
</file>

<file path=ppt/slides/_rels/slide40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1.xml"/><Relationship Id="rId1" Type="http://schemas.openxmlformats.org/officeDocument/2006/relationships/slideLayout" Target="../slideLayouts/slideLayout1.xml"/></Relationships>
</file>

<file path=ppt/slides/_rels/slide40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2.xml"/><Relationship Id="rId1" Type="http://schemas.openxmlformats.org/officeDocument/2006/relationships/slideLayout" Target="../slideLayouts/slideLayout1.xml"/></Relationships>
</file>

<file path=ppt/slides/_rels/slide40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3.xml"/><Relationship Id="rId1" Type="http://schemas.openxmlformats.org/officeDocument/2006/relationships/slideLayout" Target="../slideLayouts/slideLayout1.xml"/></Relationships>
</file>

<file path=ppt/slides/_rels/slide40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4.xml"/><Relationship Id="rId1" Type="http://schemas.openxmlformats.org/officeDocument/2006/relationships/slideLayout" Target="../slideLayouts/slideLayout1.xml"/></Relationships>
</file>

<file path=ppt/slides/_rels/slide40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5.xml"/><Relationship Id="rId1" Type="http://schemas.openxmlformats.org/officeDocument/2006/relationships/slideLayout" Target="../slideLayouts/slideLayout1.xml"/></Relationships>
</file>

<file path=ppt/slides/_rels/slide40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6.xml"/><Relationship Id="rId1" Type="http://schemas.openxmlformats.org/officeDocument/2006/relationships/slideLayout" Target="../slideLayouts/slideLayout1.xml"/></Relationships>
</file>

<file path=ppt/slides/_rels/slide40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7.xml"/><Relationship Id="rId1" Type="http://schemas.openxmlformats.org/officeDocument/2006/relationships/slideLayout" Target="../slideLayouts/slideLayout1.xml"/></Relationships>
</file>

<file path=ppt/slides/_rels/slide40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8.xml"/><Relationship Id="rId1" Type="http://schemas.openxmlformats.org/officeDocument/2006/relationships/slideLayout" Target="../slideLayouts/slideLayout1.xml"/></Relationships>
</file>

<file path=ppt/slides/_rels/slide40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899.xml"/><Relationship Id="rId1" Type="http://schemas.openxmlformats.org/officeDocument/2006/relationships/slideLayout" Target="../slideLayouts/slideLayout1.xml"/></Relationships>
</file>

<file path=ppt/slides/_rels/slide40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0.xml"/><Relationship Id="rId1" Type="http://schemas.openxmlformats.org/officeDocument/2006/relationships/slideLayout" Target="../slideLayouts/slideLayout1.xml"/></Relationships>
</file>

<file path=ppt/slides/_rels/slide40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1.xml"/><Relationship Id="rId1" Type="http://schemas.openxmlformats.org/officeDocument/2006/relationships/slideLayout" Target="../slideLayouts/slideLayout1.xml"/></Relationships>
</file>

<file path=ppt/slides/_rels/slide40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2.xml"/><Relationship Id="rId1" Type="http://schemas.openxmlformats.org/officeDocument/2006/relationships/slideLayout" Target="../slideLayouts/slideLayout1.xml"/></Relationships>
</file>

<file path=ppt/slides/_rels/slide40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3.xml"/><Relationship Id="rId1" Type="http://schemas.openxmlformats.org/officeDocument/2006/relationships/slideLayout" Target="../slideLayouts/slideLayout1.xml"/></Relationships>
</file>

<file path=ppt/slides/_rels/slide40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4.xml"/><Relationship Id="rId1" Type="http://schemas.openxmlformats.org/officeDocument/2006/relationships/slideLayout" Target="../slideLayouts/slideLayout1.xml"/></Relationships>
</file>

<file path=ppt/slides/_rels/slide40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5.xml"/><Relationship Id="rId1" Type="http://schemas.openxmlformats.org/officeDocument/2006/relationships/slideLayout" Target="../slideLayouts/slideLayout1.xml"/></Relationships>
</file>

<file path=ppt/slides/_rels/slide40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6.xml"/><Relationship Id="rId1" Type="http://schemas.openxmlformats.org/officeDocument/2006/relationships/slideLayout" Target="../slideLayouts/slideLayout1.xml"/></Relationships>
</file>

<file path=ppt/slides/_rels/slide40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7.xml"/><Relationship Id="rId1" Type="http://schemas.openxmlformats.org/officeDocument/2006/relationships/slideLayout" Target="../slideLayouts/slideLayout1.xml"/></Relationships>
</file>

<file path=ppt/slides/_rels/slide40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8.xml"/><Relationship Id="rId1" Type="http://schemas.openxmlformats.org/officeDocument/2006/relationships/slideLayout" Target="../slideLayouts/slideLayout1.xml"/></Relationships>
</file>

<file path=ppt/slides/_rels/slide40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09.xml"/><Relationship Id="rId1" Type="http://schemas.openxmlformats.org/officeDocument/2006/relationships/slideLayout" Target="../slideLayouts/slideLayout1.xml"/></Relationships>
</file>

<file path=ppt/slides/_rels/slide40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10.xml"/><Relationship Id="rId1" Type="http://schemas.openxmlformats.org/officeDocument/2006/relationships/slideLayout" Target="../slideLayouts/slideLayout1.xml"/></Relationships>
</file>

<file path=ppt/slides/_rels/slide40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11.xml"/><Relationship Id="rId1" Type="http://schemas.openxmlformats.org/officeDocument/2006/relationships/slideLayout" Target="../slideLayouts/slideLayout1.xml"/></Relationships>
</file>

<file path=ppt/slides/_rels/slide40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12.xml"/><Relationship Id="rId1" Type="http://schemas.openxmlformats.org/officeDocument/2006/relationships/slideLayout" Target="../slideLayouts/slideLayout1.xml"/></Relationships>
</file>

<file path=ppt/slides/_rels/slide404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3.xml"/><Relationship Id="rId1" Type="http://schemas.openxmlformats.org/officeDocument/2006/relationships/slideLayout" Target="../slideLayouts/slideLayout1.xml"/></Relationships>
</file>

<file path=ppt/slides/_rels/slide404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4.xml"/><Relationship Id="rId1" Type="http://schemas.openxmlformats.org/officeDocument/2006/relationships/slideLayout" Target="../slideLayouts/slideLayout1.xml"/></Relationships>
</file>

<file path=ppt/slides/_rels/slide404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5.xml"/><Relationship Id="rId1" Type="http://schemas.openxmlformats.org/officeDocument/2006/relationships/slideLayout" Target="../slideLayouts/slideLayout1.xml"/></Relationships>
</file>

<file path=ppt/slides/_rels/slide405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6.xml"/><Relationship Id="rId1" Type="http://schemas.openxmlformats.org/officeDocument/2006/relationships/slideLayout" Target="../slideLayouts/slideLayout1.xml"/></Relationships>
</file>

<file path=ppt/slides/_rels/slide405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7.xml"/><Relationship Id="rId1" Type="http://schemas.openxmlformats.org/officeDocument/2006/relationships/slideLayout" Target="../slideLayouts/slideLayout1.xml"/></Relationships>
</file>

<file path=ppt/slides/_rels/slide405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18.xml"/><Relationship Id="rId1" Type="http://schemas.openxmlformats.org/officeDocument/2006/relationships/slideLayout" Target="../slideLayouts/slideLayout1.xml"/></Relationships>
</file>

<file path=ppt/slides/_rels/slide40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19.xml"/><Relationship Id="rId1" Type="http://schemas.openxmlformats.org/officeDocument/2006/relationships/slideLayout" Target="../slideLayouts/slideLayout1.xml"/></Relationships>
</file>

<file path=ppt/slides/_rels/slide40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0.xml"/><Relationship Id="rId1" Type="http://schemas.openxmlformats.org/officeDocument/2006/relationships/slideLayout" Target="../slideLayouts/slideLayout1.xml"/></Relationships>
</file>

<file path=ppt/slides/_rels/slide40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1.xml"/><Relationship Id="rId1" Type="http://schemas.openxmlformats.org/officeDocument/2006/relationships/slideLayout" Target="../slideLayouts/slideLayout1.xml"/></Relationships>
</file>

<file path=ppt/slides/_rels/slide405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22.xml"/><Relationship Id="rId1" Type="http://schemas.openxmlformats.org/officeDocument/2006/relationships/slideLayout" Target="../slideLayouts/slideLayout1.xml"/></Relationships>
</file>

<file path=ppt/slides/_rels/slide405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23.xml"/><Relationship Id="rId1" Type="http://schemas.openxmlformats.org/officeDocument/2006/relationships/slideLayout" Target="../slideLayouts/slideLayout1.xml"/></Relationships>
</file>

<file path=ppt/slides/_rels/slide405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24.xml"/><Relationship Id="rId1" Type="http://schemas.openxmlformats.org/officeDocument/2006/relationships/slideLayout" Target="../slideLayouts/slideLayout1.xml"/></Relationships>
</file>

<file path=ppt/slides/_rels/slide405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25.xml"/><Relationship Id="rId1" Type="http://schemas.openxmlformats.org/officeDocument/2006/relationships/slideLayout" Target="../slideLayouts/slideLayout1.xml"/></Relationships>
</file>

<file path=ppt/slides/_rels/slide40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6.xml"/><Relationship Id="rId1" Type="http://schemas.openxmlformats.org/officeDocument/2006/relationships/slideLayout" Target="../slideLayouts/slideLayout1.xml"/></Relationships>
</file>

<file path=ppt/slides/_rels/slide40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7.xml"/><Relationship Id="rId1" Type="http://schemas.openxmlformats.org/officeDocument/2006/relationships/slideLayout" Target="../slideLayouts/slideLayout1.xml"/></Relationships>
</file>

<file path=ppt/slides/_rels/slide40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28.xml"/><Relationship Id="rId1" Type="http://schemas.openxmlformats.org/officeDocument/2006/relationships/slideLayout" Target="../slideLayouts/slideLayout1.xml"/></Relationships>
</file>

<file path=ppt/slides/_rels/slide406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29.xml"/><Relationship Id="rId1" Type="http://schemas.openxmlformats.org/officeDocument/2006/relationships/slideLayout" Target="../slideLayouts/slideLayout1.xml"/></Relationships>
</file>

<file path=ppt/slides/_rels/slide406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0.xml"/><Relationship Id="rId1" Type="http://schemas.openxmlformats.org/officeDocument/2006/relationships/slideLayout" Target="../slideLayouts/slideLayout1.xml"/></Relationships>
</file>

<file path=ppt/slides/_rels/slide406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1.xml"/><Relationship Id="rId1" Type="http://schemas.openxmlformats.org/officeDocument/2006/relationships/slideLayout" Target="../slideLayouts/slideLayout1.xml"/></Relationships>
</file>

<file path=ppt/slides/_rels/slide406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2.xml"/><Relationship Id="rId1" Type="http://schemas.openxmlformats.org/officeDocument/2006/relationships/slideLayout" Target="../slideLayouts/slideLayout1.xml"/></Relationships>
</file>

<file path=ppt/slides/_rels/slide406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3.xml"/><Relationship Id="rId1" Type="http://schemas.openxmlformats.org/officeDocument/2006/relationships/slideLayout" Target="../slideLayouts/slideLayout1.xml"/></Relationships>
</file>

<file path=ppt/slides/_rels/slide406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4.xml"/><Relationship Id="rId1" Type="http://schemas.openxmlformats.org/officeDocument/2006/relationships/slideLayout" Target="../slideLayouts/slideLayout1.xml"/></Relationships>
</file>

<file path=ppt/slides/_rels/slide406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5.xml"/><Relationship Id="rId1" Type="http://schemas.openxmlformats.org/officeDocument/2006/relationships/slideLayout" Target="../slideLayouts/slideLayout1.xml"/></Relationships>
</file>

<file path=ppt/slides/_rels/slide407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6.xml"/><Relationship Id="rId1" Type="http://schemas.openxmlformats.org/officeDocument/2006/relationships/slideLayout" Target="../slideLayouts/slideLayout1.xml"/></Relationships>
</file>

<file path=ppt/slides/_rels/slide407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7.xml"/><Relationship Id="rId1" Type="http://schemas.openxmlformats.org/officeDocument/2006/relationships/slideLayout" Target="../slideLayouts/slideLayout1.xml"/></Relationships>
</file>

<file path=ppt/slides/_rels/slide407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8.xml"/><Relationship Id="rId1" Type="http://schemas.openxmlformats.org/officeDocument/2006/relationships/slideLayout" Target="../slideLayouts/slideLayout1.xml"/></Relationships>
</file>

<file path=ppt/slides/_rels/slide407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39.xml"/><Relationship Id="rId1" Type="http://schemas.openxmlformats.org/officeDocument/2006/relationships/slideLayout" Target="../slideLayouts/slideLayout1.xml"/></Relationships>
</file>

<file path=ppt/slides/_rels/slide407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0.xml"/><Relationship Id="rId1" Type="http://schemas.openxmlformats.org/officeDocument/2006/relationships/slideLayout" Target="../slideLayouts/slideLayout1.xml"/></Relationships>
</file>

<file path=ppt/slides/_rels/slide407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1.xml"/><Relationship Id="rId1" Type="http://schemas.openxmlformats.org/officeDocument/2006/relationships/slideLayout" Target="../slideLayouts/slideLayout1.xml"/></Relationships>
</file>

<file path=ppt/slides/_rels/slide407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2.xml"/><Relationship Id="rId1" Type="http://schemas.openxmlformats.org/officeDocument/2006/relationships/slideLayout" Target="../slideLayouts/slideLayout1.xml"/></Relationships>
</file>

<file path=ppt/slides/_rels/slide407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3.xml"/><Relationship Id="rId1" Type="http://schemas.openxmlformats.org/officeDocument/2006/relationships/slideLayout" Target="../slideLayouts/slideLayout1.xml"/></Relationships>
</file>

<file path=ppt/slides/_rels/slide407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4.xml"/><Relationship Id="rId1" Type="http://schemas.openxmlformats.org/officeDocument/2006/relationships/slideLayout" Target="../slideLayouts/slideLayout1.xml"/></Relationships>
</file>

<file path=ppt/slides/_rels/slide407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5.xml"/><Relationship Id="rId1" Type="http://schemas.openxmlformats.org/officeDocument/2006/relationships/slideLayout" Target="../slideLayouts/slideLayout1.xml"/></Relationships>
</file>

<file path=ppt/slides/_rels/slide408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6.xml"/><Relationship Id="rId1" Type="http://schemas.openxmlformats.org/officeDocument/2006/relationships/slideLayout" Target="../slideLayouts/slideLayout1.xml"/></Relationships>
</file>

<file path=ppt/slides/_rels/slide408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7.xml"/><Relationship Id="rId1" Type="http://schemas.openxmlformats.org/officeDocument/2006/relationships/slideLayout" Target="../slideLayouts/slideLayout1.xml"/></Relationships>
</file>

<file path=ppt/slides/_rels/slide408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8.xml"/><Relationship Id="rId1" Type="http://schemas.openxmlformats.org/officeDocument/2006/relationships/slideLayout" Target="../slideLayouts/slideLayout1.xml"/></Relationships>
</file>

<file path=ppt/slides/_rels/slide408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49.xml"/><Relationship Id="rId1" Type="http://schemas.openxmlformats.org/officeDocument/2006/relationships/slideLayout" Target="../slideLayouts/slideLayout1.xml"/></Relationships>
</file>

<file path=ppt/slides/_rels/slide408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0.xml"/><Relationship Id="rId1" Type="http://schemas.openxmlformats.org/officeDocument/2006/relationships/slideLayout" Target="../slideLayouts/slideLayout1.xml"/></Relationships>
</file>

<file path=ppt/slides/_rels/slide408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1.xml"/><Relationship Id="rId1" Type="http://schemas.openxmlformats.org/officeDocument/2006/relationships/slideLayout" Target="../slideLayouts/slideLayout1.xml"/></Relationships>
</file>

<file path=ppt/slides/_rels/slide408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2.xml"/><Relationship Id="rId1" Type="http://schemas.openxmlformats.org/officeDocument/2006/relationships/slideLayout" Target="../slideLayouts/slideLayout1.xml"/></Relationships>
</file>

<file path=ppt/slides/_rels/slide408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3.xml"/><Relationship Id="rId1" Type="http://schemas.openxmlformats.org/officeDocument/2006/relationships/slideLayout" Target="../slideLayouts/slideLayout1.xml"/></Relationships>
</file>

<file path=ppt/slides/_rels/slide408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4.xml"/><Relationship Id="rId1" Type="http://schemas.openxmlformats.org/officeDocument/2006/relationships/slideLayout" Target="../slideLayouts/slideLayout1.xml"/></Relationships>
</file>

<file path=ppt/slides/_rels/slide408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5.xml"/><Relationship Id="rId1" Type="http://schemas.openxmlformats.org/officeDocument/2006/relationships/slideLayout" Target="../slideLayouts/slideLayout1.xml"/></Relationships>
</file>

<file path=ppt/slides/_rels/slide409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6.xml"/><Relationship Id="rId1" Type="http://schemas.openxmlformats.org/officeDocument/2006/relationships/slideLayout" Target="../slideLayouts/slideLayout1.xml"/></Relationships>
</file>

<file path=ppt/slides/_rels/slide409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7.xml"/><Relationship Id="rId1" Type="http://schemas.openxmlformats.org/officeDocument/2006/relationships/slideLayout" Target="../slideLayouts/slideLayout1.xml"/></Relationships>
</file>

<file path=ppt/slides/_rels/slide409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8.xml"/><Relationship Id="rId1" Type="http://schemas.openxmlformats.org/officeDocument/2006/relationships/slideLayout" Target="../slideLayouts/slideLayout1.xml"/></Relationships>
</file>

<file path=ppt/slides/_rels/slide409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59.xml"/><Relationship Id="rId1" Type="http://schemas.openxmlformats.org/officeDocument/2006/relationships/slideLayout" Target="../slideLayouts/slideLayout1.xml"/></Relationships>
</file>

<file path=ppt/slides/_rels/slide409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0.xml"/><Relationship Id="rId1" Type="http://schemas.openxmlformats.org/officeDocument/2006/relationships/slideLayout" Target="../slideLayouts/slideLayout1.xml"/></Relationships>
</file>

<file path=ppt/slides/_rels/slide409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1.xml"/><Relationship Id="rId1" Type="http://schemas.openxmlformats.org/officeDocument/2006/relationships/slideLayout" Target="../slideLayouts/slideLayout1.xml"/></Relationships>
</file>

<file path=ppt/slides/_rels/slide409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2.xml"/><Relationship Id="rId1" Type="http://schemas.openxmlformats.org/officeDocument/2006/relationships/slideLayout" Target="../slideLayouts/slideLayout1.xml"/></Relationships>
</file>

<file path=ppt/slides/_rels/slide409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3.xml"/><Relationship Id="rId1" Type="http://schemas.openxmlformats.org/officeDocument/2006/relationships/slideLayout" Target="../slideLayouts/slideLayout1.xml"/></Relationships>
</file>

<file path=ppt/slides/_rels/slide409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4.xml"/><Relationship Id="rId1" Type="http://schemas.openxmlformats.org/officeDocument/2006/relationships/slideLayout" Target="../slideLayouts/slideLayout1.xml"/></Relationships>
</file>

<file path=ppt/slides/_rels/slide409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5.xml"/><Relationship Id="rId1" Type="http://schemas.openxmlformats.org/officeDocument/2006/relationships/slideLayout" Target="../slideLayouts/slideLayout1.xml"/></Relationships>
</file>

<file path=ppt/slides/_rels/slide410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6.xml"/><Relationship Id="rId1" Type="http://schemas.openxmlformats.org/officeDocument/2006/relationships/slideLayout" Target="../slideLayouts/slideLayout1.xml"/></Relationships>
</file>

<file path=ppt/slides/_rels/slide410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7.xml"/><Relationship Id="rId1" Type="http://schemas.openxmlformats.org/officeDocument/2006/relationships/slideLayout" Target="../slideLayouts/slideLayout1.xml"/></Relationships>
</file>

<file path=ppt/slides/_rels/slide410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8.xml"/><Relationship Id="rId1" Type="http://schemas.openxmlformats.org/officeDocument/2006/relationships/slideLayout" Target="../slideLayouts/slideLayout1.xml"/></Relationships>
</file>

<file path=ppt/slides/_rels/slide410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69.xml"/><Relationship Id="rId1" Type="http://schemas.openxmlformats.org/officeDocument/2006/relationships/slideLayout" Target="../slideLayouts/slideLayout1.xml"/></Relationships>
</file>

<file path=ppt/slides/_rels/slide410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0.xml"/><Relationship Id="rId1" Type="http://schemas.openxmlformats.org/officeDocument/2006/relationships/slideLayout" Target="../slideLayouts/slideLayout1.xml"/></Relationships>
</file>

<file path=ppt/slides/_rels/slide410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1.xml"/><Relationship Id="rId1" Type="http://schemas.openxmlformats.org/officeDocument/2006/relationships/slideLayout" Target="../slideLayouts/slideLayout1.xml"/></Relationships>
</file>

<file path=ppt/slides/_rels/slide410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2.xml"/><Relationship Id="rId1" Type="http://schemas.openxmlformats.org/officeDocument/2006/relationships/slideLayout" Target="../slideLayouts/slideLayout1.xml"/></Relationships>
</file>

<file path=ppt/slides/_rels/slide410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3.xml"/><Relationship Id="rId1" Type="http://schemas.openxmlformats.org/officeDocument/2006/relationships/slideLayout" Target="../slideLayouts/slideLayout1.xml"/></Relationships>
</file>

<file path=ppt/slides/_rels/slide410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4.xml"/><Relationship Id="rId1" Type="http://schemas.openxmlformats.org/officeDocument/2006/relationships/slideLayout" Target="../slideLayouts/slideLayout1.xml"/></Relationships>
</file>

<file path=ppt/slides/_rels/slide410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5.xml"/><Relationship Id="rId1" Type="http://schemas.openxmlformats.org/officeDocument/2006/relationships/slideLayout" Target="../slideLayouts/slideLayout1.xml"/></Relationships>
</file>

<file path=ppt/slides/_rels/slide411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6.xml"/><Relationship Id="rId1" Type="http://schemas.openxmlformats.org/officeDocument/2006/relationships/slideLayout" Target="../slideLayouts/slideLayout1.xml"/></Relationships>
</file>

<file path=ppt/slides/_rels/slide411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7.xml"/><Relationship Id="rId1" Type="http://schemas.openxmlformats.org/officeDocument/2006/relationships/slideLayout" Target="../slideLayouts/slideLayout1.xml"/></Relationships>
</file>

<file path=ppt/slides/_rels/slide411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8.xml"/><Relationship Id="rId1" Type="http://schemas.openxmlformats.org/officeDocument/2006/relationships/slideLayout" Target="../slideLayouts/slideLayout1.xml"/></Relationships>
</file>

<file path=ppt/slides/_rels/slide411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79.xml"/><Relationship Id="rId1" Type="http://schemas.openxmlformats.org/officeDocument/2006/relationships/slideLayout" Target="../slideLayouts/slideLayout1.xml"/></Relationships>
</file>

<file path=ppt/slides/_rels/slide411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0.xml"/><Relationship Id="rId1" Type="http://schemas.openxmlformats.org/officeDocument/2006/relationships/slideLayout" Target="../slideLayouts/slideLayout1.xml"/></Relationships>
</file>

<file path=ppt/slides/_rels/slide411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1.xml"/><Relationship Id="rId1" Type="http://schemas.openxmlformats.org/officeDocument/2006/relationships/slideLayout" Target="../slideLayouts/slideLayout1.xml"/></Relationships>
</file>

<file path=ppt/slides/_rels/slide411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2.xml"/><Relationship Id="rId1" Type="http://schemas.openxmlformats.org/officeDocument/2006/relationships/slideLayout" Target="../slideLayouts/slideLayout1.xml"/></Relationships>
</file>

<file path=ppt/slides/_rels/slide4117.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3.xml"/><Relationship Id="rId1" Type="http://schemas.openxmlformats.org/officeDocument/2006/relationships/slideLayout" Target="../slideLayouts/slideLayout1.xml"/></Relationships>
</file>

<file path=ppt/slides/_rels/slide411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4.xml"/><Relationship Id="rId1" Type="http://schemas.openxmlformats.org/officeDocument/2006/relationships/slideLayout" Target="../slideLayouts/slideLayout1.xml"/></Relationships>
</file>

<file path=ppt/slides/_rels/slide411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5.xml"/><Relationship Id="rId1" Type="http://schemas.openxmlformats.org/officeDocument/2006/relationships/slideLayout" Target="../slideLayouts/slideLayout1.xml"/></Relationships>
</file>

<file path=ppt/slides/_rels/slide412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986.xml"/><Relationship Id="rId1" Type="http://schemas.openxmlformats.org/officeDocument/2006/relationships/slideLayout" Target="../slideLayouts/slideLayout1.xml"/></Relationships>
</file>

<file path=ppt/slides/_rels/slide4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87.xml"/><Relationship Id="rId1" Type="http://schemas.openxmlformats.org/officeDocument/2006/relationships/slideLayout" Target="../slideLayouts/slideLayout1.xml"/></Relationships>
</file>

<file path=ppt/slides/_rels/slide41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88.xml"/><Relationship Id="rId1" Type="http://schemas.openxmlformats.org/officeDocument/2006/relationships/slideLayout" Target="../slideLayouts/slideLayout1.xml"/></Relationships>
</file>

<file path=ppt/slides/_rels/slide41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89.xml"/><Relationship Id="rId1" Type="http://schemas.openxmlformats.org/officeDocument/2006/relationships/slideLayout" Target="../slideLayouts/slideLayout1.xml"/></Relationships>
</file>

<file path=ppt/slides/_rels/slide41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0.xml"/><Relationship Id="rId1" Type="http://schemas.openxmlformats.org/officeDocument/2006/relationships/slideLayout" Target="../slideLayouts/slideLayout1.xml"/></Relationships>
</file>

<file path=ppt/slides/_rels/slide41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1.xml"/><Relationship Id="rId1" Type="http://schemas.openxmlformats.org/officeDocument/2006/relationships/slideLayout" Target="../slideLayouts/slideLayout1.xml"/></Relationships>
</file>

<file path=ppt/slides/_rels/slide41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2.xml"/><Relationship Id="rId1" Type="http://schemas.openxmlformats.org/officeDocument/2006/relationships/slideLayout" Target="../slideLayouts/slideLayout1.xml"/></Relationships>
</file>

<file path=ppt/slides/_rels/slide41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3.xml"/><Relationship Id="rId1" Type="http://schemas.openxmlformats.org/officeDocument/2006/relationships/slideLayout" Target="../slideLayouts/slideLayout1.xml"/></Relationships>
</file>

<file path=ppt/slides/_rels/slide41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4.xml"/><Relationship Id="rId1" Type="http://schemas.openxmlformats.org/officeDocument/2006/relationships/slideLayout" Target="../slideLayouts/slideLayout1.xml"/></Relationships>
</file>

<file path=ppt/slides/_rels/slide41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5.xml"/><Relationship Id="rId1" Type="http://schemas.openxmlformats.org/officeDocument/2006/relationships/slideLayout" Target="../slideLayouts/slideLayout1.xml"/></Relationships>
</file>

<file path=ppt/slides/_rels/slide41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6.xml"/><Relationship Id="rId1" Type="http://schemas.openxmlformats.org/officeDocument/2006/relationships/slideLayout" Target="../slideLayouts/slideLayout1.xml"/></Relationships>
</file>

<file path=ppt/slides/_rels/slide41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7.xml"/><Relationship Id="rId1" Type="http://schemas.openxmlformats.org/officeDocument/2006/relationships/slideLayout" Target="../slideLayouts/slideLayout1.xml"/></Relationships>
</file>

<file path=ppt/slides/_rels/slide41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8.xml"/><Relationship Id="rId1" Type="http://schemas.openxmlformats.org/officeDocument/2006/relationships/slideLayout" Target="../slideLayouts/slideLayout1.xml"/></Relationships>
</file>

<file path=ppt/slides/_rels/slide41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999.xml"/><Relationship Id="rId1" Type="http://schemas.openxmlformats.org/officeDocument/2006/relationships/slideLayout" Target="../slideLayouts/slideLayout1.xml"/></Relationships>
</file>

<file path=ppt/slides/_rels/slide41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0.xml"/><Relationship Id="rId1" Type="http://schemas.openxmlformats.org/officeDocument/2006/relationships/slideLayout" Target="../slideLayouts/slideLayout1.xml"/></Relationships>
</file>

<file path=ppt/slides/_rels/slide4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1.xml"/><Relationship Id="rId1" Type="http://schemas.openxmlformats.org/officeDocument/2006/relationships/slideLayout" Target="../slideLayouts/slideLayout1.xml"/></Relationships>
</file>

<file path=ppt/slides/_rels/slide41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2.xml"/><Relationship Id="rId1" Type="http://schemas.openxmlformats.org/officeDocument/2006/relationships/slideLayout" Target="../slideLayouts/slideLayout1.xml"/></Relationships>
</file>

<file path=ppt/slides/_rels/slide41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3.xml"/><Relationship Id="rId1" Type="http://schemas.openxmlformats.org/officeDocument/2006/relationships/slideLayout" Target="../slideLayouts/slideLayout1.xml"/></Relationships>
</file>

<file path=ppt/slides/_rels/slide41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4.xml"/><Relationship Id="rId1" Type="http://schemas.openxmlformats.org/officeDocument/2006/relationships/slideLayout" Target="../slideLayouts/slideLayout1.xml"/></Relationships>
</file>

<file path=ppt/slides/_rels/slide41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5.xml"/><Relationship Id="rId1" Type="http://schemas.openxmlformats.org/officeDocument/2006/relationships/slideLayout" Target="../slideLayouts/slideLayout1.xml"/></Relationships>
</file>

<file path=ppt/slides/_rels/slide41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6.xml"/><Relationship Id="rId1" Type="http://schemas.openxmlformats.org/officeDocument/2006/relationships/slideLayout" Target="../slideLayouts/slideLayout1.xml"/></Relationships>
</file>

<file path=ppt/slides/_rels/slide41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7.xml"/><Relationship Id="rId1" Type="http://schemas.openxmlformats.org/officeDocument/2006/relationships/slideLayout" Target="../slideLayouts/slideLayout1.xml"/></Relationships>
</file>

<file path=ppt/slides/_rels/slide41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8.xml"/><Relationship Id="rId1" Type="http://schemas.openxmlformats.org/officeDocument/2006/relationships/slideLayout" Target="../slideLayouts/slideLayout1.xml"/></Relationships>
</file>

<file path=ppt/slides/_rels/slide41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09.xml"/><Relationship Id="rId1" Type="http://schemas.openxmlformats.org/officeDocument/2006/relationships/slideLayout" Target="../slideLayouts/slideLayout1.xml"/></Relationships>
</file>

<file path=ppt/slides/_rels/slide41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0.xml"/><Relationship Id="rId1" Type="http://schemas.openxmlformats.org/officeDocument/2006/relationships/slideLayout" Target="../slideLayouts/slideLayout1.xml"/></Relationships>
</file>

<file path=ppt/slides/_rels/slide41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1.xml"/><Relationship Id="rId1" Type="http://schemas.openxmlformats.org/officeDocument/2006/relationships/slideLayout" Target="../slideLayouts/slideLayout1.xml"/></Relationships>
</file>

<file path=ppt/slides/_rels/slide41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2.xml"/><Relationship Id="rId1" Type="http://schemas.openxmlformats.org/officeDocument/2006/relationships/slideLayout" Target="../slideLayouts/slideLayout1.xml"/></Relationships>
</file>

<file path=ppt/slides/_rels/slide41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3.xml"/><Relationship Id="rId1" Type="http://schemas.openxmlformats.org/officeDocument/2006/relationships/slideLayout" Target="../slideLayouts/slideLayout1.xml"/></Relationships>
</file>

<file path=ppt/slides/_rels/slide41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4.xml"/><Relationship Id="rId1" Type="http://schemas.openxmlformats.org/officeDocument/2006/relationships/slideLayout" Target="../slideLayouts/slideLayout1.xml"/></Relationships>
</file>

<file path=ppt/slides/_rels/slide4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5.xml"/><Relationship Id="rId1" Type="http://schemas.openxmlformats.org/officeDocument/2006/relationships/slideLayout" Target="../slideLayouts/slideLayout1.xml"/></Relationships>
</file>

<file path=ppt/slides/_rels/slide41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6.xml"/><Relationship Id="rId1" Type="http://schemas.openxmlformats.org/officeDocument/2006/relationships/slideLayout" Target="../slideLayouts/slideLayout1.xml"/></Relationships>
</file>

<file path=ppt/slides/_rels/slide41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7.xml"/><Relationship Id="rId1" Type="http://schemas.openxmlformats.org/officeDocument/2006/relationships/slideLayout" Target="../slideLayouts/slideLayout1.xml"/></Relationships>
</file>

<file path=ppt/slides/_rels/slide41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8.xml"/><Relationship Id="rId1" Type="http://schemas.openxmlformats.org/officeDocument/2006/relationships/slideLayout" Target="../slideLayouts/slideLayout1.xml"/></Relationships>
</file>

<file path=ppt/slides/_rels/slide41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19.xml"/><Relationship Id="rId1" Type="http://schemas.openxmlformats.org/officeDocument/2006/relationships/slideLayout" Target="../slideLayouts/slideLayout1.xml"/></Relationships>
</file>

<file path=ppt/slides/_rels/slide41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0.xml"/><Relationship Id="rId1" Type="http://schemas.openxmlformats.org/officeDocument/2006/relationships/slideLayout" Target="../slideLayouts/slideLayout1.xml"/></Relationships>
</file>

<file path=ppt/slides/_rels/slide41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1.xml"/><Relationship Id="rId1" Type="http://schemas.openxmlformats.org/officeDocument/2006/relationships/slideLayout" Target="../slideLayouts/slideLayout1.xml"/></Relationships>
</file>

<file path=ppt/slides/_rels/slide4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2.xml"/><Relationship Id="rId1" Type="http://schemas.openxmlformats.org/officeDocument/2006/relationships/slideLayout" Target="../slideLayouts/slideLayout1.xml"/></Relationships>
</file>

<file path=ppt/slides/_rels/slide41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3.xml"/><Relationship Id="rId1" Type="http://schemas.openxmlformats.org/officeDocument/2006/relationships/slideLayout" Target="../slideLayouts/slideLayout1.xml"/></Relationships>
</file>

<file path=ppt/slides/_rels/slide41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4.xml"/><Relationship Id="rId1" Type="http://schemas.openxmlformats.org/officeDocument/2006/relationships/slideLayout" Target="../slideLayouts/slideLayout1.xml"/></Relationships>
</file>

<file path=ppt/slides/_rels/slide41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5.xml"/><Relationship Id="rId1" Type="http://schemas.openxmlformats.org/officeDocument/2006/relationships/slideLayout" Target="../slideLayouts/slideLayout1.xml"/></Relationships>
</file>

<file path=ppt/slides/_rels/slide41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6.xml"/><Relationship Id="rId1" Type="http://schemas.openxmlformats.org/officeDocument/2006/relationships/slideLayout" Target="../slideLayouts/slideLayout1.xml"/></Relationships>
</file>

<file path=ppt/slides/_rels/slide41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7.xml"/><Relationship Id="rId1" Type="http://schemas.openxmlformats.org/officeDocument/2006/relationships/slideLayout" Target="../slideLayouts/slideLayout1.xml"/></Relationships>
</file>

<file path=ppt/slides/_rels/slide41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8.xml"/><Relationship Id="rId1" Type="http://schemas.openxmlformats.org/officeDocument/2006/relationships/slideLayout" Target="../slideLayouts/slideLayout1.xml"/></Relationships>
</file>

<file path=ppt/slides/_rels/slide4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29.xml"/><Relationship Id="rId1" Type="http://schemas.openxmlformats.org/officeDocument/2006/relationships/slideLayout" Target="../slideLayouts/slideLayout1.xml"/></Relationships>
</file>

<file path=ppt/slides/_rels/slide4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0.xml"/><Relationship Id="rId1" Type="http://schemas.openxmlformats.org/officeDocument/2006/relationships/slideLayout" Target="../slideLayouts/slideLayout1.xml"/></Relationships>
</file>

<file path=ppt/slides/_rels/slide41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1.xml"/><Relationship Id="rId1" Type="http://schemas.openxmlformats.org/officeDocument/2006/relationships/slideLayout" Target="../slideLayouts/slideLayout1.xml"/></Relationships>
</file>

<file path=ppt/slides/_rels/slide41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2.xml"/><Relationship Id="rId1" Type="http://schemas.openxmlformats.org/officeDocument/2006/relationships/slideLayout" Target="../slideLayouts/slideLayout1.xml"/></Relationships>
</file>

<file path=ppt/slides/_rels/slide41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3.xml"/><Relationship Id="rId1" Type="http://schemas.openxmlformats.org/officeDocument/2006/relationships/slideLayout" Target="../slideLayouts/slideLayout1.xml"/></Relationships>
</file>

<file path=ppt/slides/_rels/slide41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4.xml"/><Relationship Id="rId1" Type="http://schemas.openxmlformats.org/officeDocument/2006/relationships/slideLayout" Target="../slideLayouts/slideLayout1.xml"/></Relationships>
</file>

<file path=ppt/slides/_rels/slide41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5.xml"/><Relationship Id="rId1" Type="http://schemas.openxmlformats.org/officeDocument/2006/relationships/slideLayout" Target="../slideLayouts/slideLayout1.xml"/></Relationships>
</file>

<file path=ppt/slides/_rels/slide41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6.xml"/><Relationship Id="rId1" Type="http://schemas.openxmlformats.org/officeDocument/2006/relationships/slideLayout" Target="../slideLayouts/slideLayout1.xml"/></Relationships>
</file>

<file path=ppt/slides/_rels/slide41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7.xml"/><Relationship Id="rId1" Type="http://schemas.openxmlformats.org/officeDocument/2006/relationships/slideLayout" Target="../slideLayouts/slideLayout1.xml"/></Relationships>
</file>

<file path=ppt/slides/_rels/slide41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8.xml"/><Relationship Id="rId1" Type="http://schemas.openxmlformats.org/officeDocument/2006/relationships/slideLayout" Target="../slideLayouts/slideLayout1.xml"/></Relationships>
</file>

<file path=ppt/slides/_rels/slide4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39.xml"/><Relationship Id="rId1" Type="http://schemas.openxmlformats.org/officeDocument/2006/relationships/slideLayout" Target="../slideLayouts/slideLayout1.xml"/></Relationships>
</file>

<file path=ppt/slides/_rels/slide41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0.xml"/><Relationship Id="rId1" Type="http://schemas.openxmlformats.org/officeDocument/2006/relationships/slideLayout" Target="../slideLayouts/slideLayout1.xml"/></Relationships>
</file>

<file path=ppt/slides/_rels/slide41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1.xml"/><Relationship Id="rId1" Type="http://schemas.openxmlformats.org/officeDocument/2006/relationships/slideLayout" Target="../slideLayouts/slideLayout1.xml"/></Relationships>
</file>

<file path=ppt/slides/_rels/slide41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2.xml"/><Relationship Id="rId1" Type="http://schemas.openxmlformats.org/officeDocument/2006/relationships/slideLayout" Target="../slideLayouts/slideLayout1.xml"/></Relationships>
</file>

<file path=ppt/slides/_rels/slide4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3.xml"/><Relationship Id="rId1" Type="http://schemas.openxmlformats.org/officeDocument/2006/relationships/slideLayout" Target="../slideLayouts/slideLayout1.xml"/></Relationships>
</file>

<file path=ppt/slides/_rels/slide41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4.xml"/><Relationship Id="rId1" Type="http://schemas.openxmlformats.org/officeDocument/2006/relationships/slideLayout" Target="../slideLayouts/slideLayout1.xml"/></Relationships>
</file>

<file path=ppt/slides/_rels/slide41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5.xml"/><Relationship Id="rId1" Type="http://schemas.openxmlformats.org/officeDocument/2006/relationships/slideLayout" Target="../slideLayouts/slideLayout1.xml"/></Relationships>
</file>

<file path=ppt/slides/_rels/slide41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6.xml"/><Relationship Id="rId1" Type="http://schemas.openxmlformats.org/officeDocument/2006/relationships/slideLayout" Target="../slideLayouts/slideLayout1.xml"/></Relationships>
</file>

<file path=ppt/slides/_rels/slide41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7.xml"/><Relationship Id="rId1" Type="http://schemas.openxmlformats.org/officeDocument/2006/relationships/slideLayout" Target="../slideLayouts/slideLayout1.xml"/></Relationships>
</file>

<file path=ppt/slides/_rels/slide41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8.xml"/><Relationship Id="rId1" Type="http://schemas.openxmlformats.org/officeDocument/2006/relationships/slideLayout" Target="../slideLayouts/slideLayout1.xml"/></Relationships>
</file>

<file path=ppt/slides/_rels/slide41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49.xml"/><Relationship Id="rId1" Type="http://schemas.openxmlformats.org/officeDocument/2006/relationships/slideLayout" Target="../slideLayouts/slideLayout1.xml"/></Relationships>
</file>

<file path=ppt/slides/_rels/slide41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0.xml"/><Relationship Id="rId1" Type="http://schemas.openxmlformats.org/officeDocument/2006/relationships/slideLayout" Target="../slideLayouts/slideLayout1.xml"/></Relationships>
</file>

<file path=ppt/slides/_rels/slide41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1.xml"/><Relationship Id="rId1" Type="http://schemas.openxmlformats.org/officeDocument/2006/relationships/slideLayout" Target="../slideLayouts/slideLayout1.xml"/></Relationships>
</file>

<file path=ppt/slides/_rels/slide41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2.xml"/><Relationship Id="rId1" Type="http://schemas.openxmlformats.org/officeDocument/2006/relationships/slideLayout" Target="../slideLayouts/slideLayout1.xml"/></Relationships>
</file>

<file path=ppt/slides/_rels/slide41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3.xml"/><Relationship Id="rId1" Type="http://schemas.openxmlformats.org/officeDocument/2006/relationships/slideLayout" Target="../slideLayouts/slideLayout1.xml"/></Relationships>
</file>

<file path=ppt/slides/_rels/slide41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4.xml"/><Relationship Id="rId1" Type="http://schemas.openxmlformats.org/officeDocument/2006/relationships/slideLayout" Target="../slideLayouts/slideLayout1.xml"/></Relationships>
</file>

<file path=ppt/slides/_rels/slide419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5.xml"/><Relationship Id="rId1" Type="http://schemas.openxmlformats.org/officeDocument/2006/relationships/slideLayout" Target="../slideLayouts/slideLayout1.xml"/></Relationships>
</file>

<file path=ppt/slides/_rels/slide42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6.xml"/><Relationship Id="rId1" Type="http://schemas.openxmlformats.org/officeDocument/2006/relationships/slideLayout" Target="../slideLayouts/slideLayout1.xml"/></Relationships>
</file>

<file path=ppt/slides/_rels/slide4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7.xml"/><Relationship Id="rId1" Type="http://schemas.openxmlformats.org/officeDocument/2006/relationships/slideLayout" Target="../slideLayouts/slideLayout1.xml"/></Relationships>
</file>

<file path=ppt/slides/_rels/slide4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8.xml"/><Relationship Id="rId1" Type="http://schemas.openxmlformats.org/officeDocument/2006/relationships/slideLayout" Target="../slideLayouts/slideLayout1.xml"/></Relationships>
</file>

<file path=ppt/slides/_rels/slide42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59.xml"/><Relationship Id="rId1" Type="http://schemas.openxmlformats.org/officeDocument/2006/relationships/slideLayout" Target="../slideLayouts/slideLayout1.xml"/></Relationships>
</file>

<file path=ppt/slides/_rels/slide42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0.xml"/><Relationship Id="rId1" Type="http://schemas.openxmlformats.org/officeDocument/2006/relationships/slideLayout" Target="../slideLayouts/slideLayout1.xml"/></Relationships>
</file>

<file path=ppt/slides/_rels/slide42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1.xml"/><Relationship Id="rId1" Type="http://schemas.openxmlformats.org/officeDocument/2006/relationships/slideLayout" Target="../slideLayouts/slideLayout1.xml"/></Relationships>
</file>

<file path=ppt/slides/_rels/slide42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2.xml"/><Relationship Id="rId1" Type="http://schemas.openxmlformats.org/officeDocument/2006/relationships/slideLayout" Target="../slideLayouts/slideLayout1.xml"/></Relationships>
</file>

<file path=ppt/slides/_rels/slide42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3.xml"/><Relationship Id="rId1" Type="http://schemas.openxmlformats.org/officeDocument/2006/relationships/slideLayout" Target="../slideLayouts/slideLayout1.xml"/></Relationships>
</file>

<file path=ppt/slides/_rels/slide42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4.xml"/><Relationship Id="rId1" Type="http://schemas.openxmlformats.org/officeDocument/2006/relationships/slideLayout" Target="../slideLayouts/slideLayout1.xml"/></Relationships>
</file>

<file path=ppt/slides/_rels/slide42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5.xml"/><Relationship Id="rId1" Type="http://schemas.openxmlformats.org/officeDocument/2006/relationships/slideLayout" Target="../slideLayouts/slideLayout1.xml"/></Relationships>
</file>

<file path=ppt/slides/_rels/slide42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6.xml"/><Relationship Id="rId1" Type="http://schemas.openxmlformats.org/officeDocument/2006/relationships/slideLayout" Target="../slideLayouts/slideLayout1.xml"/></Relationships>
</file>

<file path=ppt/slides/_rels/slide42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7.xml"/><Relationship Id="rId1" Type="http://schemas.openxmlformats.org/officeDocument/2006/relationships/slideLayout" Target="../slideLayouts/slideLayout1.xml"/></Relationships>
</file>

<file path=ppt/slides/_rels/slide42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8.xml"/><Relationship Id="rId1" Type="http://schemas.openxmlformats.org/officeDocument/2006/relationships/slideLayout" Target="../slideLayouts/slideLayout1.xml"/></Relationships>
</file>

<file path=ppt/slides/_rels/slide421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69.xml"/><Relationship Id="rId1" Type="http://schemas.openxmlformats.org/officeDocument/2006/relationships/slideLayout" Target="../slideLayouts/slideLayout1.xml"/></Relationships>
</file>

<file path=ppt/slides/_rels/slide42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0.xml"/><Relationship Id="rId1" Type="http://schemas.openxmlformats.org/officeDocument/2006/relationships/slideLayout" Target="../slideLayouts/slideLayout1.xml"/></Relationships>
</file>

<file path=ppt/slides/_rels/slide4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1.xml"/><Relationship Id="rId1" Type="http://schemas.openxmlformats.org/officeDocument/2006/relationships/slideLayout" Target="../slideLayouts/slideLayout1.xml"/></Relationships>
</file>

<file path=ppt/slides/_rels/slide42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2.xml"/><Relationship Id="rId1" Type="http://schemas.openxmlformats.org/officeDocument/2006/relationships/slideLayout" Target="../slideLayouts/slideLayout1.xml"/></Relationships>
</file>

<file path=ppt/slides/_rels/slide42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3.xml"/><Relationship Id="rId1" Type="http://schemas.openxmlformats.org/officeDocument/2006/relationships/slideLayout" Target="../slideLayouts/slideLayout1.xml"/></Relationships>
</file>

<file path=ppt/slides/_rels/slide42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4.xml"/><Relationship Id="rId1" Type="http://schemas.openxmlformats.org/officeDocument/2006/relationships/slideLayout" Target="../slideLayouts/slideLayout1.xml"/></Relationships>
</file>

<file path=ppt/slides/_rels/slide42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5.xml"/><Relationship Id="rId1" Type="http://schemas.openxmlformats.org/officeDocument/2006/relationships/slideLayout" Target="../slideLayouts/slideLayout1.xml"/></Relationships>
</file>

<file path=ppt/slides/_rels/slide4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6.xml"/><Relationship Id="rId1" Type="http://schemas.openxmlformats.org/officeDocument/2006/relationships/slideLayout" Target="../slideLayouts/slideLayout1.xml"/></Relationships>
</file>

<file path=ppt/slides/_rels/slide4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7.xml"/><Relationship Id="rId1" Type="http://schemas.openxmlformats.org/officeDocument/2006/relationships/slideLayout" Target="../slideLayouts/slideLayout1.xml"/></Relationships>
</file>

<file path=ppt/slides/_rels/slide42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8.xml"/><Relationship Id="rId1" Type="http://schemas.openxmlformats.org/officeDocument/2006/relationships/slideLayout" Target="../slideLayouts/slideLayout1.xml"/></Relationships>
</file>

<file path=ppt/slides/_rels/slide42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79.xml"/><Relationship Id="rId1" Type="http://schemas.openxmlformats.org/officeDocument/2006/relationships/slideLayout" Target="../slideLayouts/slideLayout1.xml"/></Relationships>
</file>

<file path=ppt/slides/_rels/slide42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0.xml"/><Relationship Id="rId1" Type="http://schemas.openxmlformats.org/officeDocument/2006/relationships/slideLayout" Target="../slideLayouts/slideLayout1.xml"/></Relationships>
</file>

<file path=ppt/slides/_rels/slide4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1.xml"/><Relationship Id="rId1" Type="http://schemas.openxmlformats.org/officeDocument/2006/relationships/slideLayout" Target="../slideLayouts/slideLayout1.xml"/></Relationships>
</file>

<file path=ppt/slides/_rels/slide42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2.xml"/><Relationship Id="rId1" Type="http://schemas.openxmlformats.org/officeDocument/2006/relationships/slideLayout" Target="../slideLayouts/slideLayout1.xml"/></Relationships>
</file>

<file path=ppt/slides/_rels/slide423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3.xml"/><Relationship Id="rId1" Type="http://schemas.openxmlformats.org/officeDocument/2006/relationships/slideLayout" Target="../slideLayouts/slideLayout1.xml"/></Relationships>
</file>

<file path=ppt/slides/_rels/slide42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4.xml"/><Relationship Id="rId1" Type="http://schemas.openxmlformats.org/officeDocument/2006/relationships/slideLayout" Target="../slideLayouts/slideLayout1.xml"/></Relationships>
</file>

<file path=ppt/slides/_rels/slide4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5.xml"/><Relationship Id="rId1" Type="http://schemas.openxmlformats.org/officeDocument/2006/relationships/slideLayout" Target="../slideLayouts/slideLayout1.xml"/></Relationships>
</file>

<file path=ppt/slides/_rels/slide42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6.xml"/><Relationship Id="rId1" Type="http://schemas.openxmlformats.org/officeDocument/2006/relationships/slideLayout" Target="../slideLayouts/slideLayout1.xml"/></Relationships>
</file>

<file path=ppt/slides/_rels/slide42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7.xml"/><Relationship Id="rId1" Type="http://schemas.openxmlformats.org/officeDocument/2006/relationships/slideLayout" Target="../slideLayouts/slideLayout1.xml"/></Relationships>
</file>

<file path=ppt/slides/_rels/slide42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8.xml"/><Relationship Id="rId1" Type="http://schemas.openxmlformats.org/officeDocument/2006/relationships/slideLayout" Target="../slideLayouts/slideLayout1.xml"/></Relationships>
</file>

<file path=ppt/slides/_rels/slide42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89.xml"/><Relationship Id="rId1" Type="http://schemas.openxmlformats.org/officeDocument/2006/relationships/slideLayout" Target="../slideLayouts/slideLayout1.xml"/></Relationships>
</file>

<file path=ppt/slides/_rels/slide4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0.xml"/><Relationship Id="rId1" Type="http://schemas.openxmlformats.org/officeDocument/2006/relationships/slideLayout" Target="../slideLayouts/slideLayout1.xml"/></Relationships>
</file>

<file path=ppt/slides/_rels/slide42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1.xml"/><Relationship Id="rId1" Type="http://schemas.openxmlformats.org/officeDocument/2006/relationships/slideLayout" Target="../slideLayouts/slideLayout1.xml"/></Relationships>
</file>

<file path=ppt/slides/_rels/slide42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2.xml"/><Relationship Id="rId1" Type="http://schemas.openxmlformats.org/officeDocument/2006/relationships/slideLayout" Target="../slideLayouts/slideLayout1.xml"/></Relationships>
</file>

<file path=ppt/slides/_rels/slide42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3.xml"/><Relationship Id="rId1" Type="http://schemas.openxmlformats.org/officeDocument/2006/relationships/slideLayout" Target="../slideLayouts/slideLayout1.xml"/></Relationships>
</file>

<file path=ppt/slides/_rels/slide42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4.xml"/><Relationship Id="rId1" Type="http://schemas.openxmlformats.org/officeDocument/2006/relationships/slideLayout" Target="../slideLayouts/slideLayout1.xml"/></Relationships>
</file>

<file path=ppt/slides/_rels/slide4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5.xml"/><Relationship Id="rId1" Type="http://schemas.openxmlformats.org/officeDocument/2006/relationships/slideLayout" Target="../slideLayouts/slideLayout1.xml"/></Relationships>
</file>

<file path=ppt/slides/_rels/slide42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6.xml"/><Relationship Id="rId1" Type="http://schemas.openxmlformats.org/officeDocument/2006/relationships/slideLayout" Target="../slideLayouts/slideLayout1.xml"/></Relationships>
</file>

<file path=ppt/slides/_rels/slide42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7.xml"/><Relationship Id="rId1" Type="http://schemas.openxmlformats.org/officeDocument/2006/relationships/slideLayout" Target="../slideLayouts/slideLayout1.xml"/></Relationships>
</file>

<file path=ppt/slides/_rels/slide42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8.xml"/><Relationship Id="rId1" Type="http://schemas.openxmlformats.org/officeDocument/2006/relationships/slideLayout" Target="../slideLayouts/slideLayout1.xml"/></Relationships>
</file>

<file path=ppt/slides/_rels/slide4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099.xml"/><Relationship Id="rId1" Type="http://schemas.openxmlformats.org/officeDocument/2006/relationships/slideLayout" Target="../slideLayouts/slideLayout1.xml"/></Relationships>
</file>

<file path=ppt/slides/_rels/slide42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0.xml"/><Relationship Id="rId1" Type="http://schemas.openxmlformats.org/officeDocument/2006/relationships/slideLayout" Target="../slideLayouts/slideLayout1.xml"/></Relationships>
</file>

<file path=ppt/slides/_rels/slide42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1.xml"/><Relationship Id="rId1" Type="http://schemas.openxmlformats.org/officeDocument/2006/relationships/slideLayout" Target="../slideLayouts/slideLayout1.xml"/></Relationships>
</file>

<file path=ppt/slides/_rels/slide42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2.xml"/><Relationship Id="rId1" Type="http://schemas.openxmlformats.org/officeDocument/2006/relationships/slideLayout" Target="../slideLayouts/slideLayout1.xml"/></Relationships>
</file>

<file path=ppt/slides/_rels/slide42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3.xml"/><Relationship Id="rId1" Type="http://schemas.openxmlformats.org/officeDocument/2006/relationships/slideLayout" Target="../slideLayouts/slideLayout1.xml"/></Relationships>
</file>

<file path=ppt/slides/_rels/slide42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4.xml"/><Relationship Id="rId1" Type="http://schemas.openxmlformats.org/officeDocument/2006/relationships/slideLayout" Target="../slideLayouts/slideLayout1.xml"/></Relationships>
</file>

<file path=ppt/slides/_rels/slide42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5.xml"/><Relationship Id="rId1" Type="http://schemas.openxmlformats.org/officeDocument/2006/relationships/slideLayout" Target="../slideLayouts/slideLayout1.xml"/></Relationships>
</file>

<file path=ppt/slides/_rels/slide42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6.xml"/><Relationship Id="rId1" Type="http://schemas.openxmlformats.org/officeDocument/2006/relationships/slideLayout" Target="../slideLayouts/slideLayout1.xml"/></Relationships>
</file>

<file path=ppt/slides/_rels/slide42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7.xml"/><Relationship Id="rId1" Type="http://schemas.openxmlformats.org/officeDocument/2006/relationships/slideLayout" Target="../slideLayouts/slideLayout1.xml"/></Relationships>
</file>

<file path=ppt/slides/_rels/slide42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8.xml"/><Relationship Id="rId1" Type="http://schemas.openxmlformats.org/officeDocument/2006/relationships/slideLayout" Target="../slideLayouts/slideLayout1.xml"/></Relationships>
</file>

<file path=ppt/slides/_rels/slide42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09.xml"/><Relationship Id="rId1" Type="http://schemas.openxmlformats.org/officeDocument/2006/relationships/slideLayout" Target="../slideLayouts/slideLayout1.xml"/></Relationships>
</file>

<file path=ppt/slides/_rels/slide42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0.xml"/><Relationship Id="rId1" Type="http://schemas.openxmlformats.org/officeDocument/2006/relationships/slideLayout" Target="../slideLayouts/slideLayout1.xml"/></Relationships>
</file>

<file path=ppt/slides/_rels/slide42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1.xml"/><Relationship Id="rId1" Type="http://schemas.openxmlformats.org/officeDocument/2006/relationships/slideLayout" Target="../slideLayouts/slideLayout1.xml"/></Relationships>
</file>

<file path=ppt/slides/_rels/slide42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2.xml"/><Relationship Id="rId1" Type="http://schemas.openxmlformats.org/officeDocument/2006/relationships/slideLayout" Target="../slideLayouts/slideLayout1.xml"/></Relationships>
</file>

<file path=ppt/slides/_rels/slide4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3.xml"/><Relationship Id="rId1" Type="http://schemas.openxmlformats.org/officeDocument/2006/relationships/slideLayout" Target="../slideLayouts/slideLayout1.xml"/></Relationships>
</file>

<file path=ppt/slides/_rels/slide4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4.xml"/><Relationship Id="rId1" Type="http://schemas.openxmlformats.org/officeDocument/2006/relationships/slideLayout" Target="../slideLayouts/slideLayout1.xml"/></Relationships>
</file>

<file path=ppt/slides/_rels/slide42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5.xml"/><Relationship Id="rId1" Type="http://schemas.openxmlformats.org/officeDocument/2006/relationships/slideLayout" Target="../slideLayouts/slideLayout1.xml"/></Relationships>
</file>

<file path=ppt/slides/_rels/slide42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6.xml"/><Relationship Id="rId1" Type="http://schemas.openxmlformats.org/officeDocument/2006/relationships/slideLayout" Target="../slideLayouts/slideLayout1.xml"/></Relationships>
</file>

<file path=ppt/slides/_rels/slide42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7.xml"/><Relationship Id="rId1" Type="http://schemas.openxmlformats.org/officeDocument/2006/relationships/slideLayout" Target="../slideLayouts/slideLayout1.xml"/></Relationships>
</file>

<file path=ppt/slides/_rels/slide42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8.xml"/><Relationship Id="rId1" Type="http://schemas.openxmlformats.org/officeDocument/2006/relationships/slideLayout" Target="../slideLayouts/slideLayout1.xml"/></Relationships>
</file>

<file path=ppt/slides/_rels/slide42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19.xml"/><Relationship Id="rId1" Type="http://schemas.openxmlformats.org/officeDocument/2006/relationships/slideLayout" Target="../slideLayouts/slideLayout1.xml"/></Relationships>
</file>

<file path=ppt/slides/_rels/slide42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0.xml"/><Relationship Id="rId1" Type="http://schemas.openxmlformats.org/officeDocument/2006/relationships/slideLayout" Target="../slideLayouts/slideLayout1.xml"/></Relationships>
</file>

<file path=ppt/slides/_rels/slide42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1.xml"/><Relationship Id="rId1" Type="http://schemas.openxmlformats.org/officeDocument/2006/relationships/slideLayout" Target="../slideLayouts/slideLayout1.xml"/></Relationships>
</file>

<file path=ppt/slides/_rels/slide42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2.xml"/><Relationship Id="rId1" Type="http://schemas.openxmlformats.org/officeDocument/2006/relationships/slideLayout" Target="../slideLayouts/slideLayout1.xml"/></Relationships>
</file>

<file path=ppt/slides/_rels/slide427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3.xml"/><Relationship Id="rId1" Type="http://schemas.openxmlformats.org/officeDocument/2006/relationships/slideLayout" Target="../slideLayouts/slideLayout1.xml"/></Relationships>
</file>

<file path=ppt/slides/_rels/slide427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4.xml"/><Relationship Id="rId1" Type="http://schemas.openxmlformats.org/officeDocument/2006/relationships/slideLayout" Target="../slideLayouts/slideLayout1.xml"/></Relationships>
</file>

<file path=ppt/slides/_rels/slide427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5.xml"/><Relationship Id="rId1" Type="http://schemas.openxmlformats.org/officeDocument/2006/relationships/slideLayout" Target="../slideLayouts/slideLayout1.xml"/></Relationships>
</file>

<file path=ppt/slides/_rels/slide42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6.xml"/><Relationship Id="rId1" Type="http://schemas.openxmlformats.org/officeDocument/2006/relationships/slideLayout" Target="../slideLayouts/slideLayout1.xml"/></Relationships>
</file>

<file path=ppt/slides/_rels/slide4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7.xml"/><Relationship Id="rId1" Type="http://schemas.openxmlformats.org/officeDocument/2006/relationships/slideLayout" Target="../slideLayouts/slideLayout1.xml"/></Relationships>
</file>

<file path=ppt/slides/_rels/slide428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8.xml"/><Relationship Id="rId1" Type="http://schemas.openxmlformats.org/officeDocument/2006/relationships/slideLayout" Target="../slideLayouts/slideLayout1.xml"/></Relationships>
</file>

<file path=ppt/slides/_rels/slide42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29.xml"/><Relationship Id="rId1" Type="http://schemas.openxmlformats.org/officeDocument/2006/relationships/slideLayout" Target="../slideLayouts/slideLayout1.xml"/></Relationships>
</file>

<file path=ppt/slides/_rels/slide42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0.xml"/><Relationship Id="rId1" Type="http://schemas.openxmlformats.org/officeDocument/2006/relationships/slideLayout" Target="../slideLayouts/slideLayout1.xml"/></Relationships>
</file>

<file path=ppt/slides/_rels/slide42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1.xml"/><Relationship Id="rId1" Type="http://schemas.openxmlformats.org/officeDocument/2006/relationships/slideLayout" Target="../slideLayouts/slideLayout1.xml"/></Relationships>
</file>

<file path=ppt/slides/_rels/slide4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2.xml"/><Relationship Id="rId1" Type="http://schemas.openxmlformats.org/officeDocument/2006/relationships/slideLayout" Target="../slideLayouts/slideLayout1.xml"/></Relationships>
</file>

<file path=ppt/slides/_rels/slide42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3.xml"/><Relationship Id="rId1" Type="http://schemas.openxmlformats.org/officeDocument/2006/relationships/slideLayout" Target="../slideLayouts/slideLayout1.xml"/></Relationships>
</file>

<file path=ppt/slides/_rels/slide42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4.xml"/><Relationship Id="rId1" Type="http://schemas.openxmlformats.org/officeDocument/2006/relationships/slideLayout" Target="../slideLayouts/slideLayout1.xml"/></Relationships>
</file>

<file path=ppt/slides/_rels/slide42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5.xml"/><Relationship Id="rId1" Type="http://schemas.openxmlformats.org/officeDocument/2006/relationships/slideLayout" Target="../slideLayouts/slideLayout1.xml"/></Relationships>
</file>

<file path=ppt/slides/_rels/slide429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6.xml"/><Relationship Id="rId1" Type="http://schemas.openxmlformats.org/officeDocument/2006/relationships/slideLayout" Target="../slideLayouts/slideLayout1.xml"/></Relationships>
</file>

<file path=ppt/slides/_rels/slide429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7.xml"/><Relationship Id="rId1" Type="http://schemas.openxmlformats.org/officeDocument/2006/relationships/slideLayout" Target="../slideLayouts/slideLayout1.xml"/></Relationships>
</file>

<file path=ppt/slides/_rels/slide429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8.xml"/><Relationship Id="rId1" Type="http://schemas.openxmlformats.org/officeDocument/2006/relationships/slideLayout" Target="../slideLayouts/slideLayout1.xml"/></Relationships>
</file>

<file path=ppt/slides/_rels/slide429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39.xml"/><Relationship Id="rId1" Type="http://schemas.openxmlformats.org/officeDocument/2006/relationships/slideLayout" Target="../slideLayouts/slideLayout1.xml"/></Relationships>
</file>

<file path=ppt/slides/_rels/slide42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0.xml"/><Relationship Id="rId1" Type="http://schemas.openxmlformats.org/officeDocument/2006/relationships/slideLayout" Target="../slideLayouts/slideLayout1.xml"/></Relationships>
</file>

<file path=ppt/slides/_rels/slide4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1.xml"/><Relationship Id="rId1" Type="http://schemas.openxmlformats.org/officeDocument/2006/relationships/slideLayout" Target="../slideLayouts/slideLayout1.xml"/></Relationships>
</file>

<file path=ppt/slides/_rels/slide430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2.xml"/><Relationship Id="rId1" Type="http://schemas.openxmlformats.org/officeDocument/2006/relationships/slideLayout" Target="../slideLayouts/slideLayout1.xml"/></Relationships>
</file>

<file path=ppt/slides/_rels/slide430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3.xml"/><Relationship Id="rId1" Type="http://schemas.openxmlformats.org/officeDocument/2006/relationships/slideLayout" Target="../slideLayouts/slideLayout1.xml"/></Relationships>
</file>

<file path=ppt/slides/_rels/slide430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4.xml"/><Relationship Id="rId1" Type="http://schemas.openxmlformats.org/officeDocument/2006/relationships/slideLayout" Target="../slideLayouts/slideLayout1.xml"/></Relationships>
</file>

<file path=ppt/slides/_rels/slide43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5.xml"/><Relationship Id="rId1" Type="http://schemas.openxmlformats.org/officeDocument/2006/relationships/slideLayout" Target="../slideLayouts/slideLayout1.xml"/></Relationships>
</file>

<file path=ppt/slides/_rels/slide430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6.xml"/><Relationship Id="rId1" Type="http://schemas.openxmlformats.org/officeDocument/2006/relationships/slideLayout" Target="../slideLayouts/slideLayout1.xml"/></Relationships>
</file>

<file path=ppt/slides/_rels/slide43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7.xml"/><Relationship Id="rId1" Type="http://schemas.openxmlformats.org/officeDocument/2006/relationships/slideLayout" Target="../slideLayouts/slideLayout1.xml"/></Relationships>
</file>

<file path=ppt/slides/_rels/slide43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8.xml"/><Relationship Id="rId1" Type="http://schemas.openxmlformats.org/officeDocument/2006/relationships/slideLayout" Target="../slideLayouts/slideLayout1.xml"/></Relationships>
</file>

<file path=ppt/slides/_rels/slide43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49.xml"/><Relationship Id="rId1" Type="http://schemas.openxmlformats.org/officeDocument/2006/relationships/slideLayout" Target="../slideLayouts/slideLayout1.xml"/></Relationships>
</file>

<file path=ppt/slides/_rels/slide430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0.xml"/><Relationship Id="rId1" Type="http://schemas.openxmlformats.org/officeDocument/2006/relationships/slideLayout" Target="../slideLayouts/slideLayout1.xml"/></Relationships>
</file>

<file path=ppt/slides/_rels/slide43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1.xml"/><Relationship Id="rId1" Type="http://schemas.openxmlformats.org/officeDocument/2006/relationships/slideLayout" Target="../slideLayouts/slideLayout1.xml"/></Relationships>
</file>

<file path=ppt/slides/_rels/slide43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2.xml"/><Relationship Id="rId1" Type="http://schemas.openxmlformats.org/officeDocument/2006/relationships/slideLayout" Target="../slideLayouts/slideLayout1.xml"/></Relationships>
</file>

<file path=ppt/slides/_rels/slide431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3.xml"/><Relationship Id="rId1" Type="http://schemas.openxmlformats.org/officeDocument/2006/relationships/slideLayout" Target="../slideLayouts/slideLayout1.xml"/></Relationships>
</file>

<file path=ppt/slides/_rels/slide43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4.xml"/><Relationship Id="rId1" Type="http://schemas.openxmlformats.org/officeDocument/2006/relationships/slideLayout" Target="../slideLayouts/slideLayout1.xml"/></Relationships>
</file>

<file path=ppt/slides/_rels/slide4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5.xml"/><Relationship Id="rId1" Type="http://schemas.openxmlformats.org/officeDocument/2006/relationships/slideLayout" Target="../slideLayouts/slideLayout1.xml"/></Relationships>
</file>

<file path=ppt/slides/_rels/slide43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6.xml"/><Relationship Id="rId1" Type="http://schemas.openxmlformats.org/officeDocument/2006/relationships/slideLayout" Target="../slideLayouts/slideLayout1.xml"/></Relationships>
</file>

<file path=ppt/slides/_rels/slide43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7.xml"/><Relationship Id="rId1" Type="http://schemas.openxmlformats.org/officeDocument/2006/relationships/slideLayout" Target="../slideLayouts/slideLayout1.xml"/></Relationships>
</file>

<file path=ppt/slides/_rels/slide43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8.xml"/><Relationship Id="rId1" Type="http://schemas.openxmlformats.org/officeDocument/2006/relationships/slideLayout" Target="../slideLayouts/slideLayout1.xml"/></Relationships>
</file>

<file path=ppt/slides/_rels/slide43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59.xml"/><Relationship Id="rId1" Type="http://schemas.openxmlformats.org/officeDocument/2006/relationships/slideLayout" Target="../slideLayouts/slideLayout1.xml"/></Relationships>
</file>

<file path=ppt/slides/_rels/slide43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0.xml"/><Relationship Id="rId1" Type="http://schemas.openxmlformats.org/officeDocument/2006/relationships/slideLayout" Target="../slideLayouts/slideLayout1.xml"/></Relationships>
</file>

<file path=ppt/slides/_rels/slide43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1.xml"/><Relationship Id="rId1" Type="http://schemas.openxmlformats.org/officeDocument/2006/relationships/slideLayout" Target="../slideLayouts/slideLayout1.xml"/></Relationships>
</file>

<file path=ppt/slides/_rels/slide432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2.xml"/><Relationship Id="rId1" Type="http://schemas.openxmlformats.org/officeDocument/2006/relationships/slideLayout" Target="../slideLayouts/slideLayout1.xml"/></Relationships>
</file>

<file path=ppt/slides/_rels/slide43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3.xml"/><Relationship Id="rId1" Type="http://schemas.openxmlformats.org/officeDocument/2006/relationships/slideLayout" Target="../slideLayouts/slideLayout1.xml"/></Relationships>
</file>

<file path=ppt/slides/_rels/slide43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4.xml"/><Relationship Id="rId1" Type="http://schemas.openxmlformats.org/officeDocument/2006/relationships/slideLayout" Target="../slideLayouts/slideLayout1.xml"/></Relationships>
</file>

<file path=ppt/slides/_rels/slide43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5.xml"/><Relationship Id="rId1" Type="http://schemas.openxmlformats.org/officeDocument/2006/relationships/slideLayout" Target="../slideLayouts/slideLayout1.xml"/></Relationships>
</file>

<file path=ppt/slides/_rels/slide43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6.xml"/><Relationship Id="rId1" Type="http://schemas.openxmlformats.org/officeDocument/2006/relationships/slideLayout" Target="../slideLayouts/slideLayout1.xml"/></Relationships>
</file>

<file path=ppt/slides/_rels/slide43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7.xml"/><Relationship Id="rId1" Type="http://schemas.openxmlformats.org/officeDocument/2006/relationships/slideLayout" Target="../slideLayouts/slideLayout1.xml"/></Relationships>
</file>

<file path=ppt/slides/_rels/slide4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8.xml"/><Relationship Id="rId1" Type="http://schemas.openxmlformats.org/officeDocument/2006/relationships/slideLayout" Target="../slideLayouts/slideLayout1.xml"/></Relationships>
</file>

<file path=ppt/slides/_rels/slide4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69.xml"/><Relationship Id="rId1" Type="http://schemas.openxmlformats.org/officeDocument/2006/relationships/slideLayout" Target="../slideLayouts/slideLayout1.xml"/></Relationships>
</file>

<file path=ppt/slides/_rels/slide433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0.xml"/><Relationship Id="rId1" Type="http://schemas.openxmlformats.org/officeDocument/2006/relationships/slideLayout" Target="../slideLayouts/slideLayout1.xml"/></Relationships>
</file>

<file path=ppt/slides/_rels/slide43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1.xml"/><Relationship Id="rId1" Type="http://schemas.openxmlformats.org/officeDocument/2006/relationships/slideLayout" Target="../slideLayouts/slideLayout1.xml"/></Relationships>
</file>

<file path=ppt/slides/_rels/slide43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2.xml"/><Relationship Id="rId1" Type="http://schemas.openxmlformats.org/officeDocument/2006/relationships/slideLayout" Target="../slideLayouts/slideLayout1.xml"/></Relationships>
</file>

<file path=ppt/slides/_rels/slide433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3.xml"/><Relationship Id="rId1" Type="http://schemas.openxmlformats.org/officeDocument/2006/relationships/slideLayout" Target="../slideLayouts/slideLayout1.xml"/></Relationships>
</file>

<file path=ppt/slides/_rels/slide433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4.xml"/><Relationship Id="rId1" Type="http://schemas.openxmlformats.org/officeDocument/2006/relationships/slideLayout" Target="../slideLayouts/slideLayout1.xml"/></Relationships>
</file>

<file path=ppt/slides/_rels/slide43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5.xml"/><Relationship Id="rId1" Type="http://schemas.openxmlformats.org/officeDocument/2006/relationships/slideLayout" Target="../slideLayouts/slideLayout1.xml"/></Relationships>
</file>

<file path=ppt/slides/_rels/slide43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6.xml"/><Relationship Id="rId1" Type="http://schemas.openxmlformats.org/officeDocument/2006/relationships/slideLayout" Target="../slideLayouts/slideLayout1.xml"/></Relationships>
</file>

<file path=ppt/slides/_rels/slide4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7.xml"/><Relationship Id="rId1" Type="http://schemas.openxmlformats.org/officeDocument/2006/relationships/slideLayout" Target="../slideLayouts/slideLayout1.xml"/></Relationships>
</file>

<file path=ppt/slides/_rels/slide4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8.xml"/><Relationship Id="rId1" Type="http://schemas.openxmlformats.org/officeDocument/2006/relationships/slideLayout" Target="../slideLayouts/slideLayout1.xml"/></Relationships>
</file>

<file path=ppt/slides/_rels/slide434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79.xml"/><Relationship Id="rId1" Type="http://schemas.openxmlformats.org/officeDocument/2006/relationships/slideLayout" Target="../slideLayouts/slideLayout1.xml"/></Relationships>
</file>

<file path=ppt/slides/_rels/slide434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0.xml"/><Relationship Id="rId1" Type="http://schemas.openxmlformats.org/officeDocument/2006/relationships/slideLayout" Target="../slideLayouts/slideLayout1.xml"/></Relationships>
</file>

<file path=ppt/slides/_rels/slide43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1.xml"/><Relationship Id="rId1" Type="http://schemas.openxmlformats.org/officeDocument/2006/relationships/slideLayout" Target="../slideLayouts/slideLayout1.xml"/></Relationships>
</file>

<file path=ppt/slides/_rels/slide43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2.xml"/><Relationship Id="rId1" Type="http://schemas.openxmlformats.org/officeDocument/2006/relationships/slideLayout" Target="../slideLayouts/slideLayout1.xml"/></Relationships>
</file>

<file path=ppt/slides/_rels/slide4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3.xml"/><Relationship Id="rId1" Type="http://schemas.openxmlformats.org/officeDocument/2006/relationships/slideLayout" Target="../slideLayouts/slideLayout1.xml"/></Relationships>
</file>

<file path=ppt/slides/_rels/slide434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4.xml"/><Relationship Id="rId1" Type="http://schemas.openxmlformats.org/officeDocument/2006/relationships/slideLayout" Target="../slideLayouts/slideLayout1.xml"/></Relationships>
</file>

<file path=ppt/slides/_rels/slide4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5.xml"/><Relationship Id="rId1" Type="http://schemas.openxmlformats.org/officeDocument/2006/relationships/slideLayout" Target="../slideLayouts/slideLayout1.xml"/></Relationships>
</file>

<file path=ppt/slides/_rels/slide43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6.xml"/><Relationship Id="rId1" Type="http://schemas.openxmlformats.org/officeDocument/2006/relationships/slideLayout" Target="../slideLayouts/slideLayout1.xml"/></Relationships>
</file>

<file path=ppt/slides/_rels/slide435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7.xml"/><Relationship Id="rId1" Type="http://schemas.openxmlformats.org/officeDocument/2006/relationships/slideLayout" Target="../slideLayouts/slideLayout1.xml"/></Relationships>
</file>

<file path=ppt/slides/_rels/slide435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8.xml"/><Relationship Id="rId1" Type="http://schemas.openxmlformats.org/officeDocument/2006/relationships/slideLayout" Target="../slideLayouts/slideLayout1.xml"/></Relationships>
</file>

<file path=ppt/slides/_rels/slide435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89.xml"/><Relationship Id="rId1" Type="http://schemas.openxmlformats.org/officeDocument/2006/relationships/slideLayout" Target="../slideLayouts/slideLayout1.xml"/></Relationships>
</file>

<file path=ppt/slides/_rels/slide435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0.xml"/><Relationship Id="rId1" Type="http://schemas.openxmlformats.org/officeDocument/2006/relationships/slideLayout" Target="../slideLayouts/slideLayout1.xml"/></Relationships>
</file>

<file path=ppt/slides/_rels/slide435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1.xml"/><Relationship Id="rId1" Type="http://schemas.openxmlformats.org/officeDocument/2006/relationships/slideLayout" Target="../slideLayouts/slideLayout1.xml"/></Relationships>
</file>

<file path=ppt/slides/_rels/slide435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2.xml"/><Relationship Id="rId1" Type="http://schemas.openxmlformats.org/officeDocument/2006/relationships/slideLayout" Target="../slideLayouts/slideLayout1.xml"/></Relationships>
</file>

<file path=ppt/slides/_rels/slide43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3.xml"/><Relationship Id="rId1" Type="http://schemas.openxmlformats.org/officeDocument/2006/relationships/slideLayout" Target="../slideLayouts/slideLayout1.xml"/></Relationships>
</file>

<file path=ppt/slides/_rels/slide435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4.xml"/><Relationship Id="rId1" Type="http://schemas.openxmlformats.org/officeDocument/2006/relationships/slideLayout" Target="../slideLayouts/slideLayout1.xml"/></Relationships>
</file>

<file path=ppt/slides/_rels/slide43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5.xml"/><Relationship Id="rId1" Type="http://schemas.openxmlformats.org/officeDocument/2006/relationships/slideLayout" Target="../slideLayouts/slideLayout1.xml"/></Relationships>
</file>

<file path=ppt/slides/_rels/slide436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6.xml"/><Relationship Id="rId1" Type="http://schemas.openxmlformats.org/officeDocument/2006/relationships/slideLayout" Target="../slideLayouts/slideLayout1.xml"/></Relationships>
</file>

<file path=ppt/slides/_rels/slide43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6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7.xml"/><Relationship Id="rId1" Type="http://schemas.openxmlformats.org/officeDocument/2006/relationships/slideLayout" Target="../slideLayouts/slideLayout1.xml"/></Relationships>
</file>

<file path=ppt/slides/_rels/slide436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8.xml"/><Relationship Id="rId1" Type="http://schemas.openxmlformats.org/officeDocument/2006/relationships/slideLayout" Target="../slideLayouts/slideLayout1.xml"/></Relationships>
</file>

<file path=ppt/slides/_rels/slide436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199.xml"/><Relationship Id="rId1" Type="http://schemas.openxmlformats.org/officeDocument/2006/relationships/slideLayout" Target="../slideLayouts/slideLayout1.xml"/></Relationships>
</file>

<file path=ppt/slides/_rels/slide436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0.xml"/><Relationship Id="rId1" Type="http://schemas.openxmlformats.org/officeDocument/2006/relationships/slideLayout" Target="../slideLayouts/slideLayout1.xml"/></Relationships>
</file>

<file path=ppt/slides/_rels/slide436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1.xml"/><Relationship Id="rId1" Type="http://schemas.openxmlformats.org/officeDocument/2006/relationships/slideLayout" Target="../slideLayouts/slideLayout1.xml"/></Relationships>
</file>

<file path=ppt/slides/_rels/slide43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2.xml"/><Relationship Id="rId1" Type="http://schemas.openxmlformats.org/officeDocument/2006/relationships/slideLayout" Target="../slideLayouts/slideLayout1.xml"/></Relationships>
</file>

<file path=ppt/slides/_rels/slide436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3.xml"/><Relationship Id="rId1" Type="http://schemas.openxmlformats.org/officeDocument/2006/relationships/slideLayout" Target="../slideLayouts/slideLayout1.xml"/></Relationships>
</file>

<file path=ppt/slides/_rels/slide437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4.xml"/><Relationship Id="rId1" Type="http://schemas.openxmlformats.org/officeDocument/2006/relationships/slideLayout" Target="../slideLayouts/slideLayout1.xml"/></Relationships>
</file>

<file path=ppt/slides/_rels/slide437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5.xml"/><Relationship Id="rId1" Type="http://schemas.openxmlformats.org/officeDocument/2006/relationships/slideLayout" Target="../slideLayouts/slideLayout1.xml"/></Relationships>
</file>

<file path=ppt/slides/_rels/slide4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6.xml"/><Relationship Id="rId1" Type="http://schemas.openxmlformats.org/officeDocument/2006/relationships/slideLayout" Target="../slideLayouts/slideLayout1.xml"/></Relationships>
</file>

<file path=ppt/slides/_rels/slide437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7.xml"/><Relationship Id="rId1" Type="http://schemas.openxmlformats.org/officeDocument/2006/relationships/slideLayout" Target="../slideLayouts/slideLayout1.xml"/></Relationships>
</file>

<file path=ppt/slides/_rels/slide437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8.xml"/><Relationship Id="rId1" Type="http://schemas.openxmlformats.org/officeDocument/2006/relationships/slideLayout" Target="../slideLayouts/slideLayout1.xml"/></Relationships>
</file>

<file path=ppt/slides/_rels/slide437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09.xml"/><Relationship Id="rId1" Type="http://schemas.openxmlformats.org/officeDocument/2006/relationships/slideLayout" Target="../slideLayouts/slideLayout1.xml"/></Relationships>
</file>

<file path=ppt/slides/_rels/slide437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210.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5794399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9247408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451462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3242167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8134125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286828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6667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3484392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8116943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71093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7324676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8078657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474385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4424078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067554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4555143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3487229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0543322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0712697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482317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373279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81547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544260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116671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0972064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602660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24210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337647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46478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417364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17760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0474372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641183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88391498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58960060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997476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974153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552030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858489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555463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9428736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66077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922899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316174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6471641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004957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651312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31902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5447601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6062451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24143502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88229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956224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159122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263409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002173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51819404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5930541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048567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446418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1485489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08635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577472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792070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9472934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5910317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22985082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3865421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0050466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821567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4054440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308751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84869263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759125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8573056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1021097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925132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8276833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528899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450546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350651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23357231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3303494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729937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359642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721944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42497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34115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2297596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813238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732913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7871917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607542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4559520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757984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689658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14495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75163505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2926781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938261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045874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886689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06533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905808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96378716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65299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7296626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620687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186031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86951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6741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550633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072475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3389009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929442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1132401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652261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715427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256595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731775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916080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97974752"/>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068177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055208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404725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018983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627154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452265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569202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767669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9183777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65242283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3829196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496677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370316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6684448"/>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319482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82883745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4430756"/>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587853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050900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678518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3319775"/>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5330658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593025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6535029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34598179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62126078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678481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636397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974950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5471395"/>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990435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33282725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643096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969701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9437085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693592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862315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700618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134581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4890030"/>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8365429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07599798"/>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7294323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8244374"/>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37692693"/>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655425"/>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76536450"/>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60645514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361232"/>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391629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663736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3224817"/>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632313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6375057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69060487"/>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1562105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90533651"/>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65070389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3851542"/>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6929503"/>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745305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90403324"/>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660284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95962988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0745623"/>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37270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291016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5851154"/>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831861"/>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60038764"/>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3254025"/>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110427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92418119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49383682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970411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9813937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22265881"/>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9548722"/>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306870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14662375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6605091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689863"/>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552542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5529912"/>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432734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5516295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49787726"/>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328547"/>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75801682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09743610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096382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17391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231598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5879150"/>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5090883"/>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681615054"/>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0414442"/>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8301031"/>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975614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979816"/>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023744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7751720"/>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961802"/>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415189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91416995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93692170"/>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675588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4036542"/>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7930426"/>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2792434"/>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3553550"/>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7544346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16857810"/>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96520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381800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88684453"/>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0367044"/>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34175059"/>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11527233"/>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5431020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80873923"/>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22239715"/>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6353439"/>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9725309"/>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4941989"/>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5233264"/>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1213697"/>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31395914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981605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2227772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081842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040079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1376812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90124779"/>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85155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178423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957486939"/>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07657537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20147956"/>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9939792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0188204"/>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0664279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9184214"/>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821365662"/>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92954392"/>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7750403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0235657"/>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38848767"/>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6812937"/>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2057254"/>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8501158"/>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1803911"/>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20686119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67707039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8564505"/>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9145643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37941291"/>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35967032"/>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80868328"/>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582412728"/>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9014648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49688709"/>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57140021"/>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7696393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3515671"/>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1166903"/>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8805985"/>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5869614"/>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5158875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732332167"/>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521525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799165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3582231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5740879"/>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83557102"/>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46621265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53208264"/>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4753879"/>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665454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488973"/>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53279343"/>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72778138"/>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370663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9782151"/>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855055966"/>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346027540"/>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0656156"/>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8743661"/>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946532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8106684"/>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6002076"/>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95906917"/>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3298012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950124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819619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3625345"/>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6552600"/>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8842131"/>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950540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6673795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5481753"/>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005349"/>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2179550"/>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911001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079578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8241268"/>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051006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9525619"/>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601783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5317742"/>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74641532"/>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36899922"/>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8725936"/>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45876414"/>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35396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167469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52800355"/>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7031925"/>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2820625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2211487"/>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831298"/>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52604238"/>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32896186"/>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7857781"/>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39823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8661705"/>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2730751"/>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2093135"/>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79120222"/>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90099479"/>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1086121"/>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4684668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40232713"/>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809524418"/>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069564899"/>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34564035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0918450"/>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8067261"/>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90347027"/>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95520308"/>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60758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9645556"/>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6229907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75893084"/>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00748002"/>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91454165"/>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926753223"/>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02349980"/>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49457958"/>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39076162"/>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4020290"/>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69551385"/>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1577885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88403493"/>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5342154"/>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06316142"/>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4057878"/>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050687428"/>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71356785"/>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4103336"/>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7110488"/>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364651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53096453"/>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68939227"/>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509324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73979970"/>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1862603"/>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8235721"/>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09287782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782931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14939569"/>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5087476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6190246"/>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28527590"/>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3532686"/>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87434905"/>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53956708"/>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82161164"/>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19884766"/>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80043047"/>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46474098"/>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70238990"/>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49808683"/>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3186379"/>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60731293"/>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19499206"/>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47787626"/>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85496347"/>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6828331"/>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122594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425116655"/>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05593334"/>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274825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8205955"/>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8077899"/>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21787069"/>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47599175"/>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14774001"/>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51863827"/>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1806220"/>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1867308"/>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28615320"/>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166197223"/>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973451182"/>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88302708"/>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92423972"/>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1034621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96565948"/>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7018653"/>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5025068"/>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48649084"/>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9774564"/>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6718547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55427347"/>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89443187"/>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62952889"/>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4109340"/>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3510941"/>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85261423"/>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6720338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60663563"/>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71970771"/>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3781468"/>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94974727"/>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28506022"/>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0841407"/>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38141721"/>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73316855"/>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24920688"/>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92577114"/>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94752429"/>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3449463"/>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71749461"/>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5651677"/>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36103536"/>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000379078"/>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99032533"/>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5097624"/>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3199845"/>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7991177"/>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2614806"/>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40095328"/>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06224876"/>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77981567"/>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7592967"/>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79102774"/>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99765577"/>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71621849"/>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48024333"/>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5120918"/>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08721062"/>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8316601"/>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42144342"/>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56220225"/>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02684676"/>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1638324"/>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01634859"/>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9517868"/>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4234034"/>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8789570"/>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6608094"/>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20656360"/>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62987616"/>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45867959"/>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48802975"/>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58058869"/>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77502224"/>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76076515"/>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65029461"/>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8708387"/>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8346335"/>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78303287"/>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04631578"/>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0599516"/>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7046607"/>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6957653"/>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28629301"/>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61549458"/>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81402925"/>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4555511"/>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16551664"/>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63889716"/>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29748174"/>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7237419"/>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68963464"/>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1022535"/>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16908803"/>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518150"/>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2335238"/>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16301960"/>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233208"/>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6545619"/>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59103752"/>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56234347"/>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9246959"/>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50875080"/>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1017383"/>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91144143"/>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516962219"/>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829306195"/>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3134742"/>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26419518"/>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6317344"/>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36046189"/>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11835192"/>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83883910"/>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96710570"/>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41994627"/>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71066616"/>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2764820"/>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4045111"/>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2883317"/>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12179424"/>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75835823"/>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3243379846"/>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2842117024"/>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2491066"/>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93195225"/>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8212293"/>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98372020"/>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1529486"/>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34536486"/>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8692263"/>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1819097"/>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96253782"/>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5223609"/>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48556931"/>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4543034"/>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94673980"/>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70525430"/>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3098547676"/>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1786427314"/>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63876195"/>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6484827"/>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5582756"/>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6935129"/>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48447367"/>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54984864"/>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72309559"/>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57423966"/>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49772612"/>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90125338"/>
      </p:ext>
    </p:extLst>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0061585"/>
      </p:ext>
    </p:extLst>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6876620"/>
      </p:ext>
    </p:extLst>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19521271"/>
      </p:ext>
    </p:extLst>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73414309"/>
      </p:ext>
    </p:extLst>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290028395"/>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709949326"/>
      </p:ext>
    </p:extLst>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8934390"/>
      </p:ext>
    </p:extLst>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6465591"/>
      </p:ext>
    </p:extLst>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03220972"/>
      </p:ext>
    </p:extLst>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12355733"/>
      </p:ext>
    </p:extLst>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58972171"/>
      </p:ext>
    </p:extLst>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23438831"/>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8018031"/>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18542898"/>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17701474"/>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10513558"/>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49119626"/>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11393628"/>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38367751"/>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12217678"/>
      </p:ext>
    </p:extLst>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372015170"/>
      </p:ext>
    </p:extLst>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099951429"/>
      </p:ext>
    </p:extLst>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52948761"/>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3599829"/>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10088696"/>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98193388"/>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81906493"/>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62741102"/>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44971828"/>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4476456"/>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9738927"/>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1244024"/>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15325298"/>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60968363"/>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6963664"/>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56319254"/>
      </p:ext>
    </p:extLst>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1007555180"/>
      </p:ext>
    </p:extLst>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563061842"/>
      </p:ext>
    </p:extLst>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90743432"/>
      </p:ext>
    </p:extLst>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87219142"/>
      </p:ext>
    </p:extLst>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29807672"/>
      </p:ext>
    </p:extLst>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0292515"/>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4464232"/>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34047763"/>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96262273"/>
      </p:ext>
    </p:extLst>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5831984"/>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48341086"/>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14507487"/>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75500797"/>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8809265"/>
      </p:ext>
    </p:extLst>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50978989"/>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2227103"/>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3711854032"/>
      </p:ext>
    </p:extLst>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2819738276"/>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2286081"/>
      </p:ext>
    </p:extLst>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84371013"/>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1319497"/>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42044833"/>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39885723"/>
      </p:ext>
    </p:extLst>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6282469"/>
      </p:ext>
    </p:extLst>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83234364"/>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2019844"/>
      </p:ext>
    </p:extLst>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24936355"/>
      </p:ext>
    </p:extLst>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8838293"/>
      </p:ext>
    </p:extLst>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21907081"/>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0336179"/>
      </p:ext>
    </p:extLst>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2590039"/>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18516457"/>
      </p:ext>
    </p:extLst>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72991295"/>
      </p:ext>
    </p:extLst>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2867631"/>
      </p:ext>
    </p:extLst>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1035513"/>
      </p:ext>
    </p:extLst>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231061"/>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14815870"/>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4674058"/>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1731795"/>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33418311"/>
      </p:ext>
    </p:extLst>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30615632"/>
      </p:ext>
    </p:extLst>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42453139"/>
      </p:ext>
    </p:extLst>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5470032"/>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59647203"/>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58675612"/>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02144566"/>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189717"/>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55280533"/>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705825"/>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3071794"/>
      </p:ext>
    </p:extLst>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0692758"/>
      </p:ext>
    </p:extLst>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0751560"/>
      </p:ext>
    </p:extLst>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23706468"/>
      </p:ext>
    </p:extLst>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1201084"/>
      </p:ext>
    </p:extLst>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12399842"/>
      </p:ext>
    </p:extLst>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436252"/>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40710326"/>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2548471"/>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5892090"/>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6294158"/>
      </p:ext>
    </p:extLst>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40555772"/>
      </p:ext>
    </p:extLst>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66427801"/>
      </p:ext>
    </p:extLst>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50797581"/>
      </p:ext>
    </p:extLst>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5511533"/>
      </p:ext>
    </p:extLst>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27050644"/>
      </p:ext>
    </p:extLst>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15383301"/>
      </p:ext>
    </p:extLst>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370767"/>
      </p:ext>
    </p:extLst>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33543663"/>
      </p:ext>
    </p:extLst>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12586803"/>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2791073"/>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93861111"/>
      </p:ext>
    </p:extLst>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85939878"/>
      </p:ext>
    </p:extLst>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5877561"/>
      </p:ext>
    </p:extLst>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54091889"/>
      </p:ext>
    </p:extLst>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03421088"/>
      </p:ext>
    </p:extLst>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32394513"/>
      </p:ext>
    </p:extLst>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7313528"/>
      </p:ext>
    </p:extLst>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0949407"/>
      </p:ext>
    </p:extLst>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460620264"/>
      </p:ext>
    </p:extLst>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04377913"/>
      </p:ext>
    </p:extLst>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4677710"/>
      </p:ext>
    </p:extLst>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898773"/>
      </p:ext>
    </p:extLst>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47053809"/>
      </p:ext>
    </p:extLst>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66519609"/>
      </p:ext>
    </p:extLst>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02809115"/>
      </p:ext>
    </p:extLst>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31185123"/>
      </p:ext>
    </p:extLst>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72533274"/>
      </p:ext>
    </p:extLst>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6676943"/>
      </p:ext>
    </p:extLst>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32994202"/>
      </p:ext>
    </p:extLst>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89590638"/>
      </p:ext>
    </p:extLst>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85893956"/>
      </p:ext>
    </p:extLst>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466530"/>
      </p:ext>
    </p:extLst>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34003633"/>
      </p:ext>
    </p:extLst>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9321921"/>
      </p:ext>
    </p:extLst>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88804995"/>
      </p:ext>
    </p:extLst>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04718297"/>
      </p:ext>
    </p:extLst>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22226403"/>
      </p:ext>
    </p:extLst>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5634595"/>
      </p:ext>
    </p:extLst>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15883531"/>
      </p:ext>
    </p:extLst>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04602984"/>
      </p:ext>
    </p:extLst>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47755763"/>
      </p:ext>
    </p:extLst>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59532727"/>
      </p:ext>
    </p:extLst>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35706705"/>
      </p:ext>
    </p:extLst>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002953"/>
      </p:ext>
    </p:extLst>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94508970"/>
      </p:ext>
    </p:extLst>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5356890"/>
      </p:ext>
    </p:extLst>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57853055"/>
      </p:ext>
    </p:extLst>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46990185"/>
      </p:ext>
    </p:extLst>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51030117"/>
      </p:ext>
    </p:extLst>
  </p:cSld>
  <p:clrMapOvr>
    <a:masterClrMapping/>
  </p:clrMapOvr>
</p:sld>
</file>

<file path=ppt/slides/slide7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677370"/>
      </p:ext>
    </p:extLst>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55829783"/>
      </p:ext>
    </p:extLst>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74252910"/>
      </p:ext>
    </p:extLst>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2829485"/>
      </p:ext>
    </p:extLst>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66383608"/>
      </p:ext>
    </p:extLst>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91668581"/>
      </p:ext>
    </p:extLst>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50750146"/>
      </p:ext>
    </p:extLst>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29132568"/>
      </p:ext>
    </p:extLst>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6374148"/>
      </p:ext>
    </p:extLst>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0139833"/>
      </p:ext>
    </p:extLst>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8404165"/>
      </p:ext>
    </p:extLst>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5106797"/>
      </p:ext>
    </p:extLst>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4266062"/>
      </p:ext>
    </p:extLst>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29418180"/>
      </p:ext>
    </p:extLst>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14107312"/>
      </p:ext>
    </p:extLst>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1645042"/>
      </p:ext>
    </p:extLst>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69134772"/>
      </p:ext>
    </p:extLst>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54720292"/>
      </p:ext>
    </p:extLst>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33226796"/>
      </p:ext>
    </p:extLst>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4982034"/>
      </p:ext>
    </p:extLst>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24246046"/>
      </p:ext>
    </p:extLst>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68888986"/>
      </p:ext>
    </p:extLst>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6901942"/>
      </p:ext>
    </p:extLst>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01693134"/>
      </p:ext>
    </p:extLst>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91425310"/>
      </p:ext>
    </p:extLst>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8980183"/>
      </p:ext>
    </p:extLst>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4897360"/>
      </p:ext>
    </p:extLst>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8654980"/>
      </p:ext>
    </p:extLst>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8890954"/>
      </p:ext>
    </p:extLst>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99013884"/>
      </p:ext>
    </p:extLst>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4769310"/>
      </p:ext>
    </p:extLst>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3012780"/>
      </p:ext>
    </p:extLst>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51580354"/>
      </p:ext>
    </p:extLst>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30023512"/>
      </p:ext>
    </p:extLst>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68724442"/>
      </p:ext>
    </p:extLst>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85217917"/>
      </p:ext>
    </p:extLst>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679004475"/>
      </p:ext>
    </p:extLst>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6249193"/>
      </p:ext>
    </p:extLst>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087210"/>
      </p:ext>
    </p:extLst>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9787418"/>
      </p:ext>
    </p:extLst>
  </p:cSld>
  <p:clrMapOvr>
    <a:masterClrMapping/>
  </p:clrMapOvr>
</p:sld>
</file>

<file path=ppt/slides/slide7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1674907"/>
      </p:ext>
    </p:extLst>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04853658"/>
      </p:ext>
    </p:extLst>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34235025"/>
      </p:ext>
    </p:extLst>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69935283"/>
      </p:ext>
    </p:extLst>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4960829"/>
      </p:ext>
    </p:extLst>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15797140"/>
      </p:ext>
    </p:extLst>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5155088"/>
      </p:ext>
    </p:extLst>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56917572"/>
      </p:ext>
    </p:extLst>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85499943"/>
      </p:ext>
    </p:extLst>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68549703"/>
      </p:ext>
    </p:extLst>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83822417"/>
      </p:ext>
    </p:extLst>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41435097"/>
      </p:ext>
    </p:extLst>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10771719"/>
      </p:ext>
    </p:extLst>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59381052"/>
      </p:ext>
    </p:extLst>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457712495"/>
      </p:ext>
    </p:extLst>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3774585"/>
      </p:ext>
    </p:extLst>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40639190"/>
      </p:ext>
    </p:extLst>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0220462"/>
      </p:ext>
    </p:extLst>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86611744"/>
      </p:ext>
    </p:extLst>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28270365"/>
      </p:ext>
    </p:extLst>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735848432"/>
      </p:ext>
    </p:extLst>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905812"/>
      </p:ext>
    </p:extLst>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01054917"/>
      </p:ext>
    </p:extLst>
  </p:cSld>
  <p:clrMapOvr>
    <a:masterClrMapping/>
  </p:clrMapOvr>
</p:sld>
</file>

<file path=ppt/slides/slide7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4833397"/>
      </p:ext>
    </p:extLst>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94112061"/>
      </p:ext>
    </p:extLst>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9247374"/>
      </p:ext>
    </p:extLst>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21955675"/>
      </p:ext>
    </p:extLst>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6507269"/>
      </p:ext>
    </p:extLst>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9720965"/>
      </p:ext>
    </p:extLst>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324634"/>
      </p:ext>
    </p:extLst>
  </p:cSld>
  <p:clrMapOvr>
    <a:masterClrMapping/>
  </p:clrMapOvr>
</p:sld>
</file>

<file path=ppt/slides/slide7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98206088"/>
      </p:ext>
    </p:extLst>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46504644"/>
      </p:ext>
    </p:extLst>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6610907"/>
      </p:ext>
    </p:extLst>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16778349"/>
      </p:ext>
    </p:extLst>
  </p:cSld>
  <p:clrMapOvr>
    <a:masterClrMapping/>
  </p:clrMapOvr>
</p:sld>
</file>

<file path=ppt/slides/slide7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22259143"/>
      </p:ext>
    </p:extLst>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7099984"/>
      </p:ext>
    </p:extLst>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0097956"/>
      </p:ext>
    </p:extLst>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20140542"/>
      </p:ext>
    </p:extLst>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25653936"/>
      </p:ext>
    </p:extLst>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16245760"/>
      </p:ext>
    </p:extLst>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56485770"/>
      </p:ext>
    </p:extLst>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51531337"/>
      </p:ext>
    </p:extLst>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68896864"/>
      </p:ext>
    </p:extLst>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52192127"/>
      </p:ext>
    </p:extLst>
  </p:cSld>
  <p:clrMapOvr>
    <a:masterClrMapping/>
  </p:clrMapOvr>
</p:sld>
</file>

<file path=ppt/slides/slide7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086148618"/>
      </p:ext>
    </p:extLst>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48970945"/>
      </p:ext>
    </p:extLst>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30842479"/>
      </p:ext>
    </p:extLst>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82131153"/>
      </p:ext>
    </p:extLst>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5249330"/>
      </p:ext>
    </p:extLst>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62153870"/>
      </p:ext>
    </p:extLst>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150150814"/>
      </p:ext>
    </p:extLst>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8592553"/>
      </p:ext>
    </p:extLst>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3826843"/>
      </p:ext>
    </p:extLst>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08823386"/>
      </p:ext>
    </p:extLst>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2029837"/>
      </p:ext>
    </p:extLst>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740595"/>
      </p:ext>
    </p:extLst>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443022578"/>
      </p:ext>
    </p:extLst>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65035263"/>
      </p:ext>
    </p:extLst>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8725581"/>
      </p:ext>
    </p:extLst>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16546869"/>
      </p:ext>
    </p:extLst>
  </p:cSld>
  <p:clrMapOvr>
    <a:masterClrMapping/>
  </p:clrMapOvr>
</p:sld>
</file>

<file path=ppt/slides/slide8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99510890"/>
      </p:ext>
    </p:extLst>
  </p:cSld>
  <p:clrMapOvr>
    <a:masterClrMapping/>
  </p:clrMapOvr>
</p:sld>
</file>

<file path=ppt/slides/slide8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34198908"/>
      </p:ext>
    </p:extLst>
  </p:cSld>
  <p:clrMapOvr>
    <a:masterClrMapping/>
  </p:clrMapOvr>
</p:sld>
</file>

<file path=ppt/slides/slide8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7035327"/>
      </p:ext>
    </p:extLst>
  </p:cSld>
  <p:clrMapOvr>
    <a:masterClrMapping/>
  </p:clrMapOvr>
</p:sld>
</file>

<file path=ppt/slides/slide8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434820730"/>
      </p:ext>
    </p:extLst>
  </p:cSld>
  <p:clrMapOvr>
    <a:masterClrMapping/>
  </p:clrMapOvr>
</p:sld>
</file>

<file path=ppt/slides/slide8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11425638"/>
      </p:ext>
    </p:extLst>
  </p:cSld>
  <p:clrMapOvr>
    <a:masterClrMapping/>
  </p:clrMapOvr>
</p:sld>
</file>

<file path=ppt/slides/slide8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70457573"/>
      </p:ext>
    </p:extLst>
  </p:cSld>
  <p:clrMapOvr>
    <a:masterClrMapping/>
  </p:clrMapOvr>
</p:sld>
</file>

<file path=ppt/slides/slide8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8719379"/>
      </p:ext>
    </p:extLst>
  </p:cSld>
  <p:clrMapOvr>
    <a:masterClrMapping/>
  </p:clrMapOvr>
</p:sld>
</file>

<file path=ppt/slides/slide8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68893717"/>
      </p:ext>
    </p:extLst>
  </p:cSld>
  <p:clrMapOvr>
    <a:masterClrMapping/>
  </p:clrMapOvr>
</p:sld>
</file>

<file path=ppt/slides/slide8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2041465"/>
      </p:ext>
    </p:extLst>
  </p:cSld>
  <p:clrMapOvr>
    <a:masterClrMapping/>
  </p:clrMapOvr>
</p:sld>
</file>

<file path=ppt/slides/slide8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64906559"/>
      </p:ext>
    </p:extLst>
  </p:cSld>
  <p:clrMapOvr>
    <a:masterClrMapping/>
  </p:clrMapOvr>
</p:sld>
</file>

<file path=ppt/slides/slide8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30441793"/>
      </p:ext>
    </p:extLst>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15246992"/>
      </p:ext>
    </p:extLst>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41119199"/>
      </p:ext>
    </p:extLst>
  </p:cSld>
  <p:clrMapOvr>
    <a:masterClrMapping/>
  </p:clrMapOvr>
</p:sld>
</file>

<file path=ppt/slides/slide8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3811651"/>
      </p:ext>
    </p:extLst>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971800"/>
      </p:ext>
    </p:extLst>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6827915"/>
      </p:ext>
    </p:extLst>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681010728"/>
      </p:ext>
    </p:extLst>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57369304"/>
      </p:ext>
    </p:extLst>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7846402"/>
      </p:ext>
    </p:extLst>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6667623"/>
      </p:ext>
    </p:extLst>
  </p:cSld>
  <p:clrMapOvr>
    <a:masterClrMapping/>
  </p:clrMapOvr>
</p:sld>
</file>

<file path=ppt/slides/slide8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7727042"/>
      </p:ext>
    </p:extLst>
  </p:cSld>
  <p:clrMapOvr>
    <a:masterClrMapping/>
  </p:clrMapOvr>
</p:sld>
</file>

<file path=ppt/slides/slide8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7579736"/>
      </p:ext>
    </p:extLst>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486787438"/>
      </p:ext>
    </p:extLst>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2496021"/>
      </p:ext>
    </p:extLst>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62771973"/>
      </p:ext>
    </p:extLst>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87388558"/>
      </p:ext>
    </p:extLst>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46277143"/>
      </p:ext>
    </p:extLst>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71551289"/>
      </p:ext>
    </p:extLst>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81475351"/>
      </p:ext>
    </p:extLst>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817518"/>
      </p:ext>
    </p:extLst>
  </p:cSld>
  <p:clrMapOvr>
    <a:masterClrMapping/>
  </p:clrMapOvr>
</p:sld>
</file>

<file path=ppt/slides/slide8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0477089"/>
      </p:ext>
    </p:extLst>
  </p:cSld>
  <p:clrMapOvr>
    <a:masterClrMapping/>
  </p:clrMapOvr>
</p:sld>
</file>

<file path=ppt/slides/slide8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80227663"/>
      </p:ext>
    </p:extLst>
  </p:cSld>
  <p:clrMapOvr>
    <a:masterClrMapping/>
  </p:clrMapOvr>
</p:sld>
</file>

<file path=ppt/slides/slide8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02086515"/>
      </p:ext>
    </p:extLst>
  </p:cSld>
  <p:clrMapOvr>
    <a:masterClrMapping/>
  </p:clrMapOvr>
</p:sld>
</file>

<file path=ppt/slides/slide8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20016103"/>
      </p:ext>
    </p:extLst>
  </p:cSld>
  <p:clrMapOvr>
    <a:masterClrMapping/>
  </p:clrMapOvr>
</p:sld>
</file>

<file path=ppt/slides/slide8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436357220"/>
      </p:ext>
    </p:extLst>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4888034"/>
      </p:ext>
    </p:extLst>
  </p:cSld>
  <p:clrMapOvr>
    <a:masterClrMapping/>
  </p:clrMapOvr>
</p:sld>
</file>

<file path=ppt/slides/slide8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3197694"/>
      </p:ext>
    </p:extLst>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513395"/>
      </p:ext>
    </p:extLst>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8067287"/>
      </p:ext>
    </p:extLst>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9102153"/>
      </p:ext>
    </p:extLst>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47489467"/>
      </p:ext>
    </p:extLst>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362861"/>
      </p:ext>
    </p:extLst>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90479496"/>
      </p:ext>
    </p:extLst>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6046923"/>
      </p:ext>
    </p:extLst>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21594629"/>
      </p:ext>
    </p:extLst>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86756911"/>
      </p:ext>
    </p:extLst>
  </p:cSld>
  <p:clrMapOvr>
    <a:masterClrMapping/>
  </p:clrMapOvr>
</p:sld>
</file>

<file path=ppt/slides/slide8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53760219"/>
      </p:ext>
    </p:extLst>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7645537"/>
      </p:ext>
    </p:extLst>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44920092"/>
      </p:ext>
    </p:extLst>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4744506"/>
      </p:ext>
    </p:extLst>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89178574"/>
      </p:ext>
    </p:extLst>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1154715"/>
      </p:ext>
    </p:extLst>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07372986"/>
      </p:ext>
    </p:extLst>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31276053"/>
      </p:ext>
    </p:extLst>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28386468"/>
      </p:ext>
    </p:extLst>
  </p:cSld>
  <p:clrMapOvr>
    <a:masterClrMapping/>
  </p:clrMapOvr>
</p:sld>
</file>

<file path=ppt/slides/slide8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43214344"/>
      </p:ext>
    </p:extLst>
  </p:cSld>
  <p:clrMapOvr>
    <a:masterClrMapping/>
  </p:clrMapOvr>
</p:sld>
</file>

<file path=ppt/slides/slide8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58683544"/>
      </p:ext>
    </p:extLst>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13760964"/>
      </p:ext>
    </p:extLst>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36180494"/>
      </p:ext>
    </p:extLst>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74823572"/>
      </p:ext>
    </p:extLst>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43102163"/>
      </p:ext>
    </p:extLst>
  </p:cSld>
  <p:clrMapOvr>
    <a:masterClrMapping/>
  </p:clrMapOvr>
</p:sld>
</file>

<file path=ppt/slides/slide8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914864"/>
      </p:ext>
    </p:extLst>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09104263"/>
      </p:ext>
    </p:extLst>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77033913"/>
      </p:ext>
    </p:extLst>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9604068"/>
      </p:ext>
    </p:extLst>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810893812"/>
      </p:ext>
    </p:extLst>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71971371"/>
      </p:ext>
    </p:extLst>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3005575"/>
      </p:ext>
    </p:extLst>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10049916"/>
      </p:ext>
    </p:extLst>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75677040"/>
      </p:ext>
    </p:extLst>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41927143"/>
      </p:ext>
    </p:extLst>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469796226"/>
      </p:ext>
    </p:extLst>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74312101"/>
      </p:ext>
    </p:extLst>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184763"/>
      </p:ext>
    </p:extLst>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7288750"/>
      </p:ext>
    </p:extLst>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13656677"/>
      </p:ext>
    </p:extLst>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28144228"/>
      </p:ext>
    </p:extLst>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155220131"/>
      </p:ext>
    </p:extLst>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52132223"/>
      </p:ext>
    </p:extLst>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8337434"/>
      </p:ext>
    </p:extLst>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39497266"/>
      </p:ext>
    </p:extLst>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17838906"/>
      </p:ext>
    </p:extLst>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29680904"/>
      </p:ext>
    </p:extLst>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638619982"/>
      </p:ext>
    </p:extLst>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8243751"/>
      </p:ext>
    </p:extLst>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38900515"/>
      </p:ext>
    </p:extLst>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28393488"/>
      </p:ext>
    </p:extLst>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5906241"/>
      </p:ext>
    </p:extLst>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84827692"/>
      </p:ext>
    </p:extLst>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853435607"/>
      </p:ext>
    </p:extLst>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09764220"/>
      </p:ext>
    </p:extLst>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02976962"/>
      </p:ext>
    </p:extLst>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70767807"/>
      </p:ext>
    </p:extLst>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56391167"/>
      </p:ext>
    </p:extLst>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9965320"/>
      </p:ext>
    </p:extLst>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16137212"/>
      </p:ext>
    </p:extLst>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62074465"/>
      </p:ext>
    </p:extLst>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79529888"/>
      </p:ext>
    </p:extLst>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7142409"/>
      </p:ext>
    </p:extLst>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59725475"/>
      </p:ext>
    </p:extLst>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40739"/>
      </p:ext>
    </p:extLst>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78201144"/>
      </p:ext>
    </p:extLst>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057873"/>
      </p:ext>
    </p:extLst>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8717990"/>
      </p:ext>
    </p:extLst>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8321937"/>
      </p:ext>
    </p:extLst>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4098145"/>
      </p:ext>
    </p:extLst>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77898524"/>
      </p:ext>
    </p:extLst>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360842923"/>
      </p:ext>
    </p:extLst>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35196709"/>
      </p:ext>
    </p:extLst>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66833114"/>
      </p:ext>
    </p:extLst>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67345194"/>
      </p:ext>
    </p:extLst>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5833319"/>
      </p:ext>
    </p:extLst>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5561118"/>
      </p:ext>
    </p:extLst>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708911722"/>
      </p:ext>
    </p:extLst>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63291903"/>
      </p:ext>
    </p:extLst>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92142194"/>
      </p:ext>
    </p:extLst>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20956161"/>
      </p:ext>
    </p:extLst>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5894318"/>
      </p:ext>
    </p:extLst>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1664986"/>
      </p:ext>
    </p:extLst>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81893439"/>
      </p:ext>
    </p:extLst>
  </p:cSld>
  <p:clrMapOvr>
    <a:masterClrMapping/>
  </p:clrMapOvr>
</p:sld>
</file>

<file path=ppt/slides/slide9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51533274"/>
      </p:ext>
    </p:extLst>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40305758"/>
      </p:ext>
    </p:extLst>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94601987"/>
      </p:ext>
    </p:extLst>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5028435"/>
      </p:ext>
    </p:extLst>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8636946"/>
      </p:ext>
    </p:extLst>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25616388"/>
      </p:ext>
    </p:extLst>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1607573"/>
      </p:ext>
    </p:extLst>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176333942"/>
      </p:ext>
    </p:extLst>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67319081"/>
      </p:ext>
    </p:extLst>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4116218"/>
      </p:ext>
    </p:extLst>
  </p:cSld>
  <p:clrMapOvr>
    <a:masterClrMapping/>
  </p:clrMapOvr>
</p:sld>
</file>

<file path=ppt/slides/slide9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46280251"/>
      </p:ext>
    </p:extLst>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53577829"/>
      </p:ext>
    </p:extLst>
  </p:cSld>
  <p:clrMapOvr>
    <a:masterClrMapping/>
  </p:clrMapOvr>
</p:sld>
</file>

<file path=ppt/slides/slide9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40078370"/>
      </p:ext>
    </p:extLst>
  </p:cSld>
  <p:clrMapOvr>
    <a:masterClrMapping/>
  </p:clrMapOvr>
</p:sld>
</file>

<file path=ppt/slides/slide9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84754303"/>
      </p:ext>
    </p:extLst>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2204157"/>
      </p:ext>
    </p:extLst>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66196354"/>
      </p:ext>
    </p:extLst>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4756357"/>
      </p:ext>
    </p:extLst>
  </p:cSld>
  <p:clrMapOvr>
    <a:masterClrMapping/>
  </p:clrMapOvr>
</p:sld>
</file>

<file path=ppt/slides/slide9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84193222"/>
      </p:ext>
    </p:extLst>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76549232"/>
      </p:ext>
    </p:extLst>
  </p:cSld>
  <p:clrMapOvr>
    <a:masterClrMapping/>
  </p:clrMapOvr>
</p:sld>
</file>

<file path=ppt/slides/slide9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14710711"/>
      </p:ext>
    </p:extLst>
  </p:cSld>
  <p:clrMapOvr>
    <a:masterClrMapping/>
  </p:clrMapOvr>
</p:sld>
</file>

<file path=ppt/slides/slide9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3043869"/>
      </p:ext>
    </p:extLst>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6304527"/>
      </p:ext>
    </p:extLst>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1356451"/>
      </p:ext>
    </p:extLst>
  </p:cSld>
  <p:clrMapOvr>
    <a:masterClrMapping/>
  </p:clrMapOvr>
</p:sld>
</file>

<file path=ppt/slides/slide9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41387249"/>
      </p:ext>
    </p:extLst>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55079880"/>
      </p:ext>
    </p:extLst>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90422072"/>
      </p:ext>
    </p:extLst>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21852134"/>
      </p:ext>
    </p:extLst>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73117287"/>
      </p:ext>
    </p:extLst>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23251524"/>
      </p:ext>
    </p:extLst>
  </p:cSld>
  <p:clrMapOvr>
    <a:masterClrMapping/>
  </p:clrMapOvr>
</p:sld>
</file>

<file path=ppt/slides/slide9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8029911"/>
      </p:ext>
    </p:extLst>
  </p:cSld>
  <p:clrMapOvr>
    <a:masterClrMapping/>
  </p:clrMapOvr>
</p:sld>
</file>

<file path=ppt/slides/slide9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83066867"/>
      </p:ext>
    </p:extLst>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13489322"/>
      </p:ext>
    </p:extLst>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017927"/>
      </p:ext>
    </p:extLst>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80783117"/>
      </p:ext>
    </p:extLst>
  </p:cSld>
  <p:clrMapOvr>
    <a:masterClrMapping/>
  </p:clrMapOvr>
</p:sld>
</file>

<file path=ppt/slides/slide9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18238129"/>
      </p:ext>
    </p:extLst>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33139257"/>
      </p:ext>
    </p:extLst>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03209453"/>
      </p:ext>
    </p:extLst>
  </p:cSld>
  <p:clrMapOvr>
    <a:masterClrMapping/>
  </p:clrMapOvr>
</p:sld>
</file>

<file path=ppt/slides/slide9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093734110"/>
      </p:ext>
    </p:extLst>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86292769"/>
      </p:ext>
    </p:extLst>
  </p:cSld>
  <p:clrMapOvr>
    <a:masterClrMapping/>
  </p:clrMapOvr>
</p:sld>
</file>

<file path=ppt/slides/slide9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11922595"/>
      </p:ext>
    </p:extLst>
  </p:cSld>
  <p:clrMapOvr>
    <a:masterClrMapping/>
  </p:clrMapOvr>
</p:sld>
</file>

<file path=ppt/slides/slide9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93308498"/>
      </p:ext>
    </p:extLst>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14821579"/>
      </p:ext>
    </p:extLst>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8998538"/>
      </p:ext>
    </p:extLst>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42351892"/>
      </p:ext>
    </p:extLst>
  </p:cSld>
  <p:clrMapOvr>
    <a:masterClrMapping/>
  </p:clrMapOvr>
</p:sld>
</file>

<file path=ppt/slides/slide9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39029681"/>
      </p:ext>
    </p:extLst>
  </p:cSld>
  <p:clrMapOvr>
    <a:masterClrMapping/>
  </p:clrMapOvr>
</p:sld>
</file>

<file path=ppt/slides/slide9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83787884"/>
      </p:ext>
    </p:extLst>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02194525"/>
      </p:ext>
    </p:extLst>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0279036"/>
      </p:ext>
    </p:extLst>
  </p:cSld>
  <p:clrMapOvr>
    <a:masterClrMapping/>
  </p:clrMapOvr>
</p:sld>
</file>

<file path=ppt/slides/slide9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0908798"/>
      </p:ext>
    </p:extLst>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341063526"/>
      </p:ext>
    </p:extLst>
  </p:cSld>
  <p:clrMapOvr>
    <a:masterClrMapping/>
  </p:clrMapOvr>
</p:sld>
</file>

<file path=ppt/slides/slide9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55935292"/>
      </p:ext>
    </p:extLst>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55011301"/>
      </p:ext>
    </p:extLst>
  </p:cSld>
  <p:clrMapOvr>
    <a:masterClrMapping/>
  </p:clrMapOvr>
</p:sld>
</file>

<file path=ppt/slides/slide9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32936729"/>
      </p:ext>
    </p:extLst>
  </p:cSld>
  <p:clrMapOvr>
    <a:masterClrMapping/>
  </p:clrMapOvr>
</p:sld>
</file>

<file path=ppt/slides/slide9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08790993"/>
      </p:ext>
    </p:extLst>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60262709"/>
      </p:ext>
    </p:extLst>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384481026"/>
      </p:ext>
    </p:extLst>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143446"/>
      </p:ext>
    </p:extLst>
  </p:cSld>
  <p:clrMapOvr>
    <a:masterClrMapping/>
  </p:clrMapOvr>
</p:sld>
</file>

<file path=ppt/slides/slide9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66542381"/>
      </p:ext>
    </p:extLst>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3792234"/>
      </p:ext>
    </p:extLst>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26823585"/>
      </p:ext>
    </p:extLst>
  </p:cSld>
  <p:clrMapOvr>
    <a:masterClrMapping/>
  </p:clrMapOvr>
</p:sld>
</file>

<file path=ppt/slides/slide9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4031729"/>
      </p:ext>
    </p:extLst>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93165599"/>
      </p:ext>
    </p:extLst>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2030404"/>
      </p:ext>
    </p:extLst>
  </p:cSld>
  <p:clrMapOvr>
    <a:masterClrMapping/>
  </p:clrMapOvr>
</p:sld>
</file>

<file path=ppt/slides/slide9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2885218"/>
      </p:ext>
    </p:extLst>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04797230"/>
      </p:ext>
    </p:extLst>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7211158"/>
      </p:ext>
    </p:extLst>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37704715"/>
      </p:ext>
    </p:extLst>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64924980"/>
      </p:ext>
    </p:extLst>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9110238"/>
      </p:ext>
    </p:extLst>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02417428"/>
      </p:ext>
    </p:extLst>
  </p:cSld>
  <p:clrMapOvr>
    <a:masterClrMapping/>
  </p:clrMapOvr>
</p:sld>
</file>

<file path=ppt/slides/slide10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81624290"/>
      </p:ext>
    </p:extLst>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6133278"/>
      </p:ext>
    </p:extLst>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10614150"/>
      </p:ext>
    </p:extLst>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688028730"/>
      </p:ext>
    </p:extLst>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2679862"/>
      </p:ext>
    </p:extLst>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7317021"/>
      </p:ext>
    </p:extLst>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8507641"/>
      </p:ext>
    </p:extLst>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89139294"/>
      </p:ext>
    </p:extLst>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23044724"/>
      </p:ext>
    </p:extLst>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777863632"/>
      </p:ext>
    </p:extLst>
  </p:cSld>
  <p:clrMapOvr>
    <a:masterClrMapping/>
  </p:clrMapOvr>
</p:sld>
</file>

<file path=ppt/slides/slide10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12715245"/>
      </p:ext>
    </p:extLst>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52929849"/>
      </p:ext>
    </p:extLst>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90552042"/>
      </p:ext>
    </p:extLst>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7191827"/>
      </p:ext>
    </p:extLst>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68426697"/>
      </p:ext>
    </p:extLst>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381344644"/>
      </p:ext>
    </p:extLst>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70779465"/>
      </p:ext>
    </p:extLst>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93940032"/>
      </p:ext>
    </p:extLst>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5739068"/>
      </p:ext>
    </p:extLst>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9741044"/>
      </p:ext>
    </p:extLst>
  </p:cSld>
  <p:clrMapOvr>
    <a:masterClrMapping/>
  </p:clrMapOvr>
</p:sld>
</file>

<file path=ppt/slides/slide10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33056001"/>
      </p:ext>
    </p:extLst>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943004351"/>
      </p:ext>
    </p:extLst>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28018341"/>
      </p:ext>
    </p:extLst>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6371978"/>
      </p:ext>
    </p:extLst>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19680553"/>
      </p:ext>
    </p:extLst>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07907842"/>
      </p:ext>
    </p:extLst>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52330278"/>
      </p:ext>
    </p:extLst>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01013295"/>
      </p:ext>
    </p:extLst>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6946363"/>
      </p:ext>
    </p:extLst>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219797"/>
      </p:ext>
    </p:extLst>
  </p:cSld>
  <p:clrMapOvr>
    <a:masterClrMapping/>
  </p:clrMapOvr>
</p:sld>
</file>

<file path=ppt/slides/slide10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2086706"/>
      </p:ext>
    </p:extLst>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6059313"/>
      </p:ext>
    </p:extLst>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8236294"/>
      </p:ext>
    </p:extLst>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36181554"/>
      </p:ext>
    </p:extLst>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9452537"/>
      </p:ext>
    </p:extLst>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3199563"/>
      </p:ext>
    </p:extLst>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34667443"/>
      </p:ext>
    </p:extLst>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77356176"/>
      </p:ext>
    </p:extLst>
  </p:cSld>
  <p:clrMapOvr>
    <a:masterClrMapping/>
  </p:clrMapOvr>
</p:sld>
</file>

<file path=ppt/slides/slide10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1926117"/>
      </p:ext>
    </p:extLst>
  </p:cSld>
  <p:clrMapOvr>
    <a:masterClrMapping/>
  </p:clrMapOvr>
</p:sld>
</file>

<file path=ppt/slides/slide10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3006037"/>
      </p:ext>
    </p:extLst>
  </p:cSld>
  <p:clrMapOvr>
    <a:masterClrMapping/>
  </p:clrMapOvr>
</p:sld>
</file>

<file path=ppt/slides/slide10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52950327"/>
      </p:ext>
    </p:extLst>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62742515"/>
      </p:ext>
    </p:extLst>
  </p:cSld>
  <p:clrMapOvr>
    <a:masterClrMapping/>
  </p:clrMapOvr>
</p:sld>
</file>

<file path=ppt/slides/slide10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4283128"/>
      </p:ext>
    </p:extLst>
  </p:cSld>
  <p:clrMapOvr>
    <a:masterClrMapping/>
  </p:clrMapOvr>
</p:sld>
</file>

<file path=ppt/slides/slide10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333841"/>
      </p:ext>
    </p:extLst>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65128136"/>
      </p:ext>
    </p:extLst>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4054175"/>
      </p:ext>
    </p:extLst>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112763668"/>
      </p:ext>
    </p:extLst>
  </p:cSld>
  <p:clrMapOvr>
    <a:masterClrMapping/>
  </p:clrMapOvr>
</p:sld>
</file>

<file path=ppt/slides/slide10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9571217"/>
      </p:ext>
    </p:extLst>
  </p:cSld>
  <p:clrMapOvr>
    <a:masterClrMapping/>
  </p:clrMapOvr>
</p:sld>
</file>

<file path=ppt/slides/slide10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1499468"/>
      </p:ext>
    </p:extLst>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02173"/>
      </p:ext>
    </p:extLst>
  </p:cSld>
  <p:clrMapOvr>
    <a:masterClrMapping/>
  </p:clrMapOvr>
</p:sld>
</file>

<file path=ppt/slides/slide10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0864633"/>
      </p:ext>
    </p:extLst>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38067811"/>
      </p:ext>
    </p:extLst>
  </p:cSld>
  <p:clrMapOvr>
    <a:masterClrMapping/>
  </p:clrMapOvr>
</p:sld>
</file>

<file path=ppt/slides/slide10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242439274"/>
      </p:ext>
    </p:extLst>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02210424"/>
      </p:ext>
    </p:extLst>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4401230"/>
      </p:ext>
    </p:extLst>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34211282"/>
      </p:ext>
    </p:extLst>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3135122"/>
      </p:ext>
    </p:extLst>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0750883"/>
      </p:ext>
    </p:extLst>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61938698"/>
      </p:ext>
    </p:extLst>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9815526"/>
      </p:ext>
    </p:extLst>
  </p:cSld>
  <p:clrMapOvr>
    <a:masterClrMapping/>
  </p:clrMapOvr>
</p:sld>
</file>

<file path=ppt/slides/slide10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2925949"/>
      </p:ext>
    </p:extLst>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4974750"/>
      </p:ext>
    </p:extLst>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1959794"/>
      </p:ext>
    </p:extLst>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8707963"/>
      </p:ext>
    </p:extLst>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179678114"/>
      </p:ext>
    </p:extLst>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6608758"/>
      </p:ext>
    </p:extLst>
  </p:cSld>
  <p:clrMapOvr>
    <a:masterClrMapping/>
  </p:clrMapOvr>
</p:sld>
</file>

<file path=ppt/slides/slide10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29294233"/>
      </p:ext>
    </p:extLst>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51590483"/>
      </p:ext>
    </p:extLst>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7437419"/>
      </p:ext>
    </p:extLst>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90049921"/>
      </p:ext>
    </p:extLst>
  </p:cSld>
  <p:clrMapOvr>
    <a:masterClrMapping/>
  </p:clrMapOvr>
</p:sld>
</file>

<file path=ppt/slides/slide10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77592680"/>
      </p:ext>
    </p:extLst>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83335915"/>
      </p:ext>
    </p:extLst>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83702242"/>
      </p:ext>
    </p:extLst>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24219338"/>
      </p:ext>
    </p:extLst>
  </p:cSld>
  <p:clrMapOvr>
    <a:masterClrMapping/>
  </p:clrMapOvr>
</p:sld>
</file>

<file path=ppt/slides/slide10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83641273"/>
      </p:ext>
    </p:extLst>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72107999"/>
      </p:ext>
    </p:extLst>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71297185"/>
      </p:ext>
    </p:extLst>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11611147"/>
      </p:ext>
    </p:extLst>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9675835"/>
      </p:ext>
    </p:extLst>
  </p:cSld>
  <p:clrMapOvr>
    <a:masterClrMapping/>
  </p:clrMapOvr>
</p:sld>
</file>

<file path=ppt/slides/slide10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78310711"/>
      </p:ext>
    </p:extLst>
  </p:cSld>
  <p:clrMapOvr>
    <a:masterClrMapping/>
  </p:clrMapOvr>
</p:sld>
</file>

<file path=ppt/slides/slide10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15584160"/>
      </p:ext>
    </p:extLst>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96824583"/>
      </p:ext>
    </p:extLst>
  </p:cSld>
  <p:clrMapOvr>
    <a:masterClrMapping/>
  </p:clrMapOvr>
</p:sld>
</file>

<file path=ppt/slides/slide10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20034867"/>
      </p:ext>
    </p:extLst>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73772252"/>
      </p:ext>
    </p:extLst>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47472739"/>
      </p:ext>
    </p:extLst>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716557"/>
      </p:ext>
    </p:extLst>
  </p:cSld>
  <p:clrMapOvr>
    <a:masterClrMapping/>
  </p:clrMapOvr>
</p:sld>
</file>

<file path=ppt/slides/slide10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4551781"/>
      </p:ext>
    </p:extLst>
  </p:cSld>
  <p:clrMapOvr>
    <a:masterClrMapping/>
  </p:clrMapOvr>
</p:sld>
</file>

<file path=ppt/slides/slide10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41593127"/>
      </p:ext>
    </p:extLst>
  </p:cSld>
  <p:clrMapOvr>
    <a:masterClrMapping/>
  </p:clrMapOvr>
</p:sld>
</file>

<file path=ppt/slides/slide10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83236707"/>
      </p:ext>
    </p:extLst>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291162"/>
      </p:ext>
    </p:extLst>
  </p:cSld>
  <p:clrMapOvr>
    <a:masterClrMapping/>
  </p:clrMapOvr>
</p:sld>
</file>

<file path=ppt/slides/slide10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7411778"/>
      </p:ext>
    </p:extLst>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8433698"/>
      </p:ext>
    </p:extLst>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03919206"/>
      </p:ext>
    </p:extLst>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33470964"/>
      </p:ext>
    </p:extLst>
  </p:cSld>
  <p:clrMapOvr>
    <a:masterClrMapping/>
  </p:clrMapOvr>
</p:sld>
</file>

<file path=ppt/slides/slide10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76038489"/>
      </p:ext>
    </p:extLst>
  </p:cSld>
  <p:clrMapOvr>
    <a:masterClrMapping/>
  </p:clrMapOvr>
</p:sld>
</file>

<file path=ppt/slides/slide10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37412697"/>
      </p:ext>
    </p:extLst>
  </p:cSld>
  <p:clrMapOvr>
    <a:masterClrMapping/>
  </p:clrMapOvr>
</p:sld>
</file>

<file path=ppt/slides/slide10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6090153"/>
      </p:ext>
    </p:extLst>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6806286"/>
      </p:ext>
    </p:extLst>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57721684"/>
      </p:ext>
    </p:extLst>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1250715"/>
      </p:ext>
    </p:extLst>
  </p:cSld>
  <p:clrMapOvr>
    <a:masterClrMapping/>
  </p:clrMapOvr>
</p:sld>
</file>

<file path=ppt/slides/slide11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86083767"/>
      </p:ext>
    </p:extLst>
  </p:cSld>
  <p:clrMapOvr>
    <a:masterClrMapping/>
  </p:clrMapOvr>
</p:sld>
</file>

<file path=ppt/slides/slide11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49163446"/>
      </p:ext>
    </p:extLst>
  </p:cSld>
  <p:clrMapOvr>
    <a:masterClrMapping/>
  </p:clrMapOvr>
</p:sld>
</file>

<file path=ppt/slides/slide11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6455908"/>
      </p:ext>
    </p:extLst>
  </p:cSld>
  <p:clrMapOvr>
    <a:masterClrMapping/>
  </p:clrMapOvr>
</p:sld>
</file>

<file path=ppt/slides/slide11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69880079"/>
      </p:ext>
    </p:extLst>
  </p:cSld>
  <p:clrMapOvr>
    <a:masterClrMapping/>
  </p:clrMapOvr>
</p:sld>
</file>

<file path=ppt/slides/slide11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80063319"/>
      </p:ext>
    </p:extLst>
  </p:cSld>
  <p:clrMapOvr>
    <a:masterClrMapping/>
  </p:clrMapOvr>
</p:sld>
</file>

<file path=ppt/slides/slide11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37662431"/>
      </p:ext>
    </p:extLst>
  </p:cSld>
  <p:clrMapOvr>
    <a:masterClrMapping/>
  </p:clrMapOvr>
</p:sld>
</file>

<file path=ppt/slides/slide11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047190815"/>
      </p:ext>
    </p:extLst>
  </p:cSld>
  <p:clrMapOvr>
    <a:masterClrMapping/>
  </p:clrMapOvr>
</p:sld>
</file>

<file path=ppt/slides/slide11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65433710"/>
      </p:ext>
    </p:extLst>
  </p:cSld>
  <p:clrMapOvr>
    <a:masterClrMapping/>
  </p:clrMapOvr>
</p:sld>
</file>

<file path=ppt/slides/slide11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8794826"/>
      </p:ext>
    </p:extLst>
  </p:cSld>
  <p:clrMapOvr>
    <a:masterClrMapping/>
  </p:clrMapOvr>
</p:sld>
</file>

<file path=ppt/slides/slide11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77025337"/>
      </p:ext>
    </p:extLst>
  </p:cSld>
  <p:clrMapOvr>
    <a:masterClrMapping/>
  </p:clrMapOvr>
</p:sld>
</file>

<file path=ppt/slides/slide11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9430407"/>
      </p:ext>
    </p:extLst>
  </p:cSld>
  <p:clrMapOvr>
    <a:masterClrMapping/>
  </p:clrMapOvr>
</p:sld>
</file>

<file path=ppt/slides/slide11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19565746"/>
      </p:ext>
    </p:extLst>
  </p:cSld>
  <p:clrMapOvr>
    <a:masterClrMapping/>
  </p:clrMapOvr>
</p:sld>
</file>

<file path=ppt/slides/slide11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410827331"/>
      </p:ext>
    </p:extLst>
  </p:cSld>
  <p:clrMapOvr>
    <a:masterClrMapping/>
  </p:clrMapOvr>
</p:sld>
</file>

<file path=ppt/slides/slide11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63137928"/>
      </p:ext>
    </p:extLst>
  </p:cSld>
  <p:clrMapOvr>
    <a:masterClrMapping/>
  </p:clrMapOvr>
</p:sld>
</file>

<file path=ppt/slides/slide11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9296154"/>
      </p:ext>
    </p:extLst>
  </p:cSld>
  <p:clrMapOvr>
    <a:masterClrMapping/>
  </p:clrMapOvr>
</p:sld>
</file>

<file path=ppt/slides/slide11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90930957"/>
      </p:ext>
    </p:extLst>
  </p:cSld>
  <p:clrMapOvr>
    <a:masterClrMapping/>
  </p:clrMapOvr>
</p:sld>
</file>

<file path=ppt/slides/slide11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51477417"/>
      </p:ext>
    </p:extLst>
  </p:cSld>
  <p:clrMapOvr>
    <a:masterClrMapping/>
  </p:clrMapOvr>
</p:sld>
</file>

<file path=ppt/slides/slide11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53791900"/>
      </p:ext>
    </p:extLst>
  </p:cSld>
  <p:clrMapOvr>
    <a:masterClrMapping/>
  </p:clrMapOvr>
</p:sld>
</file>

<file path=ppt/slides/slide11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82697841"/>
      </p:ext>
    </p:extLst>
  </p:cSld>
  <p:clrMapOvr>
    <a:masterClrMapping/>
  </p:clrMapOvr>
</p:sld>
</file>

<file path=ppt/slides/slide11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21227284"/>
      </p:ext>
    </p:extLst>
  </p:cSld>
  <p:clrMapOvr>
    <a:masterClrMapping/>
  </p:clrMapOvr>
</p:sld>
</file>

<file path=ppt/slides/slide11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58747488"/>
      </p:ext>
    </p:extLst>
  </p:cSld>
  <p:clrMapOvr>
    <a:masterClrMapping/>
  </p:clrMapOvr>
</p:sld>
</file>

<file path=ppt/slides/slide11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6538456"/>
      </p:ext>
    </p:extLst>
  </p:cSld>
  <p:clrMapOvr>
    <a:masterClrMapping/>
  </p:clrMapOvr>
</p:sld>
</file>

<file path=ppt/slides/slide11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5328125"/>
      </p:ext>
    </p:extLst>
  </p:cSld>
  <p:clrMapOvr>
    <a:masterClrMapping/>
  </p:clrMapOvr>
</p:sld>
</file>

<file path=ppt/slides/slide11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46686980"/>
      </p:ext>
    </p:extLst>
  </p:cSld>
  <p:clrMapOvr>
    <a:masterClrMapping/>
  </p:clrMapOvr>
</p:sld>
</file>

<file path=ppt/slides/slide11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136826443"/>
      </p:ext>
    </p:extLst>
  </p:cSld>
  <p:clrMapOvr>
    <a:masterClrMapping/>
  </p:clrMapOvr>
</p:sld>
</file>

<file path=ppt/slides/slide11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9536391"/>
      </p:ext>
    </p:extLst>
  </p:cSld>
  <p:clrMapOvr>
    <a:masterClrMapping/>
  </p:clrMapOvr>
</p:sld>
</file>

<file path=ppt/slides/slide11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1185517"/>
      </p:ext>
    </p:extLst>
  </p:cSld>
  <p:clrMapOvr>
    <a:masterClrMapping/>
  </p:clrMapOvr>
</p:sld>
</file>

<file path=ppt/slides/slide11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08627264"/>
      </p:ext>
    </p:extLst>
  </p:cSld>
  <p:clrMapOvr>
    <a:masterClrMapping/>
  </p:clrMapOvr>
</p:sld>
</file>

<file path=ppt/slides/slide11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23256929"/>
      </p:ext>
    </p:extLst>
  </p:cSld>
  <p:clrMapOvr>
    <a:masterClrMapping/>
  </p:clrMapOvr>
</p:sld>
</file>

<file path=ppt/slides/slide11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05405442"/>
      </p:ext>
    </p:extLst>
  </p:cSld>
  <p:clrMapOvr>
    <a:masterClrMapping/>
  </p:clrMapOvr>
</p:sld>
</file>

<file path=ppt/slides/slide11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65884586"/>
      </p:ext>
    </p:extLst>
  </p:cSld>
  <p:clrMapOvr>
    <a:masterClrMapping/>
  </p:clrMapOvr>
</p:sld>
</file>

<file path=ppt/slides/slide11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5849373"/>
      </p:ext>
    </p:extLst>
  </p:cSld>
  <p:clrMapOvr>
    <a:masterClrMapping/>
  </p:clrMapOvr>
</p:sld>
</file>

<file path=ppt/slides/slide11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8937255"/>
      </p:ext>
    </p:extLst>
  </p:cSld>
  <p:clrMapOvr>
    <a:masterClrMapping/>
  </p:clrMapOvr>
</p:sld>
</file>

<file path=ppt/slides/slide11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25423082"/>
      </p:ext>
    </p:extLst>
  </p:cSld>
  <p:clrMapOvr>
    <a:masterClrMapping/>
  </p:clrMapOvr>
</p:sld>
</file>

<file path=ppt/slides/slide11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59730829"/>
      </p:ext>
    </p:extLst>
  </p:cSld>
  <p:clrMapOvr>
    <a:masterClrMapping/>
  </p:clrMapOvr>
</p:sld>
</file>

<file path=ppt/slides/slide11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30052058"/>
      </p:ext>
    </p:extLst>
  </p:cSld>
  <p:clrMapOvr>
    <a:masterClrMapping/>
  </p:clrMapOvr>
</p:sld>
</file>

<file path=ppt/slides/slide11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99182867"/>
      </p:ext>
    </p:extLst>
  </p:cSld>
  <p:clrMapOvr>
    <a:masterClrMapping/>
  </p:clrMapOvr>
</p:sld>
</file>

<file path=ppt/slides/slide11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29285131"/>
      </p:ext>
    </p:extLst>
  </p:cSld>
  <p:clrMapOvr>
    <a:masterClrMapping/>
  </p:clrMapOvr>
</p:sld>
</file>

<file path=ppt/slides/slide11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16210677"/>
      </p:ext>
    </p:extLst>
  </p:cSld>
  <p:clrMapOvr>
    <a:masterClrMapping/>
  </p:clrMapOvr>
</p:sld>
</file>

<file path=ppt/slides/slide11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32094106"/>
      </p:ext>
    </p:extLst>
  </p:cSld>
  <p:clrMapOvr>
    <a:masterClrMapping/>
  </p:clrMapOvr>
</p:sld>
</file>

<file path=ppt/slides/slide11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95314047"/>
      </p:ext>
    </p:extLst>
  </p:cSld>
  <p:clrMapOvr>
    <a:masterClrMapping/>
  </p:clrMapOvr>
</p:sld>
</file>

<file path=ppt/slides/slide11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53194496"/>
      </p:ext>
    </p:extLst>
  </p:cSld>
  <p:clrMapOvr>
    <a:masterClrMapping/>
  </p:clrMapOvr>
</p:sld>
</file>

<file path=ppt/slides/slide11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391451653"/>
      </p:ext>
    </p:extLst>
  </p:cSld>
  <p:clrMapOvr>
    <a:masterClrMapping/>
  </p:clrMapOvr>
</p:sld>
</file>

<file path=ppt/slides/slide11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37497941"/>
      </p:ext>
    </p:extLst>
  </p:cSld>
  <p:clrMapOvr>
    <a:masterClrMapping/>
  </p:clrMapOvr>
</p:sld>
</file>

<file path=ppt/slides/slide11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943509"/>
      </p:ext>
    </p:extLst>
  </p:cSld>
  <p:clrMapOvr>
    <a:masterClrMapping/>
  </p:clrMapOvr>
</p:sld>
</file>

<file path=ppt/slides/slide11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44524374"/>
      </p:ext>
    </p:extLst>
  </p:cSld>
  <p:clrMapOvr>
    <a:masterClrMapping/>
  </p:clrMapOvr>
</p:sld>
</file>

<file path=ppt/slides/slide11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37091644"/>
      </p:ext>
    </p:extLst>
  </p:cSld>
  <p:clrMapOvr>
    <a:masterClrMapping/>
  </p:clrMapOvr>
</p:sld>
</file>

<file path=ppt/slides/slide11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82297591"/>
      </p:ext>
    </p:extLst>
  </p:cSld>
  <p:clrMapOvr>
    <a:masterClrMapping/>
  </p:clrMapOvr>
</p:sld>
</file>

<file path=ppt/slides/slide11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5682729"/>
      </p:ext>
    </p:extLst>
  </p:cSld>
  <p:clrMapOvr>
    <a:masterClrMapping/>
  </p:clrMapOvr>
</p:sld>
</file>

<file path=ppt/slides/slide11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50862009"/>
      </p:ext>
    </p:extLst>
  </p:cSld>
  <p:clrMapOvr>
    <a:masterClrMapping/>
  </p:clrMapOvr>
</p:sld>
</file>

<file path=ppt/slides/slide11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9433153"/>
      </p:ext>
    </p:extLst>
  </p:cSld>
  <p:clrMapOvr>
    <a:masterClrMapping/>
  </p:clrMapOvr>
</p:sld>
</file>

<file path=ppt/slides/slide11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59589548"/>
      </p:ext>
    </p:extLst>
  </p:cSld>
  <p:clrMapOvr>
    <a:masterClrMapping/>
  </p:clrMapOvr>
</p:sld>
</file>

<file path=ppt/slides/slide11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51832917"/>
      </p:ext>
    </p:extLst>
  </p:cSld>
  <p:clrMapOvr>
    <a:masterClrMapping/>
  </p:clrMapOvr>
</p:sld>
</file>

<file path=ppt/slides/slide11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1114381"/>
      </p:ext>
    </p:extLst>
  </p:cSld>
  <p:clrMapOvr>
    <a:masterClrMapping/>
  </p:clrMapOvr>
</p:sld>
</file>

<file path=ppt/slides/slide11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68109497"/>
      </p:ext>
    </p:extLst>
  </p:cSld>
  <p:clrMapOvr>
    <a:masterClrMapping/>
  </p:clrMapOvr>
</p:sld>
</file>

<file path=ppt/slides/slide11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8784602"/>
      </p:ext>
    </p:extLst>
  </p:cSld>
  <p:clrMapOvr>
    <a:masterClrMapping/>
  </p:clrMapOvr>
</p:sld>
</file>

<file path=ppt/slides/slide11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083990287"/>
      </p:ext>
    </p:extLst>
  </p:cSld>
  <p:clrMapOvr>
    <a:masterClrMapping/>
  </p:clrMapOvr>
</p:sld>
</file>

<file path=ppt/slides/slide11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72066176"/>
      </p:ext>
    </p:extLst>
  </p:cSld>
  <p:clrMapOvr>
    <a:masterClrMapping/>
  </p:clrMapOvr>
</p:sld>
</file>

<file path=ppt/slides/slide11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86235224"/>
      </p:ext>
    </p:extLst>
  </p:cSld>
  <p:clrMapOvr>
    <a:masterClrMapping/>
  </p:clrMapOvr>
</p:sld>
</file>

<file path=ppt/slides/slide11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6331275"/>
      </p:ext>
    </p:extLst>
  </p:cSld>
  <p:clrMapOvr>
    <a:masterClrMapping/>
  </p:clrMapOvr>
</p:sld>
</file>

<file path=ppt/slides/slide11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7214849"/>
      </p:ext>
    </p:extLst>
  </p:cSld>
  <p:clrMapOvr>
    <a:masterClrMapping/>
  </p:clrMapOvr>
</p:sld>
</file>

<file path=ppt/slides/slide11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78168109"/>
      </p:ext>
    </p:extLst>
  </p:cSld>
  <p:clrMapOvr>
    <a:masterClrMapping/>
  </p:clrMapOvr>
</p:sld>
</file>

<file path=ppt/slides/slide11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78692007"/>
      </p:ext>
    </p:extLst>
  </p:cSld>
  <p:clrMapOvr>
    <a:masterClrMapping/>
  </p:clrMapOvr>
</p:sld>
</file>

<file path=ppt/slides/slide11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49448225"/>
      </p:ext>
    </p:extLst>
  </p:cSld>
  <p:clrMapOvr>
    <a:masterClrMapping/>
  </p:clrMapOvr>
</p:sld>
</file>

<file path=ppt/slides/slide11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07623725"/>
      </p:ext>
    </p:extLst>
  </p:cSld>
  <p:clrMapOvr>
    <a:masterClrMapping/>
  </p:clrMapOvr>
</p:sld>
</file>

<file path=ppt/slides/slide11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5540298"/>
      </p:ext>
    </p:extLst>
  </p:cSld>
  <p:clrMapOvr>
    <a:masterClrMapping/>
  </p:clrMapOvr>
</p:sld>
</file>

<file path=ppt/slides/slide11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10719726"/>
      </p:ext>
    </p:extLst>
  </p:cSld>
  <p:clrMapOvr>
    <a:masterClrMapping/>
  </p:clrMapOvr>
</p:sld>
</file>

<file path=ppt/slides/slide11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00945651"/>
      </p:ext>
    </p:extLst>
  </p:cSld>
  <p:clrMapOvr>
    <a:masterClrMapping/>
  </p:clrMapOvr>
</p:sld>
</file>

<file path=ppt/slides/slide11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767513"/>
      </p:ext>
    </p:extLst>
  </p:cSld>
  <p:clrMapOvr>
    <a:masterClrMapping/>
  </p:clrMapOvr>
</p:sld>
</file>

<file path=ppt/slides/slide11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048329"/>
      </p:ext>
    </p:extLst>
  </p:cSld>
  <p:clrMapOvr>
    <a:masterClrMapping/>
  </p:clrMapOvr>
</p:sld>
</file>

<file path=ppt/slides/slide11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2425587"/>
      </p:ext>
    </p:extLst>
  </p:cSld>
  <p:clrMapOvr>
    <a:masterClrMapping/>
  </p:clrMapOvr>
</p:sld>
</file>

<file path=ppt/slides/slide11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15055237"/>
      </p:ext>
    </p:extLst>
  </p:cSld>
  <p:clrMapOvr>
    <a:masterClrMapping/>
  </p:clrMapOvr>
</p:sld>
</file>

<file path=ppt/slides/slide11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16886426"/>
      </p:ext>
    </p:extLst>
  </p:cSld>
  <p:clrMapOvr>
    <a:masterClrMapping/>
  </p:clrMapOvr>
</p:sld>
</file>

<file path=ppt/slides/slide11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00206812"/>
      </p:ext>
    </p:extLst>
  </p:cSld>
  <p:clrMapOvr>
    <a:masterClrMapping/>
  </p:clrMapOvr>
</p:sld>
</file>

<file path=ppt/slides/slide11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0746157"/>
      </p:ext>
    </p:extLst>
  </p:cSld>
  <p:clrMapOvr>
    <a:masterClrMapping/>
  </p:clrMapOvr>
</p:sld>
</file>

<file path=ppt/slides/slide11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22781775"/>
      </p:ext>
    </p:extLst>
  </p:cSld>
  <p:clrMapOvr>
    <a:masterClrMapping/>
  </p:clrMapOvr>
</p:sld>
</file>

<file path=ppt/slides/slide11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10438459"/>
      </p:ext>
    </p:extLst>
  </p:cSld>
  <p:clrMapOvr>
    <a:masterClrMapping/>
  </p:clrMapOvr>
</p:sld>
</file>

<file path=ppt/slides/slide11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3901409"/>
      </p:ext>
    </p:extLst>
  </p:cSld>
  <p:clrMapOvr>
    <a:masterClrMapping/>
  </p:clrMapOvr>
</p:sld>
</file>

<file path=ppt/slides/slide11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23589553"/>
      </p:ext>
    </p:extLst>
  </p:cSld>
  <p:clrMapOvr>
    <a:masterClrMapping/>
  </p:clrMapOvr>
</p:sld>
</file>

<file path=ppt/slides/slide11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4097624"/>
      </p:ext>
    </p:extLst>
  </p:cSld>
  <p:clrMapOvr>
    <a:masterClrMapping/>
  </p:clrMapOvr>
</p:sld>
</file>

<file path=ppt/slides/slide11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81798319"/>
      </p:ext>
    </p:extLst>
  </p:cSld>
  <p:clrMapOvr>
    <a:masterClrMapping/>
  </p:clrMapOvr>
</p:sld>
</file>

<file path=ppt/slides/slide11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96699909"/>
      </p:ext>
    </p:extLst>
  </p:cSld>
  <p:clrMapOvr>
    <a:masterClrMapping/>
  </p:clrMapOvr>
</p:sld>
</file>

<file path=ppt/slides/slide11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40959604"/>
      </p:ext>
    </p:extLst>
  </p:cSld>
  <p:clrMapOvr>
    <a:masterClrMapping/>
  </p:clrMapOvr>
</p:sld>
</file>

<file path=ppt/slides/slide11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215764"/>
      </p:ext>
    </p:extLst>
  </p:cSld>
  <p:clrMapOvr>
    <a:masterClrMapping/>
  </p:clrMapOvr>
</p:sld>
</file>

<file path=ppt/slides/slide11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4722874"/>
      </p:ext>
    </p:extLst>
  </p:cSld>
  <p:clrMapOvr>
    <a:masterClrMapping/>
  </p:clrMapOvr>
</p:sld>
</file>

<file path=ppt/slides/slide11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52149600"/>
      </p:ext>
    </p:extLst>
  </p:cSld>
  <p:clrMapOvr>
    <a:masterClrMapping/>
  </p:clrMapOvr>
</p:sld>
</file>

<file path=ppt/slides/slide11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301206982"/>
      </p:ext>
    </p:extLst>
  </p:cSld>
  <p:clrMapOvr>
    <a:masterClrMapping/>
  </p:clrMapOvr>
</p:sld>
</file>

<file path=ppt/slides/slide11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01674527"/>
      </p:ext>
    </p:extLst>
  </p:cSld>
  <p:clrMapOvr>
    <a:masterClrMapping/>
  </p:clrMapOvr>
</p:sld>
</file>

<file path=ppt/slides/slide11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13614231"/>
      </p:ext>
    </p:extLst>
  </p:cSld>
  <p:clrMapOvr>
    <a:masterClrMapping/>
  </p:clrMapOvr>
</p:sld>
</file>

<file path=ppt/slides/slide11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8914875"/>
      </p:ext>
    </p:extLst>
  </p:cSld>
  <p:clrMapOvr>
    <a:masterClrMapping/>
  </p:clrMapOvr>
</p:sld>
</file>

<file path=ppt/slides/slide11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3137942"/>
      </p:ext>
    </p:extLst>
  </p:cSld>
  <p:clrMapOvr>
    <a:masterClrMapping/>
  </p:clrMapOvr>
</p:sld>
</file>

<file path=ppt/slides/slide11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75574968"/>
      </p:ext>
    </p:extLst>
  </p:cSld>
  <p:clrMapOvr>
    <a:masterClrMapping/>
  </p:clrMapOvr>
</p:sld>
</file>

<file path=ppt/slides/slide11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6361652"/>
      </p:ext>
    </p:extLst>
  </p:cSld>
  <p:clrMapOvr>
    <a:masterClrMapping/>
  </p:clrMapOvr>
</p:sld>
</file>

<file path=ppt/slides/slide11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51700846"/>
      </p:ext>
    </p:extLst>
  </p:cSld>
  <p:clrMapOvr>
    <a:masterClrMapping/>
  </p:clrMapOvr>
</p:sld>
</file>

<file path=ppt/slides/slide11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44266654"/>
      </p:ext>
    </p:extLst>
  </p:cSld>
  <p:clrMapOvr>
    <a:masterClrMapping/>
  </p:clrMapOvr>
</p:sld>
</file>

<file path=ppt/slides/slide11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19771169"/>
      </p:ext>
    </p:extLst>
  </p:cSld>
  <p:clrMapOvr>
    <a:masterClrMapping/>
  </p:clrMapOvr>
</p:sld>
</file>

<file path=ppt/slides/slide11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073391345"/>
      </p:ext>
    </p:extLst>
  </p:cSld>
  <p:clrMapOvr>
    <a:masterClrMapping/>
  </p:clrMapOvr>
</p:sld>
</file>

<file path=ppt/slides/slide11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62845269"/>
      </p:ext>
    </p:extLst>
  </p:cSld>
  <p:clrMapOvr>
    <a:masterClrMapping/>
  </p:clrMapOvr>
</p:sld>
</file>

<file path=ppt/slides/slide11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6047295"/>
      </p:ext>
    </p:extLst>
  </p:cSld>
  <p:clrMapOvr>
    <a:masterClrMapping/>
  </p:clrMapOvr>
</p:sld>
</file>

<file path=ppt/slides/slide11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0610359"/>
      </p:ext>
    </p:extLst>
  </p:cSld>
  <p:clrMapOvr>
    <a:masterClrMapping/>
  </p:clrMapOvr>
</p:sld>
</file>

<file path=ppt/slides/slide12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53365140"/>
      </p:ext>
    </p:extLst>
  </p:cSld>
  <p:clrMapOvr>
    <a:masterClrMapping/>
  </p:clrMapOvr>
</p:sld>
</file>

<file path=ppt/slides/slide12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42899416"/>
      </p:ext>
    </p:extLst>
  </p:cSld>
  <p:clrMapOvr>
    <a:masterClrMapping/>
  </p:clrMapOvr>
</p:sld>
</file>

<file path=ppt/slides/slide12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14979475"/>
      </p:ext>
    </p:extLst>
  </p:cSld>
  <p:clrMapOvr>
    <a:masterClrMapping/>
  </p:clrMapOvr>
</p:sld>
</file>

<file path=ppt/slides/slide12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13517661"/>
      </p:ext>
    </p:extLst>
  </p:cSld>
  <p:clrMapOvr>
    <a:masterClrMapping/>
  </p:clrMapOvr>
</p:sld>
</file>

<file path=ppt/slides/slide12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6931975"/>
      </p:ext>
    </p:extLst>
  </p:cSld>
  <p:clrMapOvr>
    <a:masterClrMapping/>
  </p:clrMapOvr>
</p:sld>
</file>

<file path=ppt/slides/slide12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0636262"/>
      </p:ext>
    </p:extLst>
  </p:cSld>
  <p:clrMapOvr>
    <a:masterClrMapping/>
  </p:clrMapOvr>
</p:sld>
</file>

<file path=ppt/slides/slide12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47781636"/>
      </p:ext>
    </p:extLst>
  </p:cSld>
  <p:clrMapOvr>
    <a:masterClrMapping/>
  </p:clrMapOvr>
</p:sld>
</file>

<file path=ppt/slides/slide12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87920686"/>
      </p:ext>
    </p:extLst>
  </p:cSld>
  <p:clrMapOvr>
    <a:masterClrMapping/>
  </p:clrMapOvr>
</p:sld>
</file>

<file path=ppt/slides/slide12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80049191"/>
      </p:ext>
    </p:extLst>
  </p:cSld>
  <p:clrMapOvr>
    <a:masterClrMapping/>
  </p:clrMapOvr>
</p:sld>
</file>

<file path=ppt/slides/slide12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76022994"/>
      </p:ext>
    </p:extLst>
  </p:cSld>
  <p:clrMapOvr>
    <a:masterClrMapping/>
  </p:clrMapOvr>
</p:sld>
</file>

<file path=ppt/slides/slide12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39341498"/>
      </p:ext>
    </p:extLst>
  </p:cSld>
  <p:clrMapOvr>
    <a:masterClrMapping/>
  </p:clrMapOvr>
</p:sld>
</file>

<file path=ppt/slides/slide12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88296156"/>
      </p:ext>
    </p:extLst>
  </p:cSld>
  <p:clrMapOvr>
    <a:masterClrMapping/>
  </p:clrMapOvr>
</p:sld>
</file>

<file path=ppt/slides/slide12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91284486"/>
      </p:ext>
    </p:extLst>
  </p:cSld>
  <p:clrMapOvr>
    <a:masterClrMapping/>
  </p:clrMapOvr>
</p:sld>
</file>

<file path=ppt/slides/slide12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67988462"/>
      </p:ext>
    </p:extLst>
  </p:cSld>
  <p:clrMapOvr>
    <a:masterClrMapping/>
  </p:clrMapOvr>
</p:sld>
</file>

<file path=ppt/slides/slide12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76508902"/>
      </p:ext>
    </p:extLst>
  </p:cSld>
  <p:clrMapOvr>
    <a:masterClrMapping/>
  </p:clrMapOvr>
</p:sld>
</file>

<file path=ppt/slides/slide12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1114071"/>
      </p:ext>
    </p:extLst>
  </p:cSld>
  <p:clrMapOvr>
    <a:masterClrMapping/>
  </p:clrMapOvr>
</p:sld>
</file>

<file path=ppt/slides/slide12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7247829"/>
      </p:ext>
    </p:extLst>
  </p:cSld>
  <p:clrMapOvr>
    <a:masterClrMapping/>
  </p:clrMapOvr>
</p:sld>
</file>

<file path=ppt/slides/slide12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94742105"/>
      </p:ext>
    </p:extLst>
  </p:cSld>
  <p:clrMapOvr>
    <a:masterClrMapping/>
  </p:clrMapOvr>
</p:sld>
</file>

<file path=ppt/slides/slide12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1281327"/>
      </p:ext>
    </p:extLst>
  </p:cSld>
  <p:clrMapOvr>
    <a:masterClrMapping/>
  </p:clrMapOvr>
</p:sld>
</file>

<file path=ppt/slides/slide12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344238"/>
      </p:ext>
    </p:extLst>
  </p:cSld>
  <p:clrMapOvr>
    <a:masterClrMapping/>
  </p:clrMapOvr>
</p:sld>
</file>

<file path=ppt/slides/slide12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21572025"/>
      </p:ext>
    </p:extLst>
  </p:cSld>
  <p:clrMapOvr>
    <a:masterClrMapping/>
  </p:clrMapOvr>
</p:sld>
</file>

<file path=ppt/slides/slide12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22417833"/>
      </p:ext>
    </p:extLst>
  </p:cSld>
  <p:clrMapOvr>
    <a:masterClrMapping/>
  </p:clrMapOvr>
</p:sld>
</file>

<file path=ppt/slides/slide12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79511561"/>
      </p:ext>
    </p:extLst>
  </p:cSld>
  <p:clrMapOvr>
    <a:masterClrMapping/>
  </p:clrMapOvr>
</p:sld>
</file>

<file path=ppt/slides/slide12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25284365"/>
      </p:ext>
    </p:extLst>
  </p:cSld>
  <p:clrMapOvr>
    <a:masterClrMapping/>
  </p:clrMapOvr>
</p:sld>
</file>

<file path=ppt/slides/slide12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40889732"/>
      </p:ext>
    </p:extLst>
  </p:cSld>
  <p:clrMapOvr>
    <a:masterClrMapping/>
  </p:clrMapOvr>
</p:sld>
</file>

<file path=ppt/slides/slide12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49457136"/>
      </p:ext>
    </p:extLst>
  </p:cSld>
  <p:clrMapOvr>
    <a:masterClrMapping/>
  </p:clrMapOvr>
</p:sld>
</file>

<file path=ppt/slides/slide12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6741234"/>
      </p:ext>
    </p:extLst>
  </p:cSld>
  <p:clrMapOvr>
    <a:masterClrMapping/>
  </p:clrMapOvr>
</p:sld>
</file>

<file path=ppt/slides/slide12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62477771"/>
      </p:ext>
    </p:extLst>
  </p:cSld>
  <p:clrMapOvr>
    <a:masterClrMapping/>
  </p:clrMapOvr>
</p:sld>
</file>

<file path=ppt/slides/slide12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7026762"/>
      </p:ext>
    </p:extLst>
  </p:cSld>
  <p:clrMapOvr>
    <a:masterClrMapping/>
  </p:clrMapOvr>
</p:sld>
</file>

<file path=ppt/slides/slide12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35367535"/>
      </p:ext>
    </p:extLst>
  </p:cSld>
  <p:clrMapOvr>
    <a:masterClrMapping/>
  </p:clrMapOvr>
</p:sld>
</file>

<file path=ppt/slides/slide12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1842115"/>
      </p:ext>
    </p:extLst>
  </p:cSld>
  <p:clrMapOvr>
    <a:masterClrMapping/>
  </p:clrMapOvr>
</p:sld>
</file>

<file path=ppt/slides/slide12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36509419"/>
      </p:ext>
    </p:extLst>
  </p:cSld>
  <p:clrMapOvr>
    <a:masterClrMapping/>
  </p:clrMapOvr>
</p:sld>
</file>

<file path=ppt/slides/slide12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6622766"/>
      </p:ext>
    </p:extLst>
  </p:cSld>
  <p:clrMapOvr>
    <a:masterClrMapping/>
  </p:clrMapOvr>
</p:sld>
</file>

<file path=ppt/slides/slide12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46754514"/>
      </p:ext>
    </p:extLst>
  </p:cSld>
  <p:clrMapOvr>
    <a:masterClrMapping/>
  </p:clrMapOvr>
</p:sld>
</file>

<file path=ppt/slides/slide12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40552491"/>
      </p:ext>
    </p:extLst>
  </p:cSld>
  <p:clrMapOvr>
    <a:masterClrMapping/>
  </p:clrMapOvr>
</p:sld>
</file>

<file path=ppt/slides/slide12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10637796"/>
      </p:ext>
    </p:extLst>
  </p:cSld>
  <p:clrMapOvr>
    <a:masterClrMapping/>
  </p:clrMapOvr>
</p:sld>
</file>

<file path=ppt/slides/slide12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06690401"/>
      </p:ext>
    </p:extLst>
  </p:cSld>
  <p:clrMapOvr>
    <a:masterClrMapping/>
  </p:clrMapOvr>
</p:sld>
</file>

<file path=ppt/slides/slide12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6621341"/>
      </p:ext>
    </p:extLst>
  </p:cSld>
  <p:clrMapOvr>
    <a:masterClrMapping/>
  </p:clrMapOvr>
</p:sld>
</file>

<file path=ppt/slides/slide12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7108409"/>
      </p:ext>
    </p:extLst>
  </p:cSld>
  <p:clrMapOvr>
    <a:masterClrMapping/>
  </p:clrMapOvr>
</p:sld>
</file>

<file path=ppt/slides/slide12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2216528"/>
      </p:ext>
    </p:extLst>
  </p:cSld>
  <p:clrMapOvr>
    <a:masterClrMapping/>
  </p:clrMapOvr>
</p:sld>
</file>

<file path=ppt/slides/slide12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4028880"/>
      </p:ext>
    </p:extLst>
  </p:cSld>
  <p:clrMapOvr>
    <a:masterClrMapping/>
  </p:clrMapOvr>
</p:sld>
</file>

<file path=ppt/slides/slide12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5572791"/>
      </p:ext>
    </p:extLst>
  </p:cSld>
  <p:clrMapOvr>
    <a:masterClrMapping/>
  </p:clrMapOvr>
</p:sld>
</file>

<file path=ppt/slides/slide12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90763041"/>
      </p:ext>
    </p:extLst>
  </p:cSld>
  <p:clrMapOvr>
    <a:masterClrMapping/>
  </p:clrMapOvr>
</p:sld>
</file>

<file path=ppt/slides/slide12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95565070"/>
      </p:ext>
    </p:extLst>
  </p:cSld>
  <p:clrMapOvr>
    <a:masterClrMapping/>
  </p:clrMapOvr>
</p:sld>
</file>

<file path=ppt/slides/slide12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02199685"/>
      </p:ext>
    </p:extLst>
  </p:cSld>
  <p:clrMapOvr>
    <a:masterClrMapping/>
  </p:clrMapOvr>
</p:sld>
</file>

<file path=ppt/slides/slide12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39955288"/>
      </p:ext>
    </p:extLst>
  </p:cSld>
  <p:clrMapOvr>
    <a:masterClrMapping/>
  </p:clrMapOvr>
</p:sld>
</file>

<file path=ppt/slides/slide12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41237060"/>
      </p:ext>
    </p:extLst>
  </p:cSld>
  <p:clrMapOvr>
    <a:masterClrMapping/>
  </p:clrMapOvr>
</p:sld>
</file>

<file path=ppt/slides/slide12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55912279"/>
      </p:ext>
    </p:extLst>
  </p:cSld>
  <p:clrMapOvr>
    <a:masterClrMapping/>
  </p:clrMapOvr>
</p:sld>
</file>

<file path=ppt/slides/slide12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87992743"/>
      </p:ext>
    </p:extLst>
  </p:cSld>
  <p:clrMapOvr>
    <a:masterClrMapping/>
  </p:clrMapOvr>
</p:sld>
</file>

<file path=ppt/slides/slide12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09381989"/>
      </p:ext>
    </p:extLst>
  </p:cSld>
  <p:clrMapOvr>
    <a:masterClrMapping/>
  </p:clrMapOvr>
</p:sld>
</file>

<file path=ppt/slides/slide12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2035181"/>
      </p:ext>
    </p:extLst>
  </p:cSld>
  <p:clrMapOvr>
    <a:masterClrMapping/>
  </p:clrMapOvr>
</p:sld>
</file>

<file path=ppt/slides/slide12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85876626"/>
      </p:ext>
    </p:extLst>
  </p:cSld>
  <p:clrMapOvr>
    <a:masterClrMapping/>
  </p:clrMapOvr>
</p:sld>
</file>

<file path=ppt/slides/slide12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8700941"/>
      </p:ext>
    </p:extLst>
  </p:cSld>
  <p:clrMapOvr>
    <a:masterClrMapping/>
  </p:clrMapOvr>
</p:sld>
</file>

<file path=ppt/slides/slide12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8971656"/>
      </p:ext>
    </p:extLst>
  </p:cSld>
  <p:clrMapOvr>
    <a:masterClrMapping/>
  </p:clrMapOvr>
</p:sld>
</file>

<file path=ppt/slides/slide12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0315083"/>
      </p:ext>
    </p:extLst>
  </p:cSld>
  <p:clrMapOvr>
    <a:masterClrMapping/>
  </p:clrMapOvr>
</p:sld>
</file>

<file path=ppt/slides/slide12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83587794"/>
      </p:ext>
    </p:extLst>
  </p:cSld>
  <p:clrMapOvr>
    <a:masterClrMapping/>
  </p:clrMapOvr>
</p:sld>
</file>

<file path=ppt/slides/slide12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3008418"/>
      </p:ext>
    </p:extLst>
  </p:cSld>
  <p:clrMapOvr>
    <a:masterClrMapping/>
  </p:clrMapOvr>
</p:sld>
</file>

<file path=ppt/slides/slide12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01318207"/>
      </p:ext>
    </p:extLst>
  </p:cSld>
  <p:clrMapOvr>
    <a:masterClrMapping/>
  </p:clrMapOvr>
</p:sld>
</file>

<file path=ppt/slides/slide12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811461"/>
      </p:ext>
    </p:extLst>
  </p:cSld>
  <p:clrMapOvr>
    <a:masterClrMapping/>
  </p:clrMapOvr>
</p:sld>
</file>

<file path=ppt/slides/slide12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29088871"/>
      </p:ext>
    </p:extLst>
  </p:cSld>
  <p:clrMapOvr>
    <a:masterClrMapping/>
  </p:clrMapOvr>
</p:sld>
</file>

<file path=ppt/slides/slide12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46578546"/>
      </p:ext>
    </p:extLst>
  </p:cSld>
  <p:clrMapOvr>
    <a:masterClrMapping/>
  </p:clrMapOvr>
</p:sld>
</file>

<file path=ppt/slides/slide12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7409962"/>
      </p:ext>
    </p:extLst>
  </p:cSld>
  <p:clrMapOvr>
    <a:masterClrMapping/>
  </p:clrMapOvr>
</p:sld>
</file>

<file path=ppt/slides/slide12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2230470"/>
      </p:ext>
    </p:extLst>
  </p:cSld>
  <p:clrMapOvr>
    <a:masterClrMapping/>
  </p:clrMapOvr>
</p:sld>
</file>

<file path=ppt/slides/slide12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599954"/>
      </p:ext>
    </p:extLst>
  </p:cSld>
  <p:clrMapOvr>
    <a:masterClrMapping/>
  </p:clrMapOvr>
</p:sld>
</file>

<file path=ppt/slides/slide12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2598155"/>
      </p:ext>
    </p:extLst>
  </p:cSld>
  <p:clrMapOvr>
    <a:masterClrMapping/>
  </p:clrMapOvr>
</p:sld>
</file>

<file path=ppt/slides/slide12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00598885"/>
      </p:ext>
    </p:extLst>
  </p:cSld>
  <p:clrMapOvr>
    <a:masterClrMapping/>
  </p:clrMapOvr>
</p:sld>
</file>

<file path=ppt/slides/slide12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49415386"/>
      </p:ext>
    </p:extLst>
  </p:cSld>
  <p:clrMapOvr>
    <a:masterClrMapping/>
  </p:clrMapOvr>
</p:sld>
</file>

<file path=ppt/slides/slide12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329542"/>
      </p:ext>
    </p:extLst>
  </p:cSld>
  <p:clrMapOvr>
    <a:masterClrMapping/>
  </p:clrMapOvr>
</p:sld>
</file>

<file path=ppt/slides/slide12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4889969"/>
      </p:ext>
    </p:extLst>
  </p:cSld>
  <p:clrMapOvr>
    <a:masterClrMapping/>
  </p:clrMapOvr>
</p:sld>
</file>

<file path=ppt/slides/slide12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3784861"/>
      </p:ext>
    </p:extLst>
  </p:cSld>
  <p:clrMapOvr>
    <a:masterClrMapping/>
  </p:clrMapOvr>
</p:sld>
</file>

<file path=ppt/slides/slide12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2432878"/>
      </p:ext>
    </p:extLst>
  </p:cSld>
  <p:clrMapOvr>
    <a:masterClrMapping/>
  </p:clrMapOvr>
</p:sld>
</file>

<file path=ppt/slides/slide12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00895118"/>
      </p:ext>
    </p:extLst>
  </p:cSld>
  <p:clrMapOvr>
    <a:masterClrMapping/>
  </p:clrMapOvr>
</p:sld>
</file>

<file path=ppt/slides/slide12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23543304"/>
      </p:ext>
    </p:extLst>
  </p:cSld>
  <p:clrMapOvr>
    <a:masterClrMapping/>
  </p:clrMapOvr>
</p:sld>
</file>

<file path=ppt/slides/slide12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5763153"/>
      </p:ext>
    </p:extLst>
  </p:cSld>
  <p:clrMapOvr>
    <a:masterClrMapping/>
  </p:clrMapOvr>
</p:sld>
</file>

<file path=ppt/slides/slide12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58227324"/>
      </p:ext>
    </p:extLst>
  </p:cSld>
  <p:clrMapOvr>
    <a:masterClrMapping/>
  </p:clrMapOvr>
</p:sld>
</file>

<file path=ppt/slides/slide12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3619489"/>
      </p:ext>
    </p:extLst>
  </p:cSld>
  <p:clrMapOvr>
    <a:masterClrMapping/>
  </p:clrMapOvr>
</p:sld>
</file>

<file path=ppt/slides/slide12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0265935"/>
      </p:ext>
    </p:extLst>
  </p:cSld>
  <p:clrMapOvr>
    <a:masterClrMapping/>
  </p:clrMapOvr>
</p:sld>
</file>

<file path=ppt/slides/slide12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09671271"/>
      </p:ext>
    </p:extLst>
  </p:cSld>
  <p:clrMapOvr>
    <a:masterClrMapping/>
  </p:clrMapOvr>
</p:sld>
</file>

<file path=ppt/slides/slide12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8892089"/>
      </p:ext>
    </p:extLst>
  </p:cSld>
  <p:clrMapOvr>
    <a:masterClrMapping/>
  </p:clrMapOvr>
</p:sld>
</file>

<file path=ppt/slides/slide12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0567512"/>
      </p:ext>
    </p:extLst>
  </p:cSld>
  <p:clrMapOvr>
    <a:masterClrMapping/>
  </p:clrMapOvr>
</p:sld>
</file>

<file path=ppt/slides/slide12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79741386"/>
      </p:ext>
    </p:extLst>
  </p:cSld>
  <p:clrMapOvr>
    <a:masterClrMapping/>
  </p:clrMapOvr>
</p:sld>
</file>

<file path=ppt/slides/slide12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41811485"/>
      </p:ext>
    </p:extLst>
  </p:cSld>
  <p:clrMapOvr>
    <a:masterClrMapping/>
  </p:clrMapOvr>
</p:sld>
</file>

<file path=ppt/slides/slide12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29818044"/>
      </p:ext>
    </p:extLst>
  </p:cSld>
  <p:clrMapOvr>
    <a:masterClrMapping/>
  </p:clrMapOvr>
</p:sld>
</file>

<file path=ppt/slides/slide12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10132443"/>
      </p:ext>
    </p:extLst>
  </p:cSld>
  <p:clrMapOvr>
    <a:masterClrMapping/>
  </p:clrMapOvr>
</p:sld>
</file>

<file path=ppt/slides/slide12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91507294"/>
      </p:ext>
    </p:extLst>
  </p:cSld>
  <p:clrMapOvr>
    <a:masterClrMapping/>
  </p:clrMapOvr>
</p:sld>
</file>

<file path=ppt/slides/slide12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51817241"/>
      </p:ext>
    </p:extLst>
  </p:cSld>
  <p:clrMapOvr>
    <a:masterClrMapping/>
  </p:clrMapOvr>
</p:sld>
</file>

<file path=ppt/slides/slide12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23584405"/>
      </p:ext>
    </p:extLst>
  </p:cSld>
  <p:clrMapOvr>
    <a:masterClrMapping/>
  </p:clrMapOvr>
</p:sld>
</file>

<file path=ppt/slides/slide12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0980053"/>
      </p:ext>
    </p:extLst>
  </p:cSld>
  <p:clrMapOvr>
    <a:masterClrMapping/>
  </p:clrMapOvr>
</p:sld>
</file>

<file path=ppt/slides/slide12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2841756"/>
      </p:ext>
    </p:extLst>
  </p:cSld>
  <p:clrMapOvr>
    <a:masterClrMapping/>
  </p:clrMapOvr>
</p:sld>
</file>

<file path=ppt/slides/slide12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4523844"/>
      </p:ext>
    </p:extLst>
  </p:cSld>
  <p:clrMapOvr>
    <a:masterClrMapping/>
  </p:clrMapOvr>
</p:sld>
</file>

<file path=ppt/slides/slide12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81969168"/>
      </p:ext>
    </p:extLst>
  </p:cSld>
  <p:clrMapOvr>
    <a:masterClrMapping/>
  </p:clrMapOvr>
</p:sld>
</file>

<file path=ppt/slides/slide12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78771810"/>
      </p:ext>
    </p:extLst>
  </p:cSld>
  <p:clrMapOvr>
    <a:masterClrMapping/>
  </p:clrMapOvr>
</p:sld>
</file>

<file path=ppt/slides/slide12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8583691"/>
      </p:ext>
    </p:extLst>
  </p:cSld>
  <p:clrMapOvr>
    <a:masterClrMapping/>
  </p:clrMapOvr>
</p:sld>
</file>

<file path=ppt/slides/slide12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8576345"/>
      </p:ext>
    </p:extLst>
  </p:cSld>
  <p:clrMapOvr>
    <a:masterClrMapping/>
  </p:clrMapOvr>
</p:sld>
</file>

<file path=ppt/slides/slide12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79226311"/>
      </p:ext>
    </p:extLst>
  </p:cSld>
  <p:clrMapOvr>
    <a:masterClrMapping/>
  </p:clrMapOvr>
</p:sld>
</file>

<file path=ppt/slides/slide12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2123636"/>
      </p:ext>
    </p:extLst>
  </p:cSld>
  <p:clrMapOvr>
    <a:masterClrMapping/>
  </p:clrMapOvr>
</p:sld>
</file>

<file path=ppt/slides/slide12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31863338"/>
      </p:ext>
    </p:extLst>
  </p:cSld>
  <p:clrMapOvr>
    <a:masterClrMapping/>
  </p:clrMapOvr>
</p:sld>
</file>

<file path=ppt/slides/slide12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42921212"/>
      </p:ext>
    </p:extLst>
  </p:cSld>
  <p:clrMapOvr>
    <a:masterClrMapping/>
  </p:clrMapOvr>
</p:sld>
</file>

<file path=ppt/slides/slide12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2832870"/>
      </p:ext>
    </p:extLst>
  </p:cSld>
  <p:clrMapOvr>
    <a:masterClrMapping/>
  </p:clrMapOvr>
</p:sld>
</file>

<file path=ppt/slides/slide12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05534168"/>
      </p:ext>
    </p:extLst>
  </p:cSld>
  <p:clrMapOvr>
    <a:masterClrMapping/>
  </p:clrMapOvr>
</p:sld>
</file>

<file path=ppt/slides/slide13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0692933"/>
      </p:ext>
    </p:extLst>
  </p:cSld>
  <p:clrMapOvr>
    <a:masterClrMapping/>
  </p:clrMapOvr>
</p:sld>
</file>

<file path=ppt/slides/slide13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4407789"/>
      </p:ext>
    </p:extLst>
  </p:cSld>
  <p:clrMapOvr>
    <a:masterClrMapping/>
  </p:clrMapOvr>
</p:sld>
</file>

<file path=ppt/slides/slide13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2580781"/>
      </p:ext>
    </p:extLst>
  </p:cSld>
  <p:clrMapOvr>
    <a:masterClrMapping/>
  </p:clrMapOvr>
</p:sld>
</file>

<file path=ppt/slides/slide13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11250021"/>
      </p:ext>
    </p:extLst>
  </p:cSld>
  <p:clrMapOvr>
    <a:masterClrMapping/>
  </p:clrMapOvr>
</p:sld>
</file>

<file path=ppt/slides/slide13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25561692"/>
      </p:ext>
    </p:extLst>
  </p:cSld>
  <p:clrMapOvr>
    <a:masterClrMapping/>
  </p:clrMapOvr>
</p:sld>
</file>

<file path=ppt/slides/slide13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07313557"/>
      </p:ext>
    </p:extLst>
  </p:cSld>
  <p:clrMapOvr>
    <a:masterClrMapping/>
  </p:clrMapOvr>
</p:sld>
</file>

<file path=ppt/slides/slide13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324711"/>
      </p:ext>
    </p:extLst>
  </p:cSld>
  <p:clrMapOvr>
    <a:masterClrMapping/>
  </p:clrMapOvr>
</p:sld>
</file>

<file path=ppt/slides/slide13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41315483"/>
      </p:ext>
    </p:extLst>
  </p:cSld>
  <p:clrMapOvr>
    <a:masterClrMapping/>
  </p:clrMapOvr>
</p:sld>
</file>

<file path=ppt/slides/slide13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66894798"/>
      </p:ext>
    </p:extLst>
  </p:cSld>
  <p:clrMapOvr>
    <a:masterClrMapping/>
  </p:clrMapOvr>
</p:sld>
</file>

<file path=ppt/slides/slide13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66309033"/>
      </p:ext>
    </p:extLst>
  </p:cSld>
  <p:clrMapOvr>
    <a:masterClrMapping/>
  </p:clrMapOvr>
</p:sld>
</file>

<file path=ppt/slides/slide13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84335460"/>
      </p:ext>
    </p:extLst>
  </p:cSld>
  <p:clrMapOvr>
    <a:masterClrMapping/>
  </p:clrMapOvr>
</p:sld>
</file>

<file path=ppt/slides/slide13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5665234"/>
      </p:ext>
    </p:extLst>
  </p:cSld>
  <p:clrMapOvr>
    <a:masterClrMapping/>
  </p:clrMapOvr>
</p:sld>
</file>

<file path=ppt/slides/slide13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6660470"/>
      </p:ext>
    </p:extLst>
  </p:cSld>
  <p:clrMapOvr>
    <a:masterClrMapping/>
  </p:clrMapOvr>
</p:sld>
</file>

<file path=ppt/slides/slide13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8631021"/>
      </p:ext>
    </p:extLst>
  </p:cSld>
  <p:clrMapOvr>
    <a:masterClrMapping/>
  </p:clrMapOvr>
</p:sld>
</file>

<file path=ppt/slides/slide13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07706140"/>
      </p:ext>
    </p:extLst>
  </p:cSld>
  <p:clrMapOvr>
    <a:masterClrMapping/>
  </p:clrMapOvr>
</p:sld>
</file>

<file path=ppt/slides/slide13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49012494"/>
      </p:ext>
    </p:extLst>
  </p:cSld>
  <p:clrMapOvr>
    <a:masterClrMapping/>
  </p:clrMapOvr>
</p:sld>
</file>

<file path=ppt/slides/slide13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9059329"/>
      </p:ext>
    </p:extLst>
  </p:cSld>
  <p:clrMapOvr>
    <a:masterClrMapping/>
  </p:clrMapOvr>
</p:sld>
</file>

<file path=ppt/slides/slide13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3814210"/>
      </p:ext>
    </p:extLst>
  </p:cSld>
  <p:clrMapOvr>
    <a:masterClrMapping/>
  </p:clrMapOvr>
</p:sld>
</file>

<file path=ppt/slides/slide13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03339000"/>
      </p:ext>
    </p:extLst>
  </p:cSld>
  <p:clrMapOvr>
    <a:masterClrMapping/>
  </p:clrMapOvr>
</p:sld>
</file>

<file path=ppt/slides/slide13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56337815"/>
      </p:ext>
    </p:extLst>
  </p:cSld>
  <p:clrMapOvr>
    <a:masterClrMapping/>
  </p:clrMapOvr>
</p:sld>
</file>

<file path=ppt/slides/slide13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3180517"/>
      </p:ext>
    </p:extLst>
  </p:cSld>
  <p:clrMapOvr>
    <a:masterClrMapping/>
  </p:clrMapOvr>
</p:sld>
</file>

<file path=ppt/slides/slide13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04280935"/>
      </p:ext>
    </p:extLst>
  </p:cSld>
  <p:clrMapOvr>
    <a:masterClrMapping/>
  </p:clrMapOvr>
</p:sld>
</file>

<file path=ppt/slides/slide13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96602976"/>
      </p:ext>
    </p:extLst>
  </p:cSld>
  <p:clrMapOvr>
    <a:masterClrMapping/>
  </p:clrMapOvr>
</p:sld>
</file>

<file path=ppt/slides/slide13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47846198"/>
      </p:ext>
    </p:extLst>
  </p:cSld>
  <p:clrMapOvr>
    <a:masterClrMapping/>
  </p:clrMapOvr>
</p:sld>
</file>

<file path=ppt/slides/slide13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17707068"/>
      </p:ext>
    </p:extLst>
  </p:cSld>
  <p:clrMapOvr>
    <a:masterClrMapping/>
  </p:clrMapOvr>
</p:sld>
</file>

<file path=ppt/slides/slide13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05476141"/>
      </p:ext>
    </p:extLst>
  </p:cSld>
  <p:clrMapOvr>
    <a:masterClrMapping/>
  </p:clrMapOvr>
</p:sld>
</file>

<file path=ppt/slides/slide13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5631067"/>
      </p:ext>
    </p:extLst>
  </p:cSld>
  <p:clrMapOvr>
    <a:masterClrMapping/>
  </p:clrMapOvr>
</p:sld>
</file>

<file path=ppt/slides/slide13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7936372"/>
      </p:ext>
    </p:extLst>
  </p:cSld>
  <p:clrMapOvr>
    <a:masterClrMapping/>
  </p:clrMapOvr>
</p:sld>
</file>

<file path=ppt/slides/slide13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928993"/>
      </p:ext>
    </p:extLst>
  </p:cSld>
  <p:clrMapOvr>
    <a:masterClrMapping/>
  </p:clrMapOvr>
</p:sld>
</file>

<file path=ppt/slides/slide13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1060513"/>
      </p:ext>
    </p:extLst>
  </p:cSld>
  <p:clrMapOvr>
    <a:masterClrMapping/>
  </p:clrMapOvr>
</p:sld>
</file>

<file path=ppt/slides/slide13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53190272"/>
      </p:ext>
    </p:extLst>
  </p:cSld>
  <p:clrMapOvr>
    <a:masterClrMapping/>
  </p:clrMapOvr>
</p:sld>
</file>

<file path=ppt/slides/slide13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19616088"/>
      </p:ext>
    </p:extLst>
  </p:cSld>
  <p:clrMapOvr>
    <a:masterClrMapping/>
  </p:clrMapOvr>
</p:sld>
</file>

<file path=ppt/slides/slide13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09243759"/>
      </p:ext>
    </p:extLst>
  </p:cSld>
  <p:clrMapOvr>
    <a:masterClrMapping/>
  </p:clrMapOvr>
</p:sld>
</file>

<file path=ppt/slides/slide13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41127320"/>
      </p:ext>
    </p:extLst>
  </p:cSld>
  <p:clrMapOvr>
    <a:masterClrMapping/>
  </p:clrMapOvr>
</p:sld>
</file>

<file path=ppt/slides/slide13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21184634"/>
      </p:ext>
    </p:extLst>
  </p:cSld>
  <p:clrMapOvr>
    <a:masterClrMapping/>
  </p:clrMapOvr>
</p:sld>
</file>

<file path=ppt/slides/slide13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84556698"/>
      </p:ext>
    </p:extLst>
  </p:cSld>
  <p:clrMapOvr>
    <a:masterClrMapping/>
  </p:clrMapOvr>
</p:sld>
</file>

<file path=ppt/slides/slide13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0436418"/>
      </p:ext>
    </p:extLst>
  </p:cSld>
  <p:clrMapOvr>
    <a:masterClrMapping/>
  </p:clrMapOvr>
</p:sld>
</file>

<file path=ppt/slides/slide13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94494762"/>
      </p:ext>
    </p:extLst>
  </p:cSld>
  <p:clrMapOvr>
    <a:masterClrMapping/>
  </p:clrMapOvr>
</p:sld>
</file>

<file path=ppt/slides/slide13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1946676"/>
      </p:ext>
    </p:extLst>
  </p:cSld>
  <p:clrMapOvr>
    <a:masterClrMapping/>
  </p:clrMapOvr>
</p:sld>
</file>

<file path=ppt/slides/slide13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01519408"/>
      </p:ext>
    </p:extLst>
  </p:cSld>
  <p:clrMapOvr>
    <a:masterClrMapping/>
  </p:clrMapOvr>
</p:sld>
</file>

<file path=ppt/slides/slide13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18088665"/>
      </p:ext>
    </p:extLst>
  </p:cSld>
  <p:clrMapOvr>
    <a:masterClrMapping/>
  </p:clrMapOvr>
</p:sld>
</file>

<file path=ppt/slides/slide13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9675212"/>
      </p:ext>
    </p:extLst>
  </p:cSld>
  <p:clrMapOvr>
    <a:masterClrMapping/>
  </p:clrMapOvr>
</p:sld>
</file>

<file path=ppt/slides/slide13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54221044"/>
      </p:ext>
    </p:extLst>
  </p:cSld>
  <p:clrMapOvr>
    <a:masterClrMapping/>
  </p:clrMapOvr>
</p:sld>
</file>

<file path=ppt/slides/slide13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4529555"/>
      </p:ext>
    </p:extLst>
  </p:cSld>
  <p:clrMapOvr>
    <a:masterClrMapping/>
  </p:clrMapOvr>
</p:sld>
</file>

<file path=ppt/slides/slide13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6668097"/>
      </p:ext>
    </p:extLst>
  </p:cSld>
  <p:clrMapOvr>
    <a:masterClrMapping/>
  </p:clrMapOvr>
</p:sld>
</file>

<file path=ppt/slides/slide13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61868121"/>
      </p:ext>
    </p:extLst>
  </p:cSld>
  <p:clrMapOvr>
    <a:masterClrMapping/>
  </p:clrMapOvr>
</p:sld>
</file>

<file path=ppt/slides/slide13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21736793"/>
      </p:ext>
    </p:extLst>
  </p:cSld>
  <p:clrMapOvr>
    <a:masterClrMapping/>
  </p:clrMapOvr>
</p:sld>
</file>

<file path=ppt/slides/slide13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9730356"/>
      </p:ext>
    </p:extLst>
  </p:cSld>
  <p:clrMapOvr>
    <a:masterClrMapping/>
  </p:clrMapOvr>
</p:sld>
</file>

<file path=ppt/slides/slide13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54165981"/>
      </p:ext>
    </p:extLst>
  </p:cSld>
  <p:clrMapOvr>
    <a:masterClrMapping/>
  </p:clrMapOvr>
</p:sld>
</file>

<file path=ppt/slides/slide13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15918820"/>
      </p:ext>
    </p:extLst>
  </p:cSld>
  <p:clrMapOvr>
    <a:masterClrMapping/>
  </p:clrMapOvr>
</p:sld>
</file>

<file path=ppt/slides/slide13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88958919"/>
      </p:ext>
    </p:extLst>
  </p:cSld>
  <p:clrMapOvr>
    <a:masterClrMapping/>
  </p:clrMapOvr>
</p:sld>
</file>

<file path=ppt/slides/slide13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48721844"/>
      </p:ext>
    </p:extLst>
  </p:cSld>
  <p:clrMapOvr>
    <a:masterClrMapping/>
  </p:clrMapOvr>
</p:sld>
</file>

<file path=ppt/slides/slide13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36916051"/>
      </p:ext>
    </p:extLst>
  </p:cSld>
  <p:clrMapOvr>
    <a:masterClrMapping/>
  </p:clrMapOvr>
</p:sld>
</file>

<file path=ppt/slides/slide13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65353473"/>
      </p:ext>
    </p:extLst>
  </p:cSld>
  <p:clrMapOvr>
    <a:masterClrMapping/>
  </p:clrMapOvr>
</p:sld>
</file>

<file path=ppt/slides/slide13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70326064"/>
      </p:ext>
    </p:extLst>
  </p:cSld>
  <p:clrMapOvr>
    <a:masterClrMapping/>
  </p:clrMapOvr>
</p:sld>
</file>

<file path=ppt/slides/slide13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91053735"/>
      </p:ext>
    </p:extLst>
  </p:cSld>
  <p:clrMapOvr>
    <a:masterClrMapping/>
  </p:clrMapOvr>
</p:sld>
</file>

<file path=ppt/slides/slide13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3813577"/>
      </p:ext>
    </p:extLst>
  </p:cSld>
  <p:clrMapOvr>
    <a:masterClrMapping/>
  </p:clrMapOvr>
</p:sld>
</file>

<file path=ppt/slides/slide13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69844848"/>
      </p:ext>
    </p:extLst>
  </p:cSld>
  <p:clrMapOvr>
    <a:masterClrMapping/>
  </p:clrMapOvr>
</p:sld>
</file>

<file path=ppt/slides/slide13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51350006"/>
      </p:ext>
    </p:extLst>
  </p:cSld>
  <p:clrMapOvr>
    <a:masterClrMapping/>
  </p:clrMapOvr>
</p:sld>
</file>

<file path=ppt/slides/slide13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93644288"/>
      </p:ext>
    </p:extLst>
  </p:cSld>
  <p:clrMapOvr>
    <a:masterClrMapping/>
  </p:clrMapOvr>
</p:sld>
</file>

<file path=ppt/slides/slide13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8367160"/>
      </p:ext>
    </p:extLst>
  </p:cSld>
  <p:clrMapOvr>
    <a:masterClrMapping/>
  </p:clrMapOvr>
</p:sld>
</file>

<file path=ppt/slides/slide13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327579"/>
      </p:ext>
    </p:extLst>
  </p:cSld>
  <p:clrMapOvr>
    <a:masterClrMapping/>
  </p:clrMapOvr>
</p:sld>
</file>

<file path=ppt/slides/slide13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69810127"/>
      </p:ext>
    </p:extLst>
  </p:cSld>
  <p:clrMapOvr>
    <a:masterClrMapping/>
  </p:clrMapOvr>
</p:sld>
</file>

<file path=ppt/slides/slide13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8833467"/>
      </p:ext>
    </p:extLst>
  </p:cSld>
  <p:clrMapOvr>
    <a:masterClrMapping/>
  </p:clrMapOvr>
</p:sld>
</file>

<file path=ppt/slides/slide13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59446105"/>
      </p:ext>
    </p:extLst>
  </p:cSld>
  <p:clrMapOvr>
    <a:masterClrMapping/>
  </p:clrMapOvr>
</p:sld>
</file>

<file path=ppt/slides/slide13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02788822"/>
      </p:ext>
    </p:extLst>
  </p:cSld>
  <p:clrMapOvr>
    <a:masterClrMapping/>
  </p:clrMapOvr>
</p:sld>
</file>

<file path=ppt/slides/slide13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70135412"/>
      </p:ext>
    </p:extLst>
  </p:cSld>
  <p:clrMapOvr>
    <a:masterClrMapping/>
  </p:clrMapOvr>
</p:sld>
</file>

<file path=ppt/slides/slide13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9355360"/>
      </p:ext>
    </p:extLst>
  </p:cSld>
  <p:clrMapOvr>
    <a:masterClrMapping/>
  </p:clrMapOvr>
</p:sld>
</file>

<file path=ppt/slides/slide13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58865395"/>
      </p:ext>
    </p:extLst>
  </p:cSld>
  <p:clrMapOvr>
    <a:masterClrMapping/>
  </p:clrMapOvr>
</p:sld>
</file>

<file path=ppt/slides/slide13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9833000"/>
      </p:ext>
    </p:extLst>
  </p:cSld>
  <p:clrMapOvr>
    <a:masterClrMapping/>
  </p:clrMapOvr>
</p:sld>
</file>

<file path=ppt/slides/slide13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44940850"/>
      </p:ext>
    </p:extLst>
  </p:cSld>
  <p:clrMapOvr>
    <a:masterClrMapping/>
  </p:clrMapOvr>
</p:sld>
</file>

<file path=ppt/slides/slide13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4098292"/>
      </p:ext>
    </p:extLst>
  </p:cSld>
  <p:clrMapOvr>
    <a:masterClrMapping/>
  </p:clrMapOvr>
</p:sld>
</file>

<file path=ppt/slides/slide13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8549591"/>
      </p:ext>
    </p:extLst>
  </p:cSld>
  <p:clrMapOvr>
    <a:masterClrMapping/>
  </p:clrMapOvr>
</p:sld>
</file>

<file path=ppt/slides/slide13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3968343"/>
      </p:ext>
    </p:extLst>
  </p:cSld>
  <p:clrMapOvr>
    <a:masterClrMapping/>
  </p:clrMapOvr>
</p:sld>
</file>

<file path=ppt/slides/slide13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9333218"/>
      </p:ext>
    </p:extLst>
  </p:cSld>
  <p:clrMapOvr>
    <a:masterClrMapping/>
  </p:clrMapOvr>
</p:sld>
</file>

<file path=ppt/slides/slide13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70930762"/>
      </p:ext>
    </p:extLst>
  </p:cSld>
  <p:clrMapOvr>
    <a:masterClrMapping/>
  </p:clrMapOvr>
</p:sld>
</file>

<file path=ppt/slides/slide13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2910117"/>
      </p:ext>
    </p:extLst>
  </p:cSld>
  <p:clrMapOvr>
    <a:masterClrMapping/>
  </p:clrMapOvr>
</p:sld>
</file>

<file path=ppt/slides/slide13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7651393"/>
      </p:ext>
    </p:extLst>
  </p:cSld>
  <p:clrMapOvr>
    <a:masterClrMapping/>
  </p:clrMapOvr>
</p:sld>
</file>

<file path=ppt/slides/slide13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11515189"/>
      </p:ext>
    </p:extLst>
  </p:cSld>
  <p:clrMapOvr>
    <a:masterClrMapping/>
  </p:clrMapOvr>
</p:sld>
</file>

<file path=ppt/slides/slide13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982529"/>
      </p:ext>
    </p:extLst>
  </p:cSld>
  <p:clrMapOvr>
    <a:masterClrMapping/>
  </p:clrMapOvr>
</p:sld>
</file>

<file path=ppt/slides/slide13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34113359"/>
      </p:ext>
    </p:extLst>
  </p:cSld>
  <p:clrMapOvr>
    <a:masterClrMapping/>
  </p:clrMapOvr>
</p:sld>
</file>

<file path=ppt/slides/slide13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36275612"/>
      </p:ext>
    </p:extLst>
  </p:cSld>
  <p:clrMapOvr>
    <a:masterClrMapping/>
  </p:clrMapOvr>
</p:sld>
</file>

<file path=ppt/slides/slide13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1713244"/>
      </p:ext>
    </p:extLst>
  </p:cSld>
  <p:clrMapOvr>
    <a:masterClrMapping/>
  </p:clrMapOvr>
</p:sld>
</file>

<file path=ppt/slides/slide13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6882896"/>
      </p:ext>
    </p:extLst>
  </p:cSld>
  <p:clrMapOvr>
    <a:masterClrMapping/>
  </p:clrMapOvr>
</p:sld>
</file>

<file path=ppt/slides/slide13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23688427"/>
      </p:ext>
    </p:extLst>
  </p:cSld>
  <p:clrMapOvr>
    <a:masterClrMapping/>
  </p:clrMapOvr>
</p:sld>
</file>

<file path=ppt/slides/slide13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1173296"/>
      </p:ext>
    </p:extLst>
  </p:cSld>
  <p:clrMapOvr>
    <a:masterClrMapping/>
  </p:clrMapOvr>
</p:sld>
</file>

<file path=ppt/slides/slide13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0770859"/>
      </p:ext>
    </p:extLst>
  </p:cSld>
  <p:clrMapOvr>
    <a:masterClrMapping/>
  </p:clrMapOvr>
</p:sld>
</file>

<file path=ppt/slides/slide13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26309761"/>
      </p:ext>
    </p:extLst>
  </p:cSld>
  <p:clrMapOvr>
    <a:masterClrMapping/>
  </p:clrMapOvr>
</p:sld>
</file>

<file path=ppt/slides/slide13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27388230"/>
      </p:ext>
    </p:extLst>
  </p:cSld>
  <p:clrMapOvr>
    <a:masterClrMapping/>
  </p:clrMapOvr>
</p:sld>
</file>

<file path=ppt/slides/slide13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2848253"/>
      </p:ext>
    </p:extLst>
  </p:cSld>
  <p:clrMapOvr>
    <a:masterClrMapping/>
  </p:clrMapOvr>
</p:sld>
</file>

<file path=ppt/slides/slide13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22237623"/>
      </p:ext>
    </p:extLst>
  </p:cSld>
  <p:clrMapOvr>
    <a:masterClrMapping/>
  </p:clrMapOvr>
</p:sld>
</file>

<file path=ppt/slides/slide13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39854445"/>
      </p:ext>
    </p:extLst>
  </p:cSld>
  <p:clrMapOvr>
    <a:masterClrMapping/>
  </p:clrMapOvr>
</p:sld>
</file>

<file path=ppt/slides/slide13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70641807"/>
      </p:ext>
    </p:extLst>
  </p:cSld>
  <p:clrMapOvr>
    <a:masterClrMapping/>
  </p:clrMapOvr>
</p:sld>
</file>

<file path=ppt/slides/slide13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02963677"/>
      </p:ext>
    </p:extLst>
  </p:cSld>
  <p:clrMapOvr>
    <a:masterClrMapping/>
  </p:clrMapOvr>
</p:sld>
</file>

<file path=ppt/slides/slide13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1946339"/>
      </p:ext>
    </p:extLst>
  </p:cSld>
  <p:clrMapOvr>
    <a:masterClrMapping/>
  </p:clrMapOvr>
</p:sld>
</file>

<file path=ppt/slides/slide13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2129471"/>
      </p:ext>
    </p:extLst>
  </p:cSld>
  <p:clrMapOvr>
    <a:masterClrMapping/>
  </p:clrMapOvr>
</p:sld>
</file>

<file path=ppt/slides/slide13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2983840"/>
      </p:ext>
    </p:extLst>
  </p:cSld>
  <p:clrMapOvr>
    <a:masterClrMapping/>
  </p:clrMapOvr>
</p:sld>
</file>

<file path=ppt/slides/slide13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3847628"/>
      </p:ext>
    </p:extLst>
  </p:cSld>
  <p:clrMapOvr>
    <a:masterClrMapping/>
  </p:clrMapOvr>
</p:sld>
</file>

<file path=ppt/slides/slide13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59280766"/>
      </p:ext>
    </p:extLst>
  </p:cSld>
  <p:clrMapOvr>
    <a:masterClrMapping/>
  </p:clrMapOvr>
</p:sld>
</file>

<file path=ppt/slides/slide13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48383739"/>
      </p:ext>
    </p:extLst>
  </p:cSld>
  <p:clrMapOvr>
    <a:masterClrMapping/>
  </p:clrMapOvr>
</p:sld>
</file>

<file path=ppt/slides/slide14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3729544"/>
      </p:ext>
    </p:extLst>
  </p:cSld>
  <p:clrMapOvr>
    <a:masterClrMapping/>
  </p:clrMapOvr>
</p:sld>
</file>

<file path=ppt/slides/slide14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09746275"/>
      </p:ext>
    </p:extLst>
  </p:cSld>
  <p:clrMapOvr>
    <a:masterClrMapping/>
  </p:clrMapOvr>
</p:sld>
</file>

<file path=ppt/slides/slide14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1061685"/>
      </p:ext>
    </p:extLst>
  </p:cSld>
  <p:clrMapOvr>
    <a:masterClrMapping/>
  </p:clrMapOvr>
</p:sld>
</file>

<file path=ppt/slides/slide14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06967464"/>
      </p:ext>
    </p:extLst>
  </p:cSld>
  <p:clrMapOvr>
    <a:masterClrMapping/>
  </p:clrMapOvr>
</p:sld>
</file>

<file path=ppt/slides/slide14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55130449"/>
      </p:ext>
    </p:extLst>
  </p:cSld>
  <p:clrMapOvr>
    <a:masterClrMapping/>
  </p:clrMapOvr>
</p:sld>
</file>

<file path=ppt/slides/slide14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1650507"/>
      </p:ext>
    </p:extLst>
  </p:cSld>
  <p:clrMapOvr>
    <a:masterClrMapping/>
  </p:clrMapOvr>
</p:sld>
</file>

<file path=ppt/slides/slide14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58579633"/>
      </p:ext>
    </p:extLst>
  </p:cSld>
  <p:clrMapOvr>
    <a:masterClrMapping/>
  </p:clrMapOvr>
</p:sld>
</file>

<file path=ppt/slides/slide14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83949467"/>
      </p:ext>
    </p:extLst>
  </p:cSld>
  <p:clrMapOvr>
    <a:masterClrMapping/>
  </p:clrMapOvr>
</p:sld>
</file>

<file path=ppt/slides/slide14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04036985"/>
      </p:ext>
    </p:extLst>
  </p:cSld>
  <p:clrMapOvr>
    <a:masterClrMapping/>
  </p:clrMapOvr>
</p:sld>
</file>

<file path=ppt/slides/slide14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25024313"/>
      </p:ext>
    </p:extLst>
  </p:cSld>
  <p:clrMapOvr>
    <a:masterClrMapping/>
  </p:clrMapOvr>
</p:sld>
</file>

<file path=ppt/slides/slide14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71849728"/>
      </p:ext>
    </p:extLst>
  </p:cSld>
  <p:clrMapOvr>
    <a:masterClrMapping/>
  </p:clrMapOvr>
</p:sld>
</file>

<file path=ppt/slides/slide14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4175210"/>
      </p:ext>
    </p:extLst>
  </p:cSld>
  <p:clrMapOvr>
    <a:masterClrMapping/>
  </p:clrMapOvr>
</p:sld>
</file>

<file path=ppt/slides/slide14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9466547"/>
      </p:ext>
    </p:extLst>
  </p:cSld>
  <p:clrMapOvr>
    <a:masterClrMapping/>
  </p:clrMapOvr>
</p:sld>
</file>

<file path=ppt/slides/slide14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4447716"/>
      </p:ext>
    </p:extLst>
  </p:cSld>
  <p:clrMapOvr>
    <a:masterClrMapping/>
  </p:clrMapOvr>
</p:sld>
</file>

<file path=ppt/slides/slide14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43209967"/>
      </p:ext>
    </p:extLst>
  </p:cSld>
  <p:clrMapOvr>
    <a:masterClrMapping/>
  </p:clrMapOvr>
</p:sld>
</file>

<file path=ppt/slides/slide14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62405458"/>
      </p:ext>
    </p:extLst>
  </p:cSld>
  <p:clrMapOvr>
    <a:masterClrMapping/>
  </p:clrMapOvr>
</p:sld>
</file>

<file path=ppt/slides/slide14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91947939"/>
      </p:ext>
    </p:extLst>
  </p:cSld>
  <p:clrMapOvr>
    <a:masterClrMapping/>
  </p:clrMapOvr>
</p:sld>
</file>

<file path=ppt/slides/slide14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43070930"/>
      </p:ext>
    </p:extLst>
  </p:cSld>
  <p:clrMapOvr>
    <a:masterClrMapping/>
  </p:clrMapOvr>
</p:sld>
</file>

<file path=ppt/slides/slide14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66552843"/>
      </p:ext>
    </p:extLst>
  </p:cSld>
  <p:clrMapOvr>
    <a:masterClrMapping/>
  </p:clrMapOvr>
</p:sld>
</file>

<file path=ppt/slides/slide14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40648273"/>
      </p:ext>
    </p:extLst>
  </p:cSld>
  <p:clrMapOvr>
    <a:masterClrMapping/>
  </p:clrMapOvr>
</p:sld>
</file>

<file path=ppt/slides/slide14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26207417"/>
      </p:ext>
    </p:extLst>
  </p:cSld>
  <p:clrMapOvr>
    <a:masterClrMapping/>
  </p:clrMapOvr>
</p:sld>
</file>

<file path=ppt/slides/slide14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91586424"/>
      </p:ext>
    </p:extLst>
  </p:cSld>
  <p:clrMapOvr>
    <a:masterClrMapping/>
  </p:clrMapOvr>
</p:sld>
</file>

<file path=ppt/slides/slide14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9879535"/>
      </p:ext>
    </p:extLst>
  </p:cSld>
  <p:clrMapOvr>
    <a:masterClrMapping/>
  </p:clrMapOvr>
</p:sld>
</file>

<file path=ppt/slides/slide14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01885467"/>
      </p:ext>
    </p:extLst>
  </p:cSld>
  <p:clrMapOvr>
    <a:masterClrMapping/>
  </p:clrMapOvr>
</p:sld>
</file>

<file path=ppt/slides/slide14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66008149"/>
      </p:ext>
    </p:extLst>
  </p:cSld>
  <p:clrMapOvr>
    <a:masterClrMapping/>
  </p:clrMapOvr>
</p:sld>
</file>

<file path=ppt/slides/slide14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28204946"/>
      </p:ext>
    </p:extLst>
  </p:cSld>
  <p:clrMapOvr>
    <a:masterClrMapping/>
  </p:clrMapOvr>
</p:sld>
</file>

<file path=ppt/slides/slide14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648281"/>
      </p:ext>
    </p:extLst>
  </p:cSld>
  <p:clrMapOvr>
    <a:masterClrMapping/>
  </p:clrMapOvr>
</p:sld>
</file>

<file path=ppt/slides/slide14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41995148"/>
      </p:ext>
    </p:extLst>
  </p:cSld>
  <p:clrMapOvr>
    <a:masterClrMapping/>
  </p:clrMapOvr>
</p:sld>
</file>

<file path=ppt/slides/slide14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6565183"/>
      </p:ext>
    </p:extLst>
  </p:cSld>
  <p:clrMapOvr>
    <a:masterClrMapping/>
  </p:clrMapOvr>
</p:sld>
</file>

<file path=ppt/slides/slide14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11512753"/>
      </p:ext>
    </p:extLst>
  </p:cSld>
  <p:clrMapOvr>
    <a:masterClrMapping/>
  </p:clrMapOvr>
</p:sld>
</file>

<file path=ppt/slides/slide14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88006078"/>
      </p:ext>
    </p:extLst>
  </p:cSld>
  <p:clrMapOvr>
    <a:masterClrMapping/>
  </p:clrMapOvr>
</p:sld>
</file>

<file path=ppt/slides/slide14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5500437"/>
      </p:ext>
    </p:extLst>
  </p:cSld>
  <p:clrMapOvr>
    <a:masterClrMapping/>
  </p:clrMapOvr>
</p:sld>
</file>

<file path=ppt/slides/slide14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4081502"/>
      </p:ext>
    </p:extLst>
  </p:cSld>
  <p:clrMapOvr>
    <a:masterClrMapping/>
  </p:clrMapOvr>
</p:sld>
</file>

<file path=ppt/slides/slide14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87603350"/>
      </p:ext>
    </p:extLst>
  </p:cSld>
  <p:clrMapOvr>
    <a:masterClrMapping/>
  </p:clrMapOvr>
</p:sld>
</file>

<file path=ppt/slides/slide14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37344867"/>
      </p:ext>
    </p:extLst>
  </p:cSld>
  <p:clrMapOvr>
    <a:masterClrMapping/>
  </p:clrMapOvr>
</p:sld>
</file>

<file path=ppt/slides/slide14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2953221"/>
      </p:ext>
    </p:extLst>
  </p:cSld>
  <p:clrMapOvr>
    <a:masterClrMapping/>
  </p:clrMapOvr>
</p:sld>
</file>

<file path=ppt/slides/slide14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8190289"/>
      </p:ext>
    </p:extLst>
  </p:cSld>
  <p:clrMapOvr>
    <a:masterClrMapping/>
  </p:clrMapOvr>
</p:sld>
</file>

<file path=ppt/slides/slide14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8361039"/>
      </p:ext>
    </p:extLst>
  </p:cSld>
  <p:clrMapOvr>
    <a:masterClrMapping/>
  </p:clrMapOvr>
</p:sld>
</file>

<file path=ppt/slides/slide14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5961022"/>
      </p:ext>
    </p:extLst>
  </p:cSld>
  <p:clrMapOvr>
    <a:masterClrMapping/>
  </p:clrMapOvr>
</p:sld>
</file>

<file path=ppt/slides/slide14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1346975"/>
      </p:ext>
    </p:extLst>
  </p:cSld>
  <p:clrMapOvr>
    <a:masterClrMapping/>
  </p:clrMapOvr>
</p:sld>
</file>

<file path=ppt/slides/slide14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3262215"/>
      </p:ext>
    </p:extLst>
  </p:cSld>
  <p:clrMapOvr>
    <a:masterClrMapping/>
  </p:clrMapOvr>
</p:sld>
</file>

<file path=ppt/slides/slide14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1614446"/>
      </p:ext>
    </p:extLst>
  </p:cSld>
  <p:clrMapOvr>
    <a:masterClrMapping/>
  </p:clrMapOvr>
</p:sld>
</file>

<file path=ppt/slides/slide14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16157184"/>
      </p:ext>
    </p:extLst>
  </p:cSld>
  <p:clrMapOvr>
    <a:masterClrMapping/>
  </p:clrMapOvr>
</p:sld>
</file>

<file path=ppt/slides/slide14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9043470"/>
      </p:ext>
    </p:extLst>
  </p:cSld>
  <p:clrMapOvr>
    <a:masterClrMapping/>
  </p:clrMapOvr>
</p:sld>
</file>

<file path=ppt/slides/slide14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0013644"/>
      </p:ext>
    </p:extLst>
  </p:cSld>
  <p:clrMapOvr>
    <a:masterClrMapping/>
  </p:clrMapOvr>
</p:sld>
</file>

<file path=ppt/slides/slide14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5936795"/>
      </p:ext>
    </p:extLst>
  </p:cSld>
  <p:clrMapOvr>
    <a:masterClrMapping/>
  </p:clrMapOvr>
</p:sld>
</file>

<file path=ppt/slides/slide14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53796427"/>
      </p:ext>
    </p:extLst>
  </p:cSld>
  <p:clrMapOvr>
    <a:masterClrMapping/>
  </p:clrMapOvr>
</p:sld>
</file>

<file path=ppt/slides/slide14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29071867"/>
      </p:ext>
    </p:extLst>
  </p:cSld>
  <p:clrMapOvr>
    <a:masterClrMapping/>
  </p:clrMapOvr>
</p:sld>
</file>

<file path=ppt/slides/slide14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90128427"/>
      </p:ext>
    </p:extLst>
  </p:cSld>
  <p:clrMapOvr>
    <a:masterClrMapping/>
  </p:clrMapOvr>
</p:sld>
</file>

<file path=ppt/slides/slide14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44606360"/>
      </p:ext>
    </p:extLst>
  </p:cSld>
  <p:clrMapOvr>
    <a:masterClrMapping/>
  </p:clrMapOvr>
</p:sld>
</file>

<file path=ppt/slides/slide14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4776891"/>
      </p:ext>
    </p:extLst>
  </p:cSld>
  <p:clrMapOvr>
    <a:masterClrMapping/>
  </p:clrMapOvr>
</p:sld>
</file>

<file path=ppt/slides/slide14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79520859"/>
      </p:ext>
    </p:extLst>
  </p:cSld>
  <p:clrMapOvr>
    <a:masterClrMapping/>
  </p:clrMapOvr>
</p:sld>
</file>

<file path=ppt/slides/slide14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52270588"/>
      </p:ext>
    </p:extLst>
  </p:cSld>
  <p:clrMapOvr>
    <a:masterClrMapping/>
  </p:clrMapOvr>
</p:sld>
</file>

<file path=ppt/slides/slide14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9124830"/>
      </p:ext>
    </p:extLst>
  </p:cSld>
  <p:clrMapOvr>
    <a:masterClrMapping/>
  </p:clrMapOvr>
</p:sld>
</file>

<file path=ppt/slides/slide14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1570717"/>
      </p:ext>
    </p:extLst>
  </p:cSld>
  <p:clrMapOvr>
    <a:masterClrMapping/>
  </p:clrMapOvr>
</p:sld>
</file>

<file path=ppt/slides/slide14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52165212"/>
      </p:ext>
    </p:extLst>
  </p:cSld>
  <p:clrMapOvr>
    <a:masterClrMapping/>
  </p:clrMapOvr>
</p:sld>
</file>

<file path=ppt/slides/slide14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4736312"/>
      </p:ext>
    </p:extLst>
  </p:cSld>
  <p:clrMapOvr>
    <a:masterClrMapping/>
  </p:clrMapOvr>
</p:sld>
</file>

<file path=ppt/slides/slide14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05350815"/>
      </p:ext>
    </p:extLst>
  </p:cSld>
  <p:clrMapOvr>
    <a:masterClrMapping/>
  </p:clrMapOvr>
</p:sld>
</file>

<file path=ppt/slides/slide14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40034576"/>
      </p:ext>
    </p:extLst>
  </p:cSld>
  <p:clrMapOvr>
    <a:masterClrMapping/>
  </p:clrMapOvr>
</p:sld>
</file>

<file path=ppt/slides/slide14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17707919"/>
      </p:ext>
    </p:extLst>
  </p:cSld>
  <p:clrMapOvr>
    <a:masterClrMapping/>
  </p:clrMapOvr>
</p:sld>
</file>

<file path=ppt/slides/slide14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50012837"/>
      </p:ext>
    </p:extLst>
  </p:cSld>
  <p:clrMapOvr>
    <a:masterClrMapping/>
  </p:clrMapOvr>
</p:sld>
</file>

<file path=ppt/slides/slide14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87332863"/>
      </p:ext>
    </p:extLst>
  </p:cSld>
  <p:clrMapOvr>
    <a:masterClrMapping/>
  </p:clrMapOvr>
</p:sld>
</file>

<file path=ppt/slides/slide14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96846240"/>
      </p:ext>
    </p:extLst>
  </p:cSld>
  <p:clrMapOvr>
    <a:masterClrMapping/>
  </p:clrMapOvr>
</p:sld>
</file>

<file path=ppt/slides/slide14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00903081"/>
      </p:ext>
    </p:extLst>
  </p:cSld>
  <p:clrMapOvr>
    <a:masterClrMapping/>
  </p:clrMapOvr>
</p:sld>
</file>

<file path=ppt/slides/slide14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22097948"/>
      </p:ext>
    </p:extLst>
  </p:cSld>
  <p:clrMapOvr>
    <a:masterClrMapping/>
  </p:clrMapOvr>
</p:sld>
</file>

<file path=ppt/slides/slide14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59201514"/>
      </p:ext>
    </p:extLst>
  </p:cSld>
  <p:clrMapOvr>
    <a:masterClrMapping/>
  </p:clrMapOvr>
</p:sld>
</file>

<file path=ppt/slides/slide14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05346033"/>
      </p:ext>
    </p:extLst>
  </p:cSld>
  <p:clrMapOvr>
    <a:masterClrMapping/>
  </p:clrMapOvr>
</p:sld>
</file>

<file path=ppt/slides/slide14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98929031"/>
      </p:ext>
    </p:extLst>
  </p:cSld>
  <p:clrMapOvr>
    <a:masterClrMapping/>
  </p:clrMapOvr>
</p:sld>
</file>

<file path=ppt/slides/slide14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2890591"/>
      </p:ext>
    </p:extLst>
  </p:cSld>
  <p:clrMapOvr>
    <a:masterClrMapping/>
  </p:clrMapOvr>
</p:sld>
</file>

<file path=ppt/slides/slide14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833269"/>
      </p:ext>
    </p:extLst>
  </p:cSld>
  <p:clrMapOvr>
    <a:masterClrMapping/>
  </p:clrMapOvr>
</p:sld>
</file>

<file path=ppt/slides/slide14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97088560"/>
      </p:ext>
    </p:extLst>
  </p:cSld>
  <p:clrMapOvr>
    <a:masterClrMapping/>
  </p:clrMapOvr>
</p:sld>
</file>

<file path=ppt/slides/slide14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64772722"/>
      </p:ext>
    </p:extLst>
  </p:cSld>
  <p:clrMapOvr>
    <a:masterClrMapping/>
  </p:clrMapOvr>
</p:sld>
</file>

<file path=ppt/slides/slide14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32090523"/>
      </p:ext>
    </p:extLst>
  </p:cSld>
  <p:clrMapOvr>
    <a:masterClrMapping/>
  </p:clrMapOvr>
</p:sld>
</file>

<file path=ppt/slides/slide14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05815083"/>
      </p:ext>
    </p:extLst>
  </p:cSld>
  <p:clrMapOvr>
    <a:masterClrMapping/>
  </p:clrMapOvr>
</p:sld>
</file>

<file path=ppt/slides/slide14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99963698"/>
      </p:ext>
    </p:extLst>
  </p:cSld>
  <p:clrMapOvr>
    <a:masterClrMapping/>
  </p:clrMapOvr>
</p:sld>
</file>

<file path=ppt/slides/slide14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3065072"/>
      </p:ext>
    </p:extLst>
  </p:cSld>
  <p:clrMapOvr>
    <a:masterClrMapping/>
  </p:clrMapOvr>
</p:sld>
</file>

<file path=ppt/slides/slide14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79128568"/>
      </p:ext>
    </p:extLst>
  </p:cSld>
  <p:clrMapOvr>
    <a:masterClrMapping/>
  </p:clrMapOvr>
</p:sld>
</file>

<file path=ppt/slides/slide14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05885538"/>
      </p:ext>
    </p:extLst>
  </p:cSld>
  <p:clrMapOvr>
    <a:masterClrMapping/>
  </p:clrMapOvr>
</p:sld>
</file>

<file path=ppt/slides/slide14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59907785"/>
      </p:ext>
    </p:extLst>
  </p:cSld>
  <p:clrMapOvr>
    <a:masterClrMapping/>
  </p:clrMapOvr>
</p:sld>
</file>

<file path=ppt/slides/slide14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77442983"/>
      </p:ext>
    </p:extLst>
  </p:cSld>
  <p:clrMapOvr>
    <a:masterClrMapping/>
  </p:clrMapOvr>
</p:sld>
</file>

<file path=ppt/slides/slide14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15219584"/>
      </p:ext>
    </p:extLst>
  </p:cSld>
  <p:clrMapOvr>
    <a:masterClrMapping/>
  </p:clrMapOvr>
</p:sld>
</file>

<file path=ppt/slides/slide14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39007520"/>
      </p:ext>
    </p:extLst>
  </p:cSld>
  <p:clrMapOvr>
    <a:masterClrMapping/>
  </p:clrMapOvr>
</p:sld>
</file>

<file path=ppt/slides/slide14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27065921"/>
      </p:ext>
    </p:extLst>
  </p:cSld>
  <p:clrMapOvr>
    <a:masterClrMapping/>
  </p:clrMapOvr>
</p:sld>
</file>

<file path=ppt/slides/slide14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779703"/>
      </p:ext>
    </p:extLst>
  </p:cSld>
  <p:clrMapOvr>
    <a:masterClrMapping/>
  </p:clrMapOvr>
</p:sld>
</file>

<file path=ppt/slides/slide14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28376366"/>
      </p:ext>
    </p:extLst>
  </p:cSld>
  <p:clrMapOvr>
    <a:masterClrMapping/>
  </p:clrMapOvr>
</p:sld>
</file>

<file path=ppt/slides/slide14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52599751"/>
      </p:ext>
    </p:extLst>
  </p:cSld>
  <p:clrMapOvr>
    <a:masterClrMapping/>
  </p:clrMapOvr>
</p:sld>
</file>

<file path=ppt/slides/slide14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5089272"/>
      </p:ext>
    </p:extLst>
  </p:cSld>
  <p:clrMapOvr>
    <a:masterClrMapping/>
  </p:clrMapOvr>
</p:sld>
</file>

<file path=ppt/slides/slide14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8254778"/>
      </p:ext>
    </p:extLst>
  </p:cSld>
  <p:clrMapOvr>
    <a:masterClrMapping/>
  </p:clrMapOvr>
</p:sld>
</file>

<file path=ppt/slides/slide14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80373643"/>
      </p:ext>
    </p:extLst>
  </p:cSld>
  <p:clrMapOvr>
    <a:masterClrMapping/>
  </p:clrMapOvr>
</p:sld>
</file>

<file path=ppt/slides/slide14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1563189"/>
      </p:ext>
    </p:extLst>
  </p:cSld>
  <p:clrMapOvr>
    <a:masterClrMapping/>
  </p:clrMapOvr>
</p:sld>
</file>

<file path=ppt/slides/slide14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18905664"/>
      </p:ext>
    </p:extLst>
  </p:cSld>
  <p:clrMapOvr>
    <a:masterClrMapping/>
  </p:clrMapOvr>
</p:sld>
</file>

<file path=ppt/slides/slide14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919020"/>
      </p:ext>
    </p:extLst>
  </p:cSld>
  <p:clrMapOvr>
    <a:masterClrMapping/>
  </p:clrMapOvr>
</p:sld>
</file>

<file path=ppt/slides/slide14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61108234"/>
      </p:ext>
    </p:extLst>
  </p:cSld>
  <p:clrMapOvr>
    <a:masterClrMapping/>
  </p:clrMapOvr>
</p:sld>
</file>

<file path=ppt/slides/slide14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56068397"/>
      </p:ext>
    </p:extLst>
  </p:cSld>
  <p:clrMapOvr>
    <a:masterClrMapping/>
  </p:clrMapOvr>
</p:sld>
</file>

<file path=ppt/slides/slide14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3391588"/>
      </p:ext>
    </p:extLst>
  </p:cSld>
  <p:clrMapOvr>
    <a:masterClrMapping/>
  </p:clrMapOvr>
</p:sld>
</file>

<file path=ppt/slides/slide14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03166918"/>
      </p:ext>
    </p:extLst>
  </p:cSld>
  <p:clrMapOvr>
    <a:masterClrMapping/>
  </p:clrMapOvr>
</p:sld>
</file>

<file path=ppt/slides/slide14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15080237"/>
      </p:ext>
    </p:extLst>
  </p:cSld>
  <p:clrMapOvr>
    <a:masterClrMapping/>
  </p:clrMapOvr>
</p:sld>
</file>

<file path=ppt/slides/slide14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14581837"/>
      </p:ext>
    </p:extLst>
  </p:cSld>
  <p:clrMapOvr>
    <a:masterClrMapping/>
  </p:clrMapOvr>
</p:sld>
</file>

<file path=ppt/slides/slide14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86939117"/>
      </p:ext>
    </p:extLst>
  </p:cSld>
  <p:clrMapOvr>
    <a:masterClrMapping/>
  </p:clrMapOvr>
</p:sld>
</file>

<file path=ppt/slides/slide14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1800832"/>
      </p:ext>
    </p:extLst>
  </p:cSld>
  <p:clrMapOvr>
    <a:masterClrMapping/>
  </p:clrMapOvr>
</p:sld>
</file>

<file path=ppt/slides/slide15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34248012"/>
      </p:ext>
    </p:extLst>
  </p:cSld>
  <p:clrMapOvr>
    <a:masterClrMapping/>
  </p:clrMapOvr>
</p:sld>
</file>

<file path=ppt/slides/slide15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03901069"/>
      </p:ext>
    </p:extLst>
  </p:cSld>
  <p:clrMapOvr>
    <a:masterClrMapping/>
  </p:clrMapOvr>
</p:sld>
</file>

<file path=ppt/slides/slide15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73361654"/>
      </p:ext>
    </p:extLst>
  </p:cSld>
  <p:clrMapOvr>
    <a:masterClrMapping/>
  </p:clrMapOvr>
</p:sld>
</file>

<file path=ppt/slides/slide15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0329977"/>
      </p:ext>
    </p:extLst>
  </p:cSld>
  <p:clrMapOvr>
    <a:masterClrMapping/>
  </p:clrMapOvr>
</p:sld>
</file>

<file path=ppt/slides/slide15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91407583"/>
      </p:ext>
    </p:extLst>
  </p:cSld>
  <p:clrMapOvr>
    <a:masterClrMapping/>
  </p:clrMapOvr>
</p:sld>
</file>

<file path=ppt/slides/slide15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60567230"/>
      </p:ext>
    </p:extLst>
  </p:cSld>
  <p:clrMapOvr>
    <a:masterClrMapping/>
  </p:clrMapOvr>
</p:sld>
</file>

<file path=ppt/slides/slide15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89474566"/>
      </p:ext>
    </p:extLst>
  </p:cSld>
  <p:clrMapOvr>
    <a:masterClrMapping/>
  </p:clrMapOvr>
</p:sld>
</file>

<file path=ppt/slides/slide15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63564153"/>
      </p:ext>
    </p:extLst>
  </p:cSld>
  <p:clrMapOvr>
    <a:masterClrMapping/>
  </p:clrMapOvr>
</p:sld>
</file>

<file path=ppt/slides/slide15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94697965"/>
      </p:ext>
    </p:extLst>
  </p:cSld>
  <p:clrMapOvr>
    <a:masterClrMapping/>
  </p:clrMapOvr>
</p:sld>
</file>

<file path=ppt/slides/slide15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2239969"/>
      </p:ext>
    </p:extLst>
  </p:cSld>
  <p:clrMapOvr>
    <a:masterClrMapping/>
  </p:clrMapOvr>
</p:sld>
</file>

<file path=ppt/slides/slide15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98804265"/>
      </p:ext>
    </p:extLst>
  </p:cSld>
  <p:clrMapOvr>
    <a:masterClrMapping/>
  </p:clrMapOvr>
</p:sld>
</file>

<file path=ppt/slides/slide15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68310536"/>
      </p:ext>
    </p:extLst>
  </p:cSld>
  <p:clrMapOvr>
    <a:masterClrMapping/>
  </p:clrMapOvr>
</p:sld>
</file>

<file path=ppt/slides/slide15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53855688"/>
      </p:ext>
    </p:extLst>
  </p:cSld>
  <p:clrMapOvr>
    <a:masterClrMapping/>
  </p:clrMapOvr>
</p:sld>
</file>

<file path=ppt/slides/slide15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87241579"/>
      </p:ext>
    </p:extLst>
  </p:cSld>
  <p:clrMapOvr>
    <a:masterClrMapping/>
  </p:clrMapOvr>
</p:sld>
</file>

<file path=ppt/slides/slide15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67427463"/>
      </p:ext>
    </p:extLst>
  </p:cSld>
  <p:clrMapOvr>
    <a:masterClrMapping/>
  </p:clrMapOvr>
</p:sld>
</file>

<file path=ppt/slides/slide15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68379969"/>
      </p:ext>
    </p:extLst>
  </p:cSld>
  <p:clrMapOvr>
    <a:masterClrMapping/>
  </p:clrMapOvr>
</p:sld>
</file>

<file path=ppt/slides/slide15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00585975"/>
      </p:ext>
    </p:extLst>
  </p:cSld>
  <p:clrMapOvr>
    <a:masterClrMapping/>
  </p:clrMapOvr>
</p:sld>
</file>

<file path=ppt/slides/slide15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79353180"/>
      </p:ext>
    </p:extLst>
  </p:cSld>
  <p:clrMapOvr>
    <a:masterClrMapping/>
  </p:clrMapOvr>
</p:sld>
</file>

<file path=ppt/slides/slide15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0043226"/>
      </p:ext>
    </p:extLst>
  </p:cSld>
  <p:clrMapOvr>
    <a:masterClrMapping/>
  </p:clrMapOvr>
</p:sld>
</file>

<file path=ppt/slides/slide15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0043115"/>
      </p:ext>
    </p:extLst>
  </p:cSld>
  <p:clrMapOvr>
    <a:masterClrMapping/>
  </p:clrMapOvr>
</p:sld>
</file>

<file path=ppt/slides/slide15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09686493"/>
      </p:ext>
    </p:extLst>
  </p:cSld>
  <p:clrMapOvr>
    <a:masterClrMapping/>
  </p:clrMapOvr>
</p:sld>
</file>

<file path=ppt/slides/slide15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3390689"/>
      </p:ext>
    </p:extLst>
  </p:cSld>
  <p:clrMapOvr>
    <a:masterClrMapping/>
  </p:clrMapOvr>
</p:sld>
</file>

<file path=ppt/slides/slide15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161960"/>
      </p:ext>
    </p:extLst>
  </p:cSld>
  <p:clrMapOvr>
    <a:masterClrMapping/>
  </p:clrMapOvr>
</p:sld>
</file>

<file path=ppt/slides/slide15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99616735"/>
      </p:ext>
    </p:extLst>
  </p:cSld>
  <p:clrMapOvr>
    <a:masterClrMapping/>
  </p:clrMapOvr>
</p:sld>
</file>

<file path=ppt/slides/slide15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6695122"/>
      </p:ext>
    </p:extLst>
  </p:cSld>
  <p:clrMapOvr>
    <a:masterClrMapping/>
  </p:clrMapOvr>
</p:sld>
</file>

<file path=ppt/slides/slide15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94837011"/>
      </p:ext>
    </p:extLst>
  </p:cSld>
  <p:clrMapOvr>
    <a:masterClrMapping/>
  </p:clrMapOvr>
</p:sld>
</file>

<file path=ppt/slides/slide15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7560407"/>
      </p:ext>
    </p:extLst>
  </p:cSld>
  <p:clrMapOvr>
    <a:masterClrMapping/>
  </p:clrMapOvr>
</p:sld>
</file>

<file path=ppt/slides/slide15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51066533"/>
      </p:ext>
    </p:extLst>
  </p:cSld>
  <p:clrMapOvr>
    <a:masterClrMapping/>
  </p:clrMapOvr>
</p:sld>
</file>

<file path=ppt/slides/slide15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83600540"/>
      </p:ext>
    </p:extLst>
  </p:cSld>
  <p:clrMapOvr>
    <a:masterClrMapping/>
  </p:clrMapOvr>
</p:sld>
</file>

<file path=ppt/slides/slide15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58246587"/>
      </p:ext>
    </p:extLst>
  </p:cSld>
  <p:clrMapOvr>
    <a:masterClrMapping/>
  </p:clrMapOvr>
</p:sld>
</file>

<file path=ppt/slides/slide15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00081550"/>
      </p:ext>
    </p:extLst>
  </p:cSld>
  <p:clrMapOvr>
    <a:masterClrMapping/>
  </p:clrMapOvr>
</p:sld>
</file>

<file path=ppt/slides/slide15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7494003"/>
      </p:ext>
    </p:extLst>
  </p:cSld>
  <p:clrMapOvr>
    <a:masterClrMapping/>
  </p:clrMapOvr>
</p:sld>
</file>

<file path=ppt/slides/slide15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6528139"/>
      </p:ext>
    </p:extLst>
  </p:cSld>
  <p:clrMapOvr>
    <a:masterClrMapping/>
  </p:clrMapOvr>
</p:sld>
</file>

<file path=ppt/slides/slide15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33342641"/>
      </p:ext>
    </p:extLst>
  </p:cSld>
  <p:clrMapOvr>
    <a:masterClrMapping/>
  </p:clrMapOvr>
</p:sld>
</file>

<file path=ppt/slides/slide15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34705856"/>
      </p:ext>
    </p:extLst>
  </p:cSld>
  <p:clrMapOvr>
    <a:masterClrMapping/>
  </p:clrMapOvr>
</p:sld>
</file>

<file path=ppt/slides/slide15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29206483"/>
      </p:ext>
    </p:extLst>
  </p:cSld>
  <p:clrMapOvr>
    <a:masterClrMapping/>
  </p:clrMapOvr>
</p:sld>
</file>

<file path=ppt/slides/slide15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81430975"/>
      </p:ext>
    </p:extLst>
  </p:cSld>
  <p:clrMapOvr>
    <a:masterClrMapping/>
  </p:clrMapOvr>
</p:sld>
</file>

<file path=ppt/slides/slide15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0237800"/>
      </p:ext>
    </p:extLst>
  </p:cSld>
  <p:clrMapOvr>
    <a:masterClrMapping/>
  </p:clrMapOvr>
</p:sld>
</file>

<file path=ppt/slides/slide15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75477460"/>
      </p:ext>
    </p:extLst>
  </p:cSld>
  <p:clrMapOvr>
    <a:masterClrMapping/>
  </p:clrMapOvr>
</p:sld>
</file>

<file path=ppt/slides/slide15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75545387"/>
      </p:ext>
    </p:extLst>
  </p:cSld>
  <p:clrMapOvr>
    <a:masterClrMapping/>
  </p:clrMapOvr>
</p:sld>
</file>

<file path=ppt/slides/slide15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20058820"/>
      </p:ext>
    </p:extLst>
  </p:cSld>
  <p:clrMapOvr>
    <a:masterClrMapping/>
  </p:clrMapOvr>
</p:sld>
</file>

<file path=ppt/slides/slide15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2525343"/>
      </p:ext>
    </p:extLst>
  </p:cSld>
  <p:clrMapOvr>
    <a:masterClrMapping/>
  </p:clrMapOvr>
</p:sld>
</file>

<file path=ppt/slides/slide15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30368916"/>
      </p:ext>
    </p:extLst>
  </p:cSld>
  <p:clrMapOvr>
    <a:masterClrMapping/>
  </p:clrMapOvr>
</p:sld>
</file>

<file path=ppt/slides/slide15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57236142"/>
      </p:ext>
    </p:extLst>
  </p:cSld>
  <p:clrMapOvr>
    <a:masterClrMapping/>
  </p:clrMapOvr>
</p:sld>
</file>

<file path=ppt/slides/slide15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63904062"/>
      </p:ext>
    </p:extLst>
  </p:cSld>
  <p:clrMapOvr>
    <a:masterClrMapping/>
  </p:clrMapOvr>
</p:sld>
</file>

<file path=ppt/slides/slide15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61047214"/>
      </p:ext>
    </p:extLst>
  </p:cSld>
  <p:clrMapOvr>
    <a:masterClrMapping/>
  </p:clrMapOvr>
</p:sld>
</file>

<file path=ppt/slides/slide15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19276906"/>
      </p:ext>
    </p:extLst>
  </p:cSld>
  <p:clrMapOvr>
    <a:masterClrMapping/>
  </p:clrMapOvr>
</p:sld>
</file>

<file path=ppt/slides/slide15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47424145"/>
      </p:ext>
    </p:extLst>
  </p:cSld>
  <p:clrMapOvr>
    <a:masterClrMapping/>
  </p:clrMapOvr>
</p:sld>
</file>

<file path=ppt/slides/slide15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00374396"/>
      </p:ext>
    </p:extLst>
  </p:cSld>
  <p:clrMapOvr>
    <a:masterClrMapping/>
  </p:clrMapOvr>
</p:sld>
</file>

<file path=ppt/slides/slide15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53255592"/>
      </p:ext>
    </p:extLst>
  </p:cSld>
  <p:clrMapOvr>
    <a:masterClrMapping/>
  </p:clrMapOvr>
</p:sld>
</file>

<file path=ppt/slides/slide15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92327069"/>
      </p:ext>
    </p:extLst>
  </p:cSld>
  <p:clrMapOvr>
    <a:masterClrMapping/>
  </p:clrMapOvr>
</p:sld>
</file>

<file path=ppt/slides/slide15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99525267"/>
      </p:ext>
    </p:extLst>
  </p:cSld>
  <p:clrMapOvr>
    <a:masterClrMapping/>
  </p:clrMapOvr>
</p:sld>
</file>

<file path=ppt/slides/slide15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00847106"/>
      </p:ext>
    </p:extLst>
  </p:cSld>
  <p:clrMapOvr>
    <a:masterClrMapping/>
  </p:clrMapOvr>
</p:sld>
</file>

<file path=ppt/slides/slide15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86873258"/>
      </p:ext>
    </p:extLst>
  </p:cSld>
  <p:clrMapOvr>
    <a:masterClrMapping/>
  </p:clrMapOvr>
</p:sld>
</file>

<file path=ppt/slides/slide15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1563682"/>
      </p:ext>
    </p:extLst>
  </p:cSld>
  <p:clrMapOvr>
    <a:masterClrMapping/>
  </p:clrMapOvr>
</p:sld>
</file>

<file path=ppt/slides/slide15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45419249"/>
      </p:ext>
    </p:extLst>
  </p:cSld>
  <p:clrMapOvr>
    <a:masterClrMapping/>
  </p:clrMapOvr>
</p:sld>
</file>

<file path=ppt/slides/slide15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36644916"/>
      </p:ext>
    </p:extLst>
  </p:cSld>
  <p:clrMapOvr>
    <a:masterClrMapping/>
  </p:clrMapOvr>
</p:sld>
</file>

<file path=ppt/slides/slide15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4484182"/>
      </p:ext>
    </p:extLst>
  </p:cSld>
  <p:clrMapOvr>
    <a:masterClrMapping/>
  </p:clrMapOvr>
</p:sld>
</file>

<file path=ppt/slides/slide15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08661028"/>
      </p:ext>
    </p:extLst>
  </p:cSld>
  <p:clrMapOvr>
    <a:masterClrMapping/>
  </p:clrMapOvr>
</p:sld>
</file>

<file path=ppt/slides/slide15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09289903"/>
      </p:ext>
    </p:extLst>
  </p:cSld>
  <p:clrMapOvr>
    <a:masterClrMapping/>
  </p:clrMapOvr>
</p:sld>
</file>

<file path=ppt/slides/slide15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91597366"/>
      </p:ext>
    </p:extLst>
  </p:cSld>
  <p:clrMapOvr>
    <a:masterClrMapping/>
  </p:clrMapOvr>
</p:sld>
</file>

<file path=ppt/slides/slide15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74789940"/>
      </p:ext>
    </p:extLst>
  </p:cSld>
  <p:clrMapOvr>
    <a:masterClrMapping/>
  </p:clrMapOvr>
</p:sld>
</file>

<file path=ppt/slides/slide15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9605647"/>
      </p:ext>
    </p:extLst>
  </p:cSld>
  <p:clrMapOvr>
    <a:masterClrMapping/>
  </p:clrMapOvr>
</p:sld>
</file>

<file path=ppt/slides/slide15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91495107"/>
      </p:ext>
    </p:extLst>
  </p:cSld>
  <p:clrMapOvr>
    <a:masterClrMapping/>
  </p:clrMapOvr>
</p:sld>
</file>

<file path=ppt/slides/slide15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2801421"/>
      </p:ext>
    </p:extLst>
  </p:cSld>
  <p:clrMapOvr>
    <a:masterClrMapping/>
  </p:clrMapOvr>
</p:sld>
</file>

<file path=ppt/slides/slide15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28052011"/>
      </p:ext>
    </p:extLst>
  </p:cSld>
  <p:clrMapOvr>
    <a:masterClrMapping/>
  </p:clrMapOvr>
</p:sld>
</file>

<file path=ppt/slides/slide15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87846910"/>
      </p:ext>
    </p:extLst>
  </p:cSld>
  <p:clrMapOvr>
    <a:masterClrMapping/>
  </p:clrMapOvr>
</p:sld>
</file>

<file path=ppt/slides/slide15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50369517"/>
      </p:ext>
    </p:extLst>
  </p:cSld>
  <p:clrMapOvr>
    <a:masterClrMapping/>
  </p:clrMapOvr>
</p:sld>
</file>

<file path=ppt/slides/slide15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80334638"/>
      </p:ext>
    </p:extLst>
  </p:cSld>
  <p:clrMapOvr>
    <a:masterClrMapping/>
  </p:clrMapOvr>
</p:sld>
</file>

<file path=ppt/slides/slide15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77693850"/>
      </p:ext>
    </p:extLst>
  </p:cSld>
  <p:clrMapOvr>
    <a:masterClrMapping/>
  </p:clrMapOvr>
</p:sld>
</file>

<file path=ppt/slides/slide15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03678317"/>
      </p:ext>
    </p:extLst>
  </p:cSld>
  <p:clrMapOvr>
    <a:masterClrMapping/>
  </p:clrMapOvr>
</p:sld>
</file>

<file path=ppt/slides/slide15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0107246"/>
      </p:ext>
    </p:extLst>
  </p:cSld>
  <p:clrMapOvr>
    <a:masterClrMapping/>
  </p:clrMapOvr>
</p:sld>
</file>

<file path=ppt/slides/slide15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74725871"/>
      </p:ext>
    </p:extLst>
  </p:cSld>
  <p:clrMapOvr>
    <a:masterClrMapping/>
  </p:clrMapOvr>
</p:sld>
</file>

<file path=ppt/slides/slide15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60734562"/>
      </p:ext>
    </p:extLst>
  </p:cSld>
  <p:clrMapOvr>
    <a:masterClrMapping/>
  </p:clrMapOvr>
</p:sld>
</file>

<file path=ppt/slides/slide15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12945814"/>
      </p:ext>
    </p:extLst>
  </p:cSld>
  <p:clrMapOvr>
    <a:masterClrMapping/>
  </p:clrMapOvr>
</p:sld>
</file>

<file path=ppt/slides/slide15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45936006"/>
      </p:ext>
    </p:extLst>
  </p:cSld>
  <p:clrMapOvr>
    <a:masterClrMapping/>
  </p:clrMapOvr>
</p:sld>
</file>

<file path=ppt/slides/slide15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3167246"/>
      </p:ext>
    </p:extLst>
  </p:cSld>
  <p:clrMapOvr>
    <a:masterClrMapping/>
  </p:clrMapOvr>
</p:sld>
</file>

<file path=ppt/slides/slide15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63119632"/>
      </p:ext>
    </p:extLst>
  </p:cSld>
  <p:clrMapOvr>
    <a:masterClrMapping/>
  </p:clrMapOvr>
</p:sld>
</file>

<file path=ppt/slides/slide15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67004092"/>
      </p:ext>
    </p:extLst>
  </p:cSld>
  <p:clrMapOvr>
    <a:masterClrMapping/>
  </p:clrMapOvr>
</p:sld>
</file>

<file path=ppt/slides/slide15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45744416"/>
      </p:ext>
    </p:extLst>
  </p:cSld>
  <p:clrMapOvr>
    <a:masterClrMapping/>
  </p:clrMapOvr>
</p:sld>
</file>

<file path=ppt/slides/slide15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10665785"/>
      </p:ext>
    </p:extLst>
  </p:cSld>
  <p:clrMapOvr>
    <a:masterClrMapping/>
  </p:clrMapOvr>
</p:sld>
</file>

<file path=ppt/slides/slide15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1391963"/>
      </p:ext>
    </p:extLst>
  </p:cSld>
  <p:clrMapOvr>
    <a:masterClrMapping/>
  </p:clrMapOvr>
</p:sld>
</file>

<file path=ppt/slides/slide15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8483483"/>
      </p:ext>
    </p:extLst>
  </p:cSld>
  <p:clrMapOvr>
    <a:masterClrMapping/>
  </p:clrMapOvr>
</p:sld>
</file>

<file path=ppt/slides/slide15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47810019"/>
      </p:ext>
    </p:extLst>
  </p:cSld>
  <p:clrMapOvr>
    <a:masterClrMapping/>
  </p:clrMapOvr>
</p:sld>
</file>

<file path=ppt/slides/slide15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57964182"/>
      </p:ext>
    </p:extLst>
  </p:cSld>
  <p:clrMapOvr>
    <a:masterClrMapping/>
  </p:clrMapOvr>
</p:sld>
</file>

<file path=ppt/slides/slide15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30976144"/>
      </p:ext>
    </p:extLst>
  </p:cSld>
  <p:clrMapOvr>
    <a:masterClrMapping/>
  </p:clrMapOvr>
</p:sld>
</file>

<file path=ppt/slides/slide15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35186186"/>
      </p:ext>
    </p:extLst>
  </p:cSld>
  <p:clrMapOvr>
    <a:masterClrMapping/>
  </p:clrMapOvr>
</p:sld>
</file>

<file path=ppt/slides/slide15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314351"/>
      </p:ext>
    </p:extLst>
  </p:cSld>
  <p:clrMapOvr>
    <a:masterClrMapping/>
  </p:clrMapOvr>
</p:sld>
</file>

<file path=ppt/slides/slide15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92319432"/>
      </p:ext>
    </p:extLst>
  </p:cSld>
  <p:clrMapOvr>
    <a:masterClrMapping/>
  </p:clrMapOvr>
</p:sld>
</file>

<file path=ppt/slides/slide15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94209368"/>
      </p:ext>
    </p:extLst>
  </p:cSld>
  <p:clrMapOvr>
    <a:masterClrMapping/>
  </p:clrMapOvr>
</p:sld>
</file>

<file path=ppt/slides/slide15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98495546"/>
      </p:ext>
    </p:extLst>
  </p:cSld>
  <p:clrMapOvr>
    <a:masterClrMapping/>
  </p:clrMapOvr>
</p:sld>
</file>

<file path=ppt/slides/slide15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94402984"/>
      </p:ext>
    </p:extLst>
  </p:cSld>
  <p:clrMapOvr>
    <a:masterClrMapping/>
  </p:clrMapOvr>
</p:sld>
</file>

<file path=ppt/slides/slide15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06264925"/>
      </p:ext>
    </p:extLst>
  </p:cSld>
  <p:clrMapOvr>
    <a:masterClrMapping/>
  </p:clrMapOvr>
</p:sld>
</file>

<file path=ppt/slides/slide15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6746096"/>
      </p:ext>
    </p:extLst>
  </p:cSld>
  <p:clrMapOvr>
    <a:masterClrMapping/>
  </p:clrMapOvr>
</p:sld>
</file>

<file path=ppt/slides/slide15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60232756"/>
      </p:ext>
    </p:extLst>
  </p:cSld>
  <p:clrMapOvr>
    <a:masterClrMapping/>
  </p:clrMapOvr>
</p:sld>
</file>

<file path=ppt/slides/slide15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56622755"/>
      </p:ext>
    </p:extLst>
  </p:cSld>
  <p:clrMapOvr>
    <a:masterClrMapping/>
  </p:clrMapOvr>
</p:sld>
</file>

<file path=ppt/slides/slide15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54222536"/>
      </p:ext>
    </p:extLst>
  </p:cSld>
  <p:clrMapOvr>
    <a:masterClrMapping/>
  </p:clrMapOvr>
</p:sld>
</file>

<file path=ppt/slides/slide15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78400408"/>
      </p:ext>
    </p:extLst>
  </p:cSld>
  <p:clrMapOvr>
    <a:masterClrMapping/>
  </p:clrMapOvr>
</p:sld>
</file>

<file path=ppt/slides/slide15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30189619"/>
      </p:ext>
    </p:extLst>
  </p:cSld>
  <p:clrMapOvr>
    <a:masterClrMapping/>
  </p:clrMapOvr>
</p:sld>
</file>

<file path=ppt/slides/slide15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20081570"/>
      </p:ext>
    </p:extLst>
  </p:cSld>
  <p:clrMapOvr>
    <a:masterClrMapping/>
  </p:clrMapOvr>
</p:sld>
</file>

<file path=ppt/slides/slide16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72398570"/>
      </p:ext>
    </p:extLst>
  </p:cSld>
  <p:clrMapOvr>
    <a:masterClrMapping/>
  </p:clrMapOvr>
</p:sld>
</file>

<file path=ppt/slides/slide16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04079810"/>
      </p:ext>
    </p:extLst>
  </p:cSld>
  <p:clrMapOvr>
    <a:masterClrMapping/>
  </p:clrMapOvr>
</p:sld>
</file>

<file path=ppt/slides/slide16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92631572"/>
      </p:ext>
    </p:extLst>
  </p:cSld>
  <p:clrMapOvr>
    <a:masterClrMapping/>
  </p:clrMapOvr>
</p:sld>
</file>

<file path=ppt/slides/slide16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5535562"/>
      </p:ext>
    </p:extLst>
  </p:cSld>
  <p:clrMapOvr>
    <a:masterClrMapping/>
  </p:clrMapOvr>
</p:sld>
</file>

<file path=ppt/slides/slide16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8624904"/>
      </p:ext>
    </p:extLst>
  </p:cSld>
  <p:clrMapOvr>
    <a:masterClrMapping/>
  </p:clrMapOvr>
</p:sld>
</file>

<file path=ppt/slides/slide16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4884307"/>
      </p:ext>
    </p:extLst>
  </p:cSld>
  <p:clrMapOvr>
    <a:masterClrMapping/>
  </p:clrMapOvr>
</p:sld>
</file>

<file path=ppt/slides/slide16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87359401"/>
      </p:ext>
    </p:extLst>
  </p:cSld>
  <p:clrMapOvr>
    <a:masterClrMapping/>
  </p:clrMapOvr>
</p:sld>
</file>

<file path=ppt/slides/slide16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35332796"/>
      </p:ext>
    </p:extLst>
  </p:cSld>
  <p:clrMapOvr>
    <a:masterClrMapping/>
  </p:clrMapOvr>
</p:sld>
</file>

<file path=ppt/slides/slide16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96027420"/>
      </p:ext>
    </p:extLst>
  </p:cSld>
  <p:clrMapOvr>
    <a:masterClrMapping/>
  </p:clrMapOvr>
</p:sld>
</file>

<file path=ppt/slides/slide16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08809839"/>
      </p:ext>
    </p:extLst>
  </p:cSld>
  <p:clrMapOvr>
    <a:masterClrMapping/>
  </p:clrMapOvr>
</p:sld>
</file>

<file path=ppt/slides/slide16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3285162"/>
      </p:ext>
    </p:extLst>
  </p:cSld>
  <p:clrMapOvr>
    <a:masterClrMapping/>
  </p:clrMapOvr>
</p:sld>
</file>

<file path=ppt/slides/slide16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7793866"/>
      </p:ext>
    </p:extLst>
  </p:cSld>
  <p:clrMapOvr>
    <a:masterClrMapping/>
  </p:clrMapOvr>
</p:sld>
</file>

<file path=ppt/slides/slide16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72485847"/>
      </p:ext>
    </p:extLst>
  </p:cSld>
  <p:clrMapOvr>
    <a:masterClrMapping/>
  </p:clrMapOvr>
</p:sld>
</file>

<file path=ppt/slides/slide16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7170379"/>
      </p:ext>
    </p:extLst>
  </p:cSld>
  <p:clrMapOvr>
    <a:masterClrMapping/>
  </p:clrMapOvr>
</p:sld>
</file>

<file path=ppt/slides/slide16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8495937"/>
      </p:ext>
    </p:extLst>
  </p:cSld>
  <p:clrMapOvr>
    <a:masterClrMapping/>
  </p:clrMapOvr>
</p:sld>
</file>

<file path=ppt/slides/slide16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24919433"/>
      </p:ext>
    </p:extLst>
  </p:cSld>
  <p:clrMapOvr>
    <a:masterClrMapping/>
  </p:clrMapOvr>
</p:sld>
</file>

<file path=ppt/slides/slide16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1844235"/>
      </p:ext>
    </p:extLst>
  </p:cSld>
  <p:clrMapOvr>
    <a:masterClrMapping/>
  </p:clrMapOvr>
</p:sld>
</file>

<file path=ppt/slides/slide16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7366590"/>
      </p:ext>
    </p:extLst>
  </p:cSld>
  <p:clrMapOvr>
    <a:masterClrMapping/>
  </p:clrMapOvr>
</p:sld>
</file>

<file path=ppt/slides/slide16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45616874"/>
      </p:ext>
    </p:extLst>
  </p:cSld>
  <p:clrMapOvr>
    <a:masterClrMapping/>
  </p:clrMapOvr>
</p:sld>
</file>

<file path=ppt/slides/slide16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24807966"/>
      </p:ext>
    </p:extLst>
  </p:cSld>
  <p:clrMapOvr>
    <a:masterClrMapping/>
  </p:clrMapOvr>
</p:sld>
</file>

<file path=ppt/slides/slide16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22393894"/>
      </p:ext>
    </p:extLst>
  </p:cSld>
  <p:clrMapOvr>
    <a:masterClrMapping/>
  </p:clrMapOvr>
</p:sld>
</file>

<file path=ppt/slides/slide16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88548262"/>
      </p:ext>
    </p:extLst>
  </p:cSld>
  <p:clrMapOvr>
    <a:masterClrMapping/>
  </p:clrMapOvr>
</p:sld>
</file>

<file path=ppt/slides/slide16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6276078"/>
      </p:ext>
    </p:extLst>
  </p:cSld>
  <p:clrMapOvr>
    <a:masterClrMapping/>
  </p:clrMapOvr>
</p:sld>
</file>

<file path=ppt/slides/slide16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45448238"/>
      </p:ext>
    </p:extLst>
  </p:cSld>
  <p:clrMapOvr>
    <a:masterClrMapping/>
  </p:clrMapOvr>
</p:sld>
</file>

<file path=ppt/slides/slide16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30771008"/>
      </p:ext>
    </p:extLst>
  </p:cSld>
  <p:clrMapOvr>
    <a:masterClrMapping/>
  </p:clrMapOvr>
</p:sld>
</file>

<file path=ppt/slides/slide16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96059687"/>
      </p:ext>
    </p:extLst>
  </p:cSld>
  <p:clrMapOvr>
    <a:masterClrMapping/>
  </p:clrMapOvr>
</p:sld>
</file>

<file path=ppt/slides/slide16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09427756"/>
      </p:ext>
    </p:extLst>
  </p:cSld>
  <p:clrMapOvr>
    <a:masterClrMapping/>
  </p:clrMapOvr>
</p:sld>
</file>

<file path=ppt/slides/slide16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2605592"/>
      </p:ext>
    </p:extLst>
  </p:cSld>
  <p:clrMapOvr>
    <a:masterClrMapping/>
  </p:clrMapOvr>
</p:sld>
</file>

<file path=ppt/slides/slide16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70765618"/>
      </p:ext>
    </p:extLst>
  </p:cSld>
  <p:clrMapOvr>
    <a:masterClrMapping/>
  </p:clrMapOvr>
</p:sld>
</file>

<file path=ppt/slides/slide16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8572811"/>
      </p:ext>
    </p:extLst>
  </p:cSld>
  <p:clrMapOvr>
    <a:masterClrMapping/>
  </p:clrMapOvr>
</p:sld>
</file>

<file path=ppt/slides/slide16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21054661"/>
      </p:ext>
    </p:extLst>
  </p:cSld>
  <p:clrMapOvr>
    <a:masterClrMapping/>
  </p:clrMapOvr>
</p:sld>
</file>

<file path=ppt/slides/slide16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8967200"/>
      </p:ext>
    </p:extLst>
  </p:cSld>
  <p:clrMapOvr>
    <a:masterClrMapping/>
  </p:clrMapOvr>
</p:sld>
</file>

<file path=ppt/slides/slide16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14325494"/>
      </p:ext>
    </p:extLst>
  </p:cSld>
  <p:clrMapOvr>
    <a:masterClrMapping/>
  </p:clrMapOvr>
</p:sld>
</file>

<file path=ppt/slides/slide16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0152987"/>
      </p:ext>
    </p:extLst>
  </p:cSld>
  <p:clrMapOvr>
    <a:masterClrMapping/>
  </p:clrMapOvr>
</p:sld>
</file>

<file path=ppt/slides/slide16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5236714"/>
      </p:ext>
    </p:extLst>
  </p:cSld>
  <p:clrMapOvr>
    <a:masterClrMapping/>
  </p:clrMapOvr>
</p:sld>
</file>

<file path=ppt/slides/slide16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78835453"/>
      </p:ext>
    </p:extLst>
  </p:cSld>
  <p:clrMapOvr>
    <a:masterClrMapping/>
  </p:clrMapOvr>
</p:sld>
</file>

<file path=ppt/slides/slide16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5429390"/>
      </p:ext>
    </p:extLst>
  </p:cSld>
  <p:clrMapOvr>
    <a:masterClrMapping/>
  </p:clrMapOvr>
</p:sld>
</file>

<file path=ppt/slides/slide16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66654868"/>
      </p:ext>
    </p:extLst>
  </p:cSld>
  <p:clrMapOvr>
    <a:masterClrMapping/>
  </p:clrMapOvr>
</p:sld>
</file>

<file path=ppt/slides/slide16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75192200"/>
      </p:ext>
    </p:extLst>
  </p:cSld>
  <p:clrMapOvr>
    <a:masterClrMapping/>
  </p:clrMapOvr>
</p:sld>
</file>

<file path=ppt/slides/slide16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vert="horz" lIns="91440" tIns="45720" rIns="91440" bIns="45720" rtlCol="0" anchor="t">
            <a:normAutofit fontScale="25000" lnSpcReduction="20000"/>
          </a:bodyPr>
          <a:lstStyle/>
          <a:p>
            <a:r>
              <a:rPr lang="en-US" sz="1800" dirty="0">
                <a:ea typeface="+mn-lt"/>
                <a:cs typeface="+mn-lt"/>
              </a:rPr>
              <a:t>Shakespeare's works include the 36 plays printed in the First Folio of 1623, listed according to their folio classification as comedies, histories, and tragedies.[249] Two plays not included in the First Folio, The Two Noble Kinsmen and Pericles, Prince of Tyre, are now accepted as part of the canon, with today's scholars agreeing that Shakespeare made major contributions to the writing of both.[250][251] No Shakespearean poems were included in the First Folio.</a:t>
            </a:r>
            <a:endParaRPr lang="en-US" dirty="0"/>
          </a:p>
          <a:p>
            <a:endParaRPr lang="en-US"/>
          </a:p>
          <a:p>
            <a:r>
              <a:rPr lang="en-US" sz="1800" dirty="0">
                <a:ea typeface="+mn-lt"/>
                <a:cs typeface="+mn-lt"/>
              </a:rPr>
              <a:t>In the late 19th century, Edward Dowden classified four of the late comedies as romances, and though many scholars prefer to call them tragicomedies, Dowden's term is often used.[252][253] In 1896, Frederick S. Boas coined the term "problem plays" to describe four plays: All's Well That Ends Well, Measure for Measure, Troilus and Cressida, and Hamlet.[254] "Dramas as singular in theme and temper cannot be strictly called comedies or tragedies", he wrote. "We may, therefore, borrow a convenient phrase from the theatre of today and class them together as Shakespeare's problem plays."[255] The term, much debated and sometimes applied to other plays, remains in use, though Hamlet is definitively classed as a tragedy.[256][257][258]</a:t>
            </a:r>
            <a:endParaRPr lang="en-US" dirty="0"/>
          </a:p>
          <a:p>
            <a:endParaRPr lang="en-US"/>
          </a:p>
          <a:p>
            <a:r>
              <a:rPr lang="en-US" sz="1800" dirty="0"/>
              <a:t>ipsum dolor sit </a:t>
            </a:r>
            <a:r>
              <a:rPr lang="en-US" sz="1800" dirty="0" err="1"/>
              <a:t>amet</a:t>
            </a:r>
            <a:r>
              <a:rPr lang="en-US" sz="1800" dirty="0"/>
              <a:t>, </a:t>
            </a:r>
            <a:r>
              <a:rPr lang="en-US" sz="1800" dirty="0" err="1"/>
              <a:t>consectetuer</a:t>
            </a:r>
            <a:r>
              <a:rPr lang="en-US" sz="1800" dirty="0"/>
              <a:t> </a:t>
            </a:r>
            <a:r>
              <a:rPr lang="en-US" sz="1800" dirty="0" err="1"/>
              <a:t>adipiscing</a:t>
            </a:r>
            <a:r>
              <a:rPr lang="en-US" sz="1800" dirty="0"/>
              <a:t> </a:t>
            </a:r>
            <a:r>
              <a:rPr lang="en-US" sz="1800" dirty="0" err="1"/>
              <a:t>elit</a:t>
            </a:r>
            <a:endParaRPr lang="ru-RU" sz="1800" dirty="0" err="1"/>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9" name="Picture 8" descr="A bouquet of flowers">
            <a:extLst>
              <a:ext uri="{FF2B5EF4-FFF2-40B4-BE49-F238E27FC236}">
                <a16:creationId xmlns:a16="http://schemas.microsoft.com/office/drawing/2014/main" id="{75AC12FE-9D5D-424E-8C52-DB696B690A12}"/>
              </a:ext>
            </a:extLst>
          </p:cNvPr>
          <p:cNvPicPr>
            <a:picLocks noChangeAspect="1"/>
          </p:cNvPicPr>
          <p:nvPr/>
        </p:nvPicPr>
        <p:blipFill rotWithShape="1">
          <a:blip r:embed="rId3"/>
          <a:srcRect t="7813" b="7813"/>
          <a:stretch/>
        </p:blipFill>
        <p:spPr>
          <a:xfrm>
            <a:off x="140259" y="143445"/>
            <a:ext cx="12192000" cy="6857991"/>
          </a:xfrm>
          <a:prstGeom prst="rect">
            <a:avLst/>
          </a:prstGeom>
        </p:spPr>
      </p:pic>
      <p:pic>
        <p:nvPicPr>
          <p:cNvPr id="10" name="Picture 9" descr="A bouquet of flowers">
            <a:extLst>
              <a:ext uri="{FF2B5EF4-FFF2-40B4-BE49-F238E27FC236}">
                <a16:creationId xmlns:a16="http://schemas.microsoft.com/office/drawing/2014/main" id="{E8D5235F-20B6-4217-9E3E-D15B3721DA34}"/>
              </a:ext>
            </a:extLst>
          </p:cNvPr>
          <p:cNvPicPr>
            <a:picLocks noChangeAspect="1"/>
          </p:cNvPicPr>
          <p:nvPr/>
        </p:nvPicPr>
        <p:blipFill rotWithShape="1">
          <a:blip r:embed="rId3"/>
          <a:srcRect t="7813" b="7813"/>
          <a:stretch/>
        </p:blipFill>
        <p:spPr>
          <a:xfrm>
            <a:off x="283694" y="286880"/>
            <a:ext cx="12192000" cy="6857991"/>
          </a:xfrm>
          <a:prstGeom prst="rect">
            <a:avLst/>
          </a:prstGeom>
        </p:spPr>
      </p:pic>
      <p:pic>
        <p:nvPicPr>
          <p:cNvPr id="11" name="Picture 10" descr="A bouquet of flowers">
            <a:extLst>
              <a:ext uri="{FF2B5EF4-FFF2-40B4-BE49-F238E27FC236}">
                <a16:creationId xmlns:a16="http://schemas.microsoft.com/office/drawing/2014/main" id="{D50B9C26-1053-499A-9C86-B7C3744EB15E}"/>
              </a:ext>
            </a:extLst>
          </p:cNvPr>
          <p:cNvPicPr>
            <a:picLocks noChangeAspect="1"/>
          </p:cNvPicPr>
          <p:nvPr/>
        </p:nvPicPr>
        <p:blipFill rotWithShape="1">
          <a:blip r:embed="rId3"/>
          <a:srcRect t="7813" b="7813"/>
          <a:stretch/>
        </p:blipFill>
        <p:spPr>
          <a:xfrm>
            <a:off x="427129" y="430315"/>
            <a:ext cx="12192000" cy="6857991"/>
          </a:xfrm>
          <a:prstGeom prst="rect">
            <a:avLst/>
          </a:prstGeom>
        </p:spPr>
      </p:pic>
    </p:spTree>
    <p:extLst>
      <p:ext uri="{BB962C8B-B14F-4D97-AF65-F5344CB8AC3E}">
        <p14:creationId xmlns:p14="http://schemas.microsoft.com/office/powerpoint/2010/main" val="4057623920"/>
      </p:ext>
    </p:extLst>
  </p:cSld>
  <p:clrMapOvr>
    <a:masterClrMapping/>
  </p:clrMapOvr>
</p:sld>
</file>

<file path=ppt/slides/slide16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21" name="Picture 120">
            <a:extLst>
              <a:ext uri="{FF2B5EF4-FFF2-40B4-BE49-F238E27FC236}">
                <a16:creationId xmlns:a16="http://schemas.microsoft.com/office/drawing/2014/main" id="{0942FCB7-D1B7-4F20-8B70-9735A08EB90F}"/>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23" name="Picture 122">
            <a:extLst>
              <a:ext uri="{FF2B5EF4-FFF2-40B4-BE49-F238E27FC236}">
                <a16:creationId xmlns:a16="http://schemas.microsoft.com/office/drawing/2014/main" id="{66717C2A-00FC-4414-9A40-73018202A17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25" name="Picture 124">
            <a:extLst>
              <a:ext uri="{FF2B5EF4-FFF2-40B4-BE49-F238E27FC236}">
                <a16:creationId xmlns:a16="http://schemas.microsoft.com/office/drawing/2014/main" id="{5A76CC71-89BE-4F9F-AF9C-DB2BF8EC8E8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27" name="Rectangle 126">
            <a:extLst>
              <a:ext uri="{FF2B5EF4-FFF2-40B4-BE49-F238E27FC236}">
                <a16:creationId xmlns:a16="http://schemas.microsoft.com/office/drawing/2014/main" id="{CBE140D4-12DB-4108-8166-E83F61CE5F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29" name="Rectangle 128">
            <a:extLst>
              <a:ext uri="{FF2B5EF4-FFF2-40B4-BE49-F238E27FC236}">
                <a16:creationId xmlns:a16="http://schemas.microsoft.com/office/drawing/2014/main" id="{D6765BD6-B297-45E6-B6A3-763EED3873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131" name="Group 130">
            <a:extLst>
              <a:ext uri="{FF2B5EF4-FFF2-40B4-BE49-F238E27FC236}">
                <a16:creationId xmlns:a16="http://schemas.microsoft.com/office/drawing/2014/main" id="{D4076163-0838-4BBE-9A78-8AA98A27BD0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132" name="Rectangle 131">
              <a:extLst>
                <a:ext uri="{FF2B5EF4-FFF2-40B4-BE49-F238E27FC236}">
                  <a16:creationId xmlns:a16="http://schemas.microsoft.com/office/drawing/2014/main" id="{76EB5644-8FFE-4B4B-925B-03BFD50223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3" name="Picture 132">
              <a:extLst>
                <a:ext uri="{FF2B5EF4-FFF2-40B4-BE49-F238E27FC236}">
                  <a16:creationId xmlns:a16="http://schemas.microsoft.com/office/drawing/2014/main" id="{E3B8C615-84E5-4E32-B595-1BBEA313D2A0}"/>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135" name="Rectangle 134">
            <a:extLst>
              <a:ext uri="{FF2B5EF4-FFF2-40B4-BE49-F238E27FC236}">
                <a16:creationId xmlns:a16="http://schemas.microsoft.com/office/drawing/2014/main" id="{8CF564A5-DFD7-430A-B4D5-CA0DB482CEF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5018565"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753228"/>
            <a:ext cx="4196478" cy="1080938"/>
          </a:xfrm>
        </p:spPr>
        <p:txBody>
          <a:bodyPr vert="horz" lIns="91440" tIns="45720" rIns="91440" bIns="45720" rtlCol="0" anchor="ctr">
            <a:normAutofit/>
          </a:bodyPr>
          <a:lstStyle/>
          <a:p>
            <a:pPr algn="l"/>
            <a:r>
              <a:rPr lang="en-US" sz="3200"/>
              <a:t>Ccn   Design</a:t>
            </a:r>
          </a:p>
        </p:txBody>
      </p:sp>
      <p:pic>
        <p:nvPicPr>
          <p:cNvPr id="137" name="Picture 136">
            <a:extLst>
              <a:ext uri="{FF2B5EF4-FFF2-40B4-BE49-F238E27FC236}">
                <a16:creationId xmlns:a16="http://schemas.microsoft.com/office/drawing/2014/main" id="{83E54AF3-C488-49B7-9715-D679311BDACA}"/>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5029200" cy="202738"/>
          </a:xfrm>
          <a:prstGeom prst="rect">
            <a:avLst/>
          </a:prstGeom>
        </p:spPr>
      </p:pic>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1" y="2336873"/>
            <a:ext cx="3966409" cy="3599316"/>
          </a:xfrm>
        </p:spPr>
        <p:txBody>
          <a:bodyPr vert="horz" lIns="91440" tIns="45720" rIns="91440" bIns="45720" rtlCol="0">
            <a:normAutofit/>
          </a:bodyPr>
          <a:lstStyle/>
          <a:p>
            <a:pPr indent="-228600" algn="l">
              <a:buFont typeface="Arial" panose="020B0604020202020204" pitchFamily="34" charset="0"/>
              <a:buChar char="•"/>
            </a:pPr>
            <a:r>
              <a:rPr lang="en-US" sz="900"/>
              <a:t>Shakespeare's works include the 36 plays printed in the First Folio of 1623, listed according to their folio classification as comedies, histories, and tragedies.[249] Two plays not included in the First Folio, The Two Noble Kinsmen and Pericles, Prince of Tyre, are now accepted as part of the canon, with today's scholars agreeing that Shakespeare made major contributions to the writing of both.[250][251] No Shakespearean poems were included in the First Folio.</a:t>
            </a:r>
          </a:p>
          <a:p>
            <a:pPr indent="-228600" algn="l">
              <a:buFont typeface="Arial" panose="020B0604020202020204" pitchFamily="34" charset="0"/>
              <a:buChar char="•"/>
            </a:pPr>
            <a:endParaRPr lang="en-US" sz="900"/>
          </a:p>
          <a:p>
            <a:pPr indent="-228600" algn="l">
              <a:buFont typeface="Arial" panose="020B0604020202020204" pitchFamily="34" charset="0"/>
              <a:buChar char="•"/>
            </a:pPr>
            <a:r>
              <a:rPr lang="en-US" sz="900"/>
              <a:t>In the late 19th century, Edward Dowden classified four of the late comedies as romances, and though many scholars prefer to call them tragicomedies, Dowden's term is often used.[252][253] In 1896, Frederick S. Boas coined the term "problem plays" to describe four plays: All's Well That Ends Well, Measure for Measure, Troilus and Cressida, and Hamlet.[254] "Dramas as singular in theme and temper cannot be strictly called comedies or tragedies", he wrote. "We may, therefore, borrow a convenient phrase from the theatre of today and class them together as Shakespeare's problem plays."[255] The term, much debated and sometimes applied to other plays, remains in use, though Hamlet is definitively classed as a tragedy.[256][257][258]</a:t>
            </a:r>
          </a:p>
          <a:p>
            <a:pPr indent="-228600" algn="l">
              <a:buFont typeface="Arial" panose="020B0604020202020204" pitchFamily="34" charset="0"/>
              <a:buChar char="•"/>
            </a:pPr>
            <a:endParaRPr lang="en-US" sz="900"/>
          </a:p>
          <a:p>
            <a:pPr indent="-228600" algn="l">
              <a:buFont typeface="Arial" panose="020B0604020202020204" pitchFamily="34" charset="0"/>
              <a:buChar char="•"/>
            </a:pPr>
            <a:r>
              <a:rPr lang="en-US" sz="900"/>
              <a:t>ipsum dolor sit amet, consectetuer adipiscing elit</a:t>
            </a:r>
          </a:p>
        </p:txBody>
      </p:sp>
      <p:sp>
        <p:nvSpPr>
          <p:cNvPr id="139" name="Rectangle 138">
            <a:extLst>
              <a:ext uri="{FF2B5EF4-FFF2-40B4-BE49-F238E27FC236}">
                <a16:creationId xmlns:a16="http://schemas.microsoft.com/office/drawing/2014/main" id="{2DB4415C-6AA7-4D8A-B76B-F97256A8D6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219700" y="-2"/>
            <a:ext cx="6972300" cy="6858002"/>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6"/>
          <a:srcRect l="27582" r="19338"/>
          <a:stretch/>
        </p:blipFill>
        <p:spPr>
          <a:xfrm>
            <a:off x="5314956" y="-1"/>
            <a:ext cx="3386961" cy="4259179"/>
          </a:xfrm>
          <a:prstGeom prst="rect">
            <a:avLst/>
          </a:prstGeom>
          <a:ln>
            <a:noFill/>
          </a:ln>
          <a:effectLst/>
        </p:spPr>
      </p:pic>
      <p:pic>
        <p:nvPicPr>
          <p:cNvPr id="10" name="Picture 9" descr="A bouquet of flowers">
            <a:extLst>
              <a:ext uri="{FF2B5EF4-FFF2-40B4-BE49-F238E27FC236}">
                <a16:creationId xmlns:a16="http://schemas.microsoft.com/office/drawing/2014/main" id="{E8D5235F-20B6-4217-9E3E-D15B3721DA34}"/>
              </a:ext>
            </a:extLst>
          </p:cNvPr>
          <p:cNvPicPr>
            <a:picLocks noChangeAspect="1"/>
          </p:cNvPicPr>
          <p:nvPr/>
        </p:nvPicPr>
        <p:blipFill rotWithShape="1">
          <a:blip r:embed="rId6"/>
          <a:srcRect t="7533" r="5" b="5"/>
          <a:stretch/>
        </p:blipFill>
        <p:spPr>
          <a:xfrm>
            <a:off x="8805031" y="10"/>
            <a:ext cx="3376228" cy="2083858"/>
          </a:xfrm>
          <a:prstGeom prst="rect">
            <a:avLst/>
          </a:prstGeom>
          <a:ln>
            <a:noFill/>
          </a:ln>
          <a:effectLst/>
        </p:spPr>
      </p:pic>
      <p:pic>
        <p:nvPicPr>
          <p:cNvPr id="9" name="Picture 8" descr="A bouquet of flowers">
            <a:extLst>
              <a:ext uri="{FF2B5EF4-FFF2-40B4-BE49-F238E27FC236}">
                <a16:creationId xmlns:a16="http://schemas.microsoft.com/office/drawing/2014/main" id="{75AC12FE-9D5D-424E-8C52-DB696B690A12}"/>
              </a:ext>
            </a:extLst>
          </p:cNvPr>
          <p:cNvPicPr>
            <a:picLocks noChangeAspect="1"/>
          </p:cNvPicPr>
          <p:nvPr/>
        </p:nvPicPr>
        <p:blipFill rotWithShape="1">
          <a:blip r:embed="rId6"/>
          <a:srcRect t="6982" r="5" b="5"/>
          <a:stretch/>
        </p:blipFill>
        <p:spPr>
          <a:xfrm>
            <a:off x="8805031" y="2162908"/>
            <a:ext cx="3376228" cy="2096271"/>
          </a:xfrm>
          <a:prstGeom prst="rect">
            <a:avLst/>
          </a:prstGeom>
        </p:spPr>
      </p:pic>
      <p:pic>
        <p:nvPicPr>
          <p:cNvPr id="11" name="Picture 10" descr="A bouquet of flowers">
            <a:extLst>
              <a:ext uri="{FF2B5EF4-FFF2-40B4-BE49-F238E27FC236}">
                <a16:creationId xmlns:a16="http://schemas.microsoft.com/office/drawing/2014/main" id="{D50B9C26-1053-499A-9C86-B7C3744EB15E}"/>
              </a:ext>
            </a:extLst>
          </p:cNvPr>
          <p:cNvPicPr>
            <a:picLocks noChangeAspect="1"/>
          </p:cNvPicPr>
          <p:nvPr/>
        </p:nvPicPr>
        <p:blipFill rotWithShape="1">
          <a:blip r:embed="rId6"/>
          <a:srcRect t="26967" r="2" b="18435"/>
          <a:stretch/>
        </p:blipFill>
        <p:spPr>
          <a:xfrm>
            <a:off x="5314950" y="4351643"/>
            <a:ext cx="6877048" cy="2506359"/>
          </a:xfrm>
          <a:prstGeom prst="rect">
            <a:avLst/>
          </a:prstGeom>
        </p:spPr>
      </p:pic>
    </p:spTree>
    <p:extLst>
      <p:ext uri="{BB962C8B-B14F-4D97-AF65-F5344CB8AC3E}">
        <p14:creationId xmlns:p14="http://schemas.microsoft.com/office/powerpoint/2010/main" val="2062578198"/>
      </p:ext>
    </p:extLst>
  </p:cSld>
  <p:clrMapOvr>
    <a:masterClrMapping/>
  </p:clrMapOvr>
</p:sld>
</file>

<file path=ppt/slides/slide16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3" descr="A bouquet of flowers">
            <a:extLst>
              <a:ext uri="{FF2B5EF4-FFF2-40B4-BE49-F238E27FC236}">
                <a16:creationId xmlns:a16="http://schemas.microsoft.com/office/drawing/2014/main" id="{A924104B-41E6-4B08-AAD8-9974DA242867}"/>
              </a:ext>
            </a:extLst>
          </p:cNvPr>
          <p:cNvPicPr>
            <a:picLocks noChangeAspect="1"/>
          </p:cNvPicPr>
          <p:nvPr/>
        </p:nvPicPr>
        <p:blipFill rotWithShape="1">
          <a:blip r:embed="rId3"/>
          <a:srcRect t="7813" b="7813"/>
          <a:stretch/>
        </p:blipFill>
        <p:spPr>
          <a:xfrm>
            <a:off x="149224" y="152410"/>
            <a:ext cx="12192000" cy="6857991"/>
          </a:xfrm>
          <a:prstGeom prst="rect">
            <a:avLst/>
          </a:prstGeom>
        </p:spPr>
      </p:pic>
    </p:spTree>
    <p:extLst>
      <p:ext uri="{BB962C8B-B14F-4D97-AF65-F5344CB8AC3E}">
        <p14:creationId xmlns:p14="http://schemas.microsoft.com/office/powerpoint/2010/main" val="730164608"/>
      </p:ext>
    </p:extLst>
  </p:cSld>
  <p:clrMapOvr>
    <a:masterClrMapping/>
  </p:clrMapOvr>
</p:sld>
</file>

<file path=ppt/slides/slide16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882073"/>
      </p:ext>
    </p:extLst>
  </p:cSld>
  <p:clrMapOvr>
    <a:masterClrMapping/>
  </p:clrMapOvr>
</p:sld>
</file>

<file path=ppt/slides/slide16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735547"/>
      </p:ext>
    </p:extLst>
  </p:cSld>
  <p:clrMapOvr>
    <a:masterClrMapping/>
  </p:clrMapOvr>
</p:sld>
</file>

<file path=ppt/slides/slide16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2457604"/>
      </p:ext>
    </p:extLst>
  </p:cSld>
  <p:clrMapOvr>
    <a:masterClrMapping/>
  </p:clrMapOvr>
</p:sld>
</file>

<file path=ppt/slides/slide16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82449261"/>
      </p:ext>
    </p:extLst>
  </p:cSld>
  <p:clrMapOvr>
    <a:masterClrMapping/>
  </p:clrMapOvr>
</p:sld>
</file>

<file path=ppt/slides/slide16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58692748"/>
      </p:ext>
    </p:extLst>
  </p:cSld>
  <p:clrMapOvr>
    <a:masterClrMapping/>
  </p:clrMapOvr>
</p:sld>
</file>

<file path=ppt/slides/slide16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67911122"/>
      </p:ext>
    </p:extLst>
  </p:cSld>
  <p:clrMapOvr>
    <a:masterClrMapping/>
  </p:clrMapOvr>
</p:sld>
</file>

<file path=ppt/slides/slide16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2462056"/>
      </p:ext>
    </p:extLst>
  </p:cSld>
  <p:clrMapOvr>
    <a:masterClrMapping/>
  </p:clrMapOvr>
</p:sld>
</file>

<file path=ppt/slides/slide16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41259814"/>
      </p:ext>
    </p:extLst>
  </p:cSld>
  <p:clrMapOvr>
    <a:masterClrMapping/>
  </p:clrMapOvr>
</p:sld>
</file>

<file path=ppt/slides/slide16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29865017"/>
      </p:ext>
    </p:extLst>
  </p:cSld>
  <p:clrMapOvr>
    <a:masterClrMapping/>
  </p:clrMapOvr>
</p:sld>
</file>

<file path=ppt/slides/slide16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88833180"/>
      </p:ext>
    </p:extLst>
  </p:cSld>
  <p:clrMapOvr>
    <a:masterClrMapping/>
  </p:clrMapOvr>
</p:sld>
</file>

<file path=ppt/slides/slide16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74667767"/>
      </p:ext>
    </p:extLst>
  </p:cSld>
  <p:clrMapOvr>
    <a:masterClrMapping/>
  </p:clrMapOvr>
</p:sld>
</file>

<file path=ppt/slides/slide16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53079739"/>
      </p:ext>
    </p:extLst>
  </p:cSld>
  <p:clrMapOvr>
    <a:masterClrMapping/>
  </p:clrMapOvr>
</p:sld>
</file>

<file path=ppt/slides/slide16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8498281"/>
      </p:ext>
    </p:extLst>
  </p:cSld>
  <p:clrMapOvr>
    <a:masterClrMapping/>
  </p:clrMapOvr>
</p:sld>
</file>

<file path=ppt/slides/slide16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33615289"/>
      </p:ext>
    </p:extLst>
  </p:cSld>
  <p:clrMapOvr>
    <a:masterClrMapping/>
  </p:clrMapOvr>
</p:sld>
</file>

<file path=ppt/slides/slide16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6419510"/>
      </p:ext>
    </p:extLst>
  </p:cSld>
  <p:clrMapOvr>
    <a:masterClrMapping/>
  </p:clrMapOvr>
</p:sld>
</file>

<file path=ppt/slides/slide16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74099327"/>
      </p:ext>
    </p:extLst>
  </p:cSld>
  <p:clrMapOvr>
    <a:masterClrMapping/>
  </p:clrMapOvr>
</p:sld>
</file>

<file path=ppt/slides/slide16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73392781"/>
      </p:ext>
    </p:extLst>
  </p:cSld>
  <p:clrMapOvr>
    <a:masterClrMapping/>
  </p:clrMapOvr>
</p:sld>
</file>

<file path=ppt/slides/slide16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55406758"/>
      </p:ext>
    </p:extLst>
  </p:cSld>
  <p:clrMapOvr>
    <a:masterClrMapping/>
  </p:clrMapOvr>
</p:sld>
</file>

<file path=ppt/slides/slide16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09644239"/>
      </p:ext>
    </p:extLst>
  </p:cSld>
  <p:clrMapOvr>
    <a:masterClrMapping/>
  </p:clrMapOvr>
</p:sld>
</file>

<file path=ppt/slides/slide16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7987257"/>
      </p:ext>
    </p:extLst>
  </p:cSld>
  <p:clrMapOvr>
    <a:masterClrMapping/>
  </p:clrMapOvr>
</p:sld>
</file>

<file path=ppt/slides/slide16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2237382"/>
      </p:ext>
    </p:extLst>
  </p:cSld>
  <p:clrMapOvr>
    <a:masterClrMapping/>
  </p:clrMapOvr>
</p:sld>
</file>

<file path=ppt/slides/slide16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1138199"/>
      </p:ext>
    </p:extLst>
  </p:cSld>
  <p:clrMapOvr>
    <a:masterClrMapping/>
  </p:clrMapOvr>
</p:sld>
</file>

<file path=ppt/slides/slide16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96415231"/>
      </p:ext>
    </p:extLst>
  </p:cSld>
  <p:clrMapOvr>
    <a:masterClrMapping/>
  </p:clrMapOvr>
</p:sld>
</file>

<file path=ppt/slides/slide16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81724105"/>
      </p:ext>
    </p:extLst>
  </p:cSld>
  <p:clrMapOvr>
    <a:masterClrMapping/>
  </p:clrMapOvr>
</p:sld>
</file>

<file path=ppt/slides/slide16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4395260"/>
      </p:ext>
    </p:extLst>
  </p:cSld>
  <p:clrMapOvr>
    <a:masterClrMapping/>
  </p:clrMapOvr>
</p:sld>
</file>

<file path=ppt/slides/slide16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49105640"/>
      </p:ext>
    </p:extLst>
  </p:cSld>
  <p:clrMapOvr>
    <a:masterClrMapping/>
  </p:clrMapOvr>
</p:sld>
</file>

<file path=ppt/slides/slide16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0597915"/>
      </p:ext>
    </p:extLst>
  </p:cSld>
  <p:clrMapOvr>
    <a:masterClrMapping/>
  </p:clrMapOvr>
</p:sld>
</file>

<file path=ppt/slides/slide16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39955222"/>
      </p:ext>
    </p:extLst>
  </p:cSld>
  <p:clrMapOvr>
    <a:masterClrMapping/>
  </p:clrMapOvr>
</p:sld>
</file>

<file path=ppt/slides/slide16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05653585"/>
      </p:ext>
    </p:extLst>
  </p:cSld>
  <p:clrMapOvr>
    <a:masterClrMapping/>
  </p:clrMapOvr>
</p:sld>
</file>

<file path=ppt/slides/slide16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23874229"/>
      </p:ext>
    </p:extLst>
  </p:cSld>
  <p:clrMapOvr>
    <a:masterClrMapping/>
  </p:clrMapOvr>
</p:sld>
</file>

<file path=ppt/slides/slide16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21839917"/>
      </p:ext>
    </p:extLst>
  </p:cSld>
  <p:clrMapOvr>
    <a:masterClrMapping/>
  </p:clrMapOvr>
</p:sld>
</file>

<file path=ppt/slides/slide16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31701075"/>
      </p:ext>
    </p:extLst>
  </p:cSld>
  <p:clrMapOvr>
    <a:masterClrMapping/>
  </p:clrMapOvr>
</p:sld>
</file>

<file path=ppt/slides/slide16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18437287"/>
      </p:ext>
    </p:extLst>
  </p:cSld>
  <p:clrMapOvr>
    <a:masterClrMapping/>
  </p:clrMapOvr>
</p:sld>
</file>

<file path=ppt/slides/slide16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55338088"/>
      </p:ext>
    </p:extLst>
  </p:cSld>
  <p:clrMapOvr>
    <a:masterClrMapping/>
  </p:clrMapOvr>
</p:sld>
</file>

<file path=ppt/slides/slide16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33545683"/>
      </p:ext>
    </p:extLst>
  </p:cSld>
  <p:clrMapOvr>
    <a:masterClrMapping/>
  </p:clrMapOvr>
</p:sld>
</file>

<file path=ppt/slides/slide16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16583292"/>
      </p:ext>
    </p:extLst>
  </p:cSld>
  <p:clrMapOvr>
    <a:masterClrMapping/>
  </p:clrMapOvr>
</p:sld>
</file>

<file path=ppt/slides/slide16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47758472"/>
      </p:ext>
    </p:extLst>
  </p:cSld>
  <p:clrMapOvr>
    <a:masterClrMapping/>
  </p:clrMapOvr>
</p:sld>
</file>

<file path=ppt/slides/slide16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52684615"/>
      </p:ext>
    </p:extLst>
  </p:cSld>
  <p:clrMapOvr>
    <a:masterClrMapping/>
  </p:clrMapOvr>
</p:sld>
</file>

<file path=ppt/slides/slide16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98721998"/>
      </p:ext>
    </p:extLst>
  </p:cSld>
  <p:clrMapOvr>
    <a:masterClrMapping/>
  </p:clrMapOvr>
</p:sld>
</file>

<file path=ppt/slides/slide16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55481623"/>
      </p:ext>
    </p:extLst>
  </p:cSld>
  <p:clrMapOvr>
    <a:masterClrMapping/>
  </p:clrMapOvr>
</p:sld>
</file>

<file path=ppt/slides/slide16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20982123"/>
      </p:ext>
    </p:extLst>
  </p:cSld>
  <p:clrMapOvr>
    <a:masterClrMapping/>
  </p:clrMapOvr>
</p:sld>
</file>

<file path=ppt/slides/slide16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6989098"/>
      </p:ext>
    </p:extLst>
  </p:cSld>
  <p:clrMapOvr>
    <a:masterClrMapping/>
  </p:clrMapOvr>
</p:sld>
</file>

<file path=ppt/slides/slide16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13118968"/>
      </p:ext>
    </p:extLst>
  </p:cSld>
  <p:clrMapOvr>
    <a:masterClrMapping/>
  </p:clrMapOvr>
</p:sld>
</file>

<file path=ppt/slides/slide16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0415372"/>
      </p:ext>
    </p:extLst>
  </p:cSld>
  <p:clrMapOvr>
    <a:masterClrMapping/>
  </p:clrMapOvr>
</p:sld>
</file>

<file path=ppt/slides/slide16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11348027"/>
      </p:ext>
    </p:extLst>
  </p:cSld>
  <p:clrMapOvr>
    <a:masterClrMapping/>
  </p:clrMapOvr>
</p:sld>
</file>

<file path=ppt/slides/slide16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85" name="Picture 64">
            <a:extLst>
              <a:ext uri="{FF2B5EF4-FFF2-40B4-BE49-F238E27FC236}">
                <a16:creationId xmlns:a16="http://schemas.microsoft.com/office/drawing/2014/main" id="{DE641BE7-E53D-4EDB-86DC-A76FE7EB68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86" name="Picture 66">
            <a:extLst>
              <a:ext uri="{FF2B5EF4-FFF2-40B4-BE49-F238E27FC236}">
                <a16:creationId xmlns:a16="http://schemas.microsoft.com/office/drawing/2014/main" id="{11A48E22-6C4A-485A-A345-17F1041FF95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7" name="Picture 68">
            <a:extLst>
              <a:ext uri="{FF2B5EF4-FFF2-40B4-BE49-F238E27FC236}">
                <a16:creationId xmlns:a16="http://schemas.microsoft.com/office/drawing/2014/main" id="{40C68FC5-6DE5-45F0-880D-585271AD40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8" name="Rectangle 70">
            <a:extLst>
              <a:ext uri="{FF2B5EF4-FFF2-40B4-BE49-F238E27FC236}">
                <a16:creationId xmlns:a16="http://schemas.microsoft.com/office/drawing/2014/main" id="{063AE720-E0EC-4F00-9B14-A51B549E69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9" name="Rectangle 72">
            <a:extLst>
              <a:ext uri="{FF2B5EF4-FFF2-40B4-BE49-F238E27FC236}">
                <a16:creationId xmlns:a16="http://schemas.microsoft.com/office/drawing/2014/main" id="{F6CEF4CF-2E44-4485-9C96-E73FDA7D96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90" name="Group 74">
            <a:extLst>
              <a:ext uri="{FF2B5EF4-FFF2-40B4-BE49-F238E27FC236}">
                <a16:creationId xmlns:a16="http://schemas.microsoft.com/office/drawing/2014/main" id="{FF508BC2-D0E6-462C-8817-CF53BC4DE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76" name="Rectangle 75">
              <a:extLst>
                <a:ext uri="{FF2B5EF4-FFF2-40B4-BE49-F238E27FC236}">
                  <a16:creationId xmlns:a16="http://schemas.microsoft.com/office/drawing/2014/main" id="{545E99BE-4C07-4385-A20F-E6878FCB4F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7" name="Picture 76">
              <a:extLst>
                <a:ext uri="{FF2B5EF4-FFF2-40B4-BE49-F238E27FC236}">
                  <a16:creationId xmlns:a16="http://schemas.microsoft.com/office/drawing/2014/main" id="{808CE3CF-ACF3-4369-AC4C-5F9ADE71E5B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91" name="Rectangle 78">
            <a:extLst>
              <a:ext uri="{FF2B5EF4-FFF2-40B4-BE49-F238E27FC236}">
                <a16:creationId xmlns:a16="http://schemas.microsoft.com/office/drawing/2014/main" id="{B76622F9-95FA-4AAD-9498-8E3D6C96A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002377"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92" name="Picture 80">
            <a:extLst>
              <a:ext uri="{FF2B5EF4-FFF2-40B4-BE49-F238E27FC236}">
                <a16:creationId xmlns:a16="http://schemas.microsoft.com/office/drawing/2014/main" id="{DFD6E812-7831-40CE-93CF-E0EBB8521175}"/>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7040880" cy="202738"/>
          </a:xfrm>
          <a:prstGeom prst="rect">
            <a:avLst/>
          </a:prstGeom>
        </p:spPr>
      </p:pic>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6"/>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7"/>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8"/>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extLst>
              <p:ext uri="{D42A27DB-BD31-4B8C-83A1-F6EECF244321}">
                <p14:modId xmlns:p14="http://schemas.microsoft.com/office/powerpoint/2010/main" val="3178529321"/>
              </p:ext>
            </p:extLst>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914059797"/>
      </p:ext>
    </p:extLst>
  </p:cSld>
  <p:clrMapOvr>
    <a:masterClrMapping/>
  </p:clrMapOvr>
</p:sld>
</file>

<file path=ppt/slides/slide16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85" name="Picture 64">
            <a:extLst>
              <a:ext uri="{FF2B5EF4-FFF2-40B4-BE49-F238E27FC236}">
                <a16:creationId xmlns:a16="http://schemas.microsoft.com/office/drawing/2014/main" id="{DE641BE7-E53D-4EDB-86DC-A76FE7EB68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86" name="Picture 66">
            <a:extLst>
              <a:ext uri="{FF2B5EF4-FFF2-40B4-BE49-F238E27FC236}">
                <a16:creationId xmlns:a16="http://schemas.microsoft.com/office/drawing/2014/main" id="{11A48E22-6C4A-485A-A345-17F1041FF95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7" name="Picture 68">
            <a:extLst>
              <a:ext uri="{FF2B5EF4-FFF2-40B4-BE49-F238E27FC236}">
                <a16:creationId xmlns:a16="http://schemas.microsoft.com/office/drawing/2014/main" id="{40C68FC5-6DE5-45F0-880D-585271AD40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8" name="Rectangle 70">
            <a:extLst>
              <a:ext uri="{FF2B5EF4-FFF2-40B4-BE49-F238E27FC236}">
                <a16:creationId xmlns:a16="http://schemas.microsoft.com/office/drawing/2014/main" id="{063AE720-E0EC-4F00-9B14-A51B549E69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9" name="Rectangle 72">
            <a:extLst>
              <a:ext uri="{FF2B5EF4-FFF2-40B4-BE49-F238E27FC236}">
                <a16:creationId xmlns:a16="http://schemas.microsoft.com/office/drawing/2014/main" id="{F6CEF4CF-2E44-4485-9C96-E73FDA7D96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90" name="Group 74">
            <a:extLst>
              <a:ext uri="{FF2B5EF4-FFF2-40B4-BE49-F238E27FC236}">
                <a16:creationId xmlns:a16="http://schemas.microsoft.com/office/drawing/2014/main" id="{FF508BC2-D0E6-462C-8817-CF53BC4DE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76" name="Rectangle 75">
              <a:extLst>
                <a:ext uri="{FF2B5EF4-FFF2-40B4-BE49-F238E27FC236}">
                  <a16:creationId xmlns:a16="http://schemas.microsoft.com/office/drawing/2014/main" id="{545E99BE-4C07-4385-A20F-E6878FCB4F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7" name="Picture 76">
              <a:extLst>
                <a:ext uri="{FF2B5EF4-FFF2-40B4-BE49-F238E27FC236}">
                  <a16:creationId xmlns:a16="http://schemas.microsoft.com/office/drawing/2014/main" id="{808CE3CF-ACF3-4369-AC4C-5F9ADE71E5B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91" name="Rectangle 78">
            <a:extLst>
              <a:ext uri="{FF2B5EF4-FFF2-40B4-BE49-F238E27FC236}">
                <a16:creationId xmlns:a16="http://schemas.microsoft.com/office/drawing/2014/main" id="{B76622F9-95FA-4AAD-9498-8E3D6C96A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002377"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92" name="Picture 80">
            <a:extLst>
              <a:ext uri="{FF2B5EF4-FFF2-40B4-BE49-F238E27FC236}">
                <a16:creationId xmlns:a16="http://schemas.microsoft.com/office/drawing/2014/main" id="{DFD6E812-7831-40CE-93CF-E0EBB8521175}"/>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7040880" cy="202738"/>
          </a:xfrm>
          <a:prstGeom prst="rect">
            <a:avLst/>
          </a:prstGeom>
        </p:spPr>
      </p:pic>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6"/>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7"/>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8"/>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4133705773"/>
      </p:ext>
    </p:extLst>
  </p:cSld>
  <p:clrMapOvr>
    <a:masterClrMapping/>
  </p:clrMapOvr>
</p:sld>
</file>

<file path=ppt/slides/slide16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85" name="Picture 64">
            <a:extLst>
              <a:ext uri="{FF2B5EF4-FFF2-40B4-BE49-F238E27FC236}">
                <a16:creationId xmlns:a16="http://schemas.microsoft.com/office/drawing/2014/main" id="{DE641BE7-E53D-4EDB-86DC-A76FE7EB68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86" name="Picture 66">
            <a:extLst>
              <a:ext uri="{FF2B5EF4-FFF2-40B4-BE49-F238E27FC236}">
                <a16:creationId xmlns:a16="http://schemas.microsoft.com/office/drawing/2014/main" id="{11A48E22-6C4A-485A-A345-17F1041FF95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7" name="Picture 68">
            <a:extLst>
              <a:ext uri="{FF2B5EF4-FFF2-40B4-BE49-F238E27FC236}">
                <a16:creationId xmlns:a16="http://schemas.microsoft.com/office/drawing/2014/main" id="{40C68FC5-6DE5-45F0-880D-585271AD40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8" name="Rectangle 70">
            <a:extLst>
              <a:ext uri="{FF2B5EF4-FFF2-40B4-BE49-F238E27FC236}">
                <a16:creationId xmlns:a16="http://schemas.microsoft.com/office/drawing/2014/main" id="{063AE720-E0EC-4F00-9B14-A51B549E69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9" name="Rectangle 72">
            <a:extLst>
              <a:ext uri="{FF2B5EF4-FFF2-40B4-BE49-F238E27FC236}">
                <a16:creationId xmlns:a16="http://schemas.microsoft.com/office/drawing/2014/main" id="{F6CEF4CF-2E44-4485-9C96-E73FDA7D96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90" name="Group 74">
            <a:extLst>
              <a:ext uri="{FF2B5EF4-FFF2-40B4-BE49-F238E27FC236}">
                <a16:creationId xmlns:a16="http://schemas.microsoft.com/office/drawing/2014/main" id="{FF508BC2-D0E6-462C-8817-CF53BC4DE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76" name="Rectangle 75">
              <a:extLst>
                <a:ext uri="{FF2B5EF4-FFF2-40B4-BE49-F238E27FC236}">
                  <a16:creationId xmlns:a16="http://schemas.microsoft.com/office/drawing/2014/main" id="{545E99BE-4C07-4385-A20F-E6878FCB4F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7" name="Picture 76">
              <a:extLst>
                <a:ext uri="{FF2B5EF4-FFF2-40B4-BE49-F238E27FC236}">
                  <a16:creationId xmlns:a16="http://schemas.microsoft.com/office/drawing/2014/main" id="{808CE3CF-ACF3-4369-AC4C-5F9ADE71E5B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91" name="Rectangle 78">
            <a:extLst>
              <a:ext uri="{FF2B5EF4-FFF2-40B4-BE49-F238E27FC236}">
                <a16:creationId xmlns:a16="http://schemas.microsoft.com/office/drawing/2014/main" id="{B76622F9-95FA-4AAD-9498-8E3D6C96A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002377"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92" name="Picture 80">
            <a:extLst>
              <a:ext uri="{FF2B5EF4-FFF2-40B4-BE49-F238E27FC236}">
                <a16:creationId xmlns:a16="http://schemas.microsoft.com/office/drawing/2014/main" id="{DFD6E812-7831-40CE-93CF-E0EBB8521175}"/>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7040880" cy="202738"/>
          </a:xfrm>
          <a:prstGeom prst="rect">
            <a:avLst/>
          </a:prstGeom>
        </p:spPr>
      </p:pic>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6"/>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7"/>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8"/>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704978353"/>
      </p:ext>
    </p:extLst>
  </p:cSld>
  <p:clrMapOvr>
    <a:masterClrMapping/>
  </p:clrMapOvr>
</p:sld>
</file>

<file path=ppt/slides/slide16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85" name="Picture 64">
            <a:extLst>
              <a:ext uri="{FF2B5EF4-FFF2-40B4-BE49-F238E27FC236}">
                <a16:creationId xmlns:a16="http://schemas.microsoft.com/office/drawing/2014/main" id="{DE641BE7-E53D-4EDB-86DC-A76FE7EB68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86" name="Picture 66">
            <a:extLst>
              <a:ext uri="{FF2B5EF4-FFF2-40B4-BE49-F238E27FC236}">
                <a16:creationId xmlns:a16="http://schemas.microsoft.com/office/drawing/2014/main" id="{11A48E22-6C4A-485A-A345-17F1041FF95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7" name="Picture 68">
            <a:extLst>
              <a:ext uri="{FF2B5EF4-FFF2-40B4-BE49-F238E27FC236}">
                <a16:creationId xmlns:a16="http://schemas.microsoft.com/office/drawing/2014/main" id="{40C68FC5-6DE5-45F0-880D-585271AD40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8" name="Rectangle 70">
            <a:extLst>
              <a:ext uri="{FF2B5EF4-FFF2-40B4-BE49-F238E27FC236}">
                <a16:creationId xmlns:a16="http://schemas.microsoft.com/office/drawing/2014/main" id="{063AE720-E0EC-4F00-9B14-A51B549E69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9" name="Rectangle 72">
            <a:extLst>
              <a:ext uri="{FF2B5EF4-FFF2-40B4-BE49-F238E27FC236}">
                <a16:creationId xmlns:a16="http://schemas.microsoft.com/office/drawing/2014/main" id="{F6CEF4CF-2E44-4485-9C96-E73FDA7D96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90" name="Group 74">
            <a:extLst>
              <a:ext uri="{FF2B5EF4-FFF2-40B4-BE49-F238E27FC236}">
                <a16:creationId xmlns:a16="http://schemas.microsoft.com/office/drawing/2014/main" id="{FF508BC2-D0E6-462C-8817-CF53BC4DE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76" name="Rectangle 75">
              <a:extLst>
                <a:ext uri="{FF2B5EF4-FFF2-40B4-BE49-F238E27FC236}">
                  <a16:creationId xmlns:a16="http://schemas.microsoft.com/office/drawing/2014/main" id="{545E99BE-4C07-4385-A20F-E6878FCB4F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7" name="Picture 76">
              <a:extLst>
                <a:ext uri="{FF2B5EF4-FFF2-40B4-BE49-F238E27FC236}">
                  <a16:creationId xmlns:a16="http://schemas.microsoft.com/office/drawing/2014/main" id="{808CE3CF-ACF3-4369-AC4C-5F9ADE71E5B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91" name="Rectangle 78">
            <a:extLst>
              <a:ext uri="{FF2B5EF4-FFF2-40B4-BE49-F238E27FC236}">
                <a16:creationId xmlns:a16="http://schemas.microsoft.com/office/drawing/2014/main" id="{B76622F9-95FA-4AAD-9498-8E3D6C96A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002377"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92" name="Picture 80">
            <a:extLst>
              <a:ext uri="{FF2B5EF4-FFF2-40B4-BE49-F238E27FC236}">
                <a16:creationId xmlns:a16="http://schemas.microsoft.com/office/drawing/2014/main" id="{DFD6E812-7831-40CE-93CF-E0EBB8521175}"/>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7040880" cy="202738"/>
          </a:xfrm>
          <a:prstGeom prst="rect">
            <a:avLst/>
          </a:prstGeom>
        </p:spPr>
      </p:pic>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6"/>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7"/>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8"/>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1199752440"/>
      </p:ext>
    </p:extLst>
  </p:cSld>
  <p:clrMapOvr>
    <a:masterClrMapping/>
  </p:clrMapOvr>
</p:sld>
</file>

<file path=ppt/slides/slide16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85" name="Picture 64">
            <a:extLst>
              <a:ext uri="{FF2B5EF4-FFF2-40B4-BE49-F238E27FC236}">
                <a16:creationId xmlns:a16="http://schemas.microsoft.com/office/drawing/2014/main" id="{DE641BE7-E53D-4EDB-86DC-A76FE7EB68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86" name="Picture 66">
            <a:extLst>
              <a:ext uri="{FF2B5EF4-FFF2-40B4-BE49-F238E27FC236}">
                <a16:creationId xmlns:a16="http://schemas.microsoft.com/office/drawing/2014/main" id="{11A48E22-6C4A-485A-A345-17F1041FF95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7" name="Picture 68">
            <a:extLst>
              <a:ext uri="{FF2B5EF4-FFF2-40B4-BE49-F238E27FC236}">
                <a16:creationId xmlns:a16="http://schemas.microsoft.com/office/drawing/2014/main" id="{40C68FC5-6DE5-45F0-880D-585271AD402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print">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8" name="Rectangle 70">
            <a:extLst>
              <a:ext uri="{FF2B5EF4-FFF2-40B4-BE49-F238E27FC236}">
                <a16:creationId xmlns:a16="http://schemas.microsoft.com/office/drawing/2014/main" id="{063AE720-E0EC-4F00-9B14-A51B549E69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9" name="Rectangle 72">
            <a:extLst>
              <a:ext uri="{FF2B5EF4-FFF2-40B4-BE49-F238E27FC236}">
                <a16:creationId xmlns:a16="http://schemas.microsoft.com/office/drawing/2014/main" id="{F6CEF4CF-2E44-4485-9C96-E73FDA7D96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grpSp>
        <p:nvGrpSpPr>
          <p:cNvPr id="90" name="Group 74">
            <a:extLst>
              <a:ext uri="{FF2B5EF4-FFF2-40B4-BE49-F238E27FC236}">
                <a16:creationId xmlns:a16="http://schemas.microsoft.com/office/drawing/2014/main" id="{FF508BC2-D0E6-462C-8817-CF53BC4DE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76" name="Rectangle 75">
              <a:extLst>
                <a:ext uri="{FF2B5EF4-FFF2-40B4-BE49-F238E27FC236}">
                  <a16:creationId xmlns:a16="http://schemas.microsoft.com/office/drawing/2014/main" id="{545E99BE-4C07-4385-A20F-E6878FCB4F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7" name="Picture 76">
              <a:extLst>
                <a:ext uri="{FF2B5EF4-FFF2-40B4-BE49-F238E27FC236}">
                  <a16:creationId xmlns:a16="http://schemas.microsoft.com/office/drawing/2014/main" id="{808CE3CF-ACF3-4369-AC4C-5F9ADE71E5B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3176" y="0"/>
              <a:ext cx="12192000" cy="6858000"/>
            </a:xfrm>
            <a:prstGeom prst="rect">
              <a:avLst/>
            </a:prstGeom>
          </p:spPr>
        </p:pic>
      </p:grpSp>
      <p:sp>
        <p:nvSpPr>
          <p:cNvPr id="91" name="Rectangle 78">
            <a:extLst>
              <a:ext uri="{FF2B5EF4-FFF2-40B4-BE49-F238E27FC236}">
                <a16:creationId xmlns:a16="http://schemas.microsoft.com/office/drawing/2014/main" id="{B76622F9-95FA-4AAD-9498-8E3D6C96A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002377"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92" name="Picture 80">
            <a:extLst>
              <a:ext uri="{FF2B5EF4-FFF2-40B4-BE49-F238E27FC236}">
                <a16:creationId xmlns:a16="http://schemas.microsoft.com/office/drawing/2014/main" id="{DFD6E812-7831-40CE-93CF-E0EBB8521175}"/>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extLst>
              <a:ext uri="{28A0092B-C50C-407E-A947-70E740481C1C}">
                <a14:useLocalDpi xmlns:a14="http://schemas.microsoft.com/office/drawing/2010/main" val="0"/>
              </a:ext>
            </a:extLst>
          </a:blip>
          <a:stretch>
            <a:fillRect/>
          </a:stretch>
        </p:blipFill>
        <p:spPr>
          <a:xfrm>
            <a:off x="2" y="1970240"/>
            <a:ext cx="7040880" cy="202738"/>
          </a:xfrm>
          <a:prstGeom prst="rect">
            <a:avLst/>
          </a:prstGeom>
        </p:spPr>
      </p:pic>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6"/>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7"/>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8"/>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911214460"/>
      </p:ext>
    </p:extLst>
  </p:cSld>
  <p:clrMapOvr>
    <a:masterClrMapping/>
  </p:clrMapOvr>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extLst>
              <p:ext uri="{D42A27DB-BD31-4B8C-83A1-F6EECF244321}">
                <p14:modId xmlns:p14="http://schemas.microsoft.com/office/powerpoint/2010/main" val="4217046073"/>
              </p:ext>
            </p:extLst>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576513821"/>
      </p:ext>
    </p:extLst>
  </p:cSld>
  <p:clrMapOvr>
    <a:masterClrMapping/>
  </p:clrMapOvr>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18402768"/>
      </p:ext>
    </p:extLst>
  </p:cSld>
  <p:clrMapOvr>
    <a:masterClrMapping/>
  </p:clrMapOvr>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027089335"/>
      </p:ext>
    </p:extLst>
  </p:cSld>
  <p:clrMapOvr>
    <a:masterClrMapping/>
  </p:clrMapOvr>
</p:sld>
</file>

<file path=ppt/slides/slide16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extLst>
              <p:ext uri="{D42A27DB-BD31-4B8C-83A1-F6EECF244321}">
                <p14:modId xmlns:p14="http://schemas.microsoft.com/office/powerpoint/2010/main" val="3290110243"/>
              </p:ext>
            </p:extLst>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270641933"/>
      </p:ext>
    </p:extLst>
  </p:cSld>
  <p:clrMapOvr>
    <a:masterClrMapping/>
  </p:clrMapOvr>
</p:sld>
</file>

<file path=ppt/slides/slide16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232613744"/>
      </p:ext>
    </p:extLst>
  </p:cSld>
  <p:clrMapOvr>
    <a:masterClrMapping/>
  </p:clrMapOvr>
</p:sld>
</file>

<file path=ppt/slides/slide16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18391694"/>
      </p:ext>
    </p:extLst>
  </p:cSld>
  <p:clrMapOvr>
    <a:masterClrMapping/>
  </p:clrMapOvr>
</p:sld>
</file>

<file path=ppt/slides/slide16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12639340"/>
      </p:ext>
    </p:extLst>
  </p:cSld>
  <p:clrMapOvr>
    <a:masterClrMapping/>
  </p:clrMapOvr>
</p:sld>
</file>

<file path=ppt/slides/slide16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34238373"/>
      </p:ext>
    </p:extLst>
  </p:cSld>
  <p:clrMapOvr>
    <a:masterClrMapping/>
  </p:clrMapOvr>
</p:sld>
</file>

<file path=ppt/slides/slide17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31670329"/>
      </p:ext>
    </p:extLst>
  </p:cSld>
  <p:clrMapOvr>
    <a:masterClrMapping/>
  </p:clrMapOvr>
</p:sld>
</file>

<file path=ppt/slides/slide17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97935994"/>
      </p:ext>
    </p:extLst>
  </p:cSld>
  <p:clrMapOvr>
    <a:masterClrMapping/>
  </p:clrMapOvr>
</p:sld>
</file>

<file path=ppt/slides/slide17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58027294"/>
      </p:ext>
    </p:extLst>
  </p:cSld>
  <p:clrMapOvr>
    <a:masterClrMapping/>
  </p:clrMapOvr>
</p:sld>
</file>

<file path=ppt/slides/slide17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16630188"/>
      </p:ext>
    </p:extLst>
  </p:cSld>
  <p:clrMapOvr>
    <a:masterClrMapping/>
  </p:clrMapOvr>
</p:sld>
</file>

<file path=ppt/slides/slide17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22450458"/>
      </p:ext>
    </p:extLst>
  </p:cSld>
  <p:clrMapOvr>
    <a:masterClrMapping/>
  </p:clrMapOvr>
</p:sld>
</file>

<file path=ppt/slides/slide17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41389253"/>
      </p:ext>
    </p:extLst>
  </p:cSld>
  <p:clrMapOvr>
    <a:masterClrMapping/>
  </p:clrMapOvr>
</p:sld>
</file>

<file path=ppt/slides/slide17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1925007"/>
      </p:ext>
    </p:extLst>
  </p:cSld>
  <p:clrMapOvr>
    <a:masterClrMapping/>
  </p:clrMapOvr>
</p:sld>
</file>

<file path=ppt/slides/slide17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9686466"/>
      </p:ext>
    </p:extLst>
  </p:cSld>
  <p:clrMapOvr>
    <a:masterClrMapping/>
  </p:clrMapOvr>
</p:sld>
</file>

<file path=ppt/slides/slide17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71060450"/>
      </p:ext>
    </p:extLst>
  </p:cSld>
  <p:clrMapOvr>
    <a:masterClrMapping/>
  </p:clrMapOvr>
</p:sld>
</file>

<file path=ppt/slides/slide17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62960513"/>
      </p:ext>
    </p:extLst>
  </p:cSld>
  <p:clrMapOvr>
    <a:masterClrMapping/>
  </p:clrMapOvr>
</p:sld>
</file>

<file path=ppt/slides/slide17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8021479"/>
      </p:ext>
    </p:extLst>
  </p:cSld>
  <p:clrMapOvr>
    <a:masterClrMapping/>
  </p:clrMapOvr>
</p:sld>
</file>

<file path=ppt/slides/slide17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22218642"/>
      </p:ext>
    </p:extLst>
  </p:cSld>
  <p:clrMapOvr>
    <a:masterClrMapping/>
  </p:clrMapOvr>
</p:sld>
</file>

<file path=ppt/slides/slide17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55811"/>
      </p:ext>
    </p:extLst>
  </p:cSld>
  <p:clrMapOvr>
    <a:masterClrMapping/>
  </p:clrMapOvr>
</p:sld>
</file>

<file path=ppt/slides/slide17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6536299"/>
      </p:ext>
    </p:extLst>
  </p:cSld>
  <p:clrMapOvr>
    <a:masterClrMapping/>
  </p:clrMapOvr>
</p:sld>
</file>

<file path=ppt/slides/slide17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52278416"/>
      </p:ext>
    </p:extLst>
  </p:cSld>
  <p:clrMapOvr>
    <a:masterClrMapping/>
  </p:clrMapOvr>
</p:sld>
</file>

<file path=ppt/slides/slide17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38948209"/>
      </p:ext>
    </p:extLst>
  </p:cSld>
  <p:clrMapOvr>
    <a:masterClrMapping/>
  </p:clrMapOvr>
</p:sld>
</file>

<file path=ppt/slides/slide17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933492868"/>
      </p:ext>
    </p:extLst>
  </p:cSld>
  <p:clrMapOvr>
    <a:masterClrMapping/>
  </p:clrMapOvr>
</p:sld>
</file>

<file path=ppt/slides/slide17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826371252"/>
      </p:ext>
    </p:extLst>
  </p:cSld>
  <p:clrMapOvr>
    <a:masterClrMapping/>
  </p:clrMapOvr>
</p:sld>
</file>

<file path=ppt/slides/slide17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1723170"/>
      </p:ext>
    </p:extLst>
  </p:cSld>
  <p:clrMapOvr>
    <a:masterClrMapping/>
  </p:clrMapOvr>
</p:sld>
</file>

<file path=ppt/slides/slide17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40046921"/>
      </p:ext>
    </p:extLst>
  </p:cSld>
  <p:clrMapOvr>
    <a:masterClrMapping/>
  </p:clrMapOvr>
</p:sld>
</file>

<file path=ppt/slides/slide17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30586173"/>
      </p:ext>
    </p:extLst>
  </p:cSld>
  <p:clrMapOvr>
    <a:masterClrMapping/>
  </p:clrMapOvr>
</p:sld>
</file>

<file path=ppt/slides/slide17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63195593"/>
      </p:ext>
    </p:extLst>
  </p:cSld>
  <p:clrMapOvr>
    <a:masterClrMapping/>
  </p:clrMapOvr>
</p:sld>
</file>

<file path=ppt/slides/slide17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75932986"/>
      </p:ext>
    </p:extLst>
  </p:cSld>
  <p:clrMapOvr>
    <a:masterClrMapping/>
  </p:clrMapOvr>
</p:sld>
</file>

<file path=ppt/slides/slide17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813303"/>
      </p:ext>
    </p:extLst>
  </p:cSld>
  <p:clrMapOvr>
    <a:masterClrMapping/>
  </p:clrMapOvr>
</p:sld>
</file>

<file path=ppt/slides/slide17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62141259"/>
      </p:ext>
    </p:extLst>
  </p:cSld>
  <p:clrMapOvr>
    <a:masterClrMapping/>
  </p:clrMapOvr>
</p:sld>
</file>

<file path=ppt/slides/slide17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59395075"/>
      </p:ext>
    </p:extLst>
  </p:cSld>
  <p:clrMapOvr>
    <a:masterClrMapping/>
  </p:clrMapOvr>
</p:sld>
</file>

<file path=ppt/slides/slide17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53425561"/>
      </p:ext>
    </p:extLst>
  </p:cSld>
  <p:clrMapOvr>
    <a:masterClrMapping/>
  </p:clrMapOvr>
</p:sld>
</file>

<file path=ppt/slides/slide17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22330094"/>
      </p:ext>
    </p:extLst>
  </p:cSld>
  <p:clrMapOvr>
    <a:masterClrMapping/>
  </p:clrMapOvr>
</p:sld>
</file>

<file path=ppt/slides/slide17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3124456"/>
      </p:ext>
    </p:extLst>
  </p:cSld>
  <p:clrMapOvr>
    <a:masterClrMapping/>
  </p:clrMapOvr>
</p:sld>
</file>

<file path=ppt/slides/slide17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0792882"/>
      </p:ext>
    </p:extLst>
  </p:cSld>
  <p:clrMapOvr>
    <a:masterClrMapping/>
  </p:clrMapOvr>
</p:sld>
</file>

<file path=ppt/slides/slide17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70265349"/>
      </p:ext>
    </p:extLst>
  </p:cSld>
  <p:clrMapOvr>
    <a:masterClrMapping/>
  </p:clrMapOvr>
</p:sld>
</file>

<file path=ppt/slides/slide17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22770017"/>
      </p:ext>
    </p:extLst>
  </p:cSld>
  <p:clrMapOvr>
    <a:masterClrMapping/>
  </p:clrMapOvr>
</p:sld>
</file>

<file path=ppt/slides/slide17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2716861"/>
      </p:ext>
    </p:extLst>
  </p:cSld>
  <p:clrMapOvr>
    <a:masterClrMapping/>
  </p:clrMapOvr>
</p:sld>
</file>

<file path=ppt/slides/slide17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32831765"/>
      </p:ext>
    </p:extLst>
  </p:cSld>
  <p:clrMapOvr>
    <a:masterClrMapping/>
  </p:clrMapOvr>
</p:sld>
</file>

<file path=ppt/slides/slide17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577202"/>
      </p:ext>
    </p:extLst>
  </p:cSld>
  <p:clrMapOvr>
    <a:masterClrMapping/>
  </p:clrMapOvr>
</p:sld>
</file>

<file path=ppt/slides/slide17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6715807"/>
      </p:ext>
    </p:extLst>
  </p:cSld>
  <p:clrMapOvr>
    <a:masterClrMapping/>
  </p:clrMapOvr>
</p:sld>
</file>

<file path=ppt/slides/slide17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98743748"/>
      </p:ext>
    </p:extLst>
  </p:cSld>
  <p:clrMapOvr>
    <a:masterClrMapping/>
  </p:clrMapOvr>
</p:sld>
</file>

<file path=ppt/slides/slide17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8785795"/>
      </p:ext>
    </p:extLst>
  </p:cSld>
  <p:clrMapOvr>
    <a:masterClrMapping/>
  </p:clrMapOvr>
</p:sld>
</file>

<file path=ppt/slides/slide17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347868"/>
      </p:ext>
    </p:extLst>
  </p:cSld>
  <p:clrMapOvr>
    <a:masterClrMapping/>
  </p:clrMapOvr>
</p:sld>
</file>

<file path=ppt/slides/slide17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4550506"/>
      </p:ext>
    </p:extLst>
  </p:cSld>
  <p:clrMapOvr>
    <a:masterClrMapping/>
  </p:clrMapOvr>
</p:sld>
</file>

<file path=ppt/slides/slide17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9764271"/>
      </p:ext>
    </p:extLst>
  </p:cSld>
  <p:clrMapOvr>
    <a:masterClrMapping/>
  </p:clrMapOvr>
</p:sld>
</file>

<file path=ppt/slides/slide17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6886194"/>
      </p:ext>
    </p:extLst>
  </p:cSld>
  <p:clrMapOvr>
    <a:masterClrMapping/>
  </p:clrMapOvr>
</p:sld>
</file>

<file path=ppt/slides/slide17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49808136"/>
      </p:ext>
    </p:extLst>
  </p:cSld>
  <p:clrMapOvr>
    <a:masterClrMapping/>
  </p:clrMapOvr>
</p:sld>
</file>

<file path=ppt/slides/slide17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6237815"/>
      </p:ext>
    </p:extLst>
  </p:cSld>
  <p:clrMapOvr>
    <a:masterClrMapping/>
  </p:clrMapOvr>
</p:sld>
</file>

<file path=ppt/slides/slide17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17164514"/>
      </p:ext>
    </p:extLst>
  </p:cSld>
  <p:clrMapOvr>
    <a:masterClrMapping/>
  </p:clrMapOvr>
</p:sld>
</file>

<file path=ppt/slides/slide17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22863576"/>
      </p:ext>
    </p:extLst>
  </p:cSld>
  <p:clrMapOvr>
    <a:masterClrMapping/>
  </p:clrMapOvr>
</p:sld>
</file>

<file path=ppt/slides/slide17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82684322"/>
      </p:ext>
    </p:extLst>
  </p:cSld>
  <p:clrMapOvr>
    <a:masterClrMapping/>
  </p:clrMapOvr>
</p:sld>
</file>

<file path=ppt/slides/slide17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61755861"/>
      </p:ext>
    </p:extLst>
  </p:cSld>
  <p:clrMapOvr>
    <a:masterClrMapping/>
  </p:clrMapOvr>
</p:sld>
</file>

<file path=ppt/slides/slide17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59059013"/>
      </p:ext>
    </p:extLst>
  </p:cSld>
  <p:clrMapOvr>
    <a:masterClrMapping/>
  </p:clrMapOvr>
</p:sld>
</file>

<file path=ppt/slides/slide17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104137479"/>
      </p:ext>
    </p:extLst>
  </p:cSld>
  <p:clrMapOvr>
    <a:masterClrMapping/>
  </p:clrMapOvr>
</p:sld>
</file>

<file path=ppt/slides/slide17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98167327"/>
      </p:ext>
    </p:extLst>
  </p:cSld>
  <p:clrMapOvr>
    <a:masterClrMapping/>
  </p:clrMapOvr>
</p:sld>
</file>

<file path=ppt/slides/slide17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613732870"/>
      </p:ext>
    </p:extLst>
  </p:cSld>
  <p:clrMapOvr>
    <a:masterClrMapping/>
  </p:clrMapOvr>
</p:sld>
</file>

<file path=ppt/slides/slide17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616987663"/>
      </p:ext>
    </p:extLst>
  </p:cSld>
  <p:clrMapOvr>
    <a:masterClrMapping/>
  </p:clrMapOvr>
</p:sld>
</file>

<file path=ppt/slides/slide17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4402387"/>
      </p:ext>
    </p:extLst>
  </p:cSld>
  <p:clrMapOvr>
    <a:masterClrMapping/>
  </p:clrMapOvr>
</p:sld>
</file>

<file path=ppt/slides/slide17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379400780"/>
      </p:ext>
    </p:extLst>
  </p:cSld>
  <p:clrMapOvr>
    <a:masterClrMapping/>
  </p:clrMapOvr>
</p:sld>
</file>

<file path=ppt/slides/slide17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321D838-2C7E-4177-9DD3-DAC78324A2B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3" name="Picture 12">
            <a:extLst>
              <a:ext uri="{FF2B5EF4-FFF2-40B4-BE49-F238E27FC236}">
                <a16:creationId xmlns:a16="http://schemas.microsoft.com/office/drawing/2014/main" id="{224C28B3-E902-49D1-98A0-582D277A0E00}"/>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1" y="1970240"/>
            <a:ext cx="10437812" cy="321164"/>
          </a:xfrm>
          <a:prstGeom prst="rect">
            <a:avLst/>
          </a:prstGeom>
        </p:spPr>
      </p:pic>
      <p:pic>
        <p:nvPicPr>
          <p:cNvPr id="15" name="Picture 14">
            <a:extLst>
              <a:ext uri="{FF2B5EF4-FFF2-40B4-BE49-F238E27FC236}">
                <a16:creationId xmlns:a16="http://schemas.microsoft.com/office/drawing/2014/main" id="{F3A6C14C-E755-4A02-821B-6EA2D4C9F20D}"/>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5" cstate="email">
            <a:extLst>
              <a:ext uri="{28A0092B-C50C-407E-A947-70E740481C1C}">
                <a14:useLocalDpi xmlns:a14="http://schemas.microsoft.com/office/drawing/2010/main"/>
              </a:ext>
            </a:extLst>
          </a:blip>
          <a:stretch>
            <a:fillRect/>
          </a:stretch>
        </p:blipFill>
        <p:spPr>
          <a:xfrm>
            <a:off x="10585826" y="1971234"/>
            <a:ext cx="1602997" cy="144270"/>
          </a:xfrm>
          <a:prstGeom prst="rect">
            <a:avLst/>
          </a:prstGeom>
        </p:spPr>
      </p:pic>
      <p:sp>
        <p:nvSpPr>
          <p:cNvPr id="17" name="Rectangle 16">
            <a:extLst>
              <a:ext uri="{FF2B5EF4-FFF2-40B4-BE49-F238E27FC236}">
                <a16:creationId xmlns:a16="http://schemas.microsoft.com/office/drawing/2014/main" id="{6478287C-E119-4E9C-95B0-518478BD9D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9" name="Rectangle 18">
            <a:extLst>
              <a:ext uri="{FF2B5EF4-FFF2-40B4-BE49-F238E27FC236}">
                <a16:creationId xmlns:a16="http://schemas.microsoft.com/office/drawing/2014/main" id="{EA4A294F-6D36-425B-8632-27FD6A284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useBgFill="1">
        <p:nvSpPr>
          <p:cNvPr id="21" name="Rectangle 20">
            <a:extLst>
              <a:ext uri="{FF2B5EF4-FFF2-40B4-BE49-F238E27FC236}">
                <a16:creationId xmlns:a16="http://schemas.microsoft.com/office/drawing/2014/main" id="{3FECAD23-900F-4F1B-A441-6A68749F88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3" name="Picture 22">
            <a:extLst>
              <a:ext uri="{FF2B5EF4-FFF2-40B4-BE49-F238E27FC236}">
                <a16:creationId xmlns:a16="http://schemas.microsoft.com/office/drawing/2014/main" id="{57943801-CAEC-4F98-9332-2A4D912846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cstate="email">
            <a:alphaModFix amt="10000"/>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5" name="Rectangle 24">
            <a:extLst>
              <a:ext uri="{FF2B5EF4-FFF2-40B4-BE49-F238E27FC236}">
                <a16:creationId xmlns:a16="http://schemas.microsoft.com/office/drawing/2014/main" id="{8A233090-6C39-4F59-8A0F-86F011A7EE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55992" y="0"/>
            <a:ext cx="4636008"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484DCAA0-4BF1-4FB9-97BA-D6BA630419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2" y="609600"/>
            <a:ext cx="7876030"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pic>
        <p:nvPicPr>
          <p:cNvPr id="29" name="Picture 28">
            <a:extLst>
              <a:ext uri="{FF2B5EF4-FFF2-40B4-BE49-F238E27FC236}">
                <a16:creationId xmlns:a16="http://schemas.microsoft.com/office/drawing/2014/main" id="{9BC2FEA5-B399-458A-8393-E06CE40DB89C}"/>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email">
            <a:extLst>
              <a:ext uri="{28A0092B-C50C-407E-A947-70E740481C1C}">
                <a14:useLocalDpi xmlns:a14="http://schemas.microsoft.com/office/drawing/2010/main"/>
              </a:ext>
            </a:extLst>
          </a:blip>
          <a:stretch>
            <a:fillRect/>
          </a:stretch>
        </p:blipFill>
        <p:spPr>
          <a:xfrm>
            <a:off x="2" y="1970240"/>
            <a:ext cx="7967048" cy="321164"/>
          </a:xfrm>
          <a:prstGeom prst="rect">
            <a:avLst/>
          </a:prstGeom>
        </p:spPr>
      </p:pic>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11"/>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993171112"/>
      </p:ext>
    </p:extLst>
  </p:cSld>
  <p:clrMapOvr>
    <a:masterClrMapping/>
  </p:clrMapOvr>
</p:sld>
</file>

<file path=ppt/slides/slide17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23770168"/>
      </p:ext>
    </p:extLst>
  </p:cSld>
  <p:clrMapOvr>
    <a:masterClrMapping/>
  </p:clrMapOvr>
</p:sld>
</file>

<file path=ppt/slides/slide17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96306549"/>
      </p:ext>
    </p:extLst>
  </p:cSld>
  <p:clrMapOvr>
    <a:masterClrMapping/>
  </p:clrMapOvr>
</p:sld>
</file>

<file path=ppt/slides/slide17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34646160"/>
      </p:ext>
    </p:extLst>
  </p:cSld>
  <p:clrMapOvr>
    <a:masterClrMapping/>
  </p:clrMapOvr>
</p:sld>
</file>

<file path=ppt/slides/slide17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97931238"/>
      </p:ext>
    </p:extLst>
  </p:cSld>
  <p:clrMapOvr>
    <a:masterClrMapping/>
  </p:clrMapOvr>
</p:sld>
</file>

<file path=ppt/slides/slide17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10073136"/>
      </p:ext>
    </p:extLst>
  </p:cSld>
  <p:clrMapOvr>
    <a:masterClrMapping/>
  </p:clrMapOvr>
</p:sld>
</file>

<file path=ppt/slides/slide17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11481167"/>
      </p:ext>
    </p:extLst>
  </p:cSld>
  <p:clrMapOvr>
    <a:masterClrMapping/>
  </p:clrMapOvr>
</p:sld>
</file>

<file path=ppt/slides/slide17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65092215"/>
      </p:ext>
    </p:extLst>
  </p:cSld>
  <p:clrMapOvr>
    <a:masterClrMapping/>
  </p:clrMapOvr>
</p:sld>
</file>

<file path=ppt/slides/slide17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5005052"/>
      </p:ext>
    </p:extLst>
  </p:cSld>
  <p:clrMapOvr>
    <a:masterClrMapping/>
  </p:clrMapOvr>
</p:sld>
</file>

<file path=ppt/slides/slide17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68289840"/>
      </p:ext>
    </p:extLst>
  </p:cSld>
  <p:clrMapOvr>
    <a:masterClrMapping/>
  </p:clrMapOvr>
</p:sld>
</file>

<file path=ppt/slides/slide17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90505686"/>
      </p:ext>
    </p:extLst>
  </p:cSld>
  <p:clrMapOvr>
    <a:masterClrMapping/>
  </p:clrMapOvr>
</p:sld>
</file>

<file path=ppt/slides/slide17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6461974"/>
      </p:ext>
    </p:extLst>
  </p:cSld>
  <p:clrMapOvr>
    <a:masterClrMapping/>
  </p:clrMapOvr>
</p:sld>
</file>

<file path=ppt/slides/slide17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4868111"/>
      </p:ext>
    </p:extLst>
  </p:cSld>
  <p:clrMapOvr>
    <a:masterClrMapping/>
  </p:clrMapOvr>
</p:sld>
</file>

<file path=ppt/slides/slide17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40651886"/>
      </p:ext>
    </p:extLst>
  </p:cSld>
  <p:clrMapOvr>
    <a:masterClrMapping/>
  </p:clrMapOvr>
</p:sld>
</file>

<file path=ppt/slides/slide17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35806553"/>
      </p:ext>
    </p:extLst>
  </p:cSld>
  <p:clrMapOvr>
    <a:masterClrMapping/>
  </p:clrMapOvr>
</p:sld>
</file>

<file path=ppt/slides/slide17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13010950"/>
      </p:ext>
    </p:extLst>
  </p:cSld>
  <p:clrMapOvr>
    <a:masterClrMapping/>
  </p:clrMapOvr>
</p:sld>
</file>

<file path=ppt/slides/slide17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2175515"/>
      </p:ext>
    </p:extLst>
  </p:cSld>
  <p:clrMapOvr>
    <a:masterClrMapping/>
  </p:clrMapOvr>
</p:sld>
</file>

<file path=ppt/slides/slide17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29052067"/>
      </p:ext>
    </p:extLst>
  </p:cSld>
  <p:clrMapOvr>
    <a:masterClrMapping/>
  </p:clrMapOvr>
</p:sld>
</file>

<file path=ppt/slides/slide17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2660255"/>
      </p:ext>
    </p:extLst>
  </p:cSld>
  <p:clrMapOvr>
    <a:masterClrMapping/>
  </p:clrMapOvr>
</p:sld>
</file>

<file path=ppt/slides/slide17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70261890"/>
      </p:ext>
    </p:extLst>
  </p:cSld>
  <p:clrMapOvr>
    <a:masterClrMapping/>
  </p:clrMapOvr>
</p:sld>
</file>

<file path=ppt/slides/slide17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93139992"/>
      </p:ext>
    </p:extLst>
  </p:cSld>
  <p:clrMapOvr>
    <a:masterClrMapping/>
  </p:clrMapOvr>
</p:sld>
</file>

<file path=ppt/slides/slide17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13777947"/>
      </p:ext>
    </p:extLst>
  </p:cSld>
  <p:clrMapOvr>
    <a:masterClrMapping/>
  </p:clrMapOvr>
</p:sld>
</file>

<file path=ppt/slides/slide17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3284420"/>
      </p:ext>
    </p:extLst>
  </p:cSld>
  <p:clrMapOvr>
    <a:masterClrMapping/>
  </p:clrMapOvr>
</p:sld>
</file>

<file path=ppt/slides/slide17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77260124"/>
      </p:ext>
    </p:extLst>
  </p:cSld>
  <p:clrMapOvr>
    <a:masterClrMapping/>
  </p:clrMapOvr>
</p:sld>
</file>

<file path=ppt/slides/slide17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20255174"/>
      </p:ext>
    </p:extLst>
  </p:cSld>
  <p:clrMapOvr>
    <a:masterClrMapping/>
  </p:clrMapOvr>
</p:sld>
</file>

<file path=ppt/slides/slide17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87816758"/>
      </p:ext>
    </p:extLst>
  </p:cSld>
  <p:clrMapOvr>
    <a:masterClrMapping/>
  </p:clrMapOvr>
</p:sld>
</file>

<file path=ppt/slides/slide17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15833227"/>
      </p:ext>
    </p:extLst>
  </p:cSld>
  <p:clrMapOvr>
    <a:masterClrMapping/>
  </p:clrMapOvr>
</p:sld>
</file>

<file path=ppt/slides/slide17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01882939"/>
      </p:ext>
    </p:extLst>
  </p:cSld>
  <p:clrMapOvr>
    <a:masterClrMapping/>
  </p:clrMapOvr>
</p:sld>
</file>

<file path=ppt/slides/slide17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41096770"/>
      </p:ext>
    </p:extLst>
  </p:cSld>
  <p:clrMapOvr>
    <a:masterClrMapping/>
  </p:clrMapOvr>
</p:sld>
</file>

<file path=ppt/slides/slide17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63746546"/>
      </p:ext>
    </p:extLst>
  </p:cSld>
  <p:clrMapOvr>
    <a:masterClrMapping/>
  </p:clrMapOvr>
</p:sld>
</file>

<file path=ppt/slides/slide17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98043498"/>
      </p:ext>
    </p:extLst>
  </p:cSld>
  <p:clrMapOvr>
    <a:masterClrMapping/>
  </p:clrMapOvr>
</p:sld>
</file>

<file path=ppt/slides/slide17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52977163"/>
      </p:ext>
    </p:extLst>
  </p:cSld>
  <p:clrMapOvr>
    <a:masterClrMapping/>
  </p:clrMapOvr>
</p:sld>
</file>

<file path=ppt/slides/slide17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06142607"/>
      </p:ext>
    </p:extLst>
  </p:cSld>
  <p:clrMapOvr>
    <a:masterClrMapping/>
  </p:clrMapOvr>
</p:sld>
</file>

<file path=ppt/slides/slide17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0848085"/>
      </p:ext>
    </p:extLst>
  </p:cSld>
  <p:clrMapOvr>
    <a:masterClrMapping/>
  </p:clrMapOvr>
</p:sld>
</file>

<file path=ppt/slides/slide17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14270522"/>
      </p:ext>
    </p:extLst>
  </p:cSld>
  <p:clrMapOvr>
    <a:masterClrMapping/>
  </p:clrMapOvr>
</p:sld>
</file>

<file path=ppt/slides/slide17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75441876"/>
      </p:ext>
    </p:extLst>
  </p:cSld>
  <p:clrMapOvr>
    <a:masterClrMapping/>
  </p:clrMapOvr>
</p:sld>
</file>

<file path=ppt/slides/slide17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3145399"/>
      </p:ext>
    </p:extLst>
  </p:cSld>
  <p:clrMapOvr>
    <a:masterClrMapping/>
  </p:clrMapOvr>
</p:sld>
</file>

<file path=ppt/slides/slide17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03976637"/>
      </p:ext>
    </p:extLst>
  </p:cSld>
  <p:clrMapOvr>
    <a:masterClrMapping/>
  </p:clrMapOvr>
</p:sld>
</file>

<file path=ppt/slides/slide17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4520330"/>
      </p:ext>
    </p:extLst>
  </p:cSld>
  <p:clrMapOvr>
    <a:masterClrMapping/>
  </p:clrMapOvr>
</p:sld>
</file>

<file path=ppt/slides/slide17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84613188"/>
      </p:ext>
    </p:extLst>
  </p:cSld>
  <p:clrMapOvr>
    <a:masterClrMapping/>
  </p:clrMapOvr>
</p:sld>
</file>

<file path=ppt/slides/slide17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37923973"/>
      </p:ext>
    </p:extLst>
  </p:cSld>
  <p:clrMapOvr>
    <a:masterClrMapping/>
  </p:clrMapOvr>
</p:sld>
</file>

<file path=ppt/slides/slide17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27157170"/>
      </p:ext>
    </p:extLst>
  </p:cSld>
  <p:clrMapOvr>
    <a:masterClrMapping/>
  </p:clrMapOvr>
</p:sld>
</file>

<file path=ppt/slides/slide17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15533434"/>
      </p:ext>
    </p:extLst>
  </p:cSld>
  <p:clrMapOvr>
    <a:masterClrMapping/>
  </p:clrMapOvr>
</p:sld>
</file>

<file path=ppt/slides/slide17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5883042"/>
      </p:ext>
    </p:extLst>
  </p:cSld>
  <p:clrMapOvr>
    <a:masterClrMapping/>
  </p:clrMapOvr>
</p:sld>
</file>

<file path=ppt/slides/slide17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10848289"/>
      </p:ext>
    </p:extLst>
  </p:cSld>
  <p:clrMapOvr>
    <a:masterClrMapping/>
  </p:clrMapOvr>
</p:sld>
</file>

<file path=ppt/slides/slide18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94591484"/>
      </p:ext>
    </p:extLst>
  </p:cSld>
  <p:clrMapOvr>
    <a:masterClrMapping/>
  </p:clrMapOvr>
</p:sld>
</file>

<file path=ppt/slides/slide18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48197026"/>
      </p:ext>
    </p:extLst>
  </p:cSld>
  <p:clrMapOvr>
    <a:masterClrMapping/>
  </p:clrMapOvr>
</p:sld>
</file>

<file path=ppt/slides/slide18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51810513"/>
      </p:ext>
    </p:extLst>
  </p:cSld>
  <p:clrMapOvr>
    <a:masterClrMapping/>
  </p:clrMapOvr>
</p:sld>
</file>

<file path=ppt/slides/slide18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3830541"/>
      </p:ext>
    </p:extLst>
  </p:cSld>
  <p:clrMapOvr>
    <a:masterClrMapping/>
  </p:clrMapOvr>
</p:sld>
</file>

<file path=ppt/slides/slide18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16575677"/>
      </p:ext>
    </p:extLst>
  </p:cSld>
  <p:clrMapOvr>
    <a:masterClrMapping/>
  </p:clrMapOvr>
</p:sld>
</file>

<file path=ppt/slides/slide18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37589398"/>
      </p:ext>
    </p:extLst>
  </p:cSld>
  <p:clrMapOvr>
    <a:masterClrMapping/>
  </p:clrMapOvr>
</p:sld>
</file>

<file path=ppt/slides/slide18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9552703"/>
      </p:ext>
    </p:extLst>
  </p:cSld>
  <p:clrMapOvr>
    <a:masterClrMapping/>
  </p:clrMapOvr>
</p:sld>
</file>

<file path=ppt/slides/slide18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39481350"/>
      </p:ext>
    </p:extLst>
  </p:cSld>
  <p:clrMapOvr>
    <a:masterClrMapping/>
  </p:clrMapOvr>
</p:sld>
</file>

<file path=ppt/slides/slide18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91019492"/>
      </p:ext>
    </p:extLst>
  </p:cSld>
  <p:clrMapOvr>
    <a:masterClrMapping/>
  </p:clrMapOvr>
</p:sld>
</file>

<file path=ppt/slides/slide18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8690824"/>
      </p:ext>
    </p:extLst>
  </p:cSld>
  <p:clrMapOvr>
    <a:masterClrMapping/>
  </p:clrMapOvr>
</p:sld>
</file>

<file path=ppt/slides/slide18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10959099"/>
      </p:ext>
    </p:extLst>
  </p:cSld>
  <p:clrMapOvr>
    <a:masterClrMapping/>
  </p:clrMapOvr>
</p:sld>
</file>

<file path=ppt/slides/slide18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10135359"/>
      </p:ext>
    </p:extLst>
  </p:cSld>
  <p:clrMapOvr>
    <a:masterClrMapping/>
  </p:clrMapOvr>
</p:sld>
</file>

<file path=ppt/slides/slide18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00014187"/>
      </p:ext>
    </p:extLst>
  </p:cSld>
  <p:clrMapOvr>
    <a:masterClrMapping/>
  </p:clrMapOvr>
</p:sld>
</file>

<file path=ppt/slides/slide18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93013512"/>
      </p:ext>
    </p:extLst>
  </p:cSld>
  <p:clrMapOvr>
    <a:masterClrMapping/>
  </p:clrMapOvr>
</p:sld>
</file>

<file path=ppt/slides/slide18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81531425"/>
      </p:ext>
    </p:extLst>
  </p:cSld>
  <p:clrMapOvr>
    <a:masterClrMapping/>
  </p:clrMapOvr>
</p:sld>
</file>

<file path=ppt/slides/slide18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6060023"/>
      </p:ext>
    </p:extLst>
  </p:cSld>
  <p:clrMapOvr>
    <a:masterClrMapping/>
  </p:clrMapOvr>
</p:sld>
</file>

<file path=ppt/slides/slide18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8150818"/>
      </p:ext>
    </p:extLst>
  </p:cSld>
  <p:clrMapOvr>
    <a:masterClrMapping/>
  </p:clrMapOvr>
</p:sld>
</file>

<file path=ppt/slides/slide18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049888"/>
      </p:ext>
    </p:extLst>
  </p:cSld>
  <p:clrMapOvr>
    <a:masterClrMapping/>
  </p:clrMapOvr>
</p:sld>
</file>

<file path=ppt/slides/slide18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57715354"/>
      </p:ext>
    </p:extLst>
  </p:cSld>
  <p:clrMapOvr>
    <a:masterClrMapping/>
  </p:clrMapOvr>
</p:sld>
</file>

<file path=ppt/slides/slide18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67471558"/>
      </p:ext>
    </p:extLst>
  </p:cSld>
  <p:clrMapOvr>
    <a:masterClrMapping/>
  </p:clrMapOvr>
</p:sld>
</file>

<file path=ppt/slides/slide18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039547546"/>
      </p:ext>
    </p:extLst>
  </p:cSld>
  <p:clrMapOvr>
    <a:masterClrMapping/>
  </p:clrMapOvr>
</p:sld>
</file>

<file path=ppt/slides/slide18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44814185"/>
      </p:ext>
    </p:extLst>
  </p:cSld>
  <p:clrMapOvr>
    <a:masterClrMapping/>
  </p:clrMapOvr>
</p:sld>
</file>

<file path=ppt/slides/slide18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60718193"/>
      </p:ext>
    </p:extLst>
  </p:cSld>
  <p:clrMapOvr>
    <a:masterClrMapping/>
  </p:clrMapOvr>
</p:sld>
</file>

<file path=ppt/slides/slide18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71002130"/>
      </p:ext>
    </p:extLst>
  </p:cSld>
  <p:clrMapOvr>
    <a:masterClrMapping/>
  </p:clrMapOvr>
</p:sld>
</file>

<file path=ppt/slides/slide18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23560858"/>
      </p:ext>
    </p:extLst>
  </p:cSld>
  <p:clrMapOvr>
    <a:masterClrMapping/>
  </p:clrMapOvr>
</p:sld>
</file>

<file path=ppt/slides/slide18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00467953"/>
      </p:ext>
    </p:extLst>
  </p:cSld>
  <p:clrMapOvr>
    <a:masterClrMapping/>
  </p:clrMapOvr>
</p:sld>
</file>

<file path=ppt/slides/slide18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50678378"/>
      </p:ext>
    </p:extLst>
  </p:cSld>
  <p:clrMapOvr>
    <a:masterClrMapping/>
  </p:clrMapOvr>
</p:sld>
</file>

<file path=ppt/slides/slide18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60916537"/>
      </p:ext>
    </p:extLst>
  </p:cSld>
  <p:clrMapOvr>
    <a:masterClrMapping/>
  </p:clrMapOvr>
</p:sld>
</file>

<file path=ppt/slides/slide18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8953168"/>
      </p:ext>
    </p:extLst>
  </p:cSld>
  <p:clrMapOvr>
    <a:masterClrMapping/>
  </p:clrMapOvr>
</p:sld>
</file>

<file path=ppt/slides/slide18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62641085"/>
      </p:ext>
    </p:extLst>
  </p:cSld>
  <p:clrMapOvr>
    <a:masterClrMapping/>
  </p:clrMapOvr>
</p:sld>
</file>

<file path=ppt/slides/slide18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2664603"/>
      </p:ext>
    </p:extLst>
  </p:cSld>
  <p:clrMapOvr>
    <a:masterClrMapping/>
  </p:clrMapOvr>
</p:sld>
</file>

<file path=ppt/slides/slide18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20294585"/>
      </p:ext>
    </p:extLst>
  </p:cSld>
  <p:clrMapOvr>
    <a:masterClrMapping/>
  </p:clrMapOvr>
</p:sld>
</file>

<file path=ppt/slides/slide18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65090073"/>
      </p:ext>
    </p:extLst>
  </p:cSld>
  <p:clrMapOvr>
    <a:masterClrMapping/>
  </p:clrMapOvr>
</p:sld>
</file>

<file path=ppt/slides/slide183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24002094"/>
      </p:ext>
    </p:extLst>
  </p:cSld>
  <p:clrMapOvr>
    <a:masterClrMapping/>
  </p:clrMapOvr>
</p:sld>
</file>

<file path=ppt/slides/slide183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99756790"/>
      </p:ext>
    </p:extLst>
  </p:cSld>
  <p:clrMapOvr>
    <a:masterClrMapping/>
  </p:clrMapOvr>
</p:sld>
</file>

<file path=ppt/slides/slide183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25955395"/>
      </p:ext>
    </p:extLst>
  </p:cSld>
  <p:clrMapOvr>
    <a:masterClrMapping/>
  </p:clrMapOvr>
</p:sld>
</file>

<file path=ppt/slides/slide183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04361444"/>
      </p:ext>
    </p:extLst>
  </p:cSld>
  <p:clrMapOvr>
    <a:masterClrMapping/>
  </p:clrMapOvr>
</p:sld>
</file>

<file path=ppt/slides/slide183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2550156"/>
      </p:ext>
    </p:extLst>
  </p:cSld>
  <p:clrMapOvr>
    <a:masterClrMapping/>
  </p:clrMapOvr>
</p:sld>
</file>

<file path=ppt/slides/slide183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9000562"/>
      </p:ext>
    </p:extLst>
  </p:cSld>
  <p:clrMapOvr>
    <a:masterClrMapping/>
  </p:clrMapOvr>
</p:sld>
</file>

<file path=ppt/slides/slide183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44338878"/>
      </p:ext>
    </p:extLst>
  </p:cSld>
  <p:clrMapOvr>
    <a:masterClrMapping/>
  </p:clrMapOvr>
</p:sld>
</file>

<file path=ppt/slides/slide184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75111542"/>
      </p:ext>
    </p:extLst>
  </p:cSld>
  <p:clrMapOvr>
    <a:masterClrMapping/>
  </p:clrMapOvr>
</p:sld>
</file>

<file path=ppt/slides/slide184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55075822"/>
      </p:ext>
    </p:extLst>
  </p:cSld>
  <p:clrMapOvr>
    <a:masterClrMapping/>
  </p:clrMapOvr>
</p:sld>
</file>

<file path=ppt/slides/slide184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36591181"/>
      </p:ext>
    </p:extLst>
  </p:cSld>
  <p:clrMapOvr>
    <a:masterClrMapping/>
  </p:clrMapOvr>
</p:sld>
</file>

<file path=ppt/slides/slide184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83917582"/>
      </p:ext>
    </p:extLst>
  </p:cSld>
  <p:clrMapOvr>
    <a:masterClrMapping/>
  </p:clrMapOvr>
</p:sld>
</file>

<file path=ppt/slides/slide184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15258199"/>
      </p:ext>
    </p:extLst>
  </p:cSld>
  <p:clrMapOvr>
    <a:masterClrMapping/>
  </p:clrMapOvr>
</p:sld>
</file>

<file path=ppt/slides/slide184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05565844"/>
      </p:ext>
    </p:extLst>
  </p:cSld>
  <p:clrMapOvr>
    <a:masterClrMapping/>
  </p:clrMapOvr>
</p:sld>
</file>

<file path=ppt/slides/slide184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3199189"/>
      </p:ext>
    </p:extLst>
  </p:cSld>
  <p:clrMapOvr>
    <a:masterClrMapping/>
  </p:clrMapOvr>
</p:sld>
</file>

<file path=ppt/slides/slide184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5504263"/>
      </p:ext>
    </p:extLst>
  </p:cSld>
  <p:clrMapOvr>
    <a:masterClrMapping/>
  </p:clrMapOvr>
</p:sld>
</file>

<file path=ppt/slides/slide184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60102438"/>
      </p:ext>
    </p:extLst>
  </p:cSld>
  <p:clrMapOvr>
    <a:masterClrMapping/>
  </p:clrMapOvr>
</p:sld>
</file>

<file path=ppt/slides/slide184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58656983"/>
      </p:ext>
    </p:extLst>
  </p:cSld>
  <p:clrMapOvr>
    <a:masterClrMapping/>
  </p:clrMapOvr>
</p:sld>
</file>

<file path=ppt/slides/slide185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843853505"/>
      </p:ext>
    </p:extLst>
  </p:cSld>
  <p:clrMapOvr>
    <a:masterClrMapping/>
  </p:clrMapOvr>
</p:sld>
</file>

<file path=ppt/slides/slide185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47485743"/>
      </p:ext>
    </p:extLst>
  </p:cSld>
  <p:clrMapOvr>
    <a:masterClrMapping/>
  </p:clrMapOvr>
</p:sld>
</file>

<file path=ppt/slides/slide185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63337832"/>
      </p:ext>
    </p:extLst>
  </p:cSld>
  <p:clrMapOvr>
    <a:masterClrMapping/>
  </p:clrMapOvr>
</p:sld>
</file>

<file path=ppt/slides/slide185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83630816"/>
      </p:ext>
    </p:extLst>
  </p:cSld>
  <p:clrMapOvr>
    <a:masterClrMapping/>
  </p:clrMapOvr>
</p:sld>
</file>

<file path=ppt/slides/slide185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15594320"/>
      </p:ext>
    </p:extLst>
  </p:cSld>
  <p:clrMapOvr>
    <a:masterClrMapping/>
  </p:clrMapOvr>
</p:sld>
</file>

<file path=ppt/slides/slide185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32263420"/>
      </p:ext>
    </p:extLst>
  </p:cSld>
  <p:clrMapOvr>
    <a:masterClrMapping/>
  </p:clrMapOvr>
</p:sld>
</file>

<file path=ppt/slides/slide185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75082894"/>
      </p:ext>
    </p:extLst>
  </p:cSld>
  <p:clrMapOvr>
    <a:masterClrMapping/>
  </p:clrMapOvr>
</p:sld>
</file>

<file path=ppt/slides/slide185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48436969"/>
      </p:ext>
    </p:extLst>
  </p:cSld>
  <p:clrMapOvr>
    <a:masterClrMapping/>
  </p:clrMapOvr>
</p:sld>
</file>

<file path=ppt/slides/slide185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32936804"/>
      </p:ext>
    </p:extLst>
  </p:cSld>
  <p:clrMapOvr>
    <a:masterClrMapping/>
  </p:clrMapOvr>
</p:sld>
</file>

<file path=ppt/slides/slide185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69013655"/>
      </p:ext>
    </p:extLst>
  </p:cSld>
  <p:clrMapOvr>
    <a:masterClrMapping/>
  </p:clrMapOvr>
</p:sld>
</file>

<file path=ppt/slides/slide186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59062724"/>
      </p:ext>
    </p:extLst>
  </p:cSld>
  <p:clrMapOvr>
    <a:masterClrMapping/>
  </p:clrMapOvr>
</p:sld>
</file>

<file path=ppt/slides/slide186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54941599"/>
      </p:ext>
    </p:extLst>
  </p:cSld>
  <p:clrMapOvr>
    <a:masterClrMapping/>
  </p:clrMapOvr>
</p:sld>
</file>

<file path=ppt/slides/slide186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25495637"/>
      </p:ext>
    </p:extLst>
  </p:cSld>
  <p:clrMapOvr>
    <a:masterClrMapping/>
  </p:clrMapOvr>
</p:sld>
</file>

<file path=ppt/slides/slide186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30805435"/>
      </p:ext>
    </p:extLst>
  </p:cSld>
  <p:clrMapOvr>
    <a:masterClrMapping/>
  </p:clrMapOvr>
</p:sld>
</file>

<file path=ppt/slides/slide186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74124401"/>
      </p:ext>
    </p:extLst>
  </p:cSld>
  <p:clrMapOvr>
    <a:masterClrMapping/>
  </p:clrMapOvr>
</p:sld>
</file>

<file path=ppt/slides/slide186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79996196"/>
      </p:ext>
    </p:extLst>
  </p:cSld>
  <p:clrMapOvr>
    <a:masterClrMapping/>
  </p:clrMapOvr>
</p:sld>
</file>

<file path=ppt/slides/slide186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09884696"/>
      </p:ext>
    </p:extLst>
  </p:cSld>
  <p:clrMapOvr>
    <a:masterClrMapping/>
  </p:clrMapOvr>
</p:sld>
</file>

<file path=ppt/slides/slide186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41208531"/>
      </p:ext>
    </p:extLst>
  </p:cSld>
  <p:clrMapOvr>
    <a:masterClrMapping/>
  </p:clrMapOvr>
</p:sld>
</file>

<file path=ppt/slides/slide186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93548360"/>
      </p:ext>
    </p:extLst>
  </p:cSld>
  <p:clrMapOvr>
    <a:masterClrMapping/>
  </p:clrMapOvr>
</p:sld>
</file>

<file path=ppt/slides/slide186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18545562"/>
      </p:ext>
    </p:extLst>
  </p:cSld>
  <p:clrMapOvr>
    <a:masterClrMapping/>
  </p:clrMapOvr>
</p:sld>
</file>

<file path=ppt/slides/slide187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28213242"/>
      </p:ext>
    </p:extLst>
  </p:cSld>
  <p:clrMapOvr>
    <a:masterClrMapping/>
  </p:clrMapOvr>
</p:sld>
</file>

<file path=ppt/slides/slide187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46261894"/>
      </p:ext>
    </p:extLst>
  </p:cSld>
  <p:clrMapOvr>
    <a:masterClrMapping/>
  </p:clrMapOvr>
</p:sld>
</file>

<file path=ppt/slides/slide187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119738"/>
      </p:ext>
    </p:extLst>
  </p:cSld>
  <p:clrMapOvr>
    <a:masterClrMapping/>
  </p:clrMapOvr>
</p:sld>
</file>

<file path=ppt/slides/slide187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64398552"/>
      </p:ext>
    </p:extLst>
  </p:cSld>
  <p:clrMapOvr>
    <a:masterClrMapping/>
  </p:clrMapOvr>
</p:sld>
</file>

<file path=ppt/slides/slide187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110" name="Rectangle 109">
            <a:extLst>
              <a:ext uri="{FF2B5EF4-FFF2-40B4-BE49-F238E27FC236}">
                <a16:creationId xmlns:a16="http://schemas.microsoft.com/office/drawing/2014/main" id="{41704883-D088-4683-A1FD-AEE53B336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24954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112" name="Rectangle 111">
            <a:extLst>
              <a:ext uri="{FF2B5EF4-FFF2-40B4-BE49-F238E27FC236}">
                <a16:creationId xmlns:a16="http://schemas.microsoft.com/office/drawing/2014/main" id="{A9C04EC1-26B9-40BD-84A6-B2C0A913D0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24954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4" name="Rectangle 113">
            <a:extLst>
              <a:ext uri="{FF2B5EF4-FFF2-40B4-BE49-F238E27FC236}">
                <a16:creationId xmlns:a16="http://schemas.microsoft.com/office/drawing/2014/main" id="{9BAB74E2-5A82-47FD-BBB4-BFD47779FF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02314"/>
            <a:ext cx="8968085" cy="275942"/>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Rectangle 115">
            <a:extLst>
              <a:ext uri="{FF2B5EF4-FFF2-40B4-BE49-F238E27FC236}">
                <a16:creationId xmlns:a16="http://schemas.microsoft.com/office/drawing/2014/main" id="{9C4FFB60-A034-4994-8F55-E38D4F31C87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02314"/>
            <a:ext cx="30802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27295640"/>
      </p:ext>
    </p:extLst>
  </p:cSld>
  <p:clrMapOvr>
    <a:masterClrMapping/>
  </p:clrMapOvr>
</p:sld>
</file>

<file path=ppt/slides/slide187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99500024"/>
      </p:ext>
    </p:extLst>
  </p:cSld>
  <p:clrMapOvr>
    <a:masterClrMapping/>
  </p:clrMapOvr>
</p:sld>
</file>

<file path=ppt/slides/slide187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7012485"/>
      </p:ext>
    </p:extLst>
  </p:cSld>
  <p:clrMapOvr>
    <a:masterClrMapping/>
  </p:clrMapOvr>
</p:sld>
</file>

<file path=ppt/slides/slide187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97005674"/>
      </p:ext>
    </p:extLst>
  </p:cSld>
  <p:clrMapOvr>
    <a:masterClrMapping/>
  </p:clrMapOvr>
</p:sld>
</file>

<file path=ppt/slides/slide187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05953864"/>
      </p:ext>
    </p:extLst>
  </p:cSld>
  <p:clrMapOvr>
    <a:masterClrMapping/>
  </p:clrMapOvr>
</p:sld>
</file>

<file path=ppt/slides/slide187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65389591"/>
      </p:ext>
    </p:extLst>
  </p:cSld>
  <p:clrMapOvr>
    <a:masterClrMapping/>
  </p:clrMapOvr>
</p:sld>
</file>

<file path=ppt/slides/slide188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522126886"/>
      </p:ext>
    </p:extLst>
  </p:cSld>
  <p:clrMapOvr>
    <a:masterClrMapping/>
  </p:clrMapOvr>
</p:sld>
</file>

<file path=ppt/slides/slide188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80055271"/>
      </p:ext>
    </p:extLst>
  </p:cSld>
  <p:clrMapOvr>
    <a:masterClrMapping/>
  </p:clrMapOvr>
</p:sld>
</file>

<file path=ppt/slides/slide188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0726720"/>
      </p:ext>
    </p:extLst>
  </p:cSld>
  <p:clrMapOvr>
    <a:masterClrMapping/>
  </p:clrMapOvr>
</p:sld>
</file>

<file path=ppt/slides/slide188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39255672"/>
      </p:ext>
    </p:extLst>
  </p:cSld>
  <p:clrMapOvr>
    <a:masterClrMapping/>
  </p:clrMapOvr>
</p:sld>
</file>

<file path=ppt/slides/slide188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5436364"/>
      </p:ext>
    </p:extLst>
  </p:cSld>
  <p:clrMapOvr>
    <a:masterClrMapping/>
  </p:clrMapOvr>
</p:sld>
</file>

<file path=ppt/slides/slide188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90519743"/>
      </p:ext>
    </p:extLst>
  </p:cSld>
  <p:clrMapOvr>
    <a:masterClrMapping/>
  </p:clrMapOvr>
</p:sld>
</file>

<file path=ppt/slides/slide188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1059518956"/>
      </p:ext>
    </p:extLst>
  </p:cSld>
  <p:clrMapOvr>
    <a:masterClrMapping/>
  </p:clrMapOvr>
</p:sld>
</file>

<file path=ppt/slides/slide188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820739834"/>
      </p:ext>
    </p:extLst>
  </p:cSld>
  <p:clrMapOvr>
    <a:masterClrMapping/>
  </p:clrMapOvr>
</p:sld>
</file>

<file path=ppt/slides/slide188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2330505"/>
      </p:ext>
    </p:extLst>
  </p:cSld>
  <p:clrMapOvr>
    <a:masterClrMapping/>
  </p:clrMapOvr>
</p:sld>
</file>

<file path=ppt/slides/slide188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71020445"/>
      </p:ext>
    </p:extLst>
  </p:cSld>
  <p:clrMapOvr>
    <a:masterClrMapping/>
  </p:clrMapOvr>
</p:sld>
</file>

<file path=ppt/slides/slide189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71242287"/>
      </p:ext>
    </p:extLst>
  </p:cSld>
  <p:clrMapOvr>
    <a:masterClrMapping/>
  </p:clrMapOvr>
</p:sld>
</file>

<file path=ppt/slides/slide189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93016785"/>
      </p:ext>
    </p:extLst>
  </p:cSld>
  <p:clrMapOvr>
    <a:masterClrMapping/>
  </p:clrMapOvr>
</p:sld>
</file>

<file path=ppt/slides/slide189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1180100976"/>
      </p:ext>
    </p:extLst>
  </p:cSld>
  <p:clrMapOvr>
    <a:masterClrMapping/>
  </p:clrMapOvr>
</p:sld>
</file>

<file path=ppt/slides/slide189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07132624"/>
      </p:ext>
    </p:extLst>
  </p:cSld>
  <p:clrMapOvr>
    <a:masterClrMapping/>
  </p:clrMapOvr>
</p:sld>
</file>

<file path=ppt/slides/slide189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51993182"/>
      </p:ext>
    </p:extLst>
  </p:cSld>
  <p:clrMapOvr>
    <a:masterClrMapping/>
  </p:clrMapOvr>
</p:sld>
</file>

<file path=ppt/slides/slide189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02367012"/>
      </p:ext>
    </p:extLst>
  </p:cSld>
  <p:clrMapOvr>
    <a:masterClrMapping/>
  </p:clrMapOvr>
</p:sld>
</file>

<file path=ppt/slides/slide189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755293352"/>
      </p:ext>
    </p:extLst>
  </p:cSld>
  <p:clrMapOvr>
    <a:masterClrMapping/>
  </p:clrMapOvr>
</p:sld>
</file>

<file path=ppt/slides/slide18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68459417"/>
      </p:ext>
    </p:extLst>
  </p:cSld>
  <p:clrMapOvr>
    <a:masterClrMapping/>
  </p:clrMapOvr>
</p:sld>
</file>

<file path=ppt/slides/slide189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2996328128"/>
      </p:ext>
    </p:extLst>
  </p:cSld>
  <p:clrMapOvr>
    <a:masterClrMapping/>
  </p:clrMapOvr>
</p:sld>
</file>

<file path=ppt/slides/slide189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37260784"/>
      </p:ext>
    </p:extLst>
  </p:cSld>
  <p:clrMapOvr>
    <a:masterClrMapping/>
  </p:clrMapOvr>
</p:sld>
</file>

<file path=ppt/slides/slide190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7595467"/>
      </p:ext>
    </p:extLst>
  </p:cSld>
  <p:clrMapOvr>
    <a:masterClrMapping/>
  </p:clrMapOvr>
</p:sld>
</file>

<file path=ppt/slides/slide190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134506492"/>
      </p:ext>
    </p:extLst>
  </p:cSld>
  <p:clrMapOvr>
    <a:masterClrMapping/>
  </p:clrMapOvr>
</p:sld>
</file>

<file path=ppt/slides/slide190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95185879"/>
      </p:ext>
    </p:extLst>
  </p:cSld>
  <p:clrMapOvr>
    <a:masterClrMapping/>
  </p:clrMapOvr>
</p:sld>
</file>

<file path=ppt/slides/slide190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7799253"/>
      </p:ext>
    </p:extLst>
  </p:cSld>
  <p:clrMapOvr>
    <a:masterClrMapping/>
  </p:clrMapOvr>
</p:sld>
</file>

<file path=ppt/slides/slide190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1521109958"/>
      </p:ext>
    </p:extLst>
  </p:cSld>
  <p:clrMapOvr>
    <a:masterClrMapping/>
  </p:clrMapOvr>
</p:sld>
</file>

<file path=ppt/slides/slide190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32822319"/>
      </p:ext>
    </p:extLst>
  </p:cSld>
  <p:clrMapOvr>
    <a:masterClrMapping/>
  </p:clrMapOvr>
</p:sld>
</file>

<file path=ppt/slides/slide190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40363814"/>
      </p:ext>
    </p:extLst>
  </p:cSld>
  <p:clrMapOvr>
    <a:masterClrMapping/>
  </p:clrMapOvr>
</p:sld>
</file>

<file path=ppt/slides/slide190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74302149"/>
      </p:ext>
    </p:extLst>
  </p:cSld>
  <p:clrMapOvr>
    <a:masterClrMapping/>
  </p:clrMapOvr>
</p:sld>
</file>

<file path=ppt/slides/slide190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41401381"/>
      </p:ext>
    </p:extLst>
  </p:cSld>
  <p:clrMapOvr>
    <a:masterClrMapping/>
  </p:clrMapOvr>
</p:sld>
</file>

<file path=ppt/slides/slide190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874689426"/>
      </p:ext>
    </p:extLst>
  </p:cSld>
  <p:clrMapOvr>
    <a:masterClrMapping/>
  </p:clrMapOvr>
</p:sld>
</file>

<file path=ppt/slides/slide19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1485210219"/>
      </p:ext>
    </p:extLst>
  </p:cSld>
  <p:clrMapOvr>
    <a:masterClrMapping/>
  </p:clrMapOvr>
</p:sld>
</file>

<file path=ppt/slides/slide19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59308070"/>
      </p:ext>
    </p:extLst>
  </p:cSld>
  <p:clrMapOvr>
    <a:masterClrMapping/>
  </p:clrMapOvr>
</p:sld>
</file>

<file path=ppt/slides/slide191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14190805"/>
      </p:ext>
    </p:extLst>
  </p:cSld>
  <p:clrMapOvr>
    <a:masterClrMapping/>
  </p:clrMapOvr>
</p:sld>
</file>

<file path=ppt/slides/slide191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45213847"/>
      </p:ext>
    </p:extLst>
  </p:cSld>
  <p:clrMapOvr>
    <a:masterClrMapping/>
  </p:clrMapOvr>
</p:sld>
</file>

<file path=ppt/slides/slide191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38784597"/>
      </p:ext>
    </p:extLst>
  </p:cSld>
  <p:clrMapOvr>
    <a:masterClrMapping/>
  </p:clrMapOvr>
</p:sld>
</file>

<file path=ppt/slides/slide191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10507874"/>
      </p:ext>
    </p:extLst>
  </p:cSld>
  <p:clrMapOvr>
    <a:masterClrMapping/>
  </p:clrMapOvr>
</p:sld>
</file>

<file path=ppt/slides/slide191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272668499"/>
      </p:ext>
    </p:extLst>
  </p:cSld>
  <p:clrMapOvr>
    <a:masterClrMapping/>
  </p:clrMapOvr>
</p:sld>
</file>

<file path=ppt/slides/slide191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17770031"/>
      </p:ext>
    </p:extLst>
  </p:cSld>
  <p:clrMapOvr>
    <a:masterClrMapping/>
  </p:clrMapOvr>
</p:sld>
</file>

<file path=ppt/slides/slide191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742445299"/>
      </p:ext>
    </p:extLst>
  </p:cSld>
  <p:clrMapOvr>
    <a:masterClrMapping/>
  </p:clrMapOvr>
</p:sld>
</file>

<file path=ppt/slides/slide191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72685184"/>
      </p:ext>
    </p:extLst>
  </p:cSld>
  <p:clrMapOvr>
    <a:masterClrMapping/>
  </p:clrMapOvr>
</p:sld>
</file>

<file path=ppt/slides/slide192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59304352"/>
      </p:ext>
    </p:extLst>
  </p:cSld>
  <p:clrMapOvr>
    <a:masterClrMapping/>
  </p:clrMapOvr>
</p:sld>
</file>

<file path=ppt/slides/slide192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262168753"/>
      </p:ext>
    </p:extLst>
  </p:cSld>
  <p:clrMapOvr>
    <a:masterClrMapping/>
  </p:clrMapOvr>
</p:sld>
</file>

<file path=ppt/slides/slide192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3087236948"/>
      </p:ext>
    </p:extLst>
  </p:cSld>
  <p:clrMapOvr>
    <a:masterClrMapping/>
  </p:clrMapOvr>
</p:sld>
</file>

<file path=ppt/slides/slide192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0894558"/>
      </p:ext>
    </p:extLst>
  </p:cSld>
  <p:clrMapOvr>
    <a:masterClrMapping/>
  </p:clrMapOvr>
</p:sld>
</file>

<file path=ppt/slides/slide192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03277523"/>
      </p:ext>
    </p:extLst>
  </p:cSld>
  <p:clrMapOvr>
    <a:masterClrMapping/>
  </p:clrMapOvr>
</p:sld>
</file>

<file path=ppt/slides/slide1925.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945394719"/>
      </p:ext>
    </p:extLst>
  </p:cSld>
  <p:clrMapOvr>
    <a:masterClrMapping/>
  </p:clrMapOvr>
</p:sld>
</file>

<file path=ppt/slides/slide1926.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45704296"/>
      </p:ext>
    </p:extLst>
  </p:cSld>
  <p:clrMapOvr>
    <a:masterClrMapping/>
  </p:clrMapOvr>
</p:sld>
</file>

<file path=ppt/slides/slide192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100701769"/>
      </p:ext>
    </p:extLst>
  </p:cSld>
  <p:clrMapOvr>
    <a:masterClrMapping/>
  </p:clrMapOvr>
</p:sld>
</file>

<file path=ppt/slides/slide1928.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948262827"/>
      </p:ext>
    </p:extLst>
  </p:cSld>
  <p:clrMapOvr>
    <a:masterClrMapping/>
  </p:clrMapOvr>
</p:sld>
</file>

<file path=ppt/slides/slide1929.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76615864"/>
      </p:ext>
    </p:extLst>
  </p:cSld>
  <p:clrMapOvr>
    <a:masterClrMapping/>
  </p:clrMapOvr>
</p:sld>
</file>

<file path=ppt/slides/slide193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38448757"/>
      </p:ext>
    </p:extLst>
  </p:cSld>
  <p:clrMapOvr>
    <a:masterClrMapping/>
  </p:clrMapOvr>
</p:sld>
</file>

<file path=ppt/slides/slide193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9904193"/>
      </p:ext>
    </p:extLst>
  </p:cSld>
  <p:clrMapOvr>
    <a:masterClrMapping/>
  </p:clrMapOvr>
</p:sld>
</file>

<file path=ppt/slides/slide193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8ECF6E53-BD29-4C0D-9AD3-3E1708826A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176" y="0"/>
            <a:ext cx="12192000" cy="6858001"/>
            <a:chOff x="-3176" y="0"/>
            <a:chExt cx="12192000" cy="6858001"/>
          </a:xfrm>
        </p:grpSpPr>
        <p:sp useBgFill="1">
          <p:nvSpPr>
            <p:cNvPr id="26" name="Rectangle 25">
              <a:extLst>
                <a:ext uri="{FF2B5EF4-FFF2-40B4-BE49-F238E27FC236}">
                  <a16:creationId xmlns:a16="http://schemas.microsoft.com/office/drawing/2014/main" id="{353D341A-76E2-4E18-9186-A23AB8AF9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88824"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a:extLst>
                <a:ext uri="{FF2B5EF4-FFF2-40B4-BE49-F238E27FC236}">
                  <a16:creationId xmlns:a16="http://schemas.microsoft.com/office/drawing/2014/main" id="{AADD72CF-72AC-41C3-AC1A-1C864D3110FD}"/>
                </a:ext>
                <a:ext uri="{C183D7F6-B498-43B3-948B-1728B52AA6E4}">
                  <adec:decorative xmlns:adec="http://schemas.microsoft.com/office/drawing/2017/decorative" val="1"/>
                </a:ext>
              </a:extLst>
            </p:cNvPr>
            <p:cNvPicPr>
              <a:picLocks noChangeAspect="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a:ext>
              </a:extLst>
            </a:blip>
            <a:stretch>
              <a:fillRect/>
            </a:stretch>
          </p:blipFill>
          <p:spPr>
            <a:xfrm>
              <a:off x="-3176" y="0"/>
              <a:ext cx="12192000" cy="6858000"/>
            </a:xfrm>
            <a:prstGeom prst="rect">
              <a:avLst/>
            </a:prstGeom>
          </p:spPr>
        </p:pic>
      </p:grpSp>
      <p:sp>
        <p:nvSpPr>
          <p:cNvPr id="29" name="Rectangle 28">
            <a:extLst>
              <a:ext uri="{FF2B5EF4-FFF2-40B4-BE49-F238E27FC236}">
                <a16:creationId xmlns:a16="http://schemas.microsoft.com/office/drawing/2014/main" id="{51B680D3-33DA-4AED-8452-A96B49AAA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White">
          <a:xfrm>
            <a:off x="0" y="4340981"/>
            <a:ext cx="8968085" cy="1660332"/>
          </a:xfrm>
          <a:prstGeom prst="rect">
            <a:avLst/>
          </a:prstGeom>
          <a:solidFill>
            <a:schemeClr val="bg1">
              <a:lumMod val="95000"/>
              <a:lumOff val="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4">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31" name="Rectangle 30">
            <a:extLst>
              <a:ext uri="{FF2B5EF4-FFF2-40B4-BE49-F238E27FC236}">
                <a16:creationId xmlns:a16="http://schemas.microsoft.com/office/drawing/2014/main" id="{AB854EE0-7215-4BC8-8518-42D6DB2065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4340981"/>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3" name="Rectangle 32">
            <a:extLst>
              <a:ext uri="{FF2B5EF4-FFF2-40B4-BE49-F238E27FC236}">
                <a16:creationId xmlns:a16="http://schemas.microsoft.com/office/drawing/2014/main" id="{2170F728-C2F1-46CE-BA22-F8F0CDF9CF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993754"/>
            <a:ext cx="8968085" cy="275942"/>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a:extLst>
              <a:ext uri="{FF2B5EF4-FFF2-40B4-BE49-F238E27FC236}">
                <a16:creationId xmlns:a16="http://schemas.microsoft.com/office/drawing/2014/main" id="{212791CF-354A-4144-A3C0-4AC8978433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11715" y="5993754"/>
            <a:ext cx="3080285" cy="275942"/>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68855008"/>
      </p:ext>
    </p:extLst>
  </p:cSld>
  <p:clrMapOvr>
    <a:masterClrMapping/>
  </p:clrMapOvr>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084968662"/>
      </p:ext>
    </p:extLst>
  </p:cSld>
  <p:clrMapOvr>
    <a:masterClrMapping/>
  </p:clrMapOvr>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651703848"/>
      </p:ext>
    </p:extLst>
  </p:cSld>
  <p:clrMapOvr>
    <a:masterClrMapping/>
  </p:clrMapOvr>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2035462"/>
      </p:ext>
    </p:extLst>
  </p:cSld>
  <p:clrMapOvr>
    <a:masterClrMapping/>
  </p:clrMapOvr>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7597328"/>
      </p:ext>
    </p:extLst>
  </p:cSld>
  <p:clrMapOvr>
    <a:masterClrMapping/>
  </p:clrMapOvr>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71891409"/>
      </p:ext>
    </p:extLst>
  </p:cSld>
  <p:clrMapOvr>
    <a:masterClrMapping/>
  </p:clrMapOvr>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2975186"/>
      </p:ext>
    </p:extLst>
  </p:cSld>
  <p:clrMapOvr>
    <a:masterClrMapping/>
  </p:clrMapOvr>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2780248"/>
      </p:ext>
    </p:extLst>
  </p:cSld>
  <p:clrMapOvr>
    <a:masterClrMapping/>
  </p:clrMapOvr>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103715127"/>
      </p:ext>
    </p:extLst>
  </p:cSld>
  <p:clrMapOvr>
    <a:masterClrMapping/>
  </p:clrMapOvr>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4883713"/>
      </p:ext>
    </p:extLst>
  </p:cSld>
  <p:clrMapOvr>
    <a:masterClrMapping/>
  </p:clrMapOvr>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8697069"/>
      </p:ext>
    </p:extLst>
  </p:cSld>
  <p:clrMapOvr>
    <a:masterClrMapping/>
  </p:clrMapOvr>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72145989"/>
      </p:ext>
    </p:extLst>
  </p:cSld>
  <p:clrMapOvr>
    <a:masterClrMapping/>
  </p:clrMapOvr>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9087172"/>
      </p:ext>
    </p:extLst>
  </p:cSld>
  <p:clrMapOvr>
    <a:masterClrMapping/>
  </p:clrMapOvr>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9080642"/>
      </p:ext>
    </p:extLst>
  </p:cSld>
  <p:clrMapOvr>
    <a:masterClrMapping/>
  </p:clrMapOvr>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29191343"/>
      </p:ext>
    </p:extLst>
  </p:cSld>
  <p:clrMapOvr>
    <a:masterClrMapping/>
  </p:clrMapOvr>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64760330"/>
      </p:ext>
    </p:extLst>
  </p:cSld>
  <p:clrMapOvr>
    <a:masterClrMapping/>
  </p:clrMapOvr>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9891952"/>
      </p:ext>
    </p:extLst>
  </p:cSld>
  <p:clrMapOvr>
    <a:masterClrMapping/>
  </p:clrMapOvr>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689865738"/>
      </p:ext>
    </p:extLst>
  </p:cSld>
  <p:clrMapOvr>
    <a:masterClrMapping/>
  </p:clrMapOvr>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226605405"/>
      </p:ext>
    </p:extLst>
  </p:cSld>
  <p:clrMapOvr>
    <a:masterClrMapping/>
  </p:clrMapOvr>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3995557"/>
      </p:ext>
    </p:extLst>
  </p:cSld>
  <p:clrMapOvr>
    <a:masterClrMapping/>
  </p:clrMapOvr>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42243286"/>
      </p:ext>
    </p:extLst>
  </p:cSld>
  <p:clrMapOvr>
    <a:masterClrMapping/>
  </p:clrMapOvr>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2591923"/>
      </p:ext>
    </p:extLst>
  </p:cSld>
  <p:clrMapOvr>
    <a:masterClrMapping/>
  </p:clrMapOvr>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2622880"/>
      </p:ext>
    </p:extLst>
  </p:cSld>
  <p:clrMapOvr>
    <a:masterClrMapping/>
  </p:clrMapOvr>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562555"/>
      </p:ext>
    </p:extLst>
  </p:cSld>
  <p:clrMapOvr>
    <a:masterClrMapping/>
  </p:clrMapOvr>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136215522"/>
      </p:ext>
    </p:extLst>
  </p:cSld>
  <p:clrMapOvr>
    <a:masterClrMapping/>
  </p:clrMapOvr>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1983062"/>
      </p:ext>
    </p:extLst>
  </p:cSld>
  <p:clrMapOvr>
    <a:masterClrMapping/>
  </p:clrMapOvr>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9584850"/>
      </p:ext>
    </p:extLst>
  </p:cSld>
  <p:clrMapOvr>
    <a:masterClrMapping/>
  </p:clrMapOvr>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0225974"/>
      </p:ext>
    </p:extLst>
  </p:cSld>
  <p:clrMapOvr>
    <a:masterClrMapping/>
  </p:clrMapOvr>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56023362"/>
      </p:ext>
    </p:extLst>
  </p:cSld>
  <p:clrMapOvr>
    <a:masterClrMapping/>
  </p:clrMapOvr>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9566543"/>
      </p:ext>
    </p:extLst>
  </p:cSld>
  <p:clrMapOvr>
    <a:masterClrMapping/>
  </p:clrMapOvr>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25542924"/>
      </p:ext>
    </p:extLst>
  </p:cSld>
  <p:clrMapOvr>
    <a:masterClrMapping/>
  </p:clrMapOvr>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5438346"/>
      </p:ext>
    </p:extLst>
  </p:cSld>
  <p:clrMapOvr>
    <a:masterClrMapping/>
  </p:clrMapOvr>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8439801"/>
      </p:ext>
    </p:extLst>
  </p:cSld>
  <p:clrMapOvr>
    <a:masterClrMapping/>
  </p:clrMapOvr>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48463114"/>
      </p:ext>
    </p:extLst>
  </p:cSld>
  <p:clrMapOvr>
    <a:masterClrMapping/>
  </p:clrMapOvr>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001837417"/>
      </p:ext>
    </p:extLst>
  </p:cSld>
  <p:clrMapOvr>
    <a:masterClrMapping/>
  </p:clrMapOvr>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246562"/>
      </p:ext>
    </p:extLst>
  </p:cSld>
  <p:clrMapOvr>
    <a:masterClrMapping/>
  </p:clrMapOvr>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3626245"/>
      </p:ext>
    </p:extLst>
  </p:cSld>
  <p:clrMapOvr>
    <a:masterClrMapping/>
  </p:clrMapOvr>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2102598"/>
      </p:ext>
    </p:extLst>
  </p:cSld>
  <p:clrMapOvr>
    <a:masterClrMapping/>
  </p:clrMapOvr>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66309268"/>
      </p:ext>
    </p:extLst>
  </p:cSld>
  <p:clrMapOvr>
    <a:masterClrMapping/>
  </p:clrMapOvr>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586033"/>
      </p:ext>
    </p:extLst>
  </p:cSld>
  <p:clrMapOvr>
    <a:masterClrMapping/>
  </p:clrMapOvr>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001948452"/>
      </p:ext>
    </p:extLst>
  </p:cSld>
  <p:clrMapOvr>
    <a:masterClrMapping/>
  </p:clrMapOvr>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8544163"/>
      </p:ext>
    </p:extLst>
  </p:cSld>
  <p:clrMapOvr>
    <a:masterClrMapping/>
  </p:clrMapOvr>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6229283"/>
      </p:ext>
    </p:extLst>
  </p:cSld>
  <p:clrMapOvr>
    <a:masterClrMapping/>
  </p:clrMapOvr>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9645894"/>
      </p:ext>
    </p:extLst>
  </p:cSld>
  <p:clrMapOvr>
    <a:masterClrMapping/>
  </p:clrMapOvr>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9220366"/>
      </p:ext>
    </p:extLst>
  </p:cSld>
  <p:clrMapOvr>
    <a:masterClrMapping/>
  </p:clrMapOvr>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271888"/>
      </p:ext>
    </p:extLst>
  </p:cSld>
  <p:clrMapOvr>
    <a:masterClrMapping/>
  </p:clrMapOvr>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498364"/>
      </p:ext>
    </p:extLst>
  </p:cSld>
  <p:clrMapOvr>
    <a:masterClrMapping/>
  </p:clrMapOvr>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148907"/>
      </p:ext>
    </p:extLst>
  </p:cSld>
  <p:clrMapOvr>
    <a:masterClrMapping/>
  </p:clrMapOvr>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8713416"/>
      </p:ext>
    </p:extLst>
  </p:cSld>
  <p:clrMapOvr>
    <a:masterClrMapping/>
  </p:clrMapOvr>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454269753"/>
      </p:ext>
    </p:extLst>
  </p:cSld>
  <p:clrMapOvr>
    <a:masterClrMapping/>
  </p:clrMapOvr>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925271370"/>
      </p:ext>
    </p:extLst>
  </p:cSld>
  <p:clrMapOvr>
    <a:masterClrMapping/>
  </p:clrMapOvr>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7134863"/>
      </p:ext>
    </p:extLst>
  </p:cSld>
  <p:clrMapOvr>
    <a:masterClrMapping/>
  </p:clrMapOvr>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4622997"/>
      </p:ext>
    </p:extLst>
  </p:cSld>
  <p:clrMapOvr>
    <a:masterClrMapping/>
  </p:clrMapOvr>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6822627"/>
      </p:ext>
    </p:extLst>
  </p:cSld>
  <p:clrMapOvr>
    <a:masterClrMapping/>
  </p:clrMapOvr>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80108212"/>
      </p:ext>
    </p:extLst>
  </p:cSld>
  <p:clrMapOvr>
    <a:masterClrMapping/>
  </p:clrMapOvr>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4724067"/>
      </p:ext>
    </p:extLst>
  </p:cSld>
  <p:clrMapOvr>
    <a:masterClrMapping/>
  </p:clrMapOvr>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893852742"/>
      </p:ext>
    </p:extLst>
  </p:cSld>
  <p:clrMapOvr>
    <a:masterClrMapping/>
  </p:clrMapOvr>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6106094"/>
      </p:ext>
    </p:extLst>
  </p:cSld>
  <p:clrMapOvr>
    <a:masterClrMapping/>
  </p:clrMapOvr>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043295"/>
      </p:ext>
    </p:extLst>
  </p:cSld>
  <p:clrMapOvr>
    <a:masterClrMapping/>
  </p:clrMapOvr>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8203986"/>
      </p:ext>
    </p:extLst>
  </p:cSld>
  <p:clrMapOvr>
    <a:masterClrMapping/>
  </p:clrMapOvr>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30963502"/>
      </p:ext>
    </p:extLst>
  </p:cSld>
  <p:clrMapOvr>
    <a:masterClrMapping/>
  </p:clrMapOvr>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4044442"/>
      </p:ext>
    </p:extLst>
  </p:cSld>
  <p:clrMapOvr>
    <a:masterClrMapping/>
  </p:clrMapOvr>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5797318"/>
      </p:ext>
    </p:extLst>
  </p:cSld>
  <p:clrMapOvr>
    <a:masterClrMapping/>
  </p:clrMapOvr>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8441858"/>
      </p:ext>
    </p:extLst>
  </p:cSld>
  <p:clrMapOvr>
    <a:masterClrMapping/>
  </p:clrMapOvr>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3838256"/>
      </p:ext>
    </p:extLst>
  </p:cSld>
  <p:clrMapOvr>
    <a:masterClrMapping/>
  </p:clrMapOvr>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86714807"/>
      </p:ext>
    </p:extLst>
  </p:cSld>
  <p:clrMapOvr>
    <a:masterClrMapping/>
  </p:clrMapOvr>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1753738"/>
      </p:ext>
    </p:extLst>
  </p:cSld>
  <p:clrMapOvr>
    <a:masterClrMapping/>
  </p:clrMapOvr>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8298103"/>
      </p:ext>
    </p:extLst>
  </p:cSld>
  <p:clrMapOvr>
    <a:masterClrMapping/>
  </p:clrMapOvr>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7663778"/>
      </p:ext>
    </p:extLst>
  </p:cSld>
  <p:clrMapOvr>
    <a:masterClrMapping/>
  </p:clrMapOvr>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69241007"/>
      </p:ext>
    </p:extLst>
  </p:cSld>
  <p:clrMapOvr>
    <a:masterClrMapping/>
  </p:clrMapOvr>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3271217"/>
      </p:ext>
    </p:extLst>
  </p:cSld>
  <p:clrMapOvr>
    <a:masterClrMapping/>
  </p:clrMapOvr>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0878613"/>
      </p:ext>
    </p:extLst>
  </p:cSld>
  <p:clrMapOvr>
    <a:masterClrMapping/>
  </p:clrMapOvr>
</p:sld>
</file>

<file path=ppt/slides/slide2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096023415"/>
      </p:ext>
    </p:extLst>
  </p:cSld>
  <p:clrMapOvr>
    <a:masterClrMapping/>
  </p:clrMapOvr>
</p:sld>
</file>

<file path=ppt/slides/slide2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035720"/>
      </p:ext>
    </p:extLst>
  </p:cSld>
  <p:clrMapOvr>
    <a:masterClrMapping/>
  </p:clrMapOvr>
</p:sld>
</file>

<file path=ppt/slides/slide2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588703"/>
      </p:ext>
    </p:extLst>
  </p:cSld>
  <p:clrMapOvr>
    <a:masterClrMapping/>
  </p:clrMapOvr>
</p:sld>
</file>

<file path=ppt/slides/slide2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6194744"/>
      </p:ext>
    </p:extLst>
  </p:cSld>
  <p:clrMapOvr>
    <a:masterClrMapping/>
  </p:clrMapOvr>
</p:sld>
</file>

<file path=ppt/slides/slide2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497230"/>
      </p:ext>
    </p:extLst>
  </p:cSld>
  <p:clrMapOvr>
    <a:masterClrMapping/>
  </p:clrMapOvr>
</p:sld>
</file>

<file path=ppt/slides/slide2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7376166"/>
      </p:ext>
    </p:extLst>
  </p:cSld>
  <p:clrMapOvr>
    <a:masterClrMapping/>
  </p:clrMapOvr>
</p:sld>
</file>

<file path=ppt/slides/slide2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34259231"/>
      </p:ext>
    </p:extLst>
  </p:cSld>
  <p:clrMapOvr>
    <a:masterClrMapping/>
  </p:clrMapOvr>
</p:sld>
</file>

<file path=ppt/slides/slide2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7082054"/>
      </p:ext>
    </p:extLst>
  </p:cSld>
  <p:clrMapOvr>
    <a:masterClrMapping/>
  </p:clrMapOvr>
</p:sld>
</file>

<file path=ppt/slides/slide2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9426359"/>
      </p:ext>
    </p:extLst>
  </p:cSld>
  <p:clrMapOvr>
    <a:masterClrMapping/>
  </p:clrMapOvr>
</p:sld>
</file>

<file path=ppt/slides/slide2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245934205"/>
      </p:ext>
    </p:extLst>
  </p:cSld>
  <p:clrMapOvr>
    <a:masterClrMapping/>
  </p:clrMapOvr>
</p:sld>
</file>

<file path=ppt/slides/slide2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18541790"/>
      </p:ext>
    </p:extLst>
  </p:cSld>
  <p:clrMapOvr>
    <a:masterClrMapping/>
  </p:clrMapOvr>
</p:sld>
</file>

<file path=ppt/slides/slide2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39747661"/>
      </p:ext>
    </p:extLst>
  </p:cSld>
  <p:clrMapOvr>
    <a:masterClrMapping/>
  </p:clrMapOvr>
</p:sld>
</file>

<file path=ppt/slides/slide2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3441381"/>
      </p:ext>
    </p:extLst>
  </p:cSld>
  <p:clrMapOvr>
    <a:masterClrMapping/>
  </p:clrMapOvr>
</p:sld>
</file>

<file path=ppt/slides/slide2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34863276"/>
      </p:ext>
    </p:extLst>
  </p:cSld>
  <p:clrMapOvr>
    <a:masterClrMapping/>
  </p:clrMapOvr>
</p:sld>
</file>

<file path=ppt/slides/slide2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23683615"/>
      </p:ext>
    </p:extLst>
  </p:cSld>
  <p:clrMapOvr>
    <a:masterClrMapping/>
  </p:clrMapOvr>
</p:sld>
</file>

<file path=ppt/slides/slide2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0010454"/>
      </p:ext>
    </p:extLst>
  </p:cSld>
  <p:clrMapOvr>
    <a:masterClrMapping/>
  </p:clrMapOvr>
</p:sld>
</file>

<file path=ppt/slides/slide2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588083346"/>
      </p:ext>
    </p:extLst>
  </p:cSld>
  <p:clrMapOvr>
    <a:masterClrMapping/>
  </p:clrMapOvr>
</p:sld>
</file>

<file path=ppt/slides/slide2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15725258"/>
      </p:ext>
    </p:extLst>
  </p:cSld>
  <p:clrMapOvr>
    <a:masterClrMapping/>
  </p:clrMapOvr>
</p:sld>
</file>

<file path=ppt/slides/slide2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1513324"/>
      </p:ext>
    </p:extLst>
  </p:cSld>
  <p:clrMapOvr>
    <a:masterClrMapping/>
  </p:clrMapOvr>
</p:sld>
</file>

<file path=ppt/slides/slide2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3306065"/>
      </p:ext>
    </p:extLst>
  </p:cSld>
  <p:clrMapOvr>
    <a:masterClrMapping/>
  </p:clrMapOvr>
</p:sld>
</file>

<file path=ppt/slides/slide2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3001962"/>
      </p:ext>
    </p:extLst>
  </p:cSld>
  <p:clrMapOvr>
    <a:masterClrMapping/>
  </p:clrMapOvr>
</p:sld>
</file>

<file path=ppt/slides/slide2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1084619"/>
      </p:ext>
    </p:extLst>
  </p:cSld>
  <p:clrMapOvr>
    <a:masterClrMapping/>
  </p:clrMapOvr>
</p:sld>
</file>

<file path=ppt/slides/slide2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18841706"/>
      </p:ext>
    </p:extLst>
  </p:cSld>
  <p:clrMapOvr>
    <a:masterClrMapping/>
  </p:clrMapOvr>
</p:sld>
</file>

<file path=ppt/slides/slide2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89269548"/>
      </p:ext>
    </p:extLst>
  </p:cSld>
  <p:clrMapOvr>
    <a:masterClrMapping/>
  </p:clrMapOvr>
</p:sld>
</file>

<file path=ppt/slides/slide2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2578677"/>
      </p:ext>
    </p:extLst>
  </p:cSld>
  <p:clrMapOvr>
    <a:masterClrMapping/>
  </p:clrMapOvr>
</p:sld>
</file>

<file path=ppt/slides/slide2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984770775"/>
      </p:ext>
    </p:extLst>
  </p:cSld>
  <p:clrMapOvr>
    <a:masterClrMapping/>
  </p:clrMapOvr>
</p:sld>
</file>

<file path=ppt/slides/slide2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742829269"/>
      </p:ext>
    </p:extLst>
  </p:cSld>
  <p:clrMapOvr>
    <a:masterClrMapping/>
  </p:clrMapOvr>
</p:sld>
</file>

<file path=ppt/slides/slide2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4620683"/>
      </p:ext>
    </p:extLst>
  </p:cSld>
  <p:clrMapOvr>
    <a:masterClrMapping/>
  </p:clrMapOvr>
</p:sld>
</file>

<file path=ppt/slides/slide2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57072655"/>
      </p:ext>
    </p:extLst>
  </p:cSld>
  <p:clrMapOvr>
    <a:masterClrMapping/>
  </p:clrMapOvr>
</p:sld>
</file>

<file path=ppt/slides/slide2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0129718"/>
      </p:ext>
    </p:extLst>
  </p:cSld>
  <p:clrMapOvr>
    <a:masterClrMapping/>
  </p:clrMapOvr>
</p:sld>
</file>

<file path=ppt/slides/slide2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7306146"/>
      </p:ext>
    </p:extLst>
  </p:cSld>
  <p:clrMapOvr>
    <a:masterClrMapping/>
  </p:clrMapOvr>
</p:sld>
</file>

<file path=ppt/slides/slide2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8857858"/>
      </p:ext>
    </p:extLst>
  </p:cSld>
  <p:clrMapOvr>
    <a:masterClrMapping/>
  </p:clrMapOvr>
</p:sld>
</file>

<file path=ppt/slides/slide2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673958848"/>
      </p:ext>
    </p:extLst>
  </p:cSld>
  <p:clrMapOvr>
    <a:masterClrMapping/>
  </p:clrMapOvr>
</p:sld>
</file>

<file path=ppt/slides/slide2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95590188"/>
      </p:ext>
    </p:extLst>
  </p:cSld>
  <p:clrMapOvr>
    <a:masterClrMapping/>
  </p:clrMapOvr>
</p:sld>
</file>

<file path=ppt/slides/slide2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0996451"/>
      </p:ext>
    </p:extLst>
  </p:cSld>
  <p:clrMapOvr>
    <a:masterClrMapping/>
  </p:clrMapOvr>
</p:sld>
</file>

<file path=ppt/slides/slide2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6280874"/>
      </p:ext>
    </p:extLst>
  </p:cSld>
  <p:clrMapOvr>
    <a:masterClrMapping/>
  </p:clrMapOvr>
</p:sld>
</file>

<file path=ppt/slides/slide2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89531895"/>
      </p:ext>
    </p:extLst>
  </p:cSld>
  <p:clrMapOvr>
    <a:masterClrMapping/>
  </p:clrMapOvr>
</p:sld>
</file>

<file path=ppt/slides/slide2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9057177"/>
      </p:ext>
    </p:extLst>
  </p:cSld>
  <p:clrMapOvr>
    <a:masterClrMapping/>
  </p:clrMapOvr>
</p:sld>
</file>

<file path=ppt/slides/slide2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3942882"/>
      </p:ext>
    </p:extLst>
  </p:cSld>
  <p:clrMapOvr>
    <a:masterClrMapping/>
  </p:clrMapOvr>
</p:sld>
</file>

<file path=ppt/slides/slide2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09464304"/>
      </p:ext>
    </p:extLst>
  </p:cSld>
  <p:clrMapOvr>
    <a:masterClrMapping/>
  </p:clrMapOvr>
</p:sld>
</file>

<file path=ppt/slides/slide2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3060124"/>
      </p:ext>
    </p:extLst>
  </p:cSld>
  <p:clrMapOvr>
    <a:masterClrMapping/>
  </p:clrMapOvr>
</p:sld>
</file>

<file path=ppt/slides/slide2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91969826"/>
      </p:ext>
    </p:extLst>
  </p:cSld>
  <p:clrMapOvr>
    <a:masterClrMapping/>
  </p:clrMapOvr>
</p:sld>
</file>

<file path=ppt/slides/slide2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21044602"/>
      </p:ext>
    </p:extLst>
  </p:cSld>
  <p:clrMapOvr>
    <a:masterClrMapping/>
  </p:clrMapOvr>
</p:sld>
</file>

<file path=ppt/slides/slide2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5880852"/>
      </p:ext>
    </p:extLst>
  </p:cSld>
  <p:clrMapOvr>
    <a:masterClrMapping/>
  </p:clrMapOvr>
</p:sld>
</file>

<file path=ppt/slides/slide2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8310037"/>
      </p:ext>
    </p:extLst>
  </p:cSld>
  <p:clrMapOvr>
    <a:masterClrMapping/>
  </p:clrMapOvr>
</p:sld>
</file>

<file path=ppt/slides/slide2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30656220"/>
      </p:ext>
    </p:extLst>
  </p:cSld>
  <p:clrMapOvr>
    <a:masterClrMapping/>
  </p:clrMapOvr>
</p:sld>
</file>

<file path=ppt/slides/slide2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9683132"/>
      </p:ext>
    </p:extLst>
  </p:cSld>
  <p:clrMapOvr>
    <a:masterClrMapping/>
  </p:clrMapOvr>
</p:sld>
</file>

<file path=ppt/slides/slide2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7243328"/>
      </p:ext>
    </p:extLst>
  </p:cSld>
  <p:clrMapOvr>
    <a:masterClrMapping/>
  </p:clrMapOvr>
</p:sld>
</file>

<file path=ppt/slides/slide2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91493653"/>
      </p:ext>
    </p:extLst>
  </p:cSld>
  <p:clrMapOvr>
    <a:masterClrMapping/>
  </p:clrMapOvr>
</p:sld>
</file>

<file path=ppt/slides/slide2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4584017"/>
      </p:ext>
    </p:extLst>
  </p:cSld>
  <p:clrMapOvr>
    <a:masterClrMapping/>
  </p:clrMapOvr>
</p:sld>
</file>

<file path=ppt/slides/slide2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1390278"/>
      </p:ext>
    </p:extLst>
  </p:cSld>
  <p:clrMapOvr>
    <a:masterClrMapping/>
  </p:clrMapOvr>
</p:sld>
</file>

<file path=ppt/slides/slide2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1084460"/>
      </p:ext>
    </p:extLst>
  </p:cSld>
  <p:clrMapOvr>
    <a:masterClrMapping/>
  </p:clrMapOvr>
</p:sld>
</file>

<file path=ppt/slides/slide2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0598130"/>
      </p:ext>
    </p:extLst>
  </p:cSld>
  <p:clrMapOvr>
    <a:masterClrMapping/>
  </p:clrMapOvr>
</p:sld>
</file>

<file path=ppt/slides/slide2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4780318"/>
      </p:ext>
    </p:extLst>
  </p:cSld>
  <p:clrMapOvr>
    <a:masterClrMapping/>
  </p:clrMapOvr>
</p:sld>
</file>

<file path=ppt/slides/slide2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07590804"/>
      </p:ext>
    </p:extLst>
  </p:cSld>
  <p:clrMapOvr>
    <a:masterClrMapping/>
  </p:clrMapOvr>
</p:sld>
</file>

<file path=ppt/slides/slide2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5734819"/>
      </p:ext>
    </p:extLst>
  </p:cSld>
  <p:clrMapOvr>
    <a:masterClrMapping/>
  </p:clrMapOvr>
</p:sld>
</file>

<file path=ppt/slides/slide2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4700235"/>
      </p:ext>
    </p:extLst>
  </p:cSld>
  <p:clrMapOvr>
    <a:masterClrMapping/>
  </p:clrMapOvr>
</p:sld>
</file>

<file path=ppt/slides/slide2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77574309"/>
      </p:ext>
    </p:extLst>
  </p:cSld>
  <p:clrMapOvr>
    <a:masterClrMapping/>
  </p:clrMapOvr>
</p:sld>
</file>

<file path=ppt/slides/slide2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698721219"/>
      </p:ext>
    </p:extLst>
  </p:cSld>
  <p:clrMapOvr>
    <a:masterClrMapping/>
  </p:clrMapOvr>
</p:sld>
</file>

<file path=ppt/slides/slide2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0975148"/>
      </p:ext>
    </p:extLst>
  </p:cSld>
  <p:clrMapOvr>
    <a:masterClrMapping/>
  </p:clrMapOvr>
</p:sld>
</file>

<file path=ppt/slides/slide2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7025863"/>
      </p:ext>
    </p:extLst>
  </p:cSld>
  <p:clrMapOvr>
    <a:masterClrMapping/>
  </p:clrMapOvr>
</p:sld>
</file>

<file path=ppt/slides/slide2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67516646"/>
      </p:ext>
    </p:extLst>
  </p:cSld>
  <p:clrMapOvr>
    <a:masterClrMapping/>
  </p:clrMapOvr>
</p:sld>
</file>

<file path=ppt/slides/slide2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3051620"/>
      </p:ext>
    </p:extLst>
  </p:cSld>
  <p:clrMapOvr>
    <a:masterClrMapping/>
  </p:clrMapOvr>
</p:sld>
</file>

<file path=ppt/slides/slide2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35854366"/>
      </p:ext>
    </p:extLst>
  </p:cSld>
  <p:clrMapOvr>
    <a:masterClrMapping/>
  </p:clrMapOvr>
</p:sld>
</file>

<file path=ppt/slides/slide2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455052198"/>
      </p:ext>
    </p:extLst>
  </p:cSld>
  <p:clrMapOvr>
    <a:masterClrMapping/>
  </p:clrMapOvr>
</p:sld>
</file>

<file path=ppt/slides/slide2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58797487"/>
      </p:ext>
    </p:extLst>
  </p:cSld>
  <p:clrMapOvr>
    <a:masterClrMapping/>
  </p:clrMapOvr>
</p:sld>
</file>

<file path=ppt/slides/slide2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9507480"/>
      </p:ext>
    </p:extLst>
  </p:cSld>
  <p:clrMapOvr>
    <a:masterClrMapping/>
  </p:clrMapOvr>
</p:sld>
</file>

<file path=ppt/slides/slide2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6052611"/>
      </p:ext>
    </p:extLst>
  </p:cSld>
  <p:clrMapOvr>
    <a:masterClrMapping/>
  </p:clrMapOvr>
</p:sld>
</file>

<file path=ppt/slides/slide2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59776483"/>
      </p:ext>
    </p:extLst>
  </p:cSld>
  <p:clrMapOvr>
    <a:masterClrMapping/>
  </p:clrMapOvr>
</p:sld>
</file>

<file path=ppt/slides/slide2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2261814"/>
      </p:ext>
    </p:extLst>
  </p:cSld>
  <p:clrMapOvr>
    <a:masterClrMapping/>
  </p:clrMapOvr>
</p:sld>
</file>

<file path=ppt/slides/slide2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28815476"/>
      </p:ext>
    </p:extLst>
  </p:cSld>
  <p:clrMapOvr>
    <a:masterClrMapping/>
  </p:clrMapOvr>
</p:sld>
</file>

<file path=ppt/slides/slide2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1717859"/>
      </p:ext>
    </p:extLst>
  </p:cSld>
  <p:clrMapOvr>
    <a:masterClrMapping/>
  </p:clrMapOvr>
</p:sld>
</file>

<file path=ppt/slides/slide2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5843283"/>
      </p:ext>
    </p:extLst>
  </p:cSld>
  <p:clrMapOvr>
    <a:masterClrMapping/>
  </p:clrMapOvr>
</p:sld>
</file>

<file path=ppt/slides/slide2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698975740"/>
      </p:ext>
    </p:extLst>
  </p:cSld>
  <p:clrMapOvr>
    <a:masterClrMapping/>
  </p:clrMapOvr>
</p:sld>
</file>

<file path=ppt/slides/slide2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13750594"/>
      </p:ext>
    </p:extLst>
  </p:cSld>
  <p:clrMapOvr>
    <a:masterClrMapping/>
  </p:clrMapOvr>
</p:sld>
</file>

<file path=ppt/slides/slide2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07008982"/>
      </p:ext>
    </p:extLst>
  </p:cSld>
  <p:clrMapOvr>
    <a:masterClrMapping/>
  </p:clrMapOvr>
</p:sld>
</file>

<file path=ppt/slides/slide2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697617"/>
      </p:ext>
    </p:extLst>
  </p:cSld>
  <p:clrMapOvr>
    <a:masterClrMapping/>
  </p:clrMapOvr>
</p:sld>
</file>

<file path=ppt/slides/slide2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00053541"/>
      </p:ext>
    </p:extLst>
  </p:cSld>
  <p:clrMapOvr>
    <a:masterClrMapping/>
  </p:clrMapOvr>
</p:sld>
</file>

<file path=ppt/slides/slide2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668271"/>
      </p:ext>
    </p:extLst>
  </p:cSld>
  <p:clrMapOvr>
    <a:masterClrMapping/>
  </p:clrMapOvr>
</p:sld>
</file>

<file path=ppt/slides/slide2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5113852"/>
      </p:ext>
    </p:extLst>
  </p:cSld>
  <p:clrMapOvr>
    <a:masterClrMapping/>
  </p:clrMapOvr>
</p:sld>
</file>

<file path=ppt/slides/slide2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561672423"/>
      </p:ext>
    </p:extLst>
  </p:cSld>
  <p:clrMapOvr>
    <a:masterClrMapping/>
  </p:clrMapOvr>
</p:sld>
</file>

<file path=ppt/slides/slide2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9194971"/>
      </p:ext>
    </p:extLst>
  </p:cSld>
  <p:clrMapOvr>
    <a:masterClrMapping/>
  </p:clrMapOvr>
</p:sld>
</file>

<file path=ppt/slides/slide2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24577181"/>
      </p:ext>
    </p:extLst>
  </p:cSld>
  <p:clrMapOvr>
    <a:masterClrMapping/>
  </p:clrMapOvr>
</p:sld>
</file>

<file path=ppt/slides/slide2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601393"/>
      </p:ext>
    </p:extLst>
  </p:cSld>
  <p:clrMapOvr>
    <a:masterClrMapping/>
  </p:clrMapOvr>
</p:sld>
</file>

<file path=ppt/slides/slide2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1866940"/>
      </p:ext>
    </p:extLst>
  </p:cSld>
  <p:clrMapOvr>
    <a:masterClrMapping/>
  </p:clrMapOvr>
</p:sld>
</file>

<file path=ppt/slides/slide2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5765069"/>
      </p:ext>
    </p:extLst>
  </p:cSld>
  <p:clrMapOvr>
    <a:masterClrMapping/>
  </p:clrMapOvr>
</p:sld>
</file>

<file path=ppt/slides/slide2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0846251"/>
      </p:ext>
    </p:extLst>
  </p:cSld>
  <p:clrMapOvr>
    <a:masterClrMapping/>
  </p:clrMapOvr>
</p:sld>
</file>

<file path=ppt/slides/slide2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5701907"/>
      </p:ext>
    </p:extLst>
  </p:cSld>
  <p:clrMapOvr>
    <a:masterClrMapping/>
  </p:clrMapOvr>
</p:sld>
</file>

<file path=ppt/slides/slide2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7389206"/>
      </p:ext>
    </p:extLst>
  </p:cSld>
  <p:clrMapOvr>
    <a:masterClrMapping/>
  </p:clrMapOvr>
</p:sld>
</file>

<file path=ppt/slides/slide2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64302156"/>
      </p:ext>
    </p:extLst>
  </p:cSld>
  <p:clrMapOvr>
    <a:masterClrMapping/>
  </p:clrMapOvr>
</p:sld>
</file>

<file path=ppt/slides/slide2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6084838"/>
      </p:ext>
    </p:extLst>
  </p:cSld>
  <p:clrMapOvr>
    <a:masterClrMapping/>
  </p:clrMapOvr>
</p:sld>
</file>

<file path=ppt/slides/slide2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0802723"/>
      </p:ext>
    </p:extLst>
  </p:cSld>
  <p:clrMapOvr>
    <a:masterClrMapping/>
  </p:clrMapOvr>
</p:sld>
</file>

<file path=ppt/slides/slide2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74141874"/>
      </p:ext>
    </p:extLst>
  </p:cSld>
  <p:clrMapOvr>
    <a:masterClrMapping/>
  </p:clrMapOvr>
</p:sld>
</file>

<file path=ppt/slides/slide2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4840418"/>
      </p:ext>
    </p:extLst>
  </p:cSld>
  <p:clrMapOvr>
    <a:masterClrMapping/>
  </p:clrMapOvr>
</p:sld>
</file>

<file path=ppt/slides/slide2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2819844"/>
      </p:ext>
    </p:extLst>
  </p:cSld>
  <p:clrMapOvr>
    <a:masterClrMapping/>
  </p:clrMapOvr>
</p:sld>
</file>

<file path=ppt/slides/slide2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796593"/>
      </p:ext>
    </p:extLst>
  </p:cSld>
  <p:clrMapOvr>
    <a:masterClrMapping/>
  </p:clrMapOvr>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565741309"/>
      </p:ext>
    </p:extLst>
  </p:cSld>
  <p:clrMapOvr>
    <a:masterClrMapping/>
  </p:clrMapOvr>
</p:sld>
</file>

<file path=ppt/slides/slide2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4113571"/>
      </p:ext>
    </p:extLst>
  </p:cSld>
  <p:clrMapOvr>
    <a:masterClrMapping/>
  </p:clrMapOvr>
</p:sld>
</file>

<file path=ppt/slides/slide2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7101298"/>
      </p:ext>
    </p:extLst>
  </p:cSld>
  <p:clrMapOvr>
    <a:masterClrMapping/>
  </p:clrMapOvr>
</p:sld>
</file>

<file path=ppt/slides/slide2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57723239"/>
      </p:ext>
    </p:extLst>
  </p:cSld>
  <p:clrMapOvr>
    <a:masterClrMapping/>
  </p:clrMapOvr>
</p:sld>
</file>

<file path=ppt/slides/slide2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7849986"/>
      </p:ext>
    </p:extLst>
  </p:cSld>
  <p:clrMapOvr>
    <a:masterClrMapping/>
  </p:clrMapOvr>
</p:sld>
</file>

<file path=ppt/slides/slide2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7806558"/>
      </p:ext>
    </p:extLst>
  </p:cSld>
  <p:clrMapOvr>
    <a:masterClrMapping/>
  </p:clrMapOvr>
</p:sld>
</file>

<file path=ppt/slides/slide2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4299130"/>
      </p:ext>
    </p:extLst>
  </p:cSld>
  <p:clrMapOvr>
    <a:masterClrMapping/>
  </p:clrMapOvr>
</p:sld>
</file>

<file path=ppt/slides/slide2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8266857"/>
      </p:ext>
    </p:extLst>
  </p:cSld>
  <p:clrMapOvr>
    <a:masterClrMapping/>
  </p:clrMapOvr>
</p:sld>
</file>

<file path=ppt/slides/slide2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02528084"/>
      </p:ext>
    </p:extLst>
  </p:cSld>
  <p:clrMapOvr>
    <a:masterClrMapping/>
  </p:clrMapOvr>
</p:sld>
</file>

<file path=ppt/slides/slide2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76470836"/>
      </p:ext>
    </p:extLst>
  </p:cSld>
  <p:clrMapOvr>
    <a:masterClrMapping/>
  </p:clrMapOvr>
</p:sld>
</file>

<file path=ppt/slides/slide2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037181694"/>
      </p:ext>
    </p:extLst>
  </p:cSld>
  <p:clrMapOvr>
    <a:masterClrMapping/>
  </p:clrMapOvr>
</p:sld>
</file>

<file path=ppt/slides/slide2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51030620"/>
      </p:ext>
    </p:extLst>
  </p:cSld>
  <p:clrMapOvr>
    <a:masterClrMapping/>
  </p:clrMapOvr>
</p:sld>
</file>

<file path=ppt/slides/slide2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4453594"/>
      </p:ext>
    </p:extLst>
  </p:cSld>
  <p:clrMapOvr>
    <a:masterClrMapping/>
  </p:clrMapOvr>
</p:sld>
</file>

<file path=ppt/slides/slide2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9229498"/>
      </p:ext>
    </p:extLst>
  </p:cSld>
  <p:clrMapOvr>
    <a:masterClrMapping/>
  </p:clrMapOvr>
</p:sld>
</file>

<file path=ppt/slides/slide2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7344126"/>
      </p:ext>
    </p:extLst>
  </p:cSld>
  <p:clrMapOvr>
    <a:masterClrMapping/>
  </p:clrMapOvr>
</p:sld>
</file>

<file path=ppt/slides/slide2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3391005"/>
      </p:ext>
    </p:extLst>
  </p:cSld>
  <p:clrMapOvr>
    <a:masterClrMapping/>
  </p:clrMapOvr>
</p:sld>
</file>

<file path=ppt/slides/slide2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5163600"/>
      </p:ext>
    </p:extLst>
  </p:cSld>
  <p:clrMapOvr>
    <a:masterClrMapping/>
  </p:clrMapOvr>
</p:sld>
</file>

<file path=ppt/slides/slide2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109656407"/>
      </p:ext>
    </p:extLst>
  </p:cSld>
  <p:clrMapOvr>
    <a:masterClrMapping/>
  </p:clrMapOvr>
</p:sld>
</file>

<file path=ppt/slides/slide2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9549388"/>
      </p:ext>
    </p:extLst>
  </p:cSld>
  <p:clrMapOvr>
    <a:masterClrMapping/>
  </p:clrMapOvr>
</p:sld>
</file>

<file path=ppt/slides/slide2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2155317"/>
      </p:ext>
    </p:extLst>
  </p:cSld>
  <p:clrMapOvr>
    <a:masterClrMapping/>
  </p:clrMapOvr>
</p:sld>
</file>

<file path=ppt/slides/slide2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29982017"/>
      </p:ext>
    </p:extLst>
  </p:cSld>
  <p:clrMapOvr>
    <a:masterClrMapping/>
  </p:clrMapOvr>
</p:sld>
</file>

<file path=ppt/slides/slide2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5996922"/>
      </p:ext>
    </p:extLst>
  </p:cSld>
  <p:clrMapOvr>
    <a:masterClrMapping/>
  </p:clrMapOvr>
</p:sld>
</file>

<file path=ppt/slides/slide2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51801299"/>
      </p:ext>
    </p:extLst>
  </p:cSld>
  <p:clrMapOvr>
    <a:masterClrMapping/>
  </p:clrMapOvr>
</p:sld>
</file>

<file path=ppt/slides/slide2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5018335"/>
      </p:ext>
    </p:extLst>
  </p:cSld>
  <p:clrMapOvr>
    <a:masterClrMapping/>
  </p:clrMapOvr>
</p:sld>
</file>

<file path=ppt/slides/slide2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9657171"/>
      </p:ext>
    </p:extLst>
  </p:cSld>
  <p:clrMapOvr>
    <a:masterClrMapping/>
  </p:clrMapOvr>
</p:sld>
</file>

<file path=ppt/slides/slide2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7677884"/>
      </p:ext>
    </p:extLst>
  </p:cSld>
  <p:clrMapOvr>
    <a:masterClrMapping/>
  </p:clrMapOvr>
</p:sld>
</file>

<file path=ppt/slides/slide2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19688855"/>
      </p:ext>
    </p:extLst>
  </p:cSld>
  <p:clrMapOvr>
    <a:masterClrMapping/>
  </p:clrMapOvr>
</p:sld>
</file>

<file path=ppt/slides/slide2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800114287"/>
      </p:ext>
    </p:extLst>
  </p:cSld>
  <p:clrMapOvr>
    <a:masterClrMapping/>
  </p:clrMapOvr>
</p:sld>
</file>

<file path=ppt/slides/slide2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6960152"/>
      </p:ext>
    </p:extLst>
  </p:cSld>
  <p:clrMapOvr>
    <a:masterClrMapping/>
  </p:clrMapOvr>
</p:sld>
</file>

<file path=ppt/slides/slide2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4267146"/>
      </p:ext>
    </p:extLst>
  </p:cSld>
  <p:clrMapOvr>
    <a:masterClrMapping/>
  </p:clrMapOvr>
</p:sld>
</file>

<file path=ppt/slides/slide2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0631706"/>
      </p:ext>
    </p:extLst>
  </p:cSld>
  <p:clrMapOvr>
    <a:masterClrMapping/>
  </p:clrMapOvr>
</p:sld>
</file>

<file path=ppt/slides/slide2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4876739"/>
      </p:ext>
    </p:extLst>
  </p:cSld>
  <p:clrMapOvr>
    <a:masterClrMapping/>
  </p:clrMapOvr>
</p:sld>
</file>

<file path=ppt/slides/slide2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64877486"/>
      </p:ext>
    </p:extLst>
  </p:cSld>
  <p:clrMapOvr>
    <a:masterClrMapping/>
  </p:clrMapOvr>
</p:sld>
</file>

<file path=ppt/slides/slide2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588522368"/>
      </p:ext>
    </p:extLst>
  </p:cSld>
  <p:clrMapOvr>
    <a:masterClrMapping/>
  </p:clrMapOvr>
</p:sld>
</file>

<file path=ppt/slides/slide2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5320524"/>
      </p:ext>
    </p:extLst>
  </p:cSld>
  <p:clrMapOvr>
    <a:masterClrMapping/>
  </p:clrMapOvr>
</p:sld>
</file>

<file path=ppt/slides/slide2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4803388"/>
      </p:ext>
    </p:extLst>
  </p:cSld>
  <p:clrMapOvr>
    <a:masterClrMapping/>
  </p:clrMapOvr>
</p:sld>
</file>

<file path=ppt/slides/slide2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50297030"/>
      </p:ext>
    </p:extLst>
  </p:cSld>
  <p:clrMapOvr>
    <a:masterClrMapping/>
  </p:clrMapOvr>
</p:sld>
</file>

<file path=ppt/slides/slide2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9502455"/>
      </p:ext>
    </p:extLst>
  </p:cSld>
  <p:clrMapOvr>
    <a:masterClrMapping/>
  </p:clrMapOvr>
</p:sld>
</file>

<file path=ppt/slides/slide2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16639649"/>
      </p:ext>
    </p:extLst>
  </p:cSld>
  <p:clrMapOvr>
    <a:masterClrMapping/>
  </p:clrMapOvr>
</p:sld>
</file>

<file path=ppt/slides/slide2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3281517"/>
      </p:ext>
    </p:extLst>
  </p:cSld>
  <p:clrMapOvr>
    <a:masterClrMapping/>
  </p:clrMapOvr>
</p:sld>
</file>

<file path=ppt/slides/slide2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5847057"/>
      </p:ext>
    </p:extLst>
  </p:cSld>
  <p:clrMapOvr>
    <a:masterClrMapping/>
  </p:clrMapOvr>
</p:sld>
</file>

<file path=ppt/slides/slide2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9618781"/>
      </p:ext>
    </p:extLst>
  </p:cSld>
  <p:clrMapOvr>
    <a:masterClrMapping/>
  </p:clrMapOvr>
</p:sld>
</file>

<file path=ppt/slides/slide2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3136555"/>
      </p:ext>
    </p:extLst>
  </p:cSld>
  <p:clrMapOvr>
    <a:masterClrMapping/>
  </p:clrMapOvr>
</p:sld>
</file>

<file path=ppt/slides/slide2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211861064"/>
      </p:ext>
    </p:extLst>
  </p:cSld>
  <p:clrMapOvr>
    <a:masterClrMapping/>
  </p:clrMapOvr>
</p:sld>
</file>

<file path=ppt/slides/slide2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9615369"/>
      </p:ext>
    </p:extLst>
  </p:cSld>
  <p:clrMapOvr>
    <a:masterClrMapping/>
  </p:clrMapOvr>
</p:sld>
</file>

<file path=ppt/slides/slide2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9126980"/>
      </p:ext>
    </p:extLst>
  </p:cSld>
  <p:clrMapOvr>
    <a:masterClrMapping/>
  </p:clrMapOvr>
</p:sld>
</file>

<file path=ppt/slides/slide2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86528560"/>
      </p:ext>
    </p:extLst>
  </p:cSld>
  <p:clrMapOvr>
    <a:masterClrMapping/>
  </p:clrMapOvr>
</p:sld>
</file>

<file path=ppt/slides/slide2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37845636"/>
      </p:ext>
    </p:extLst>
  </p:cSld>
  <p:clrMapOvr>
    <a:masterClrMapping/>
  </p:clrMapOvr>
</p:sld>
</file>

<file path=ppt/slides/slide2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5181342"/>
      </p:ext>
    </p:extLst>
  </p:cSld>
  <p:clrMapOvr>
    <a:masterClrMapping/>
  </p:clrMapOvr>
</p:sld>
</file>

<file path=ppt/slides/slide2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912242548"/>
      </p:ext>
    </p:extLst>
  </p:cSld>
  <p:clrMapOvr>
    <a:masterClrMapping/>
  </p:clrMapOvr>
</p:sld>
</file>

<file path=ppt/slides/slide2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3184345"/>
      </p:ext>
    </p:extLst>
  </p:cSld>
  <p:clrMapOvr>
    <a:masterClrMapping/>
  </p:clrMapOvr>
</p:sld>
</file>

<file path=ppt/slides/slide2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4377745"/>
      </p:ext>
    </p:extLst>
  </p:cSld>
  <p:clrMapOvr>
    <a:masterClrMapping/>
  </p:clrMapOvr>
</p:sld>
</file>

<file path=ppt/slides/slide2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4044209"/>
      </p:ext>
    </p:extLst>
  </p:cSld>
  <p:clrMapOvr>
    <a:masterClrMapping/>
  </p:clrMapOvr>
</p:sld>
</file>

<file path=ppt/slides/slide2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91824013"/>
      </p:ext>
    </p:extLst>
  </p:cSld>
  <p:clrMapOvr>
    <a:masterClrMapping/>
  </p:clrMapOvr>
</p:sld>
</file>

<file path=ppt/slides/slide2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9767785"/>
      </p:ext>
    </p:extLst>
  </p:cSld>
  <p:clrMapOvr>
    <a:masterClrMapping/>
  </p:clrMapOvr>
</p:sld>
</file>

<file path=ppt/slides/slide2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44928287"/>
      </p:ext>
    </p:extLst>
  </p:cSld>
  <p:clrMapOvr>
    <a:masterClrMapping/>
  </p:clrMapOvr>
</p:sld>
</file>

<file path=ppt/slides/slide2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42738425"/>
      </p:ext>
    </p:extLst>
  </p:cSld>
  <p:clrMapOvr>
    <a:masterClrMapping/>
  </p:clrMapOvr>
</p:sld>
</file>

<file path=ppt/slides/slide2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4433069"/>
      </p:ext>
    </p:extLst>
  </p:cSld>
  <p:clrMapOvr>
    <a:masterClrMapping/>
  </p:clrMapOvr>
</p:sld>
</file>

<file path=ppt/slides/slide2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09988764"/>
      </p:ext>
    </p:extLst>
  </p:cSld>
  <p:clrMapOvr>
    <a:masterClrMapping/>
  </p:clrMapOvr>
</p:sld>
</file>

<file path=ppt/slides/slide2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973227525"/>
      </p:ext>
    </p:extLst>
  </p:cSld>
  <p:clrMapOvr>
    <a:masterClrMapping/>
  </p:clrMapOvr>
</p:sld>
</file>

<file path=ppt/slides/slide2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0694605"/>
      </p:ext>
    </p:extLst>
  </p:cSld>
  <p:clrMapOvr>
    <a:masterClrMapping/>
  </p:clrMapOvr>
</p:sld>
</file>

<file path=ppt/slides/slide2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5545856"/>
      </p:ext>
    </p:extLst>
  </p:cSld>
  <p:clrMapOvr>
    <a:masterClrMapping/>
  </p:clrMapOvr>
</p:sld>
</file>

<file path=ppt/slides/slide2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371444"/>
      </p:ext>
    </p:extLst>
  </p:cSld>
  <p:clrMapOvr>
    <a:masterClrMapping/>
  </p:clrMapOvr>
</p:sld>
</file>

<file path=ppt/slides/slide2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97511666"/>
      </p:ext>
    </p:extLst>
  </p:cSld>
  <p:clrMapOvr>
    <a:masterClrMapping/>
  </p:clrMapOvr>
</p:sld>
</file>

<file path=ppt/slides/slide2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3764858"/>
      </p:ext>
    </p:extLst>
  </p:cSld>
  <p:clrMapOvr>
    <a:masterClrMapping/>
  </p:clrMapOvr>
</p:sld>
</file>

<file path=ppt/slides/slide2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962999747"/>
      </p:ext>
    </p:extLst>
  </p:cSld>
  <p:clrMapOvr>
    <a:masterClrMapping/>
  </p:clrMapOvr>
</p:sld>
</file>

<file path=ppt/slides/slide2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7127212"/>
      </p:ext>
    </p:extLst>
  </p:cSld>
  <p:clrMapOvr>
    <a:masterClrMapping/>
  </p:clrMapOvr>
</p:sld>
</file>

<file path=ppt/slides/slide2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490198"/>
      </p:ext>
    </p:extLst>
  </p:cSld>
  <p:clrMapOvr>
    <a:masterClrMapping/>
  </p:clrMapOvr>
</p:sld>
</file>

<file path=ppt/slides/slide2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9098930"/>
      </p:ext>
    </p:extLst>
  </p:cSld>
  <p:clrMapOvr>
    <a:masterClrMapping/>
  </p:clrMapOvr>
</p:sld>
</file>

<file path=ppt/slides/slide2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1636739"/>
      </p:ext>
    </p:extLst>
  </p:cSld>
  <p:clrMapOvr>
    <a:masterClrMapping/>
  </p:clrMapOvr>
</p:sld>
</file>

<file path=ppt/slides/slide2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6256514"/>
      </p:ext>
    </p:extLst>
  </p:cSld>
  <p:clrMapOvr>
    <a:masterClrMapping/>
  </p:clrMapOvr>
</p:sld>
</file>

<file path=ppt/slides/slide2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682686"/>
      </p:ext>
    </p:extLst>
  </p:cSld>
  <p:clrMapOvr>
    <a:masterClrMapping/>
  </p:clrMapOvr>
</p:sld>
</file>

<file path=ppt/slides/slide2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9597964"/>
      </p:ext>
    </p:extLst>
  </p:cSld>
  <p:clrMapOvr>
    <a:masterClrMapping/>
  </p:clrMapOvr>
</p:sld>
</file>

<file path=ppt/slides/slide2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26941995"/>
      </p:ext>
    </p:extLst>
  </p:cSld>
  <p:clrMapOvr>
    <a:masterClrMapping/>
  </p:clrMapOvr>
</p:sld>
</file>

<file path=ppt/slides/slide2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09478615"/>
      </p:ext>
    </p:extLst>
  </p:cSld>
  <p:clrMapOvr>
    <a:masterClrMapping/>
  </p:clrMapOvr>
</p:sld>
</file>

<file path=ppt/slides/slide2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2326649"/>
      </p:ext>
    </p:extLst>
  </p:cSld>
  <p:clrMapOvr>
    <a:masterClrMapping/>
  </p:clrMapOvr>
</p:sld>
</file>

<file path=ppt/slides/slide2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040492"/>
      </p:ext>
    </p:extLst>
  </p:cSld>
  <p:clrMapOvr>
    <a:masterClrMapping/>
  </p:clrMapOvr>
</p:sld>
</file>

<file path=ppt/slides/slide2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7538253"/>
      </p:ext>
    </p:extLst>
  </p:cSld>
  <p:clrMapOvr>
    <a:masterClrMapping/>
  </p:clrMapOvr>
</p:sld>
</file>

<file path=ppt/slides/slide2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7180453"/>
      </p:ext>
    </p:extLst>
  </p:cSld>
  <p:clrMapOvr>
    <a:masterClrMapping/>
  </p:clrMapOvr>
</p:sld>
</file>

<file path=ppt/slides/slide2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1807140"/>
      </p:ext>
    </p:extLst>
  </p:cSld>
  <p:clrMapOvr>
    <a:masterClrMapping/>
  </p:clrMapOvr>
</p:sld>
</file>

<file path=ppt/slides/slide2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930357470"/>
      </p:ext>
    </p:extLst>
  </p:cSld>
  <p:clrMapOvr>
    <a:masterClrMapping/>
  </p:clrMapOvr>
</p:sld>
</file>

<file path=ppt/slides/slide2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01813466"/>
      </p:ext>
    </p:extLst>
  </p:cSld>
  <p:clrMapOvr>
    <a:masterClrMapping/>
  </p:clrMapOvr>
</p:sld>
</file>

<file path=ppt/slides/slide2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3750477"/>
      </p:ext>
    </p:extLst>
  </p:cSld>
  <p:clrMapOvr>
    <a:masterClrMapping/>
  </p:clrMapOvr>
</p:sld>
</file>

<file path=ppt/slides/slide2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6778784"/>
      </p:ext>
    </p:extLst>
  </p:cSld>
  <p:clrMapOvr>
    <a:masterClrMapping/>
  </p:clrMapOvr>
</p:sld>
</file>

<file path=ppt/slides/slide2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4366827"/>
      </p:ext>
    </p:extLst>
  </p:cSld>
  <p:clrMapOvr>
    <a:masterClrMapping/>
  </p:clrMapOvr>
</p:sld>
</file>

<file path=ppt/slides/slide2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5525199"/>
      </p:ext>
    </p:extLst>
  </p:cSld>
  <p:clrMapOvr>
    <a:masterClrMapping/>
  </p:clrMapOvr>
</p:sld>
</file>

<file path=ppt/slides/slide2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0490751"/>
      </p:ext>
    </p:extLst>
  </p:cSld>
  <p:clrMapOvr>
    <a:masterClrMapping/>
  </p:clrMapOvr>
</p:sld>
</file>

<file path=ppt/slides/slide2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63951555"/>
      </p:ext>
    </p:extLst>
  </p:cSld>
  <p:clrMapOvr>
    <a:masterClrMapping/>
  </p:clrMapOvr>
</p:sld>
</file>

<file path=ppt/slides/slide2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07364819"/>
      </p:ext>
    </p:extLst>
  </p:cSld>
  <p:clrMapOvr>
    <a:masterClrMapping/>
  </p:clrMapOvr>
</p:sld>
</file>

<file path=ppt/slides/slide2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174852"/>
      </p:ext>
    </p:extLst>
  </p:cSld>
  <p:clrMapOvr>
    <a:masterClrMapping/>
  </p:clrMapOvr>
</p:sld>
</file>

<file path=ppt/slides/slide2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229610608"/>
      </p:ext>
    </p:extLst>
  </p:cSld>
  <p:clrMapOvr>
    <a:masterClrMapping/>
  </p:clrMapOvr>
</p:sld>
</file>

<file path=ppt/slides/slide2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57856250"/>
      </p:ext>
    </p:extLst>
  </p:cSld>
  <p:clrMapOvr>
    <a:masterClrMapping/>
  </p:clrMapOvr>
</p:sld>
</file>

<file path=ppt/slides/slide2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8223439"/>
      </p:ext>
    </p:extLst>
  </p:cSld>
  <p:clrMapOvr>
    <a:masterClrMapping/>
  </p:clrMapOvr>
</p:sld>
</file>

<file path=ppt/slides/slide2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4577189"/>
      </p:ext>
    </p:extLst>
  </p:cSld>
  <p:clrMapOvr>
    <a:masterClrMapping/>
  </p:clrMapOvr>
</p:sld>
</file>

<file path=ppt/slides/slide2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15628897"/>
      </p:ext>
    </p:extLst>
  </p:cSld>
  <p:clrMapOvr>
    <a:masterClrMapping/>
  </p:clrMapOvr>
</p:sld>
</file>

<file path=ppt/slides/slide2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49077207"/>
      </p:ext>
    </p:extLst>
  </p:cSld>
  <p:clrMapOvr>
    <a:masterClrMapping/>
  </p:clrMapOvr>
</p:sld>
</file>

<file path=ppt/slides/slide2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275185"/>
      </p:ext>
    </p:extLst>
  </p:cSld>
  <p:clrMapOvr>
    <a:masterClrMapping/>
  </p:clrMapOvr>
</p:sld>
</file>

<file path=ppt/slides/slide2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187462759"/>
      </p:ext>
    </p:extLst>
  </p:cSld>
  <p:clrMapOvr>
    <a:masterClrMapping/>
  </p:clrMapOvr>
</p:sld>
</file>

<file path=ppt/slides/slide2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516537"/>
      </p:ext>
    </p:extLst>
  </p:cSld>
  <p:clrMapOvr>
    <a:masterClrMapping/>
  </p:clrMapOvr>
</p:sld>
</file>

<file path=ppt/slides/slide2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8854001"/>
      </p:ext>
    </p:extLst>
  </p:cSld>
  <p:clrMapOvr>
    <a:masterClrMapping/>
  </p:clrMapOvr>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7689107"/>
      </p:ext>
    </p:extLst>
  </p:cSld>
  <p:clrMapOvr>
    <a:masterClrMapping/>
  </p:clrMapOvr>
</p:sld>
</file>

<file path=ppt/slides/slide2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44024086"/>
      </p:ext>
    </p:extLst>
  </p:cSld>
  <p:clrMapOvr>
    <a:masterClrMapping/>
  </p:clrMapOvr>
</p:sld>
</file>

<file path=ppt/slides/slide2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8403300"/>
      </p:ext>
    </p:extLst>
  </p:cSld>
  <p:clrMapOvr>
    <a:masterClrMapping/>
  </p:clrMapOvr>
</p:sld>
</file>

<file path=ppt/slides/slide2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03707085"/>
      </p:ext>
    </p:extLst>
  </p:cSld>
  <p:clrMapOvr>
    <a:masterClrMapping/>
  </p:clrMapOvr>
</p:sld>
</file>

<file path=ppt/slides/slide2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88967836"/>
      </p:ext>
    </p:extLst>
  </p:cSld>
  <p:clrMapOvr>
    <a:masterClrMapping/>
  </p:clrMapOvr>
</p:sld>
</file>

<file path=ppt/slides/slide2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87580104"/>
      </p:ext>
    </p:extLst>
  </p:cSld>
  <p:clrMapOvr>
    <a:masterClrMapping/>
  </p:clrMapOvr>
</p:sld>
</file>

<file path=ppt/slides/slide2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22800108"/>
      </p:ext>
    </p:extLst>
  </p:cSld>
  <p:clrMapOvr>
    <a:masterClrMapping/>
  </p:clrMapOvr>
</p:sld>
</file>

<file path=ppt/slides/slide2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330617970"/>
      </p:ext>
    </p:extLst>
  </p:cSld>
  <p:clrMapOvr>
    <a:masterClrMapping/>
  </p:clrMapOvr>
</p:sld>
</file>

<file path=ppt/slides/slide2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0818921"/>
      </p:ext>
    </p:extLst>
  </p:cSld>
  <p:clrMapOvr>
    <a:masterClrMapping/>
  </p:clrMapOvr>
</p:sld>
</file>

<file path=ppt/slides/slide2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21441718"/>
      </p:ext>
    </p:extLst>
  </p:cSld>
  <p:clrMapOvr>
    <a:masterClrMapping/>
  </p:clrMapOvr>
</p:sld>
</file>

<file path=ppt/slides/slide2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61100254"/>
      </p:ext>
    </p:extLst>
  </p:cSld>
  <p:clrMapOvr>
    <a:masterClrMapping/>
  </p:clrMapOvr>
</p:sld>
</file>

<file path=ppt/slides/slide2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53878471"/>
      </p:ext>
    </p:extLst>
  </p:cSld>
  <p:clrMapOvr>
    <a:masterClrMapping/>
  </p:clrMapOvr>
</p:sld>
</file>

<file path=ppt/slides/slide2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7897201"/>
      </p:ext>
    </p:extLst>
  </p:cSld>
  <p:clrMapOvr>
    <a:masterClrMapping/>
  </p:clrMapOvr>
</p:sld>
</file>

<file path=ppt/slides/slide2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39900877"/>
      </p:ext>
    </p:extLst>
  </p:cSld>
  <p:clrMapOvr>
    <a:masterClrMapping/>
  </p:clrMapOvr>
</p:sld>
</file>

<file path=ppt/slides/slide2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3012140"/>
      </p:ext>
    </p:extLst>
  </p:cSld>
  <p:clrMapOvr>
    <a:masterClrMapping/>
  </p:clrMapOvr>
</p:sld>
</file>

<file path=ppt/slides/slide2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6651786"/>
      </p:ext>
    </p:extLst>
  </p:cSld>
  <p:clrMapOvr>
    <a:masterClrMapping/>
  </p:clrMapOvr>
</p:sld>
</file>

<file path=ppt/slides/slide2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9851466"/>
      </p:ext>
    </p:extLst>
  </p:cSld>
  <p:clrMapOvr>
    <a:masterClrMapping/>
  </p:clrMapOvr>
</p:sld>
</file>

<file path=ppt/slides/slide2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5973453"/>
      </p:ext>
    </p:extLst>
  </p:cSld>
  <p:clrMapOvr>
    <a:masterClrMapping/>
  </p:clrMapOvr>
</p:sld>
</file>

<file path=ppt/slides/slide2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6772053"/>
      </p:ext>
    </p:extLst>
  </p:cSld>
  <p:clrMapOvr>
    <a:masterClrMapping/>
  </p:clrMapOvr>
</p:sld>
</file>

<file path=ppt/slides/slide2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6297018"/>
      </p:ext>
    </p:extLst>
  </p:cSld>
  <p:clrMapOvr>
    <a:masterClrMapping/>
  </p:clrMapOvr>
</p:sld>
</file>

<file path=ppt/slides/slide2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91413095"/>
      </p:ext>
    </p:extLst>
  </p:cSld>
  <p:clrMapOvr>
    <a:masterClrMapping/>
  </p:clrMapOvr>
</p:sld>
</file>

<file path=ppt/slides/slide2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5623268"/>
      </p:ext>
    </p:extLst>
  </p:cSld>
  <p:clrMapOvr>
    <a:masterClrMapping/>
  </p:clrMapOvr>
</p:sld>
</file>

<file path=ppt/slides/slide2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20229493"/>
      </p:ext>
    </p:extLst>
  </p:cSld>
  <p:clrMapOvr>
    <a:masterClrMapping/>
  </p:clrMapOvr>
</p:sld>
</file>

<file path=ppt/slides/slide2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291258008"/>
      </p:ext>
    </p:extLst>
  </p:cSld>
  <p:clrMapOvr>
    <a:masterClrMapping/>
  </p:clrMapOvr>
</p:sld>
</file>

<file path=ppt/slides/slide2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32254583"/>
      </p:ext>
    </p:extLst>
  </p:cSld>
  <p:clrMapOvr>
    <a:masterClrMapping/>
  </p:clrMapOvr>
</p:sld>
</file>

<file path=ppt/slides/slide2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45861825"/>
      </p:ext>
    </p:extLst>
  </p:cSld>
  <p:clrMapOvr>
    <a:masterClrMapping/>
  </p:clrMapOvr>
</p:sld>
</file>

<file path=ppt/slides/slide2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5252578"/>
      </p:ext>
    </p:extLst>
  </p:cSld>
  <p:clrMapOvr>
    <a:masterClrMapping/>
  </p:clrMapOvr>
</p:sld>
</file>

<file path=ppt/slides/slide2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328774"/>
      </p:ext>
    </p:extLst>
  </p:cSld>
  <p:clrMapOvr>
    <a:masterClrMapping/>
  </p:clrMapOvr>
</p:sld>
</file>

<file path=ppt/slides/slide2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63424828"/>
      </p:ext>
    </p:extLst>
  </p:cSld>
  <p:clrMapOvr>
    <a:masterClrMapping/>
  </p:clrMapOvr>
</p:sld>
</file>

<file path=ppt/slides/slide2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563430314"/>
      </p:ext>
    </p:extLst>
  </p:cSld>
  <p:clrMapOvr>
    <a:masterClrMapping/>
  </p:clrMapOvr>
</p:sld>
</file>

<file path=ppt/slides/slide2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9230126"/>
      </p:ext>
    </p:extLst>
  </p:cSld>
  <p:clrMapOvr>
    <a:masterClrMapping/>
  </p:clrMapOvr>
</p:sld>
</file>

<file path=ppt/slides/slide2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50177648"/>
      </p:ext>
    </p:extLst>
  </p:cSld>
  <p:clrMapOvr>
    <a:masterClrMapping/>
  </p:clrMapOvr>
</p:sld>
</file>

<file path=ppt/slides/slide2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7561775"/>
      </p:ext>
    </p:extLst>
  </p:cSld>
  <p:clrMapOvr>
    <a:masterClrMapping/>
  </p:clrMapOvr>
</p:sld>
</file>

<file path=ppt/slides/slide2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6591523"/>
      </p:ext>
    </p:extLst>
  </p:cSld>
  <p:clrMapOvr>
    <a:masterClrMapping/>
  </p:clrMapOvr>
</p:sld>
</file>

<file path=ppt/slides/slide2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77532775"/>
      </p:ext>
    </p:extLst>
  </p:cSld>
  <p:clrMapOvr>
    <a:masterClrMapping/>
  </p:clrMapOvr>
</p:sld>
</file>

<file path=ppt/slides/slide2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5563736"/>
      </p:ext>
    </p:extLst>
  </p:cSld>
  <p:clrMapOvr>
    <a:masterClrMapping/>
  </p:clrMapOvr>
</p:sld>
</file>

<file path=ppt/slides/slide2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26451899"/>
      </p:ext>
    </p:extLst>
  </p:cSld>
  <p:clrMapOvr>
    <a:masterClrMapping/>
  </p:clrMapOvr>
</p:sld>
</file>

<file path=ppt/slides/slide2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9738188"/>
      </p:ext>
    </p:extLst>
  </p:cSld>
  <p:clrMapOvr>
    <a:masterClrMapping/>
  </p:clrMapOvr>
</p:sld>
</file>

<file path=ppt/slides/slide2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339576207"/>
      </p:ext>
    </p:extLst>
  </p:cSld>
  <p:clrMapOvr>
    <a:masterClrMapping/>
  </p:clrMapOvr>
</p:sld>
</file>

<file path=ppt/slides/slide2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906864722"/>
      </p:ext>
    </p:extLst>
  </p:cSld>
  <p:clrMapOvr>
    <a:masterClrMapping/>
  </p:clrMapOvr>
</p:sld>
</file>

<file path=ppt/slides/slide2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5012018"/>
      </p:ext>
    </p:extLst>
  </p:cSld>
  <p:clrMapOvr>
    <a:masterClrMapping/>
  </p:clrMapOvr>
</p:sld>
</file>

<file path=ppt/slides/slide2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18737712"/>
      </p:ext>
    </p:extLst>
  </p:cSld>
  <p:clrMapOvr>
    <a:masterClrMapping/>
  </p:clrMapOvr>
</p:sld>
</file>

<file path=ppt/slides/slide2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13985505"/>
      </p:ext>
    </p:extLst>
  </p:cSld>
  <p:clrMapOvr>
    <a:masterClrMapping/>
  </p:clrMapOvr>
</p:sld>
</file>

<file path=ppt/slides/slide2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2129332"/>
      </p:ext>
    </p:extLst>
  </p:cSld>
  <p:clrMapOvr>
    <a:masterClrMapping/>
  </p:clrMapOvr>
</p:sld>
</file>

<file path=ppt/slides/slide2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4162989"/>
      </p:ext>
    </p:extLst>
  </p:cSld>
  <p:clrMapOvr>
    <a:masterClrMapping/>
  </p:clrMapOvr>
</p:sld>
</file>

<file path=ppt/slides/slide2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226468072"/>
      </p:ext>
    </p:extLst>
  </p:cSld>
  <p:clrMapOvr>
    <a:masterClrMapping/>
  </p:clrMapOvr>
</p:sld>
</file>

<file path=ppt/slides/slide2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9152665"/>
      </p:ext>
    </p:extLst>
  </p:cSld>
  <p:clrMapOvr>
    <a:masterClrMapping/>
  </p:clrMapOvr>
</p:sld>
</file>

<file path=ppt/slides/slide2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4371426"/>
      </p:ext>
    </p:extLst>
  </p:cSld>
  <p:clrMapOvr>
    <a:masterClrMapping/>
  </p:clrMapOvr>
</p:sld>
</file>

<file path=ppt/slides/slide2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9435736"/>
      </p:ext>
    </p:extLst>
  </p:cSld>
  <p:clrMapOvr>
    <a:masterClrMapping/>
  </p:clrMapOvr>
</p:sld>
</file>

<file path=ppt/slides/slide2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9166900"/>
      </p:ext>
    </p:extLst>
  </p:cSld>
  <p:clrMapOvr>
    <a:masterClrMapping/>
  </p:clrMapOvr>
</p:sld>
</file>

<file path=ppt/slides/slide2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2306690"/>
      </p:ext>
    </p:extLst>
  </p:cSld>
  <p:clrMapOvr>
    <a:masterClrMapping/>
  </p:clrMapOvr>
</p:sld>
</file>

<file path=ppt/slides/slide2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9630024"/>
      </p:ext>
    </p:extLst>
  </p:cSld>
  <p:clrMapOvr>
    <a:masterClrMapping/>
  </p:clrMapOvr>
</p:sld>
</file>

<file path=ppt/slides/slide2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0273918"/>
      </p:ext>
    </p:extLst>
  </p:cSld>
  <p:clrMapOvr>
    <a:masterClrMapping/>
  </p:clrMapOvr>
</p:sld>
</file>

<file path=ppt/slides/slide2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2986508"/>
      </p:ext>
    </p:extLst>
  </p:cSld>
  <p:clrMapOvr>
    <a:masterClrMapping/>
  </p:clrMapOvr>
</p:sld>
</file>

<file path=ppt/slides/slide2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338473817"/>
      </p:ext>
    </p:extLst>
  </p:cSld>
  <p:clrMapOvr>
    <a:masterClrMapping/>
  </p:clrMapOvr>
</p:sld>
</file>

<file path=ppt/slides/slide2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68608939"/>
      </p:ext>
    </p:extLst>
  </p:cSld>
  <p:clrMapOvr>
    <a:masterClrMapping/>
  </p:clrMapOvr>
</p:sld>
</file>

<file path=ppt/slides/slide2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1739091"/>
      </p:ext>
    </p:extLst>
  </p:cSld>
  <p:clrMapOvr>
    <a:masterClrMapping/>
  </p:clrMapOvr>
</p:sld>
</file>

<file path=ppt/slides/slide2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08400736"/>
      </p:ext>
    </p:extLst>
  </p:cSld>
  <p:clrMapOvr>
    <a:masterClrMapping/>
  </p:clrMapOvr>
</p:sld>
</file>

<file path=ppt/slides/slide2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3987867"/>
      </p:ext>
    </p:extLst>
  </p:cSld>
  <p:clrMapOvr>
    <a:masterClrMapping/>
  </p:clrMapOvr>
</p:sld>
</file>

<file path=ppt/slides/slide2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8939057"/>
      </p:ext>
    </p:extLst>
  </p:cSld>
  <p:clrMapOvr>
    <a:masterClrMapping/>
  </p:clrMapOvr>
</p:sld>
</file>

<file path=ppt/slides/slide2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0120417"/>
      </p:ext>
    </p:extLst>
  </p:cSld>
  <p:clrMapOvr>
    <a:masterClrMapping/>
  </p:clrMapOvr>
</p:sld>
</file>

<file path=ppt/slides/slide2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818512585"/>
      </p:ext>
    </p:extLst>
  </p:cSld>
  <p:clrMapOvr>
    <a:masterClrMapping/>
  </p:clrMapOvr>
</p:sld>
</file>

<file path=ppt/slides/slide2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6366493"/>
      </p:ext>
    </p:extLst>
  </p:cSld>
  <p:clrMapOvr>
    <a:masterClrMapping/>
  </p:clrMapOvr>
</p:sld>
</file>

<file path=ppt/slides/slide2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6127620"/>
      </p:ext>
    </p:extLst>
  </p:cSld>
  <p:clrMapOvr>
    <a:masterClrMapping/>
  </p:clrMapOvr>
</p:sld>
</file>

<file path=ppt/slides/slide2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2908226"/>
      </p:ext>
    </p:extLst>
  </p:cSld>
  <p:clrMapOvr>
    <a:masterClrMapping/>
  </p:clrMapOvr>
</p:sld>
</file>

<file path=ppt/slides/slide2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0482965"/>
      </p:ext>
    </p:extLst>
  </p:cSld>
  <p:clrMapOvr>
    <a:masterClrMapping/>
  </p:clrMapOvr>
</p:sld>
</file>

<file path=ppt/slides/slide2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12587427"/>
      </p:ext>
    </p:extLst>
  </p:cSld>
  <p:clrMapOvr>
    <a:masterClrMapping/>
  </p:clrMapOvr>
</p:sld>
</file>

<file path=ppt/slides/slide2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29156508"/>
      </p:ext>
    </p:extLst>
  </p:cSld>
  <p:clrMapOvr>
    <a:masterClrMapping/>
  </p:clrMapOvr>
</p:sld>
</file>

<file path=ppt/slides/slide2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8153450"/>
      </p:ext>
    </p:extLst>
  </p:cSld>
  <p:clrMapOvr>
    <a:masterClrMapping/>
  </p:clrMapOvr>
</p:sld>
</file>

<file path=ppt/slides/slide2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73684037"/>
      </p:ext>
    </p:extLst>
  </p:cSld>
  <p:clrMapOvr>
    <a:masterClrMapping/>
  </p:clrMapOvr>
</p:sld>
</file>

<file path=ppt/slides/slide2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581835880"/>
      </p:ext>
    </p:extLst>
  </p:cSld>
  <p:clrMapOvr>
    <a:masterClrMapping/>
  </p:clrMapOvr>
</p:sld>
</file>

<file path=ppt/slides/slide2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9922144"/>
      </p:ext>
    </p:extLst>
  </p:cSld>
  <p:clrMapOvr>
    <a:masterClrMapping/>
  </p:clrMapOvr>
</p:sld>
</file>

<file path=ppt/slides/slide2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88221761"/>
      </p:ext>
    </p:extLst>
  </p:cSld>
  <p:clrMapOvr>
    <a:masterClrMapping/>
  </p:clrMapOvr>
</p:sld>
</file>

<file path=ppt/slides/slide2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50245038"/>
      </p:ext>
    </p:extLst>
  </p:cSld>
  <p:clrMapOvr>
    <a:masterClrMapping/>
  </p:clrMapOvr>
</p:sld>
</file>

<file path=ppt/slides/slide2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8272902"/>
      </p:ext>
    </p:extLst>
  </p:cSld>
  <p:clrMapOvr>
    <a:masterClrMapping/>
  </p:clrMapOvr>
</p:sld>
</file>

<file path=ppt/slides/slide2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7773405"/>
      </p:ext>
    </p:extLst>
  </p:cSld>
  <p:clrMapOvr>
    <a:masterClrMapping/>
  </p:clrMapOvr>
</p:sld>
</file>

<file path=ppt/slides/slide2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0228747"/>
      </p:ext>
    </p:extLst>
  </p:cSld>
  <p:clrMapOvr>
    <a:masterClrMapping/>
  </p:clrMapOvr>
</p:sld>
</file>

<file path=ppt/slides/slide2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521387612"/>
      </p:ext>
    </p:extLst>
  </p:cSld>
  <p:clrMapOvr>
    <a:masterClrMapping/>
  </p:clrMapOvr>
</p:sld>
</file>

<file path=ppt/slides/slide2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5982577"/>
      </p:ext>
    </p:extLst>
  </p:cSld>
  <p:clrMapOvr>
    <a:masterClrMapping/>
  </p:clrMapOvr>
</p:sld>
</file>

<file path=ppt/slides/slide2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965601"/>
      </p:ext>
    </p:extLst>
  </p:cSld>
  <p:clrMapOvr>
    <a:masterClrMapping/>
  </p:clrMapOvr>
</p:sld>
</file>

<file path=ppt/slides/slide2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3741375"/>
      </p:ext>
    </p:extLst>
  </p:cSld>
  <p:clrMapOvr>
    <a:masterClrMapping/>
  </p:clrMapOvr>
</p:sld>
</file>

<file path=ppt/slides/slide2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606089"/>
      </p:ext>
    </p:extLst>
  </p:cSld>
  <p:clrMapOvr>
    <a:masterClrMapping/>
  </p:clrMapOvr>
</p:sld>
</file>

<file path=ppt/slides/slide2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40526147"/>
      </p:ext>
    </p:extLst>
  </p:cSld>
  <p:clrMapOvr>
    <a:masterClrMapping/>
  </p:clrMapOvr>
</p:sld>
</file>

<file path=ppt/slides/slide2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7703381"/>
      </p:ext>
    </p:extLst>
  </p:cSld>
  <p:clrMapOvr>
    <a:masterClrMapping/>
  </p:clrMapOvr>
</p:sld>
</file>

<file path=ppt/slides/slide2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22451820"/>
      </p:ext>
    </p:extLst>
  </p:cSld>
  <p:clrMapOvr>
    <a:masterClrMapping/>
  </p:clrMapOvr>
</p:sld>
</file>

<file path=ppt/slides/slide2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66185595"/>
      </p:ext>
    </p:extLst>
  </p:cSld>
  <p:clrMapOvr>
    <a:masterClrMapping/>
  </p:clrMapOvr>
</p:sld>
</file>

<file path=ppt/slides/slide2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22783022"/>
      </p:ext>
    </p:extLst>
  </p:cSld>
  <p:clrMapOvr>
    <a:masterClrMapping/>
  </p:clrMapOvr>
</p:sld>
</file>

<file path=ppt/slides/slide2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863402470"/>
      </p:ext>
    </p:extLst>
  </p:cSld>
  <p:clrMapOvr>
    <a:masterClrMapping/>
  </p:clrMapOvr>
</p:sld>
</file>

<file path=ppt/slides/slide2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22346386"/>
      </p:ext>
    </p:extLst>
  </p:cSld>
  <p:clrMapOvr>
    <a:masterClrMapping/>
  </p:clrMapOvr>
</p:sld>
</file>

<file path=ppt/slides/slide2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7645224"/>
      </p:ext>
    </p:extLst>
  </p:cSld>
  <p:clrMapOvr>
    <a:masterClrMapping/>
  </p:clrMapOvr>
</p:sld>
</file>

<file path=ppt/slides/slide2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3484473"/>
      </p:ext>
    </p:extLst>
  </p:cSld>
  <p:clrMapOvr>
    <a:masterClrMapping/>
  </p:clrMapOvr>
</p:sld>
</file>

<file path=ppt/slides/slide2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42615111"/>
      </p:ext>
    </p:extLst>
  </p:cSld>
  <p:clrMapOvr>
    <a:masterClrMapping/>
  </p:clrMapOvr>
</p:sld>
</file>

<file path=ppt/slides/slide2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16312833"/>
      </p:ext>
    </p:extLst>
  </p:cSld>
  <p:clrMapOvr>
    <a:masterClrMapping/>
  </p:clrMapOvr>
</p:sld>
</file>

<file path=ppt/slides/slide2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95572458"/>
      </p:ext>
    </p:extLst>
  </p:cSld>
  <p:clrMapOvr>
    <a:masterClrMapping/>
  </p:clrMapOvr>
</p:sld>
</file>

<file path=ppt/slides/slide2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2377962"/>
      </p:ext>
    </p:extLst>
  </p:cSld>
  <p:clrMapOvr>
    <a:masterClrMapping/>
  </p:clrMapOvr>
</p:sld>
</file>

<file path=ppt/slides/slide2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9842821"/>
      </p:ext>
    </p:extLst>
  </p:cSld>
  <p:clrMapOvr>
    <a:masterClrMapping/>
  </p:clrMapOvr>
</p:sld>
</file>

<file path=ppt/slides/slide2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2817253"/>
      </p:ext>
    </p:extLst>
  </p:cSld>
  <p:clrMapOvr>
    <a:masterClrMapping/>
  </p:clrMapOvr>
</p:sld>
</file>

<file path=ppt/slides/slide2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8357232"/>
      </p:ext>
    </p:extLst>
  </p:cSld>
  <p:clrMapOvr>
    <a:masterClrMapping/>
  </p:clrMapOvr>
</p:sld>
</file>

<file path=ppt/slides/slide2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488072"/>
      </p:ext>
    </p:extLst>
  </p:cSld>
  <p:clrMapOvr>
    <a:masterClrMapping/>
  </p:clrMapOvr>
</p:sld>
</file>

<file path=ppt/slides/slide2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29666214"/>
      </p:ext>
    </p:extLst>
  </p:cSld>
  <p:clrMapOvr>
    <a:masterClrMapping/>
  </p:clrMapOvr>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16960243"/>
      </p:ext>
    </p:extLst>
  </p:cSld>
  <p:clrMapOvr>
    <a:masterClrMapping/>
  </p:clrMapOvr>
</p:sld>
</file>

<file path=ppt/slides/slide2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0413371"/>
      </p:ext>
    </p:extLst>
  </p:cSld>
  <p:clrMapOvr>
    <a:masterClrMapping/>
  </p:clrMapOvr>
</p:sld>
</file>

<file path=ppt/slides/slide2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293447281"/>
      </p:ext>
    </p:extLst>
  </p:cSld>
  <p:clrMapOvr>
    <a:masterClrMapping/>
  </p:clrMapOvr>
</p:sld>
</file>

<file path=ppt/slides/slide2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65543026"/>
      </p:ext>
    </p:extLst>
  </p:cSld>
  <p:clrMapOvr>
    <a:masterClrMapping/>
  </p:clrMapOvr>
</p:sld>
</file>

<file path=ppt/slides/slide2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68015712"/>
      </p:ext>
    </p:extLst>
  </p:cSld>
  <p:clrMapOvr>
    <a:masterClrMapping/>
  </p:clrMapOvr>
</p:sld>
</file>

<file path=ppt/slides/slide2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1940623"/>
      </p:ext>
    </p:extLst>
  </p:cSld>
  <p:clrMapOvr>
    <a:masterClrMapping/>
  </p:clrMapOvr>
</p:sld>
</file>

<file path=ppt/slides/slide2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5356223"/>
      </p:ext>
    </p:extLst>
  </p:cSld>
  <p:clrMapOvr>
    <a:masterClrMapping/>
  </p:clrMapOvr>
</p:sld>
</file>

<file path=ppt/slides/slide2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0614660"/>
      </p:ext>
    </p:extLst>
  </p:cSld>
  <p:clrMapOvr>
    <a:masterClrMapping/>
  </p:clrMapOvr>
</p:sld>
</file>

<file path=ppt/slides/slide2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5722192"/>
      </p:ext>
    </p:extLst>
  </p:cSld>
  <p:clrMapOvr>
    <a:masterClrMapping/>
  </p:clrMapOvr>
</p:sld>
</file>

<file path=ppt/slides/slide2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8527312"/>
      </p:ext>
    </p:extLst>
  </p:cSld>
  <p:clrMapOvr>
    <a:masterClrMapping/>
  </p:clrMapOvr>
</p:sld>
</file>

<file path=ppt/slides/slide2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066388726"/>
      </p:ext>
    </p:extLst>
  </p:cSld>
  <p:clrMapOvr>
    <a:masterClrMapping/>
  </p:clrMapOvr>
</p:sld>
</file>

<file path=ppt/slides/slide2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6318647"/>
      </p:ext>
    </p:extLst>
  </p:cSld>
  <p:clrMapOvr>
    <a:masterClrMapping/>
  </p:clrMapOvr>
</p:sld>
</file>

<file path=ppt/slides/slide2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00924205"/>
      </p:ext>
    </p:extLst>
  </p:cSld>
  <p:clrMapOvr>
    <a:masterClrMapping/>
  </p:clrMapOvr>
</p:sld>
</file>

<file path=ppt/slides/slide2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2369829"/>
      </p:ext>
    </p:extLst>
  </p:cSld>
  <p:clrMapOvr>
    <a:masterClrMapping/>
  </p:clrMapOvr>
</p:sld>
</file>

<file path=ppt/slides/slide2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36337804"/>
      </p:ext>
    </p:extLst>
  </p:cSld>
  <p:clrMapOvr>
    <a:masterClrMapping/>
  </p:clrMapOvr>
</p:sld>
</file>

<file path=ppt/slides/slide2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7452986"/>
      </p:ext>
    </p:extLst>
  </p:cSld>
  <p:clrMapOvr>
    <a:masterClrMapping/>
  </p:clrMapOvr>
</p:sld>
</file>

<file path=ppt/slides/slide2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9276578"/>
      </p:ext>
    </p:extLst>
  </p:cSld>
  <p:clrMapOvr>
    <a:masterClrMapping/>
  </p:clrMapOvr>
</p:sld>
</file>

<file path=ppt/slides/slide2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4722795"/>
      </p:ext>
    </p:extLst>
  </p:cSld>
  <p:clrMapOvr>
    <a:masterClrMapping/>
  </p:clrMapOvr>
</p:sld>
</file>

<file path=ppt/slides/slide2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6427868"/>
      </p:ext>
    </p:extLst>
  </p:cSld>
  <p:clrMapOvr>
    <a:masterClrMapping/>
  </p:clrMapOvr>
</p:sld>
</file>

<file path=ppt/slides/slide2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72967866"/>
      </p:ext>
    </p:extLst>
  </p:cSld>
  <p:clrMapOvr>
    <a:masterClrMapping/>
  </p:clrMapOvr>
</p:sld>
</file>

<file path=ppt/slides/slide2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52364931"/>
      </p:ext>
    </p:extLst>
  </p:cSld>
  <p:clrMapOvr>
    <a:masterClrMapping/>
  </p:clrMapOvr>
</p:sld>
</file>

<file path=ppt/slides/slide2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642323"/>
      </p:ext>
    </p:extLst>
  </p:cSld>
  <p:clrMapOvr>
    <a:masterClrMapping/>
  </p:clrMapOvr>
</p:sld>
</file>

<file path=ppt/slides/slide2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5714132"/>
      </p:ext>
    </p:extLst>
  </p:cSld>
  <p:clrMapOvr>
    <a:masterClrMapping/>
  </p:clrMapOvr>
</p:sld>
</file>

<file path=ppt/slides/slide2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5572288"/>
      </p:ext>
    </p:extLst>
  </p:cSld>
  <p:clrMapOvr>
    <a:masterClrMapping/>
  </p:clrMapOvr>
</p:sld>
</file>

<file path=ppt/slides/slide2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417194"/>
      </p:ext>
    </p:extLst>
  </p:cSld>
  <p:clrMapOvr>
    <a:masterClrMapping/>
  </p:clrMapOvr>
</p:sld>
</file>

<file path=ppt/slides/slide2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443792"/>
      </p:ext>
    </p:extLst>
  </p:cSld>
  <p:clrMapOvr>
    <a:masterClrMapping/>
  </p:clrMapOvr>
</p:sld>
</file>

<file path=ppt/slides/slide2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847434269"/>
      </p:ext>
    </p:extLst>
  </p:cSld>
  <p:clrMapOvr>
    <a:masterClrMapping/>
  </p:clrMapOvr>
</p:sld>
</file>

<file path=ppt/slides/slide2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8542277"/>
      </p:ext>
    </p:extLst>
  </p:cSld>
  <p:clrMapOvr>
    <a:masterClrMapping/>
  </p:clrMapOvr>
</p:sld>
</file>

<file path=ppt/slides/slide2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1130345"/>
      </p:ext>
    </p:extLst>
  </p:cSld>
  <p:clrMapOvr>
    <a:masterClrMapping/>
  </p:clrMapOvr>
</p:sld>
</file>

<file path=ppt/slides/slide2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7352218"/>
      </p:ext>
    </p:extLst>
  </p:cSld>
  <p:clrMapOvr>
    <a:masterClrMapping/>
  </p:clrMapOvr>
</p:sld>
</file>

<file path=ppt/slides/slide2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2985940"/>
      </p:ext>
    </p:extLst>
  </p:cSld>
  <p:clrMapOvr>
    <a:masterClrMapping/>
  </p:clrMapOvr>
</p:sld>
</file>

<file path=ppt/slides/slide2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8663990"/>
      </p:ext>
    </p:extLst>
  </p:cSld>
  <p:clrMapOvr>
    <a:masterClrMapping/>
  </p:clrMapOvr>
</p:sld>
</file>

<file path=ppt/slides/slide2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7134672"/>
      </p:ext>
    </p:extLst>
  </p:cSld>
  <p:clrMapOvr>
    <a:masterClrMapping/>
  </p:clrMapOvr>
</p:sld>
</file>

<file path=ppt/slides/slide2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1555560"/>
      </p:ext>
    </p:extLst>
  </p:cSld>
  <p:clrMapOvr>
    <a:masterClrMapping/>
  </p:clrMapOvr>
</p:sld>
</file>

<file path=ppt/slides/slide2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4350104"/>
      </p:ext>
    </p:extLst>
  </p:cSld>
  <p:clrMapOvr>
    <a:masterClrMapping/>
  </p:clrMapOvr>
</p:sld>
</file>

<file path=ppt/slides/slide2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325642334"/>
      </p:ext>
    </p:extLst>
  </p:cSld>
  <p:clrMapOvr>
    <a:masterClrMapping/>
  </p:clrMapOvr>
</p:sld>
</file>

<file path=ppt/slides/slide2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50968638"/>
      </p:ext>
    </p:extLst>
  </p:cSld>
  <p:clrMapOvr>
    <a:masterClrMapping/>
  </p:clrMapOvr>
</p:sld>
</file>

<file path=ppt/slides/slide2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5667459"/>
      </p:ext>
    </p:extLst>
  </p:cSld>
  <p:clrMapOvr>
    <a:masterClrMapping/>
  </p:clrMapOvr>
</p:sld>
</file>

<file path=ppt/slides/slide2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61282302"/>
      </p:ext>
    </p:extLst>
  </p:cSld>
  <p:clrMapOvr>
    <a:masterClrMapping/>
  </p:clrMapOvr>
</p:sld>
</file>

<file path=ppt/slides/slide2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7607960"/>
      </p:ext>
    </p:extLst>
  </p:cSld>
  <p:clrMapOvr>
    <a:masterClrMapping/>
  </p:clrMapOvr>
</p:sld>
</file>

<file path=ppt/slides/slide2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2065828"/>
      </p:ext>
    </p:extLst>
  </p:cSld>
  <p:clrMapOvr>
    <a:masterClrMapping/>
  </p:clrMapOvr>
</p:sld>
</file>

<file path=ppt/slides/slide2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0475182"/>
      </p:ext>
    </p:extLst>
  </p:cSld>
  <p:clrMapOvr>
    <a:masterClrMapping/>
  </p:clrMapOvr>
</p:sld>
</file>

<file path=ppt/slides/slide2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498839953"/>
      </p:ext>
    </p:extLst>
  </p:cSld>
  <p:clrMapOvr>
    <a:masterClrMapping/>
  </p:clrMapOvr>
</p:sld>
</file>

<file path=ppt/slides/slide2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77206598"/>
      </p:ext>
    </p:extLst>
  </p:cSld>
  <p:clrMapOvr>
    <a:masterClrMapping/>
  </p:clrMapOvr>
</p:sld>
</file>

<file path=ppt/slides/slide2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2587401"/>
      </p:ext>
    </p:extLst>
  </p:cSld>
  <p:clrMapOvr>
    <a:masterClrMapping/>
  </p:clrMapOvr>
</p:sld>
</file>

<file path=ppt/slides/slide2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45408"/>
      </p:ext>
    </p:extLst>
  </p:cSld>
  <p:clrMapOvr>
    <a:masterClrMapping/>
  </p:clrMapOvr>
</p:sld>
</file>

<file path=ppt/slides/slide2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9857054"/>
      </p:ext>
    </p:extLst>
  </p:cSld>
  <p:clrMapOvr>
    <a:masterClrMapping/>
  </p:clrMapOvr>
</p:sld>
</file>

<file path=ppt/slides/slide2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2270836"/>
      </p:ext>
    </p:extLst>
  </p:cSld>
  <p:clrMapOvr>
    <a:masterClrMapping/>
  </p:clrMapOvr>
</p:sld>
</file>

<file path=ppt/slides/slide2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8218462"/>
      </p:ext>
    </p:extLst>
  </p:cSld>
  <p:clrMapOvr>
    <a:masterClrMapping/>
  </p:clrMapOvr>
</p:sld>
</file>

<file path=ppt/slides/slide2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7224959"/>
      </p:ext>
    </p:extLst>
  </p:cSld>
  <p:clrMapOvr>
    <a:masterClrMapping/>
  </p:clrMapOvr>
</p:sld>
</file>

<file path=ppt/slides/slide2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3357801"/>
      </p:ext>
    </p:extLst>
  </p:cSld>
  <p:clrMapOvr>
    <a:masterClrMapping/>
  </p:clrMapOvr>
</p:sld>
</file>

<file path=ppt/slides/slide2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99558102"/>
      </p:ext>
    </p:extLst>
  </p:cSld>
  <p:clrMapOvr>
    <a:masterClrMapping/>
  </p:clrMapOvr>
</p:sld>
</file>

<file path=ppt/slides/slide2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207956127"/>
      </p:ext>
    </p:extLst>
  </p:cSld>
  <p:clrMapOvr>
    <a:masterClrMapping/>
  </p:clrMapOvr>
</p:sld>
</file>

<file path=ppt/slides/slide2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410534"/>
      </p:ext>
    </p:extLst>
  </p:cSld>
  <p:clrMapOvr>
    <a:masterClrMapping/>
  </p:clrMapOvr>
</p:sld>
</file>

<file path=ppt/slides/slide2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417446"/>
      </p:ext>
    </p:extLst>
  </p:cSld>
  <p:clrMapOvr>
    <a:masterClrMapping/>
  </p:clrMapOvr>
</p:sld>
</file>

<file path=ppt/slides/slide2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23011156"/>
      </p:ext>
    </p:extLst>
  </p:cSld>
  <p:clrMapOvr>
    <a:masterClrMapping/>
  </p:clrMapOvr>
</p:sld>
</file>

<file path=ppt/slides/slide2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66823763"/>
      </p:ext>
    </p:extLst>
  </p:cSld>
  <p:clrMapOvr>
    <a:masterClrMapping/>
  </p:clrMapOvr>
</p:sld>
</file>

<file path=ppt/slides/slide2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245611"/>
      </p:ext>
    </p:extLst>
  </p:cSld>
  <p:clrMapOvr>
    <a:masterClrMapping/>
  </p:clrMapOvr>
</p:sld>
</file>

<file path=ppt/slides/slide2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615092759"/>
      </p:ext>
    </p:extLst>
  </p:cSld>
  <p:clrMapOvr>
    <a:masterClrMapping/>
  </p:clrMapOvr>
</p:sld>
</file>

<file path=ppt/slides/slide2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088737"/>
      </p:ext>
    </p:extLst>
  </p:cSld>
  <p:clrMapOvr>
    <a:masterClrMapping/>
  </p:clrMapOvr>
</p:sld>
</file>

<file path=ppt/slides/slide2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5944981"/>
      </p:ext>
    </p:extLst>
  </p:cSld>
  <p:clrMapOvr>
    <a:masterClrMapping/>
  </p:clrMapOvr>
</p:sld>
</file>

<file path=ppt/slides/slide2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6318835"/>
      </p:ext>
    </p:extLst>
  </p:cSld>
  <p:clrMapOvr>
    <a:masterClrMapping/>
  </p:clrMapOvr>
</p:sld>
</file>

<file path=ppt/slides/slide2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46186030"/>
      </p:ext>
    </p:extLst>
  </p:cSld>
  <p:clrMapOvr>
    <a:masterClrMapping/>
  </p:clrMapOvr>
</p:sld>
</file>

<file path=ppt/slides/slide2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7353979"/>
      </p:ext>
    </p:extLst>
  </p:cSld>
  <p:clrMapOvr>
    <a:masterClrMapping/>
  </p:clrMapOvr>
</p:sld>
</file>

<file path=ppt/slides/slide2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1503857"/>
      </p:ext>
    </p:extLst>
  </p:cSld>
  <p:clrMapOvr>
    <a:masterClrMapping/>
  </p:clrMapOvr>
</p:sld>
</file>

<file path=ppt/slides/slide2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1589928"/>
      </p:ext>
    </p:extLst>
  </p:cSld>
  <p:clrMapOvr>
    <a:masterClrMapping/>
  </p:clrMapOvr>
</p:sld>
</file>

<file path=ppt/slides/slide2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208020"/>
      </p:ext>
    </p:extLst>
  </p:cSld>
  <p:clrMapOvr>
    <a:masterClrMapping/>
  </p:clrMapOvr>
</p:sld>
</file>

<file path=ppt/slides/slide2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201458119"/>
      </p:ext>
    </p:extLst>
  </p:cSld>
  <p:clrMapOvr>
    <a:masterClrMapping/>
  </p:clrMapOvr>
</p:sld>
</file>

<file path=ppt/slides/slide2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820820958"/>
      </p:ext>
    </p:extLst>
  </p:cSld>
  <p:clrMapOvr>
    <a:masterClrMapping/>
  </p:clrMapOvr>
</p:sld>
</file>

<file path=ppt/slides/slide2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0392445"/>
      </p:ext>
    </p:extLst>
  </p:cSld>
  <p:clrMapOvr>
    <a:masterClrMapping/>
  </p:clrMapOvr>
</p:sld>
</file>

<file path=ppt/slides/slide2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3379531"/>
      </p:ext>
    </p:extLst>
  </p:cSld>
  <p:clrMapOvr>
    <a:masterClrMapping/>
  </p:clrMapOvr>
</p:sld>
</file>

<file path=ppt/slides/slide2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4384261"/>
      </p:ext>
    </p:extLst>
  </p:cSld>
  <p:clrMapOvr>
    <a:masterClrMapping/>
  </p:clrMapOvr>
</p:sld>
</file>

<file path=ppt/slides/slide2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44224712"/>
      </p:ext>
    </p:extLst>
  </p:cSld>
  <p:clrMapOvr>
    <a:masterClrMapping/>
  </p:clrMapOvr>
</p:sld>
</file>

<file path=ppt/slides/slide2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3614924"/>
      </p:ext>
    </p:extLst>
  </p:cSld>
  <p:clrMapOvr>
    <a:masterClrMapping/>
  </p:clrMapOvr>
</p:sld>
</file>

<file path=ppt/slides/slide2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635710116"/>
      </p:ext>
    </p:extLst>
  </p:cSld>
  <p:clrMapOvr>
    <a:masterClrMapping/>
  </p:clrMapOvr>
</p:sld>
</file>

<file path=ppt/slides/slide2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52595630"/>
      </p:ext>
    </p:extLst>
  </p:cSld>
  <p:clrMapOvr>
    <a:masterClrMapping/>
  </p:clrMapOvr>
</p:sld>
</file>

<file path=ppt/slides/slide2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4138201"/>
      </p:ext>
    </p:extLst>
  </p:cSld>
  <p:clrMapOvr>
    <a:masterClrMapping/>
  </p:clrMapOvr>
</p:sld>
</file>

<file path=ppt/slides/slide2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0215721"/>
      </p:ext>
    </p:extLst>
  </p:cSld>
  <p:clrMapOvr>
    <a:masterClrMapping/>
  </p:clrMapOvr>
</p:sld>
</file>

<file path=ppt/slides/slide2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1526705"/>
      </p:ext>
    </p:extLst>
  </p:cSld>
  <p:clrMapOvr>
    <a:masterClrMapping/>
  </p:clrMapOvr>
</p:sld>
</file>

<file path=ppt/slides/slide2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859539"/>
      </p:ext>
    </p:extLst>
  </p:cSld>
  <p:clrMapOvr>
    <a:masterClrMapping/>
  </p:clrMapOvr>
</p:sld>
</file>

<file path=ppt/slides/slide2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6688155"/>
      </p:ext>
    </p:extLst>
  </p:cSld>
  <p:clrMapOvr>
    <a:masterClrMapping/>
  </p:clrMapOvr>
</p:sld>
</file>

<file path=ppt/slides/slide2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9274468"/>
      </p:ext>
    </p:extLst>
  </p:cSld>
  <p:clrMapOvr>
    <a:masterClrMapping/>
  </p:clrMapOvr>
</p:sld>
</file>

<file path=ppt/slides/slide2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1263638"/>
      </p:ext>
    </p:extLst>
  </p:cSld>
  <p:clrMapOvr>
    <a:masterClrMapping/>
  </p:clrMapOvr>
</p:sld>
</file>

<file path=ppt/slides/slide2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90464938"/>
      </p:ext>
    </p:extLst>
  </p:cSld>
  <p:clrMapOvr>
    <a:masterClrMapping/>
  </p:clrMapOvr>
</p:sld>
</file>

<file path=ppt/slides/slide2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42343963"/>
      </p:ext>
    </p:extLst>
  </p:cSld>
  <p:clrMapOvr>
    <a:masterClrMapping/>
  </p:clrMapOvr>
</p:sld>
</file>

<file path=ppt/slides/slide2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8495508"/>
      </p:ext>
    </p:extLst>
  </p:cSld>
  <p:clrMapOvr>
    <a:masterClrMapping/>
  </p:clrMapOvr>
</p:sld>
</file>

<file path=ppt/slides/slide2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4757103"/>
      </p:ext>
    </p:extLst>
  </p:cSld>
  <p:clrMapOvr>
    <a:masterClrMapping/>
  </p:clrMapOvr>
</p:sld>
</file>

<file path=ppt/slides/slide2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4566602"/>
      </p:ext>
    </p:extLst>
  </p:cSld>
  <p:clrMapOvr>
    <a:masterClrMapping/>
  </p:clrMapOvr>
</p:sld>
</file>

<file path=ppt/slides/slide2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4215029"/>
      </p:ext>
    </p:extLst>
  </p:cSld>
  <p:clrMapOvr>
    <a:masterClrMapping/>
  </p:clrMapOvr>
</p:sld>
</file>

<file path=ppt/slides/slide2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7259896"/>
      </p:ext>
    </p:extLst>
  </p:cSld>
  <p:clrMapOvr>
    <a:masterClrMapping/>
  </p:clrMapOvr>
</p:sld>
</file>

<file path=ppt/slides/slide2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1895153"/>
      </p:ext>
    </p:extLst>
  </p:cSld>
  <p:clrMapOvr>
    <a:masterClrMapping/>
  </p:clrMapOvr>
</p:sld>
</file>

<file path=ppt/slides/slide2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39824886"/>
      </p:ext>
    </p:extLst>
  </p:cSld>
  <p:clrMapOvr>
    <a:masterClrMapping/>
  </p:clrMapOvr>
</p:sld>
</file>

<file path=ppt/slides/slide2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4523924"/>
      </p:ext>
    </p:extLst>
  </p:cSld>
  <p:clrMapOvr>
    <a:masterClrMapping/>
  </p:clrMapOvr>
</p:sld>
</file>

<file path=ppt/slides/slide2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2917890"/>
      </p:ext>
    </p:extLst>
  </p:cSld>
  <p:clrMapOvr>
    <a:masterClrMapping/>
  </p:clrMapOvr>
</p:sld>
</file>

<file path=ppt/slides/slide2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0695761"/>
      </p:ext>
    </p:extLst>
  </p:cSld>
  <p:clrMapOvr>
    <a:masterClrMapping/>
  </p:clrMapOvr>
</p:sld>
</file>

<file path=ppt/slides/slide2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0292304"/>
      </p:ext>
    </p:extLst>
  </p:cSld>
  <p:clrMapOvr>
    <a:masterClrMapping/>
  </p:clrMapOvr>
</p:sld>
</file>

<file path=ppt/slides/slide2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73450339"/>
      </p:ext>
    </p:extLst>
  </p:cSld>
  <p:clrMapOvr>
    <a:masterClrMapping/>
  </p:clrMapOvr>
</p:sld>
</file>

<file path=ppt/slides/slide2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9842157"/>
      </p:ext>
    </p:extLst>
  </p:cSld>
  <p:clrMapOvr>
    <a:masterClrMapping/>
  </p:clrMapOvr>
</p:sld>
</file>

<file path=ppt/slides/slide2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89012749"/>
      </p:ext>
    </p:extLst>
  </p:cSld>
  <p:clrMapOvr>
    <a:masterClrMapping/>
  </p:clrMapOvr>
</p:sld>
</file>

<file path=ppt/slides/slide2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38177720"/>
      </p:ext>
    </p:extLst>
  </p:cSld>
  <p:clrMapOvr>
    <a:masterClrMapping/>
  </p:clrMapOvr>
</p:sld>
</file>

<file path=ppt/slides/slide2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177106788"/>
      </p:ext>
    </p:extLst>
  </p:cSld>
  <p:clrMapOvr>
    <a:masterClrMapping/>
  </p:clrMapOvr>
</p:sld>
</file>

<file path=ppt/slides/slide2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9865641"/>
      </p:ext>
    </p:extLst>
  </p:cSld>
  <p:clrMapOvr>
    <a:masterClrMapping/>
  </p:clrMapOvr>
</p:sld>
</file>

<file path=ppt/slides/slide2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9216192"/>
      </p:ext>
    </p:extLst>
  </p:cSld>
  <p:clrMapOvr>
    <a:masterClrMapping/>
  </p:clrMapOvr>
</p:sld>
</file>

<file path=ppt/slides/slide2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0748036"/>
      </p:ext>
    </p:extLst>
  </p:cSld>
  <p:clrMapOvr>
    <a:masterClrMapping/>
  </p:clrMapOvr>
</p:sld>
</file>

<file path=ppt/slides/slide2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9254379"/>
      </p:ext>
    </p:extLst>
  </p:cSld>
  <p:clrMapOvr>
    <a:masterClrMapping/>
  </p:clrMapOvr>
</p:sld>
</file>

<file path=ppt/slides/slide2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1260927"/>
      </p:ext>
    </p:extLst>
  </p:cSld>
  <p:clrMapOvr>
    <a:masterClrMapping/>
  </p:clrMapOvr>
</p:sld>
</file>

<file path=ppt/slides/slide2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924534760"/>
      </p:ext>
    </p:extLst>
  </p:cSld>
  <p:clrMapOvr>
    <a:masterClrMapping/>
  </p:clrMapOvr>
</p:sld>
</file>

<file path=ppt/slides/slide2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9350254"/>
      </p:ext>
    </p:extLst>
  </p:cSld>
  <p:clrMapOvr>
    <a:masterClrMapping/>
  </p:clrMapOvr>
</p:sld>
</file>

<file path=ppt/slides/slide2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49127172"/>
      </p:ext>
    </p:extLst>
  </p:cSld>
  <p:clrMapOvr>
    <a:masterClrMapping/>
  </p:clrMapOvr>
</p:sld>
</file>

<file path=ppt/slides/slide2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4995204"/>
      </p:ext>
    </p:extLst>
  </p:cSld>
  <p:clrMapOvr>
    <a:masterClrMapping/>
  </p:clrMapOvr>
</p:sld>
</file>

<file path=ppt/slides/slide2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81245967"/>
      </p:ext>
    </p:extLst>
  </p:cSld>
  <p:clrMapOvr>
    <a:masterClrMapping/>
  </p:clrMapOvr>
</p:sld>
</file>

<file path=ppt/slides/slide2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98142"/>
      </p:ext>
    </p:extLst>
  </p:cSld>
  <p:clrMapOvr>
    <a:masterClrMapping/>
  </p:clrMapOvr>
</p:sld>
</file>

<file path=ppt/slides/slide2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8648736"/>
      </p:ext>
    </p:extLst>
  </p:cSld>
  <p:clrMapOvr>
    <a:masterClrMapping/>
  </p:clrMapOvr>
</p:sld>
</file>

<file path=ppt/slides/slide2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03278259"/>
      </p:ext>
    </p:extLst>
  </p:cSld>
  <p:clrMapOvr>
    <a:masterClrMapping/>
  </p:clrMapOvr>
</p:sld>
</file>

<file path=ppt/slides/slide2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4915960"/>
      </p:ext>
    </p:extLst>
  </p:cSld>
  <p:clrMapOvr>
    <a:masterClrMapping/>
  </p:clrMapOvr>
</p:sld>
</file>

<file path=ppt/slides/slide2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74441501"/>
      </p:ext>
    </p:extLst>
  </p:cSld>
  <p:clrMapOvr>
    <a:masterClrMapping/>
  </p:clrMapOvr>
</p:sld>
</file>

<file path=ppt/slides/slide2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389835473"/>
      </p:ext>
    </p:extLst>
  </p:cSld>
  <p:clrMapOvr>
    <a:masterClrMapping/>
  </p:clrMapOvr>
</p:sld>
</file>

<file path=ppt/slides/slide2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554084"/>
      </p:ext>
    </p:extLst>
  </p:cSld>
  <p:clrMapOvr>
    <a:masterClrMapping/>
  </p:clrMapOvr>
</p:sld>
</file>

<file path=ppt/slides/slide2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1155437"/>
      </p:ext>
    </p:extLst>
  </p:cSld>
  <p:clrMapOvr>
    <a:masterClrMapping/>
  </p:clrMapOvr>
</p:sld>
</file>

<file path=ppt/slides/slide2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30220826"/>
      </p:ext>
    </p:extLst>
  </p:cSld>
  <p:clrMapOvr>
    <a:masterClrMapping/>
  </p:clrMapOvr>
</p:sld>
</file>

<file path=ppt/slides/slide2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90842852"/>
      </p:ext>
    </p:extLst>
  </p:cSld>
  <p:clrMapOvr>
    <a:masterClrMapping/>
  </p:clrMapOvr>
</p:sld>
</file>

<file path=ppt/slides/slide2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54211884"/>
      </p:ext>
    </p:extLst>
  </p:cSld>
  <p:clrMapOvr>
    <a:masterClrMapping/>
  </p:clrMapOvr>
</p:sld>
</file>

<file path=ppt/slides/slide2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832296988"/>
      </p:ext>
    </p:extLst>
  </p:cSld>
  <p:clrMapOvr>
    <a:masterClrMapping/>
  </p:clrMapOvr>
</p:sld>
</file>

<file path=ppt/slides/slide2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5601598"/>
      </p:ext>
    </p:extLst>
  </p:cSld>
  <p:clrMapOvr>
    <a:masterClrMapping/>
  </p:clrMapOvr>
</p:sld>
</file>

<file path=ppt/slides/slide2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4238029"/>
      </p:ext>
    </p:extLst>
  </p:cSld>
  <p:clrMapOvr>
    <a:masterClrMapping/>
  </p:clrMapOvr>
</p:sld>
</file>

<file path=ppt/slides/slide2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9133589"/>
      </p:ext>
    </p:extLst>
  </p:cSld>
  <p:clrMapOvr>
    <a:masterClrMapping/>
  </p:clrMapOvr>
</p:sld>
</file>

<file path=ppt/slides/slide2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2604297"/>
      </p:ext>
    </p:extLst>
  </p:cSld>
  <p:clrMapOvr>
    <a:masterClrMapping/>
  </p:clrMapOvr>
</p:sld>
</file>

<file path=ppt/slides/slide2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8088340"/>
      </p:ext>
    </p:extLst>
  </p:cSld>
  <p:clrMapOvr>
    <a:masterClrMapping/>
  </p:clrMapOvr>
</p:sld>
</file>

<file path=ppt/slides/slide2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0190671"/>
      </p:ext>
    </p:extLst>
  </p:cSld>
  <p:clrMapOvr>
    <a:masterClrMapping/>
  </p:clrMapOvr>
</p:sld>
</file>

<file path=ppt/slides/slide2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4061817"/>
      </p:ext>
    </p:extLst>
  </p:cSld>
  <p:clrMapOvr>
    <a:masterClrMapping/>
  </p:clrMapOvr>
</p:sld>
</file>

<file path=ppt/slides/slide2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0408187"/>
      </p:ext>
    </p:extLst>
  </p:cSld>
  <p:clrMapOvr>
    <a:masterClrMapping/>
  </p:clrMapOvr>
</p:sld>
</file>

<file path=ppt/slides/slide2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855316843"/>
      </p:ext>
    </p:extLst>
  </p:cSld>
  <p:clrMapOvr>
    <a:masterClrMapping/>
  </p:clrMapOvr>
</p:sld>
</file>

<file path=ppt/slides/slide2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81029997"/>
      </p:ext>
    </p:extLst>
  </p:cSld>
  <p:clrMapOvr>
    <a:masterClrMapping/>
  </p:clrMapOvr>
</p:sld>
</file>

<file path=ppt/slides/slide2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7906710"/>
      </p:ext>
    </p:extLst>
  </p:cSld>
  <p:clrMapOvr>
    <a:masterClrMapping/>
  </p:clrMapOvr>
</p:sld>
</file>

<file path=ppt/slides/slide2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7095956"/>
      </p:ext>
    </p:extLst>
  </p:cSld>
  <p:clrMapOvr>
    <a:masterClrMapping/>
  </p:clrMapOvr>
</p:sld>
</file>

<file path=ppt/slides/slide2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2163567"/>
      </p:ext>
    </p:extLst>
  </p:cSld>
  <p:clrMapOvr>
    <a:masterClrMapping/>
  </p:clrMapOvr>
</p:sld>
</file>

<file path=ppt/slides/slide2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6295408"/>
      </p:ext>
    </p:extLst>
  </p:cSld>
  <p:clrMapOvr>
    <a:masterClrMapping/>
  </p:clrMapOvr>
</p:sld>
</file>

<file path=ppt/slides/slide2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27543674"/>
      </p:ext>
    </p:extLst>
  </p:cSld>
  <p:clrMapOvr>
    <a:masterClrMapping/>
  </p:clrMapOvr>
</p:sld>
</file>

<file path=ppt/slides/slide2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959662996"/>
      </p:ext>
    </p:extLst>
  </p:cSld>
  <p:clrMapOvr>
    <a:masterClrMapping/>
  </p:clrMapOvr>
</p:sld>
</file>

<file path=ppt/slides/slide2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0873695"/>
      </p:ext>
    </p:extLst>
  </p:cSld>
  <p:clrMapOvr>
    <a:masterClrMapping/>
  </p:clrMapOvr>
</p:sld>
</file>

<file path=ppt/slides/slide2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1333158"/>
      </p:ext>
    </p:extLst>
  </p:cSld>
  <p:clrMapOvr>
    <a:masterClrMapping/>
  </p:clrMapOvr>
</p:sld>
</file>

<file path=ppt/slides/slide2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55459179"/>
      </p:ext>
    </p:extLst>
  </p:cSld>
  <p:clrMapOvr>
    <a:masterClrMapping/>
  </p:clrMapOvr>
</p:sld>
</file>

<file path=ppt/slides/slide2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2182406"/>
      </p:ext>
    </p:extLst>
  </p:cSld>
  <p:clrMapOvr>
    <a:masterClrMapping/>
  </p:clrMapOvr>
</p:sld>
</file>

<file path=ppt/slides/slide2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17469473"/>
      </p:ext>
    </p:extLst>
  </p:cSld>
  <p:clrMapOvr>
    <a:masterClrMapping/>
  </p:clrMapOvr>
</p:sld>
</file>

<file path=ppt/slides/slide2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22007091"/>
      </p:ext>
    </p:extLst>
  </p:cSld>
  <p:clrMapOvr>
    <a:masterClrMapping/>
  </p:clrMapOvr>
</p:sld>
</file>

<file path=ppt/slides/slide2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8831382"/>
      </p:ext>
    </p:extLst>
  </p:cSld>
  <p:clrMapOvr>
    <a:masterClrMapping/>
  </p:clrMapOvr>
</p:sld>
</file>

<file path=ppt/slides/slide2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27093619"/>
      </p:ext>
    </p:extLst>
  </p:cSld>
  <p:clrMapOvr>
    <a:masterClrMapping/>
  </p:clrMapOvr>
</p:sld>
</file>

<file path=ppt/slides/slide2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40171486"/>
      </p:ext>
    </p:extLst>
  </p:cSld>
  <p:clrMapOvr>
    <a:masterClrMapping/>
  </p:clrMapOvr>
</p:sld>
</file>

<file path=ppt/slides/slide2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72725008"/>
      </p:ext>
    </p:extLst>
  </p:cSld>
  <p:clrMapOvr>
    <a:masterClrMapping/>
  </p:clrMapOvr>
</p:sld>
</file>

<file path=ppt/slides/slide2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7293339"/>
      </p:ext>
    </p:extLst>
  </p:cSld>
  <p:clrMapOvr>
    <a:masterClrMapping/>
  </p:clrMapOvr>
</p:sld>
</file>

<file path=ppt/slides/slide2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58211289"/>
      </p:ext>
    </p:extLst>
  </p:cSld>
  <p:clrMapOvr>
    <a:masterClrMapping/>
  </p:clrMapOvr>
</p:sld>
</file>

<file path=ppt/slides/slide2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82996854"/>
      </p:ext>
    </p:extLst>
  </p:cSld>
  <p:clrMapOvr>
    <a:masterClrMapping/>
  </p:clrMapOvr>
</p:sld>
</file>

<file path=ppt/slides/slide2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5714751"/>
      </p:ext>
    </p:extLst>
  </p:cSld>
  <p:clrMapOvr>
    <a:masterClrMapping/>
  </p:clrMapOvr>
</p:sld>
</file>

<file path=ppt/slides/slide2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18267158"/>
      </p:ext>
    </p:extLst>
  </p:cSld>
  <p:clrMapOvr>
    <a:masterClrMapping/>
  </p:clrMapOvr>
</p:sld>
</file>

<file path=ppt/slides/slide2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904045734"/>
      </p:ext>
    </p:extLst>
  </p:cSld>
  <p:clrMapOvr>
    <a:masterClrMapping/>
  </p:clrMapOvr>
</p:sld>
</file>

<file path=ppt/slides/slide2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4767322"/>
      </p:ext>
    </p:extLst>
  </p:cSld>
  <p:clrMapOvr>
    <a:masterClrMapping/>
  </p:clrMapOvr>
</p:sld>
</file>

<file path=ppt/slides/slide2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31063483"/>
      </p:ext>
    </p:extLst>
  </p:cSld>
  <p:clrMapOvr>
    <a:masterClrMapping/>
  </p:clrMapOvr>
</p:sld>
</file>

<file path=ppt/slides/slide2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5256884"/>
      </p:ext>
    </p:extLst>
  </p:cSld>
  <p:clrMapOvr>
    <a:masterClrMapping/>
  </p:clrMapOvr>
</p:sld>
</file>

<file path=ppt/slides/slide2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1057452"/>
      </p:ext>
    </p:extLst>
  </p:cSld>
  <p:clrMapOvr>
    <a:masterClrMapping/>
  </p:clrMapOvr>
</p:sld>
</file>

<file path=ppt/slides/slide2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8708473"/>
      </p:ext>
    </p:extLst>
  </p:cSld>
  <p:clrMapOvr>
    <a:masterClrMapping/>
  </p:clrMapOvr>
</p:sld>
</file>

<file path=ppt/slides/slide2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8971285"/>
      </p:ext>
    </p:extLst>
  </p:cSld>
  <p:clrMapOvr>
    <a:masterClrMapping/>
  </p:clrMapOvr>
</p:sld>
</file>

<file path=ppt/slides/slide2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45249474"/>
      </p:ext>
    </p:extLst>
  </p:cSld>
  <p:clrMapOvr>
    <a:masterClrMapping/>
  </p:clrMapOvr>
</p:sld>
</file>

<file path=ppt/slides/slide2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94383339"/>
      </p:ext>
    </p:extLst>
  </p:cSld>
  <p:clrMapOvr>
    <a:masterClrMapping/>
  </p:clrMapOvr>
</p:sld>
</file>

<file path=ppt/slides/slide2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020941551"/>
      </p:ext>
    </p:extLst>
  </p:cSld>
  <p:clrMapOvr>
    <a:masterClrMapping/>
  </p:clrMapOvr>
</p:sld>
</file>

<file path=ppt/slides/slide2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805312860"/>
      </p:ext>
    </p:extLst>
  </p:cSld>
  <p:clrMapOvr>
    <a:masterClrMapping/>
  </p:clrMapOvr>
</p:sld>
</file>

<file path=ppt/slides/slide2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12283699"/>
      </p:ext>
    </p:extLst>
  </p:cSld>
  <p:clrMapOvr>
    <a:masterClrMapping/>
  </p:clrMapOvr>
</p:sld>
</file>

<file path=ppt/slides/slide2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3612249"/>
      </p:ext>
    </p:extLst>
  </p:cSld>
  <p:clrMapOvr>
    <a:masterClrMapping/>
  </p:clrMapOvr>
</p:sld>
</file>

<file path=ppt/slides/slide2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7079612"/>
      </p:ext>
    </p:extLst>
  </p:cSld>
  <p:clrMapOvr>
    <a:masterClrMapping/>
  </p:clrMapOvr>
</p:sld>
</file>

<file path=ppt/slides/slide2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0217462"/>
      </p:ext>
    </p:extLst>
  </p:cSld>
  <p:clrMapOvr>
    <a:masterClrMapping/>
  </p:clrMapOvr>
</p:sld>
</file>

<file path=ppt/slides/slide2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9809798"/>
      </p:ext>
    </p:extLst>
  </p:cSld>
  <p:clrMapOvr>
    <a:masterClrMapping/>
  </p:clrMapOvr>
</p:sld>
</file>

<file path=ppt/slides/slide2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103672303"/>
      </p:ext>
    </p:extLst>
  </p:cSld>
  <p:clrMapOvr>
    <a:masterClrMapping/>
  </p:clrMapOvr>
</p:sld>
</file>

<file path=ppt/slides/slide2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19039749"/>
      </p:ext>
    </p:extLst>
  </p:cSld>
  <p:clrMapOvr>
    <a:masterClrMapping/>
  </p:clrMapOvr>
</p:sld>
</file>

<file path=ppt/slides/slide2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36979313"/>
      </p:ext>
    </p:extLst>
  </p:cSld>
  <p:clrMapOvr>
    <a:masterClrMapping/>
  </p:clrMapOvr>
</p:sld>
</file>

<file path=ppt/slides/slide2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148482"/>
      </p:ext>
    </p:extLst>
  </p:cSld>
  <p:clrMapOvr>
    <a:masterClrMapping/>
  </p:clrMapOvr>
</p:sld>
</file>

<file path=ppt/slides/slide2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8638038"/>
      </p:ext>
    </p:extLst>
  </p:cSld>
  <p:clrMapOvr>
    <a:masterClrMapping/>
  </p:clrMapOvr>
</p:sld>
</file>

<file path=ppt/slides/slide2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8043550"/>
      </p:ext>
    </p:extLst>
  </p:cSld>
  <p:clrMapOvr>
    <a:masterClrMapping/>
  </p:clrMapOvr>
</p:sld>
</file>

<file path=ppt/slides/slide2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6970646"/>
      </p:ext>
    </p:extLst>
  </p:cSld>
  <p:clrMapOvr>
    <a:masterClrMapping/>
  </p:clrMapOvr>
</p:sld>
</file>

<file path=ppt/slides/slide2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7608103"/>
      </p:ext>
    </p:extLst>
  </p:cSld>
  <p:clrMapOvr>
    <a:masterClrMapping/>
  </p:clrMapOvr>
</p:sld>
</file>

<file path=ppt/slides/slide2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4114869"/>
      </p:ext>
    </p:extLst>
  </p:cSld>
  <p:clrMapOvr>
    <a:masterClrMapping/>
  </p:clrMapOvr>
</p:sld>
</file>

<file path=ppt/slides/slide2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095649780"/>
      </p:ext>
    </p:extLst>
  </p:cSld>
  <p:clrMapOvr>
    <a:masterClrMapping/>
  </p:clrMapOvr>
</p:sld>
</file>

<file path=ppt/slides/slide2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768372362"/>
      </p:ext>
    </p:extLst>
  </p:cSld>
  <p:clrMapOvr>
    <a:masterClrMapping/>
  </p:clrMapOvr>
</p:sld>
</file>

<file path=ppt/slides/slide2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57758274"/>
      </p:ext>
    </p:extLst>
  </p:cSld>
  <p:clrMapOvr>
    <a:masterClrMapping/>
  </p:clrMapOvr>
</p:sld>
</file>

<file path=ppt/slides/slide2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7775380"/>
      </p:ext>
    </p:extLst>
  </p:cSld>
  <p:clrMapOvr>
    <a:masterClrMapping/>
  </p:clrMapOvr>
</p:sld>
</file>

<file path=ppt/slides/slide2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3875317"/>
      </p:ext>
    </p:extLst>
  </p:cSld>
  <p:clrMapOvr>
    <a:masterClrMapping/>
  </p:clrMapOvr>
</p:sld>
</file>

<file path=ppt/slides/slide2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7509697"/>
      </p:ext>
    </p:extLst>
  </p:cSld>
  <p:clrMapOvr>
    <a:masterClrMapping/>
  </p:clrMapOvr>
</p:sld>
</file>

<file path=ppt/slides/slide2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9875118"/>
      </p:ext>
    </p:extLst>
  </p:cSld>
  <p:clrMapOvr>
    <a:masterClrMapping/>
  </p:clrMapOvr>
</p:sld>
</file>

<file path=ppt/slides/slide2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030378681"/>
      </p:ext>
    </p:extLst>
  </p:cSld>
  <p:clrMapOvr>
    <a:masterClrMapping/>
  </p:clrMapOvr>
</p:sld>
</file>

<file path=ppt/slides/slide2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0168181"/>
      </p:ext>
    </p:extLst>
  </p:cSld>
  <p:clrMapOvr>
    <a:masterClrMapping/>
  </p:clrMapOvr>
</p:sld>
</file>

<file path=ppt/slides/slide2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5723694"/>
      </p:ext>
    </p:extLst>
  </p:cSld>
  <p:clrMapOvr>
    <a:masterClrMapping/>
  </p:clrMapOvr>
</p:sld>
</file>

<file path=ppt/slides/slide2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8658670"/>
      </p:ext>
    </p:extLst>
  </p:cSld>
  <p:clrMapOvr>
    <a:masterClrMapping/>
  </p:clrMapOvr>
</p:sld>
</file>

<file path=ppt/slides/slide2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56168785"/>
      </p:ext>
    </p:extLst>
  </p:cSld>
  <p:clrMapOvr>
    <a:masterClrMapping/>
  </p:clrMapOvr>
</p:sld>
</file>

<file path=ppt/slides/slide2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7122703"/>
      </p:ext>
    </p:extLst>
  </p:cSld>
  <p:clrMapOvr>
    <a:masterClrMapping/>
  </p:clrMapOvr>
</p:sld>
</file>

<file path=ppt/slides/slide2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51311651"/>
      </p:ext>
    </p:extLst>
  </p:cSld>
  <p:clrMapOvr>
    <a:masterClrMapping/>
  </p:clrMapOvr>
</p:sld>
</file>

<file path=ppt/slides/slide2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8832551"/>
      </p:ext>
    </p:extLst>
  </p:cSld>
  <p:clrMapOvr>
    <a:masterClrMapping/>
  </p:clrMapOvr>
</p:sld>
</file>

<file path=ppt/slides/slide2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88471308"/>
      </p:ext>
    </p:extLst>
  </p:cSld>
  <p:clrMapOvr>
    <a:masterClrMapping/>
  </p:clrMapOvr>
</p:sld>
</file>

<file path=ppt/slides/slide2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024356563"/>
      </p:ext>
    </p:extLst>
  </p:cSld>
  <p:clrMapOvr>
    <a:masterClrMapping/>
  </p:clrMapOvr>
</p:sld>
</file>

<file path=ppt/slides/slide2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324724373"/>
      </p:ext>
    </p:extLst>
  </p:cSld>
  <p:clrMapOvr>
    <a:masterClrMapping/>
  </p:clrMapOvr>
</p:sld>
</file>

<file path=ppt/slides/slide2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0540480"/>
      </p:ext>
    </p:extLst>
  </p:cSld>
  <p:clrMapOvr>
    <a:masterClrMapping/>
  </p:clrMapOvr>
</p:sld>
</file>

<file path=ppt/slides/slide2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863007"/>
      </p:ext>
    </p:extLst>
  </p:cSld>
  <p:clrMapOvr>
    <a:masterClrMapping/>
  </p:clrMapOvr>
</p:sld>
</file>

<file path=ppt/slides/slide2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48122000"/>
      </p:ext>
    </p:extLst>
  </p:cSld>
  <p:clrMapOvr>
    <a:masterClrMapping/>
  </p:clrMapOvr>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52122833"/>
      </p:ext>
    </p:extLst>
  </p:cSld>
  <p:clrMapOvr>
    <a:masterClrMapping/>
  </p:clrMapOvr>
</p:sld>
</file>

<file path=ppt/slides/slide2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9141874"/>
      </p:ext>
    </p:extLst>
  </p:cSld>
  <p:clrMapOvr>
    <a:masterClrMapping/>
  </p:clrMapOvr>
</p:sld>
</file>

<file path=ppt/slides/slide2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270606557"/>
      </p:ext>
    </p:extLst>
  </p:cSld>
  <p:clrMapOvr>
    <a:masterClrMapping/>
  </p:clrMapOvr>
</p:sld>
</file>

<file path=ppt/slides/slide2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3385387"/>
      </p:ext>
    </p:extLst>
  </p:cSld>
  <p:clrMapOvr>
    <a:masterClrMapping/>
  </p:clrMapOvr>
</p:sld>
</file>

<file path=ppt/slides/slide2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0825511"/>
      </p:ext>
    </p:extLst>
  </p:cSld>
  <p:clrMapOvr>
    <a:masterClrMapping/>
  </p:clrMapOvr>
</p:sld>
</file>

<file path=ppt/slides/slide2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8977649"/>
      </p:ext>
    </p:extLst>
  </p:cSld>
  <p:clrMapOvr>
    <a:masterClrMapping/>
  </p:clrMapOvr>
</p:sld>
</file>

<file path=ppt/slides/slide2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9838135"/>
      </p:ext>
    </p:extLst>
  </p:cSld>
  <p:clrMapOvr>
    <a:masterClrMapping/>
  </p:clrMapOvr>
</p:sld>
</file>

<file path=ppt/slides/slide2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01526757"/>
      </p:ext>
    </p:extLst>
  </p:cSld>
  <p:clrMapOvr>
    <a:masterClrMapping/>
  </p:clrMapOvr>
</p:sld>
</file>

<file path=ppt/slides/slide2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7855142"/>
      </p:ext>
    </p:extLst>
  </p:cSld>
  <p:clrMapOvr>
    <a:masterClrMapping/>
  </p:clrMapOvr>
</p:sld>
</file>

<file path=ppt/slides/slide2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4604627"/>
      </p:ext>
    </p:extLst>
  </p:cSld>
  <p:clrMapOvr>
    <a:masterClrMapping/>
  </p:clrMapOvr>
</p:sld>
</file>

<file path=ppt/slides/slide2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41340738"/>
      </p:ext>
    </p:extLst>
  </p:cSld>
  <p:clrMapOvr>
    <a:masterClrMapping/>
  </p:clrMapOvr>
</p:sld>
</file>

<file path=ppt/slides/slide2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681708233"/>
      </p:ext>
    </p:extLst>
  </p:cSld>
  <p:clrMapOvr>
    <a:masterClrMapping/>
  </p:clrMapOvr>
</p:sld>
</file>

<file path=ppt/slides/slide2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1483770"/>
      </p:ext>
    </p:extLst>
  </p:cSld>
  <p:clrMapOvr>
    <a:masterClrMapping/>
  </p:clrMapOvr>
</p:sld>
</file>

<file path=ppt/slides/slide2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70985073"/>
      </p:ext>
    </p:extLst>
  </p:cSld>
  <p:clrMapOvr>
    <a:masterClrMapping/>
  </p:clrMapOvr>
</p:sld>
</file>

<file path=ppt/slides/slide2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20004814"/>
      </p:ext>
    </p:extLst>
  </p:cSld>
  <p:clrMapOvr>
    <a:masterClrMapping/>
  </p:clrMapOvr>
</p:sld>
</file>

<file path=ppt/slides/slide2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9540794"/>
      </p:ext>
    </p:extLst>
  </p:cSld>
  <p:clrMapOvr>
    <a:masterClrMapping/>
  </p:clrMapOvr>
</p:sld>
</file>

<file path=ppt/slides/slide2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4880984"/>
      </p:ext>
    </p:extLst>
  </p:cSld>
  <p:clrMapOvr>
    <a:masterClrMapping/>
  </p:clrMapOvr>
</p:sld>
</file>

<file path=ppt/slides/slide2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935630895"/>
      </p:ext>
    </p:extLst>
  </p:cSld>
  <p:clrMapOvr>
    <a:masterClrMapping/>
  </p:clrMapOvr>
</p:sld>
</file>

<file path=ppt/slides/slide2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80380360"/>
      </p:ext>
    </p:extLst>
  </p:cSld>
  <p:clrMapOvr>
    <a:masterClrMapping/>
  </p:clrMapOvr>
</p:sld>
</file>

<file path=ppt/slides/slide2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72772826"/>
      </p:ext>
    </p:extLst>
  </p:cSld>
  <p:clrMapOvr>
    <a:masterClrMapping/>
  </p:clrMapOvr>
</p:sld>
</file>

<file path=ppt/slides/slide2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6287235"/>
      </p:ext>
    </p:extLst>
  </p:cSld>
  <p:clrMapOvr>
    <a:masterClrMapping/>
  </p:clrMapOvr>
</p:sld>
</file>

<file path=ppt/slides/slide2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2408354"/>
      </p:ext>
    </p:extLst>
  </p:cSld>
  <p:clrMapOvr>
    <a:masterClrMapping/>
  </p:clrMapOvr>
</p:sld>
</file>

<file path=ppt/slides/slide2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69667"/>
      </p:ext>
    </p:extLst>
  </p:cSld>
  <p:clrMapOvr>
    <a:masterClrMapping/>
  </p:clrMapOvr>
</p:sld>
</file>

<file path=ppt/slides/slide2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56801866"/>
      </p:ext>
    </p:extLst>
  </p:cSld>
  <p:clrMapOvr>
    <a:masterClrMapping/>
  </p:clrMapOvr>
</p:sld>
</file>

<file path=ppt/slides/slide2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9500880"/>
      </p:ext>
    </p:extLst>
  </p:cSld>
  <p:clrMapOvr>
    <a:masterClrMapping/>
  </p:clrMapOvr>
</p:sld>
</file>

<file path=ppt/slides/slide2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38721396"/>
      </p:ext>
    </p:extLst>
  </p:cSld>
  <p:clrMapOvr>
    <a:masterClrMapping/>
  </p:clrMapOvr>
</p:sld>
</file>

<file path=ppt/slides/slide2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634750402"/>
      </p:ext>
    </p:extLst>
  </p:cSld>
  <p:clrMapOvr>
    <a:masterClrMapping/>
  </p:clrMapOvr>
</p:sld>
</file>

<file path=ppt/slides/slide2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93896053"/>
      </p:ext>
    </p:extLst>
  </p:cSld>
  <p:clrMapOvr>
    <a:masterClrMapping/>
  </p:clrMapOvr>
</p:sld>
</file>

<file path=ppt/slides/slide2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5588465"/>
      </p:ext>
    </p:extLst>
  </p:cSld>
  <p:clrMapOvr>
    <a:masterClrMapping/>
  </p:clrMapOvr>
</p:sld>
</file>

<file path=ppt/slides/slide2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1256915"/>
      </p:ext>
    </p:extLst>
  </p:cSld>
  <p:clrMapOvr>
    <a:masterClrMapping/>
  </p:clrMapOvr>
</p:sld>
</file>

<file path=ppt/slides/slide2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9566961"/>
      </p:ext>
    </p:extLst>
  </p:cSld>
  <p:clrMapOvr>
    <a:masterClrMapping/>
  </p:clrMapOvr>
</p:sld>
</file>

<file path=ppt/slides/slide2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65140738"/>
      </p:ext>
    </p:extLst>
  </p:cSld>
  <p:clrMapOvr>
    <a:masterClrMapping/>
  </p:clrMapOvr>
</p:sld>
</file>

<file path=ppt/slides/slide2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5421564"/>
      </p:ext>
    </p:extLst>
  </p:cSld>
  <p:clrMapOvr>
    <a:masterClrMapping/>
  </p:clrMapOvr>
</p:sld>
</file>

<file path=ppt/slides/slide2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51242687"/>
      </p:ext>
    </p:extLst>
  </p:cSld>
  <p:clrMapOvr>
    <a:masterClrMapping/>
  </p:clrMapOvr>
</p:sld>
</file>

<file path=ppt/slides/slide2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9613329"/>
      </p:ext>
    </p:extLst>
  </p:cSld>
  <p:clrMapOvr>
    <a:masterClrMapping/>
  </p:clrMapOvr>
</p:sld>
</file>

<file path=ppt/slides/slide2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074019"/>
      </p:ext>
    </p:extLst>
  </p:cSld>
  <p:clrMapOvr>
    <a:masterClrMapping/>
  </p:clrMapOvr>
</p:sld>
</file>

<file path=ppt/slides/slide2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6009131"/>
      </p:ext>
    </p:extLst>
  </p:cSld>
  <p:clrMapOvr>
    <a:masterClrMapping/>
  </p:clrMapOvr>
</p:sld>
</file>

<file path=ppt/slides/slide2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6852377"/>
      </p:ext>
    </p:extLst>
  </p:cSld>
  <p:clrMapOvr>
    <a:masterClrMapping/>
  </p:clrMapOvr>
</p:sld>
</file>

<file path=ppt/slides/slide2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1887430"/>
      </p:ext>
    </p:extLst>
  </p:cSld>
  <p:clrMapOvr>
    <a:masterClrMapping/>
  </p:clrMapOvr>
</p:sld>
</file>

<file path=ppt/slides/slide2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57431077"/>
      </p:ext>
    </p:extLst>
  </p:cSld>
  <p:clrMapOvr>
    <a:masterClrMapping/>
  </p:clrMapOvr>
</p:sld>
</file>

<file path=ppt/slides/slide2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4080877"/>
      </p:ext>
    </p:extLst>
  </p:cSld>
  <p:clrMapOvr>
    <a:masterClrMapping/>
  </p:clrMapOvr>
</p:sld>
</file>

<file path=ppt/slides/slide2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5397949"/>
      </p:ext>
    </p:extLst>
  </p:cSld>
  <p:clrMapOvr>
    <a:masterClrMapping/>
  </p:clrMapOvr>
</p:sld>
</file>

<file path=ppt/slides/slide2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12394125"/>
      </p:ext>
    </p:extLst>
  </p:cSld>
  <p:clrMapOvr>
    <a:masterClrMapping/>
  </p:clrMapOvr>
</p:sld>
</file>

<file path=ppt/slides/slide2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6673452"/>
      </p:ext>
    </p:extLst>
  </p:cSld>
  <p:clrMapOvr>
    <a:masterClrMapping/>
  </p:clrMapOvr>
</p:sld>
</file>

<file path=ppt/slides/slide2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630020821"/>
      </p:ext>
    </p:extLst>
  </p:cSld>
  <p:clrMapOvr>
    <a:masterClrMapping/>
  </p:clrMapOvr>
</p:sld>
</file>

<file path=ppt/slides/slide2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361965601"/>
      </p:ext>
    </p:extLst>
  </p:cSld>
  <p:clrMapOvr>
    <a:masterClrMapping/>
  </p:clrMapOvr>
</p:sld>
</file>

<file path=ppt/slides/slide2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476471811"/>
      </p:ext>
    </p:extLst>
  </p:cSld>
  <p:clrMapOvr>
    <a:masterClrMapping/>
  </p:clrMapOvr>
</p:sld>
</file>

<file path=ppt/slides/slide2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52423089"/>
      </p:ext>
    </p:extLst>
  </p:cSld>
  <p:clrMapOvr>
    <a:masterClrMapping/>
  </p:clrMapOvr>
</p:sld>
</file>

<file path=ppt/slides/slide2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0887629"/>
      </p:ext>
    </p:extLst>
  </p:cSld>
  <p:clrMapOvr>
    <a:masterClrMapping/>
  </p:clrMapOvr>
</p:sld>
</file>

<file path=ppt/slides/slide2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1732095"/>
      </p:ext>
    </p:extLst>
  </p:cSld>
  <p:clrMapOvr>
    <a:masterClrMapping/>
  </p:clrMapOvr>
</p:sld>
</file>

<file path=ppt/slides/slide2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7191691"/>
      </p:ext>
    </p:extLst>
  </p:cSld>
  <p:clrMapOvr>
    <a:masterClrMapping/>
  </p:clrMapOvr>
</p:sld>
</file>

<file path=ppt/slides/slide2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8757329"/>
      </p:ext>
    </p:extLst>
  </p:cSld>
  <p:clrMapOvr>
    <a:masterClrMapping/>
  </p:clrMapOvr>
</p:sld>
</file>

<file path=ppt/slides/slide2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7582818"/>
      </p:ext>
    </p:extLst>
  </p:cSld>
  <p:clrMapOvr>
    <a:masterClrMapping/>
  </p:clrMapOvr>
</p:sld>
</file>

<file path=ppt/slides/slide2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0055326"/>
      </p:ext>
    </p:extLst>
  </p:cSld>
  <p:clrMapOvr>
    <a:masterClrMapping/>
  </p:clrMapOvr>
</p:sld>
</file>

<file path=ppt/slides/slide2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02317621"/>
      </p:ext>
    </p:extLst>
  </p:cSld>
  <p:clrMapOvr>
    <a:masterClrMapping/>
  </p:clrMapOvr>
</p:sld>
</file>

<file path=ppt/slides/slide2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9776509"/>
      </p:ext>
    </p:extLst>
  </p:cSld>
  <p:clrMapOvr>
    <a:masterClrMapping/>
  </p:clrMapOvr>
</p:sld>
</file>

<file path=ppt/slides/slide2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8802928"/>
      </p:ext>
    </p:extLst>
  </p:cSld>
  <p:clrMapOvr>
    <a:masterClrMapping/>
  </p:clrMapOvr>
</p:sld>
</file>

<file path=ppt/slides/slide2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074610339"/>
      </p:ext>
    </p:extLst>
  </p:cSld>
  <p:clrMapOvr>
    <a:masterClrMapping/>
  </p:clrMapOvr>
</p:sld>
</file>

<file path=ppt/slides/slide2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5311373"/>
      </p:ext>
    </p:extLst>
  </p:cSld>
  <p:clrMapOvr>
    <a:masterClrMapping/>
  </p:clrMapOvr>
</p:sld>
</file>

<file path=ppt/slides/slide2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02807862"/>
      </p:ext>
    </p:extLst>
  </p:cSld>
  <p:clrMapOvr>
    <a:masterClrMapping/>
  </p:clrMapOvr>
</p:sld>
</file>

<file path=ppt/slides/slide2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51961543"/>
      </p:ext>
    </p:extLst>
  </p:cSld>
  <p:clrMapOvr>
    <a:masterClrMapping/>
  </p:clrMapOvr>
</p:sld>
</file>

<file path=ppt/slides/slide2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6659864"/>
      </p:ext>
    </p:extLst>
  </p:cSld>
  <p:clrMapOvr>
    <a:masterClrMapping/>
  </p:clrMapOvr>
</p:sld>
</file>

<file path=ppt/slides/slide2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0176743"/>
      </p:ext>
    </p:extLst>
  </p:cSld>
  <p:clrMapOvr>
    <a:masterClrMapping/>
  </p:clrMapOvr>
</p:sld>
</file>

<file path=ppt/slides/slide2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6863759"/>
      </p:ext>
    </p:extLst>
  </p:cSld>
  <p:clrMapOvr>
    <a:masterClrMapping/>
  </p:clrMapOvr>
</p:sld>
</file>

<file path=ppt/slides/slide2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31438621"/>
      </p:ext>
    </p:extLst>
  </p:cSld>
  <p:clrMapOvr>
    <a:masterClrMapping/>
  </p:clrMapOvr>
</p:sld>
</file>

<file path=ppt/slides/slide2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944914"/>
      </p:ext>
    </p:extLst>
  </p:cSld>
  <p:clrMapOvr>
    <a:masterClrMapping/>
  </p:clrMapOvr>
</p:sld>
</file>

<file path=ppt/slides/slide2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9234919"/>
      </p:ext>
    </p:extLst>
  </p:cSld>
  <p:clrMapOvr>
    <a:masterClrMapping/>
  </p:clrMapOvr>
</p:sld>
</file>

<file path=ppt/slides/slide2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54516116"/>
      </p:ext>
    </p:extLst>
  </p:cSld>
  <p:clrMapOvr>
    <a:masterClrMapping/>
  </p:clrMapOvr>
</p:sld>
</file>

<file path=ppt/slides/slide2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185110026"/>
      </p:ext>
    </p:extLst>
  </p:cSld>
  <p:clrMapOvr>
    <a:masterClrMapping/>
  </p:clrMapOvr>
</p:sld>
</file>

<file path=ppt/slides/slide2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0446420"/>
      </p:ext>
    </p:extLst>
  </p:cSld>
  <p:clrMapOvr>
    <a:masterClrMapping/>
  </p:clrMapOvr>
</p:sld>
</file>

<file path=ppt/slides/slide2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4161287"/>
      </p:ext>
    </p:extLst>
  </p:cSld>
  <p:clrMapOvr>
    <a:masterClrMapping/>
  </p:clrMapOvr>
</p:sld>
</file>

<file path=ppt/slides/slide2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6448393"/>
      </p:ext>
    </p:extLst>
  </p:cSld>
  <p:clrMapOvr>
    <a:masterClrMapping/>
  </p:clrMapOvr>
</p:sld>
</file>

<file path=ppt/slides/slide2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1990577"/>
      </p:ext>
    </p:extLst>
  </p:cSld>
  <p:clrMapOvr>
    <a:masterClrMapping/>
  </p:clrMapOvr>
</p:sld>
</file>

<file path=ppt/slides/slide2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5792667"/>
      </p:ext>
    </p:extLst>
  </p:cSld>
  <p:clrMapOvr>
    <a:masterClrMapping/>
  </p:clrMapOvr>
</p:sld>
</file>

<file path=ppt/slides/slide2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31710298"/>
      </p:ext>
    </p:extLst>
  </p:cSld>
  <p:clrMapOvr>
    <a:masterClrMapping/>
  </p:clrMapOvr>
</p:sld>
</file>

<file path=ppt/slides/slide2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7059147"/>
      </p:ext>
    </p:extLst>
  </p:cSld>
  <p:clrMapOvr>
    <a:masterClrMapping/>
  </p:clrMapOvr>
</p:sld>
</file>

<file path=ppt/slides/slide2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17274481"/>
      </p:ext>
    </p:extLst>
  </p:cSld>
  <p:clrMapOvr>
    <a:masterClrMapping/>
  </p:clrMapOvr>
</p:sld>
</file>

<file path=ppt/slides/slide2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4326464"/>
      </p:ext>
    </p:extLst>
  </p:cSld>
  <p:clrMapOvr>
    <a:masterClrMapping/>
  </p:clrMapOvr>
</p:sld>
</file>

<file path=ppt/slides/slide2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0711759"/>
      </p:ext>
    </p:extLst>
  </p:cSld>
  <p:clrMapOvr>
    <a:masterClrMapping/>
  </p:clrMapOvr>
</p:sld>
</file>

<file path=ppt/slides/slide2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625033626"/>
      </p:ext>
    </p:extLst>
  </p:cSld>
  <p:clrMapOvr>
    <a:masterClrMapping/>
  </p:clrMapOvr>
</p:sld>
</file>

<file path=ppt/slides/slide2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2861092"/>
      </p:ext>
    </p:extLst>
  </p:cSld>
  <p:clrMapOvr>
    <a:masterClrMapping/>
  </p:clrMapOvr>
</p:sld>
</file>

<file path=ppt/slides/slide2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3107059"/>
      </p:ext>
    </p:extLst>
  </p:cSld>
  <p:clrMapOvr>
    <a:masterClrMapping/>
  </p:clrMapOvr>
</p:sld>
</file>

<file path=ppt/slides/slide2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58523896"/>
      </p:ext>
    </p:extLst>
  </p:cSld>
  <p:clrMapOvr>
    <a:masterClrMapping/>
  </p:clrMapOvr>
</p:sld>
</file>

<file path=ppt/slides/slide2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62119163"/>
      </p:ext>
    </p:extLst>
  </p:cSld>
  <p:clrMapOvr>
    <a:masterClrMapping/>
  </p:clrMapOvr>
</p:sld>
</file>

<file path=ppt/slides/slide2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0313585"/>
      </p:ext>
    </p:extLst>
  </p:cSld>
  <p:clrMapOvr>
    <a:masterClrMapping/>
  </p:clrMapOvr>
</p:sld>
</file>

<file path=ppt/slides/slide2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9436625"/>
      </p:ext>
    </p:extLst>
  </p:cSld>
  <p:clrMapOvr>
    <a:masterClrMapping/>
  </p:clrMapOvr>
</p:sld>
</file>

<file path=ppt/slides/slide2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234607"/>
      </p:ext>
    </p:extLst>
  </p:cSld>
  <p:clrMapOvr>
    <a:masterClrMapping/>
  </p:clrMapOvr>
</p:sld>
</file>

<file path=ppt/slides/slide2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3577713"/>
      </p:ext>
    </p:extLst>
  </p:cSld>
  <p:clrMapOvr>
    <a:masterClrMapping/>
  </p:clrMapOvr>
</p:sld>
</file>

<file path=ppt/slides/slide2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4792064"/>
      </p:ext>
    </p:extLst>
  </p:cSld>
  <p:clrMapOvr>
    <a:masterClrMapping/>
  </p:clrMapOvr>
</p:sld>
</file>

<file path=ppt/slides/slide2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47294771"/>
      </p:ext>
    </p:extLst>
  </p:cSld>
  <p:clrMapOvr>
    <a:masterClrMapping/>
  </p:clrMapOvr>
</p:sld>
</file>

<file path=ppt/slides/slide2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129233133"/>
      </p:ext>
    </p:extLst>
  </p:cSld>
  <p:clrMapOvr>
    <a:masterClrMapping/>
  </p:clrMapOvr>
</p:sld>
</file>

<file path=ppt/slides/slide2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585382"/>
      </p:ext>
    </p:extLst>
  </p:cSld>
  <p:clrMapOvr>
    <a:masterClrMapping/>
  </p:clrMapOvr>
</p:sld>
</file>

<file path=ppt/slides/slide2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6428673"/>
      </p:ext>
    </p:extLst>
  </p:cSld>
  <p:clrMapOvr>
    <a:masterClrMapping/>
  </p:clrMapOvr>
</p:sld>
</file>

<file path=ppt/slides/slide2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53549"/>
      </p:ext>
    </p:extLst>
  </p:cSld>
  <p:clrMapOvr>
    <a:masterClrMapping/>
  </p:clrMapOvr>
</p:sld>
</file>

<file path=ppt/slides/slide2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5509227"/>
      </p:ext>
    </p:extLst>
  </p:cSld>
  <p:clrMapOvr>
    <a:masterClrMapping/>
  </p:clrMapOvr>
</p:sld>
</file>

<file path=ppt/slides/slide2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728866"/>
      </p:ext>
    </p:extLst>
  </p:cSld>
  <p:clrMapOvr>
    <a:masterClrMapping/>
  </p:clrMapOvr>
</p:sld>
</file>

<file path=ppt/slides/slide2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7614535"/>
      </p:ext>
    </p:extLst>
  </p:cSld>
  <p:clrMapOvr>
    <a:masterClrMapping/>
  </p:clrMapOvr>
</p:sld>
</file>

<file path=ppt/slides/slide2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7090524"/>
      </p:ext>
    </p:extLst>
  </p:cSld>
  <p:clrMapOvr>
    <a:masterClrMapping/>
  </p:clrMapOvr>
</p:sld>
</file>

<file path=ppt/slides/slide2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00690141"/>
      </p:ext>
    </p:extLst>
  </p:cSld>
  <p:clrMapOvr>
    <a:masterClrMapping/>
  </p:clrMapOvr>
</p:sld>
</file>

<file path=ppt/slides/slide2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8990830"/>
      </p:ext>
    </p:extLst>
  </p:cSld>
  <p:clrMapOvr>
    <a:masterClrMapping/>
  </p:clrMapOvr>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5746922"/>
      </p:ext>
    </p:extLst>
  </p:cSld>
  <p:clrMapOvr>
    <a:masterClrMapping/>
  </p:clrMapOvr>
</p:sld>
</file>

<file path=ppt/slides/slide2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736157878"/>
      </p:ext>
    </p:extLst>
  </p:cSld>
  <p:clrMapOvr>
    <a:masterClrMapping/>
  </p:clrMapOvr>
</p:sld>
</file>

<file path=ppt/slides/slide2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55720546"/>
      </p:ext>
    </p:extLst>
  </p:cSld>
  <p:clrMapOvr>
    <a:masterClrMapping/>
  </p:clrMapOvr>
</p:sld>
</file>

<file path=ppt/slides/slide2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5404743"/>
      </p:ext>
    </p:extLst>
  </p:cSld>
  <p:clrMapOvr>
    <a:masterClrMapping/>
  </p:clrMapOvr>
</p:sld>
</file>

<file path=ppt/slides/slide2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8499303"/>
      </p:ext>
    </p:extLst>
  </p:cSld>
  <p:clrMapOvr>
    <a:masterClrMapping/>
  </p:clrMapOvr>
</p:sld>
</file>

<file path=ppt/slides/slide2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3554230"/>
      </p:ext>
    </p:extLst>
  </p:cSld>
  <p:clrMapOvr>
    <a:masterClrMapping/>
  </p:clrMapOvr>
</p:sld>
</file>

<file path=ppt/slides/slide2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3137222"/>
      </p:ext>
    </p:extLst>
  </p:cSld>
  <p:clrMapOvr>
    <a:masterClrMapping/>
  </p:clrMapOvr>
</p:sld>
</file>

<file path=ppt/slides/slide2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991239"/>
      </p:ext>
    </p:extLst>
  </p:cSld>
  <p:clrMapOvr>
    <a:masterClrMapping/>
  </p:clrMapOvr>
</p:sld>
</file>

<file path=ppt/slides/slide2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97065672"/>
      </p:ext>
    </p:extLst>
  </p:cSld>
  <p:clrMapOvr>
    <a:masterClrMapping/>
  </p:clrMapOvr>
</p:sld>
</file>

<file path=ppt/slides/slide2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5749719"/>
      </p:ext>
    </p:extLst>
  </p:cSld>
  <p:clrMapOvr>
    <a:masterClrMapping/>
  </p:clrMapOvr>
</p:sld>
</file>

<file path=ppt/slides/slide2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6949557"/>
      </p:ext>
    </p:extLst>
  </p:cSld>
  <p:clrMapOvr>
    <a:masterClrMapping/>
  </p:clrMapOvr>
</p:sld>
</file>

<file path=ppt/slides/slide2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6986710"/>
      </p:ext>
    </p:extLst>
  </p:cSld>
  <p:clrMapOvr>
    <a:masterClrMapping/>
  </p:clrMapOvr>
</p:sld>
</file>

<file path=ppt/slides/slide2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643470629"/>
      </p:ext>
    </p:extLst>
  </p:cSld>
  <p:clrMapOvr>
    <a:masterClrMapping/>
  </p:clrMapOvr>
</p:sld>
</file>

<file path=ppt/slides/slide2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008867786"/>
      </p:ext>
    </p:extLst>
  </p:cSld>
  <p:clrMapOvr>
    <a:masterClrMapping/>
  </p:clrMapOvr>
</p:sld>
</file>

<file path=ppt/slides/slide2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146172354"/>
      </p:ext>
    </p:extLst>
  </p:cSld>
  <p:clrMapOvr>
    <a:masterClrMapping/>
  </p:clrMapOvr>
</p:sld>
</file>

<file path=ppt/slides/slide2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020821336"/>
      </p:ext>
    </p:extLst>
  </p:cSld>
  <p:clrMapOvr>
    <a:masterClrMapping/>
  </p:clrMapOvr>
</p:sld>
</file>

<file path=ppt/slides/slide2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3806574"/>
      </p:ext>
    </p:extLst>
  </p:cSld>
  <p:clrMapOvr>
    <a:masterClrMapping/>
  </p:clrMapOvr>
</p:sld>
</file>

<file path=ppt/slides/slide2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6233813"/>
      </p:ext>
    </p:extLst>
  </p:cSld>
  <p:clrMapOvr>
    <a:masterClrMapping/>
  </p:clrMapOvr>
</p:sld>
</file>

<file path=ppt/slides/slide2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50355832"/>
      </p:ext>
    </p:extLst>
  </p:cSld>
  <p:clrMapOvr>
    <a:masterClrMapping/>
  </p:clrMapOvr>
</p:sld>
</file>

<file path=ppt/slides/slide2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3411877"/>
      </p:ext>
    </p:extLst>
  </p:cSld>
  <p:clrMapOvr>
    <a:masterClrMapping/>
  </p:clrMapOvr>
</p:sld>
</file>

<file path=ppt/slides/slide2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6914347"/>
      </p:ext>
    </p:extLst>
  </p:cSld>
  <p:clrMapOvr>
    <a:masterClrMapping/>
  </p:clrMapOvr>
</p:sld>
</file>

<file path=ppt/slides/slide2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6281785"/>
      </p:ext>
    </p:extLst>
  </p:cSld>
  <p:clrMapOvr>
    <a:masterClrMapping/>
  </p:clrMapOvr>
</p:sld>
</file>

<file path=ppt/slides/slide2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3919918"/>
      </p:ext>
    </p:extLst>
  </p:cSld>
  <p:clrMapOvr>
    <a:masterClrMapping/>
  </p:clrMapOvr>
</p:sld>
</file>

<file path=ppt/slides/slide2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04557761"/>
      </p:ext>
    </p:extLst>
  </p:cSld>
  <p:clrMapOvr>
    <a:masterClrMapping/>
  </p:clrMapOvr>
</p:sld>
</file>

<file path=ppt/slides/slide2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88416933"/>
      </p:ext>
    </p:extLst>
  </p:cSld>
  <p:clrMapOvr>
    <a:masterClrMapping/>
  </p:clrMapOvr>
</p:sld>
</file>

<file path=ppt/slides/slide2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5832473"/>
      </p:ext>
    </p:extLst>
  </p:cSld>
  <p:clrMapOvr>
    <a:masterClrMapping/>
  </p:clrMapOvr>
</p:sld>
</file>

<file path=ppt/slides/slide2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671737650"/>
      </p:ext>
    </p:extLst>
  </p:cSld>
  <p:clrMapOvr>
    <a:masterClrMapping/>
  </p:clrMapOvr>
</p:sld>
</file>

<file path=ppt/slides/slide2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5345537"/>
      </p:ext>
    </p:extLst>
  </p:cSld>
  <p:clrMapOvr>
    <a:masterClrMapping/>
  </p:clrMapOvr>
</p:sld>
</file>

<file path=ppt/slides/slide2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69269828"/>
      </p:ext>
    </p:extLst>
  </p:cSld>
  <p:clrMapOvr>
    <a:masterClrMapping/>
  </p:clrMapOvr>
</p:sld>
</file>

<file path=ppt/slides/slide2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13646993"/>
      </p:ext>
    </p:extLst>
  </p:cSld>
  <p:clrMapOvr>
    <a:masterClrMapping/>
  </p:clrMapOvr>
</p:sld>
</file>

<file path=ppt/slides/slide2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76603490"/>
      </p:ext>
    </p:extLst>
  </p:cSld>
  <p:clrMapOvr>
    <a:masterClrMapping/>
  </p:clrMapOvr>
</p:sld>
</file>

<file path=ppt/slides/slide2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0768776"/>
      </p:ext>
    </p:extLst>
  </p:cSld>
  <p:clrMapOvr>
    <a:masterClrMapping/>
  </p:clrMapOvr>
</p:sld>
</file>

<file path=ppt/slides/slide2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1433800"/>
      </p:ext>
    </p:extLst>
  </p:cSld>
  <p:clrMapOvr>
    <a:masterClrMapping/>
  </p:clrMapOvr>
</p:sld>
</file>

<file path=ppt/slides/slide2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1146206"/>
      </p:ext>
    </p:extLst>
  </p:cSld>
  <p:clrMapOvr>
    <a:masterClrMapping/>
  </p:clrMapOvr>
</p:sld>
</file>

<file path=ppt/slides/slide2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67293506"/>
      </p:ext>
    </p:extLst>
  </p:cSld>
  <p:clrMapOvr>
    <a:masterClrMapping/>
  </p:clrMapOvr>
</p:sld>
</file>

<file path=ppt/slides/slide2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818018"/>
      </p:ext>
    </p:extLst>
  </p:cSld>
  <p:clrMapOvr>
    <a:masterClrMapping/>
  </p:clrMapOvr>
</p:sld>
</file>

<file path=ppt/slides/slide2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182992"/>
      </p:ext>
    </p:extLst>
  </p:cSld>
  <p:clrMapOvr>
    <a:masterClrMapping/>
  </p:clrMapOvr>
</p:sld>
</file>

<file path=ppt/slides/slide2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461897389"/>
      </p:ext>
    </p:extLst>
  </p:cSld>
  <p:clrMapOvr>
    <a:masterClrMapping/>
  </p:clrMapOvr>
</p:sld>
</file>

<file path=ppt/slides/slide2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19453729"/>
      </p:ext>
    </p:extLst>
  </p:cSld>
  <p:clrMapOvr>
    <a:masterClrMapping/>
  </p:clrMapOvr>
</p:sld>
</file>

<file path=ppt/slides/slide2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7588819"/>
      </p:ext>
    </p:extLst>
  </p:cSld>
  <p:clrMapOvr>
    <a:masterClrMapping/>
  </p:clrMapOvr>
</p:sld>
</file>

<file path=ppt/slides/slide2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16769640"/>
      </p:ext>
    </p:extLst>
  </p:cSld>
  <p:clrMapOvr>
    <a:masterClrMapping/>
  </p:clrMapOvr>
</p:sld>
</file>

<file path=ppt/slides/slide2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3129400"/>
      </p:ext>
    </p:extLst>
  </p:cSld>
  <p:clrMapOvr>
    <a:masterClrMapping/>
  </p:clrMapOvr>
</p:sld>
</file>

<file path=ppt/slides/slide2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411845"/>
      </p:ext>
    </p:extLst>
  </p:cSld>
  <p:clrMapOvr>
    <a:masterClrMapping/>
  </p:clrMapOvr>
</p:sld>
</file>

<file path=ppt/slides/slide2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7768535"/>
      </p:ext>
    </p:extLst>
  </p:cSld>
  <p:clrMapOvr>
    <a:masterClrMapping/>
  </p:clrMapOvr>
</p:sld>
</file>

<file path=ppt/slides/slide2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31640083"/>
      </p:ext>
    </p:extLst>
  </p:cSld>
  <p:clrMapOvr>
    <a:masterClrMapping/>
  </p:clrMapOvr>
</p:sld>
</file>

<file path=ppt/slides/slide2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1233118"/>
      </p:ext>
    </p:extLst>
  </p:cSld>
  <p:clrMapOvr>
    <a:masterClrMapping/>
  </p:clrMapOvr>
</p:sld>
</file>

<file path=ppt/slides/slide2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110478403"/>
      </p:ext>
    </p:extLst>
  </p:cSld>
  <p:clrMapOvr>
    <a:masterClrMapping/>
  </p:clrMapOvr>
</p:sld>
</file>

<file path=ppt/slides/slide2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7257002"/>
      </p:ext>
    </p:extLst>
  </p:cSld>
  <p:clrMapOvr>
    <a:masterClrMapping/>
  </p:clrMapOvr>
</p:sld>
</file>

<file path=ppt/slides/slide2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80823297"/>
      </p:ext>
    </p:extLst>
  </p:cSld>
  <p:clrMapOvr>
    <a:masterClrMapping/>
  </p:clrMapOvr>
</p:sld>
</file>

<file path=ppt/slides/slide2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8883836"/>
      </p:ext>
    </p:extLst>
  </p:cSld>
  <p:clrMapOvr>
    <a:masterClrMapping/>
  </p:clrMapOvr>
</p:sld>
</file>

<file path=ppt/slides/slide2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69020232"/>
      </p:ext>
    </p:extLst>
  </p:cSld>
  <p:clrMapOvr>
    <a:masterClrMapping/>
  </p:clrMapOvr>
</p:sld>
</file>

<file path=ppt/slides/slide2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4616249"/>
      </p:ext>
    </p:extLst>
  </p:cSld>
  <p:clrMapOvr>
    <a:masterClrMapping/>
  </p:clrMapOvr>
</p:sld>
</file>

<file path=ppt/slides/slide2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43996514"/>
      </p:ext>
    </p:extLst>
  </p:cSld>
  <p:clrMapOvr>
    <a:masterClrMapping/>
  </p:clrMapOvr>
</p:sld>
</file>

<file path=ppt/slides/slide2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47211584"/>
      </p:ext>
    </p:extLst>
  </p:cSld>
  <p:clrMapOvr>
    <a:masterClrMapping/>
  </p:clrMapOvr>
</p:sld>
</file>

<file path=ppt/slides/slide2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4477437"/>
      </p:ext>
    </p:extLst>
  </p:cSld>
  <p:clrMapOvr>
    <a:masterClrMapping/>
  </p:clrMapOvr>
</p:sld>
</file>

<file path=ppt/slides/slide2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3456036"/>
      </p:ext>
    </p:extLst>
  </p:cSld>
  <p:clrMapOvr>
    <a:masterClrMapping/>
  </p:clrMapOvr>
</p:sld>
</file>

<file path=ppt/slides/slide2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6093691"/>
      </p:ext>
    </p:extLst>
  </p:cSld>
  <p:clrMapOvr>
    <a:masterClrMapping/>
  </p:clrMapOvr>
</p:sld>
</file>

<file path=ppt/slides/slide2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6846163"/>
      </p:ext>
    </p:extLst>
  </p:cSld>
  <p:clrMapOvr>
    <a:masterClrMapping/>
  </p:clrMapOvr>
</p:sld>
</file>

<file path=ppt/slides/slide2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48868696"/>
      </p:ext>
    </p:extLst>
  </p:cSld>
  <p:clrMapOvr>
    <a:masterClrMapping/>
  </p:clrMapOvr>
</p:sld>
</file>

<file path=ppt/slides/slide2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7278199"/>
      </p:ext>
    </p:extLst>
  </p:cSld>
  <p:clrMapOvr>
    <a:masterClrMapping/>
  </p:clrMapOvr>
</p:sld>
</file>

<file path=ppt/slides/slide2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82848946"/>
      </p:ext>
    </p:extLst>
  </p:cSld>
  <p:clrMapOvr>
    <a:masterClrMapping/>
  </p:clrMapOvr>
</p:sld>
</file>

<file path=ppt/slides/slide2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2212030"/>
      </p:ext>
    </p:extLst>
  </p:cSld>
  <p:clrMapOvr>
    <a:masterClrMapping/>
  </p:clrMapOvr>
</p:sld>
</file>

<file path=ppt/slides/slide2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2442469"/>
      </p:ext>
    </p:extLst>
  </p:cSld>
  <p:clrMapOvr>
    <a:masterClrMapping/>
  </p:clrMapOvr>
</p:sld>
</file>

<file path=ppt/slides/slide2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9592934"/>
      </p:ext>
    </p:extLst>
  </p:cSld>
  <p:clrMapOvr>
    <a:masterClrMapping/>
  </p:clrMapOvr>
</p:sld>
</file>

<file path=ppt/slides/slide2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94117913"/>
      </p:ext>
    </p:extLst>
  </p:cSld>
  <p:clrMapOvr>
    <a:masterClrMapping/>
  </p:clrMapOvr>
</p:sld>
</file>

<file path=ppt/slides/slide2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15368937"/>
      </p:ext>
    </p:extLst>
  </p:cSld>
  <p:clrMapOvr>
    <a:masterClrMapping/>
  </p:clrMapOvr>
</p:sld>
</file>

<file path=ppt/slides/slide2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32945168"/>
      </p:ext>
    </p:extLst>
  </p:cSld>
  <p:clrMapOvr>
    <a:masterClrMapping/>
  </p:clrMapOvr>
</p:sld>
</file>

<file path=ppt/slides/slide2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3700326"/>
      </p:ext>
    </p:extLst>
  </p:cSld>
  <p:clrMapOvr>
    <a:masterClrMapping/>
  </p:clrMapOvr>
</p:sld>
</file>

<file path=ppt/slides/slide2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7949834"/>
      </p:ext>
    </p:extLst>
  </p:cSld>
  <p:clrMapOvr>
    <a:masterClrMapping/>
  </p:clrMapOvr>
</p:sld>
</file>

<file path=ppt/slides/slide2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65834870"/>
      </p:ext>
    </p:extLst>
  </p:cSld>
  <p:clrMapOvr>
    <a:masterClrMapping/>
  </p:clrMapOvr>
</p:sld>
</file>

<file path=ppt/slides/slide2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3677167"/>
      </p:ext>
    </p:extLst>
  </p:cSld>
  <p:clrMapOvr>
    <a:masterClrMapping/>
  </p:clrMapOvr>
</p:sld>
</file>

<file path=ppt/slides/slide2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92686194"/>
      </p:ext>
    </p:extLst>
  </p:cSld>
  <p:clrMapOvr>
    <a:masterClrMapping/>
  </p:clrMapOvr>
</p:sld>
</file>

<file path=ppt/slides/slide2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0681814"/>
      </p:ext>
    </p:extLst>
  </p:cSld>
  <p:clrMapOvr>
    <a:masterClrMapping/>
  </p:clrMapOvr>
</p:sld>
</file>

<file path=ppt/slides/slide2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4172546"/>
      </p:ext>
    </p:extLst>
  </p:cSld>
  <p:clrMapOvr>
    <a:masterClrMapping/>
  </p:clrMapOvr>
</p:sld>
</file>

<file path=ppt/slides/slide2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1147613"/>
      </p:ext>
    </p:extLst>
  </p:cSld>
  <p:clrMapOvr>
    <a:masterClrMapping/>
  </p:clrMapOvr>
</p:sld>
</file>

<file path=ppt/slides/slide2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2070621"/>
      </p:ext>
    </p:extLst>
  </p:cSld>
  <p:clrMapOvr>
    <a:masterClrMapping/>
  </p:clrMapOvr>
</p:sld>
</file>

<file path=ppt/slides/slide2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16277838"/>
      </p:ext>
    </p:extLst>
  </p:cSld>
  <p:clrMapOvr>
    <a:masterClrMapping/>
  </p:clrMapOvr>
</p:sld>
</file>

<file path=ppt/slides/slide2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15305535"/>
      </p:ext>
    </p:extLst>
  </p:cSld>
  <p:clrMapOvr>
    <a:masterClrMapping/>
  </p:clrMapOvr>
</p:sld>
</file>

<file path=ppt/slides/slide2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44201963"/>
      </p:ext>
    </p:extLst>
  </p:cSld>
  <p:clrMapOvr>
    <a:masterClrMapping/>
  </p:clrMapOvr>
</p:sld>
</file>

<file path=ppt/slides/slide2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4012870"/>
      </p:ext>
    </p:extLst>
  </p:cSld>
  <p:clrMapOvr>
    <a:masterClrMapping/>
  </p:clrMapOvr>
</p:sld>
</file>

<file path=ppt/slides/slide2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8660959"/>
      </p:ext>
    </p:extLst>
  </p:cSld>
  <p:clrMapOvr>
    <a:masterClrMapping/>
  </p:clrMapOvr>
</p:sld>
</file>

<file path=ppt/slides/slide2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593165"/>
      </p:ext>
    </p:extLst>
  </p:cSld>
  <p:clrMapOvr>
    <a:masterClrMapping/>
  </p:clrMapOvr>
</p:sld>
</file>

<file path=ppt/slides/slide2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9841805"/>
      </p:ext>
    </p:extLst>
  </p:cSld>
  <p:clrMapOvr>
    <a:masterClrMapping/>
  </p:clrMapOvr>
</p:sld>
</file>

<file path=ppt/slides/slide2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415998"/>
      </p:ext>
    </p:extLst>
  </p:cSld>
  <p:clrMapOvr>
    <a:masterClrMapping/>
  </p:clrMapOvr>
</p:sld>
</file>

<file path=ppt/slides/slide2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87654420"/>
      </p:ext>
    </p:extLst>
  </p:cSld>
  <p:clrMapOvr>
    <a:masterClrMapping/>
  </p:clrMapOvr>
</p:sld>
</file>

<file path=ppt/slides/slide2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2205461"/>
      </p:ext>
    </p:extLst>
  </p:cSld>
  <p:clrMapOvr>
    <a:masterClrMapping/>
  </p:clrMapOvr>
</p:sld>
</file>

<file path=ppt/slides/slide2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3466572"/>
      </p:ext>
    </p:extLst>
  </p:cSld>
  <p:clrMapOvr>
    <a:masterClrMapping/>
  </p:clrMapOvr>
</p:sld>
</file>

<file path=ppt/slides/slide2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33919169"/>
      </p:ext>
    </p:extLst>
  </p:cSld>
  <p:clrMapOvr>
    <a:masterClrMapping/>
  </p:clrMapOvr>
</p:sld>
</file>

<file path=ppt/slides/slide2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6266592"/>
      </p:ext>
    </p:extLst>
  </p:cSld>
  <p:clrMapOvr>
    <a:masterClrMapping/>
  </p:clrMapOvr>
</p:sld>
</file>

<file path=ppt/slides/slide2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3347930"/>
      </p:ext>
    </p:extLst>
  </p:cSld>
  <p:clrMapOvr>
    <a:masterClrMapping/>
  </p:clrMapOvr>
</p:sld>
</file>

<file path=ppt/slides/slide2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875388"/>
      </p:ext>
    </p:extLst>
  </p:cSld>
  <p:clrMapOvr>
    <a:masterClrMapping/>
  </p:clrMapOvr>
</p:sld>
</file>

<file path=ppt/slides/slide2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1626114"/>
      </p:ext>
    </p:extLst>
  </p:cSld>
  <p:clrMapOvr>
    <a:masterClrMapping/>
  </p:clrMapOvr>
</p:sld>
</file>

<file path=ppt/slides/slide2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0039272"/>
      </p:ext>
    </p:extLst>
  </p:cSld>
  <p:clrMapOvr>
    <a:masterClrMapping/>
  </p:clrMapOvr>
</p:sld>
</file>

<file path=ppt/slides/slide2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4459646"/>
      </p:ext>
    </p:extLst>
  </p:cSld>
  <p:clrMapOvr>
    <a:masterClrMapping/>
  </p:clrMapOvr>
</p:sld>
</file>

<file path=ppt/slides/slide2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6819386"/>
      </p:ext>
    </p:extLst>
  </p:cSld>
  <p:clrMapOvr>
    <a:masterClrMapping/>
  </p:clrMapOvr>
</p:sld>
</file>

<file path=ppt/slides/slide2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0654260"/>
      </p:ext>
    </p:extLst>
  </p:cSld>
  <p:clrMapOvr>
    <a:masterClrMapping/>
  </p:clrMapOvr>
</p:sld>
</file>

<file path=ppt/slides/slide2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9194486"/>
      </p:ext>
    </p:extLst>
  </p:cSld>
  <p:clrMapOvr>
    <a:masterClrMapping/>
  </p:clrMapOvr>
</p:sld>
</file>

<file path=ppt/slides/slide2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51729696"/>
      </p:ext>
    </p:extLst>
  </p:cSld>
  <p:clrMapOvr>
    <a:masterClrMapping/>
  </p:clrMapOvr>
</p:sld>
</file>

<file path=ppt/slides/slide2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28077033"/>
      </p:ext>
    </p:extLst>
  </p:cSld>
  <p:clrMapOvr>
    <a:masterClrMapping/>
  </p:clrMapOvr>
</p:sld>
</file>

<file path=ppt/slides/slide2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0904510"/>
      </p:ext>
    </p:extLst>
  </p:cSld>
  <p:clrMapOvr>
    <a:masterClrMapping/>
  </p:clrMapOvr>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89196828"/>
      </p:ext>
    </p:extLst>
  </p:cSld>
  <p:clrMapOvr>
    <a:masterClrMapping/>
  </p:clrMapOvr>
</p:sld>
</file>

<file path=ppt/slides/slide2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4580528"/>
      </p:ext>
    </p:extLst>
  </p:cSld>
  <p:clrMapOvr>
    <a:masterClrMapping/>
  </p:clrMapOvr>
</p:sld>
</file>

<file path=ppt/slides/slide2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36155826"/>
      </p:ext>
    </p:extLst>
  </p:cSld>
  <p:clrMapOvr>
    <a:masterClrMapping/>
  </p:clrMapOvr>
</p:sld>
</file>

<file path=ppt/slides/slide2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65737565"/>
      </p:ext>
    </p:extLst>
  </p:cSld>
  <p:clrMapOvr>
    <a:masterClrMapping/>
  </p:clrMapOvr>
</p:sld>
</file>

<file path=ppt/slides/slide2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1071975"/>
      </p:ext>
    </p:extLst>
  </p:cSld>
  <p:clrMapOvr>
    <a:masterClrMapping/>
  </p:clrMapOvr>
</p:sld>
</file>

<file path=ppt/slides/slide2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9751600"/>
      </p:ext>
    </p:extLst>
  </p:cSld>
  <p:clrMapOvr>
    <a:masterClrMapping/>
  </p:clrMapOvr>
</p:sld>
</file>

<file path=ppt/slides/slide2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4567888"/>
      </p:ext>
    </p:extLst>
  </p:cSld>
  <p:clrMapOvr>
    <a:masterClrMapping/>
  </p:clrMapOvr>
</p:sld>
</file>

<file path=ppt/slides/slide2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8716176"/>
      </p:ext>
    </p:extLst>
  </p:cSld>
  <p:clrMapOvr>
    <a:masterClrMapping/>
  </p:clrMapOvr>
</p:sld>
</file>

<file path=ppt/slides/slide2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9840366"/>
      </p:ext>
    </p:extLst>
  </p:cSld>
  <p:clrMapOvr>
    <a:masterClrMapping/>
  </p:clrMapOvr>
</p:sld>
</file>

<file path=ppt/slides/slide2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1896566672"/>
      </p:ext>
    </p:extLst>
  </p:cSld>
  <p:clrMapOvr>
    <a:masterClrMapping/>
  </p:clrMapOvr>
</p:sld>
</file>

<file path=ppt/slides/slide2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599984397"/>
      </p:ext>
    </p:extLst>
  </p:cSld>
  <p:clrMapOvr>
    <a:masterClrMapping/>
  </p:clrMapOvr>
</p:sld>
</file>

<file path=ppt/slides/slide2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3158570"/>
      </p:ext>
    </p:extLst>
  </p:cSld>
  <p:clrMapOvr>
    <a:masterClrMapping/>
  </p:clrMapOvr>
</p:sld>
</file>

<file path=ppt/slides/slide2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4215298"/>
      </p:ext>
    </p:extLst>
  </p:cSld>
  <p:clrMapOvr>
    <a:masterClrMapping/>
  </p:clrMapOvr>
</p:sld>
</file>

<file path=ppt/slides/slide2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5699465"/>
      </p:ext>
    </p:extLst>
  </p:cSld>
  <p:clrMapOvr>
    <a:masterClrMapping/>
  </p:clrMapOvr>
</p:sld>
</file>

<file path=ppt/slides/slide2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5012128"/>
      </p:ext>
    </p:extLst>
  </p:cSld>
  <p:clrMapOvr>
    <a:masterClrMapping/>
  </p:clrMapOvr>
</p:sld>
</file>

<file path=ppt/slides/slide2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11673536"/>
      </p:ext>
    </p:extLst>
  </p:cSld>
  <p:clrMapOvr>
    <a:masterClrMapping/>
  </p:clrMapOvr>
</p:sld>
</file>

<file path=ppt/slides/slide2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87719330"/>
      </p:ext>
    </p:extLst>
  </p:cSld>
  <p:clrMapOvr>
    <a:masterClrMapping/>
  </p:clrMapOvr>
</p:sld>
</file>

<file path=ppt/slides/slide2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3724063"/>
      </p:ext>
    </p:extLst>
  </p:cSld>
  <p:clrMapOvr>
    <a:masterClrMapping/>
  </p:clrMapOvr>
</p:sld>
</file>

<file path=ppt/slides/slide2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2165743"/>
      </p:ext>
    </p:extLst>
  </p:cSld>
  <p:clrMapOvr>
    <a:masterClrMapping/>
  </p:clrMapOvr>
</p:sld>
</file>

<file path=ppt/slides/slide2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4734069"/>
      </p:ext>
    </p:extLst>
  </p:cSld>
  <p:clrMapOvr>
    <a:masterClrMapping/>
  </p:clrMapOvr>
</p:sld>
</file>

<file path=ppt/slides/slide2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7449908"/>
      </p:ext>
    </p:extLst>
  </p:cSld>
  <p:clrMapOvr>
    <a:masterClrMapping/>
  </p:clrMapOvr>
</p:sld>
</file>

<file path=ppt/slides/slide2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87037180"/>
      </p:ext>
    </p:extLst>
  </p:cSld>
  <p:clrMapOvr>
    <a:masterClrMapping/>
  </p:clrMapOvr>
</p:sld>
</file>

<file path=ppt/slides/slide2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88713736"/>
      </p:ext>
    </p:extLst>
  </p:cSld>
  <p:clrMapOvr>
    <a:masterClrMapping/>
  </p:clrMapOvr>
</p:sld>
</file>

<file path=ppt/slides/slide2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61542999"/>
      </p:ext>
    </p:extLst>
  </p:cSld>
  <p:clrMapOvr>
    <a:masterClrMapping/>
  </p:clrMapOvr>
</p:sld>
</file>

<file path=ppt/slides/slide2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4127960"/>
      </p:ext>
    </p:extLst>
  </p:cSld>
  <p:clrMapOvr>
    <a:masterClrMapping/>
  </p:clrMapOvr>
</p:sld>
</file>

<file path=ppt/slides/slide2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457070492"/>
      </p:ext>
    </p:extLst>
  </p:cSld>
  <p:clrMapOvr>
    <a:masterClrMapping/>
  </p:clrMapOvr>
</p:sld>
</file>

<file path=ppt/slides/slide2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4177268448"/>
      </p:ext>
    </p:extLst>
  </p:cSld>
  <p:clrMapOvr>
    <a:masterClrMapping/>
  </p:clrMapOvr>
</p:sld>
</file>

<file path=ppt/slides/slide2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1259525"/>
      </p:ext>
    </p:extLst>
  </p:cSld>
  <p:clrMapOvr>
    <a:masterClrMapping/>
  </p:clrMapOvr>
</p:sld>
</file>

<file path=ppt/slides/slide2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38058492"/>
      </p:ext>
    </p:extLst>
  </p:cSld>
  <p:clrMapOvr>
    <a:masterClrMapping/>
  </p:clrMapOvr>
</p:sld>
</file>

<file path=ppt/slides/slide2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2525281"/>
      </p:ext>
    </p:extLst>
  </p:cSld>
  <p:clrMapOvr>
    <a:masterClrMapping/>
  </p:clrMapOvr>
</p:sld>
</file>

<file path=ppt/slides/slide2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6511553"/>
      </p:ext>
    </p:extLst>
  </p:cSld>
  <p:clrMapOvr>
    <a:masterClrMapping/>
  </p:clrMapOvr>
</p:sld>
</file>

<file path=ppt/slides/slide2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3610648"/>
      </p:ext>
    </p:extLst>
  </p:cSld>
  <p:clrMapOvr>
    <a:masterClrMapping/>
  </p:clrMapOvr>
</p:sld>
</file>

<file path=ppt/slides/slide2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26654700"/>
      </p:ext>
    </p:extLst>
  </p:cSld>
  <p:clrMapOvr>
    <a:masterClrMapping/>
  </p:clrMapOvr>
</p:sld>
</file>

<file path=ppt/slides/slide2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7777127"/>
      </p:ext>
    </p:extLst>
  </p:cSld>
  <p:clrMapOvr>
    <a:masterClrMapping/>
  </p:clrMapOvr>
</p:sld>
</file>

<file path=ppt/slides/slide2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67888970"/>
      </p:ext>
    </p:extLst>
  </p:cSld>
  <p:clrMapOvr>
    <a:masterClrMapping/>
  </p:clrMapOvr>
</p:sld>
</file>

<file path=ppt/slides/slide2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8078709"/>
      </p:ext>
    </p:extLst>
  </p:cSld>
  <p:clrMapOvr>
    <a:masterClrMapping/>
  </p:clrMapOvr>
</p:sld>
</file>

<file path=ppt/slides/slide2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2148548"/>
      </p:ext>
    </p:extLst>
  </p:cSld>
  <p:clrMapOvr>
    <a:masterClrMapping/>
  </p:clrMapOvr>
</p:sld>
</file>

<file path=ppt/slides/slide2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69378227"/>
      </p:ext>
    </p:extLst>
  </p:cSld>
  <p:clrMapOvr>
    <a:masterClrMapping/>
  </p:clrMapOvr>
</p:sld>
</file>

<file path=ppt/slides/slide2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1565551"/>
      </p:ext>
    </p:extLst>
  </p:cSld>
  <p:clrMapOvr>
    <a:masterClrMapping/>
  </p:clrMapOvr>
</p:sld>
</file>

<file path=ppt/slides/slide2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80094735"/>
      </p:ext>
    </p:extLst>
  </p:cSld>
  <p:clrMapOvr>
    <a:masterClrMapping/>
  </p:clrMapOvr>
</p:sld>
</file>

<file path=ppt/slides/slide2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2270471"/>
      </p:ext>
    </p:extLst>
  </p:cSld>
  <p:clrMapOvr>
    <a:masterClrMapping/>
  </p:clrMapOvr>
</p:sld>
</file>

<file path=ppt/slides/slide2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3946022411"/>
      </p:ext>
    </p:extLst>
  </p:cSld>
  <p:clrMapOvr>
    <a:masterClrMapping/>
  </p:clrMapOvr>
</p:sld>
</file>

<file path=ppt/slides/slide2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1951538142"/>
      </p:ext>
    </p:extLst>
  </p:cSld>
  <p:clrMapOvr>
    <a:masterClrMapping/>
  </p:clrMapOvr>
</p:sld>
</file>

<file path=ppt/slides/slide2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2016931"/>
      </p:ext>
    </p:extLst>
  </p:cSld>
  <p:clrMapOvr>
    <a:masterClrMapping/>
  </p:clrMapOvr>
</p:sld>
</file>

<file path=ppt/slides/slide2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9198115"/>
      </p:ext>
    </p:extLst>
  </p:cSld>
  <p:clrMapOvr>
    <a:masterClrMapping/>
  </p:clrMapOvr>
</p:sld>
</file>

<file path=ppt/slides/slide2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1581455"/>
      </p:ext>
    </p:extLst>
  </p:cSld>
  <p:clrMapOvr>
    <a:masterClrMapping/>
  </p:clrMapOvr>
</p:sld>
</file>

<file path=ppt/slides/slide2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0589270"/>
      </p:ext>
    </p:extLst>
  </p:cSld>
  <p:clrMapOvr>
    <a:masterClrMapping/>
  </p:clrMapOvr>
</p:sld>
</file>

<file path=ppt/slides/slide2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8338439"/>
      </p:ext>
    </p:extLst>
  </p:cSld>
  <p:clrMapOvr>
    <a:masterClrMapping/>
  </p:clrMapOvr>
</p:sld>
</file>

<file path=ppt/slides/slide2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7004715"/>
      </p:ext>
    </p:extLst>
  </p:cSld>
  <p:clrMapOvr>
    <a:masterClrMapping/>
  </p:clrMapOvr>
</p:sld>
</file>

<file path=ppt/slides/slide2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84061289"/>
      </p:ext>
    </p:extLst>
  </p:cSld>
  <p:clrMapOvr>
    <a:masterClrMapping/>
  </p:clrMapOvr>
</p:sld>
</file>

<file path=ppt/slides/slide2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5289760"/>
      </p:ext>
    </p:extLst>
  </p:cSld>
  <p:clrMapOvr>
    <a:masterClrMapping/>
  </p:clrMapOvr>
</p:sld>
</file>

<file path=ppt/slides/slide2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45034373"/>
      </p:ext>
    </p:extLst>
  </p:cSld>
  <p:clrMapOvr>
    <a:masterClrMapping/>
  </p:clrMapOvr>
</p:sld>
</file>

<file path=ppt/slides/slide2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00032869"/>
      </p:ext>
    </p:extLst>
  </p:cSld>
  <p:clrMapOvr>
    <a:masterClrMapping/>
  </p:clrMapOvr>
</p:sld>
</file>

<file path=ppt/slides/slide2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9760490"/>
      </p:ext>
    </p:extLst>
  </p:cSld>
  <p:clrMapOvr>
    <a:masterClrMapping/>
  </p:clrMapOvr>
</p:sld>
</file>

<file path=ppt/slides/slide2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6583986"/>
      </p:ext>
    </p:extLst>
  </p:cSld>
  <p:clrMapOvr>
    <a:masterClrMapping/>
  </p:clrMapOvr>
</p:sld>
</file>

<file path=ppt/slides/slide2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6824127"/>
      </p:ext>
    </p:extLst>
  </p:cSld>
  <p:clrMapOvr>
    <a:masterClrMapping/>
  </p:clrMapOvr>
</p:sld>
</file>

<file path=ppt/slides/slide2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39031302"/>
      </p:ext>
    </p:extLst>
  </p:cSld>
  <p:clrMapOvr>
    <a:masterClrMapping/>
  </p:clrMapOvr>
</p:sld>
</file>

<file path=ppt/slides/slide2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1997026709"/>
      </p:ext>
    </p:extLst>
  </p:cSld>
  <p:clrMapOvr>
    <a:masterClrMapping/>
  </p:clrMapOvr>
</p:sld>
</file>

<file path=ppt/slides/slide2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776028027"/>
      </p:ext>
    </p:extLst>
  </p:cSld>
  <p:clrMapOvr>
    <a:masterClrMapping/>
  </p:clrMapOvr>
</p:sld>
</file>

<file path=ppt/slides/slide2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2492597"/>
      </p:ext>
    </p:extLst>
  </p:cSld>
  <p:clrMapOvr>
    <a:masterClrMapping/>
  </p:clrMapOvr>
</p:sld>
</file>

<file path=ppt/slides/slide2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3437371"/>
      </p:ext>
    </p:extLst>
  </p:cSld>
  <p:clrMapOvr>
    <a:masterClrMapping/>
  </p:clrMapOvr>
</p:sld>
</file>

<file path=ppt/slides/slide2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0451261"/>
      </p:ext>
    </p:extLst>
  </p:cSld>
  <p:clrMapOvr>
    <a:masterClrMapping/>
  </p:clrMapOvr>
</p:sld>
</file>

<file path=ppt/slides/slide2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3608320"/>
      </p:ext>
    </p:extLst>
  </p:cSld>
  <p:clrMapOvr>
    <a:masterClrMapping/>
  </p:clrMapOvr>
</p:sld>
</file>

<file path=ppt/slides/slide2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65314985"/>
      </p:ext>
    </p:extLst>
  </p:cSld>
  <p:clrMapOvr>
    <a:masterClrMapping/>
  </p:clrMapOvr>
</p:sld>
</file>

<file path=ppt/slides/slide2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4488724"/>
      </p:ext>
    </p:extLst>
  </p:cSld>
  <p:clrMapOvr>
    <a:masterClrMapping/>
  </p:clrMapOvr>
</p:sld>
</file>

<file path=ppt/slides/slide2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7435418"/>
      </p:ext>
    </p:extLst>
  </p:cSld>
  <p:clrMapOvr>
    <a:masterClrMapping/>
  </p:clrMapOvr>
</p:sld>
</file>

<file path=ppt/slides/slide2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162128"/>
      </p:ext>
    </p:extLst>
  </p:cSld>
  <p:clrMapOvr>
    <a:masterClrMapping/>
  </p:clrMapOvr>
</p:sld>
</file>

<file path=ppt/slides/slide2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7408511"/>
      </p:ext>
    </p:extLst>
  </p:cSld>
  <p:clrMapOvr>
    <a:masterClrMapping/>
  </p:clrMapOvr>
</p:sld>
</file>

<file path=ppt/slides/slide2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93253869"/>
      </p:ext>
    </p:extLst>
  </p:cSld>
  <p:clrMapOvr>
    <a:masterClrMapping/>
  </p:clrMapOvr>
</p:sld>
</file>

<file path=ppt/slides/slide2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1316600"/>
      </p:ext>
    </p:extLst>
  </p:cSld>
  <p:clrMapOvr>
    <a:masterClrMapping/>
  </p:clrMapOvr>
</p:sld>
</file>

<file path=ppt/slides/slide2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17289902"/>
      </p:ext>
    </p:extLst>
  </p:cSld>
  <p:clrMapOvr>
    <a:masterClrMapping/>
  </p:clrMapOvr>
</p:sld>
</file>

<file path=ppt/slides/slide2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60124428"/>
      </p:ext>
    </p:extLst>
  </p:cSld>
  <p:clrMapOvr>
    <a:masterClrMapping/>
  </p:clrMapOvr>
</p:sld>
</file>

<file path=ppt/slides/slide2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23418787"/>
      </p:ext>
    </p:extLst>
  </p:cSld>
  <p:clrMapOvr>
    <a:masterClrMapping/>
  </p:clrMapOvr>
</p:sld>
</file>

<file path=ppt/slides/slide2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1757623260"/>
      </p:ext>
    </p:extLst>
  </p:cSld>
  <p:clrMapOvr>
    <a:masterClrMapping/>
  </p:clrMapOvr>
</p:sld>
</file>

<file path=ppt/slides/slide2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1975723922"/>
      </p:ext>
    </p:extLst>
  </p:cSld>
  <p:clrMapOvr>
    <a:masterClrMapping/>
  </p:clrMapOvr>
</p:sld>
</file>

<file path=ppt/slides/slide2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43213488"/>
      </p:ext>
    </p:extLst>
  </p:cSld>
  <p:clrMapOvr>
    <a:masterClrMapping/>
  </p:clrMapOvr>
</p:sld>
</file>

<file path=ppt/slides/slide2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420231"/>
      </p:ext>
    </p:extLst>
  </p:cSld>
  <p:clrMapOvr>
    <a:masterClrMapping/>
  </p:clrMapOvr>
</p:sld>
</file>

<file path=ppt/slides/slide2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2045635"/>
      </p:ext>
    </p:extLst>
  </p:cSld>
  <p:clrMapOvr>
    <a:masterClrMapping/>
  </p:clrMapOvr>
</p:sld>
</file>

<file path=ppt/slides/slide2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55380773"/>
      </p:ext>
    </p:extLst>
  </p:cSld>
  <p:clrMapOvr>
    <a:masterClrMapping/>
  </p:clrMapOvr>
</p:sld>
</file>

<file path=ppt/slides/slide2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1737039"/>
      </p:ext>
    </p:extLst>
  </p:cSld>
  <p:clrMapOvr>
    <a:masterClrMapping/>
  </p:clrMapOvr>
</p:sld>
</file>

<file path=ppt/slides/slide2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3950506"/>
      </p:ext>
    </p:extLst>
  </p:cSld>
  <p:clrMapOvr>
    <a:masterClrMapping/>
  </p:clrMapOvr>
</p:sld>
</file>

<file path=ppt/slides/slide2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108546"/>
      </p:ext>
    </p:extLst>
  </p:cSld>
  <p:clrMapOvr>
    <a:masterClrMapping/>
  </p:clrMapOvr>
</p:sld>
</file>

<file path=ppt/slides/slide2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14726979"/>
      </p:ext>
    </p:extLst>
  </p:cSld>
  <p:clrMapOvr>
    <a:masterClrMapping/>
  </p:clrMapOvr>
</p:sld>
</file>

<file path=ppt/slides/slide2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0971760"/>
      </p:ext>
    </p:extLst>
  </p:cSld>
  <p:clrMapOvr>
    <a:masterClrMapping/>
  </p:clrMapOvr>
</p:sld>
</file>

<file path=ppt/slides/slide2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5509798"/>
      </p:ext>
    </p:extLst>
  </p:cSld>
  <p:clrMapOvr>
    <a:masterClrMapping/>
  </p:clrMapOvr>
</p:sld>
</file>

<file path=ppt/slides/slide2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5399795"/>
      </p:ext>
    </p:extLst>
  </p:cSld>
  <p:clrMapOvr>
    <a:masterClrMapping/>
  </p:clrMapOvr>
</p:sld>
</file>

<file path=ppt/slides/slide2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7261249"/>
      </p:ext>
    </p:extLst>
  </p:cSld>
  <p:clrMapOvr>
    <a:masterClrMapping/>
  </p:clrMapOvr>
</p:sld>
</file>

<file path=ppt/slides/slide2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02791638"/>
      </p:ext>
    </p:extLst>
  </p:cSld>
  <p:clrMapOvr>
    <a:masterClrMapping/>
  </p:clrMapOvr>
</p:sld>
</file>

<file path=ppt/slides/slide2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8959772"/>
      </p:ext>
    </p:extLst>
  </p:cSld>
  <p:clrMapOvr>
    <a:masterClrMapping/>
  </p:clrMapOvr>
</p:sld>
</file>

<file path=ppt/slides/slide2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68703443"/>
      </p:ext>
    </p:extLst>
  </p:cSld>
  <p:clrMapOvr>
    <a:masterClrMapping/>
  </p:clrMapOvr>
</p:sld>
</file>

<file path=ppt/slides/slide2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2694400393"/>
      </p:ext>
    </p:extLst>
  </p:cSld>
  <p:clrMapOvr>
    <a:masterClrMapping/>
  </p:clrMapOvr>
</p:sld>
</file>

<file path=ppt/slides/slide2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5477631"/>
      </p:ext>
    </p:extLst>
  </p:cSld>
  <p:clrMapOvr>
    <a:masterClrMapping/>
  </p:clrMapOvr>
</p:sld>
</file>

<file path=ppt/slides/slide2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5841807"/>
      </p:ext>
    </p:extLst>
  </p:cSld>
  <p:clrMapOvr>
    <a:masterClrMapping/>
  </p:clrMapOvr>
</p:sld>
</file>

<file path=ppt/slides/slide2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2551121"/>
      </p:ext>
    </p:extLst>
  </p:cSld>
  <p:clrMapOvr>
    <a:masterClrMapping/>
  </p:clrMapOvr>
</p:sld>
</file>

<file path=ppt/slides/slide2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14904419"/>
      </p:ext>
    </p:extLst>
  </p:cSld>
  <p:clrMapOvr>
    <a:masterClrMapping/>
  </p:clrMapOvr>
</p:sld>
</file>

<file path=ppt/slides/slide2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4979084"/>
      </p:ext>
    </p:extLst>
  </p:cSld>
  <p:clrMapOvr>
    <a:masterClrMapping/>
  </p:clrMapOvr>
</p:sld>
</file>

<file path=ppt/slides/slide2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15716855"/>
      </p:ext>
    </p:extLst>
  </p:cSld>
  <p:clrMapOvr>
    <a:masterClrMapping/>
  </p:clrMapOvr>
</p:sld>
</file>

<file path=ppt/slides/slide2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01653848"/>
      </p:ext>
    </p:extLst>
  </p:cSld>
  <p:clrMapOvr>
    <a:masterClrMapping/>
  </p:clrMapOvr>
</p:sld>
</file>

<file path=ppt/slides/slide2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3503413"/>
      </p:ext>
    </p:extLst>
  </p:cSld>
  <p:clrMapOvr>
    <a:masterClrMapping/>
  </p:clrMapOvr>
</p:sld>
</file>

<file path=ppt/slides/slide2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6178995"/>
      </p:ext>
    </p:extLst>
  </p:cSld>
  <p:clrMapOvr>
    <a:masterClrMapping/>
  </p:clrMapOvr>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1411322"/>
      </p:ext>
    </p:extLst>
  </p:cSld>
  <p:clrMapOvr>
    <a:masterClrMapping/>
  </p:clrMapOvr>
</p:sld>
</file>

<file path=ppt/slides/slide2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2928204"/>
      </p:ext>
    </p:extLst>
  </p:cSld>
  <p:clrMapOvr>
    <a:masterClrMapping/>
  </p:clrMapOvr>
</p:sld>
</file>

<file path=ppt/slides/slide2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80117539"/>
      </p:ext>
    </p:extLst>
  </p:cSld>
  <p:clrMapOvr>
    <a:masterClrMapping/>
  </p:clrMapOvr>
</p:sld>
</file>

<file path=ppt/slides/slide2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9673008"/>
      </p:ext>
    </p:extLst>
  </p:cSld>
  <p:clrMapOvr>
    <a:masterClrMapping/>
  </p:clrMapOvr>
</p:sld>
</file>

<file path=ppt/slides/slide2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5927591"/>
      </p:ext>
    </p:extLst>
  </p:cSld>
  <p:clrMapOvr>
    <a:masterClrMapping/>
  </p:clrMapOvr>
</p:sld>
</file>

<file path=ppt/slides/slide2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873E92F5-DFD3-4CE7-A0CA-D10202F51629}"/>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 Created</a:t>
            </a:r>
          </a:p>
        </p:txBody>
      </p:sp>
    </p:spTree>
    <p:extLst>
      <p:ext uri="{BB962C8B-B14F-4D97-AF65-F5344CB8AC3E}">
        <p14:creationId xmlns:p14="http://schemas.microsoft.com/office/powerpoint/2010/main" val="1652438045"/>
      </p:ext>
    </p:extLst>
  </p:cSld>
  <p:clrMapOvr>
    <a:masterClrMapping/>
  </p:clrMapOvr>
</p:sld>
</file>

<file path=ppt/slides/slide2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06D73A4-BE94-46DE-BBE0-B092B15DEE2E}"/>
              </a:ext>
            </a:extLst>
          </p:cNvPr>
          <p:cNvSpPr txBox="1"/>
          <p:nvPr/>
        </p:nvSpPr>
        <p:spPr>
          <a:xfrm>
            <a:off x="4724400" y="3200399"/>
            <a:ext cx="2743199"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a:t>Click to add text</a:t>
            </a:r>
          </a:p>
        </p:txBody>
      </p:sp>
    </p:spTree>
    <p:extLst>
      <p:ext uri="{BB962C8B-B14F-4D97-AF65-F5344CB8AC3E}">
        <p14:creationId xmlns:p14="http://schemas.microsoft.com/office/powerpoint/2010/main" val="3828665836"/>
      </p:ext>
    </p:extLst>
  </p:cSld>
  <p:clrMapOvr>
    <a:masterClrMapping/>
  </p:clrMapOvr>
</p:sld>
</file>

<file path=ppt/slides/slide2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0651246"/>
      </p:ext>
    </p:extLst>
  </p:cSld>
  <p:clrMapOvr>
    <a:masterClrMapping/>
  </p:clrMapOvr>
</p:sld>
</file>

<file path=ppt/slides/slide2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7250090"/>
      </p:ext>
    </p:extLst>
  </p:cSld>
  <p:clrMapOvr>
    <a:masterClrMapping/>
  </p:clrMapOvr>
</p:sld>
</file>

<file path=ppt/slides/slide2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5266392"/>
      </p:ext>
    </p:extLst>
  </p:cSld>
  <p:clrMapOvr>
    <a:masterClrMapping/>
  </p:clrMapOvr>
</p:sld>
</file>

<file path=ppt/slides/slide2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9778429"/>
      </p:ext>
    </p:extLst>
  </p:cSld>
  <p:clrMapOvr>
    <a:masterClrMapping/>
  </p:clrMapOvr>
</p:sld>
</file>

<file path=ppt/slides/slide2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32203646"/>
      </p:ext>
    </p:extLst>
  </p:cSld>
  <p:clrMapOvr>
    <a:masterClrMapping/>
  </p:clrMapOvr>
</p:sld>
</file>

<file path=ppt/slides/slide2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79374935"/>
      </p:ext>
    </p:extLst>
  </p:cSld>
  <p:clrMapOvr>
    <a:masterClrMapping/>
  </p:clrMapOvr>
</p:sld>
</file>

<file path=ppt/slides/slide2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8654132"/>
      </p:ext>
    </p:extLst>
  </p:cSld>
  <p:clrMapOvr>
    <a:masterClrMapping/>
  </p:clrMapOvr>
</p:sld>
</file>

<file path=ppt/slides/slide2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34333563"/>
      </p:ext>
    </p:extLst>
  </p:cSld>
  <p:clrMapOvr>
    <a:masterClrMapping/>
  </p:clrMapOvr>
</p:sld>
</file>

<file path=ppt/slides/slide2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3233421"/>
      </p:ext>
    </p:extLst>
  </p:cSld>
  <p:clrMapOvr>
    <a:masterClrMapping/>
  </p:clrMapOvr>
</p:sld>
</file>

<file path=ppt/slides/slide2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0976326"/>
      </p:ext>
    </p:extLst>
  </p:cSld>
  <p:clrMapOvr>
    <a:masterClrMapping/>
  </p:clrMapOvr>
</p:sld>
</file>

<file path=ppt/slides/slide2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012529"/>
      </p:ext>
    </p:extLst>
  </p:cSld>
  <p:clrMapOvr>
    <a:masterClrMapping/>
  </p:clrMapOvr>
</p:sld>
</file>

<file path=ppt/slides/slide2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62866777"/>
      </p:ext>
    </p:extLst>
  </p:cSld>
  <p:clrMapOvr>
    <a:masterClrMapping/>
  </p:clrMapOvr>
</p:sld>
</file>

<file path=ppt/slides/slide2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42284799"/>
      </p:ext>
    </p:extLst>
  </p:cSld>
  <p:clrMapOvr>
    <a:masterClrMapping/>
  </p:clrMapOvr>
</p:sld>
</file>

<file path=ppt/slides/slide2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0595007"/>
      </p:ext>
    </p:extLst>
  </p:cSld>
  <p:clrMapOvr>
    <a:masterClrMapping/>
  </p:clrMapOvr>
</p:sld>
</file>

<file path=ppt/slides/slide2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22423936"/>
      </p:ext>
    </p:extLst>
  </p:cSld>
  <p:clrMapOvr>
    <a:masterClrMapping/>
  </p:clrMapOvr>
</p:sld>
</file>

<file path=ppt/slides/slide2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1920789"/>
      </p:ext>
    </p:extLst>
  </p:cSld>
  <p:clrMapOvr>
    <a:masterClrMapping/>
  </p:clrMapOvr>
</p:sld>
</file>

<file path=ppt/slides/slide2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5700513"/>
      </p:ext>
    </p:extLst>
  </p:cSld>
  <p:clrMapOvr>
    <a:masterClrMapping/>
  </p:clrMapOvr>
</p:sld>
</file>

<file path=ppt/slides/slide2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05508353"/>
      </p:ext>
    </p:extLst>
  </p:cSld>
  <p:clrMapOvr>
    <a:masterClrMapping/>
  </p:clrMapOvr>
</p:sld>
</file>

<file path=ppt/slides/slide2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8402526"/>
      </p:ext>
    </p:extLst>
  </p:cSld>
  <p:clrMapOvr>
    <a:masterClrMapping/>
  </p:clrMapOvr>
</p:sld>
</file>

<file path=ppt/slides/slide2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6286631"/>
      </p:ext>
    </p:extLst>
  </p:cSld>
  <p:clrMapOvr>
    <a:masterClrMapping/>
  </p:clrMapOvr>
</p:sld>
</file>

<file path=ppt/slides/slide2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67248096"/>
      </p:ext>
    </p:extLst>
  </p:cSld>
  <p:clrMapOvr>
    <a:masterClrMapping/>
  </p:clrMapOvr>
</p:sld>
</file>

<file path=ppt/slides/slide2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2586230"/>
      </p:ext>
    </p:extLst>
  </p:cSld>
  <p:clrMapOvr>
    <a:masterClrMapping/>
  </p:clrMapOvr>
</p:sld>
</file>

<file path=ppt/slides/slide2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3853520"/>
      </p:ext>
    </p:extLst>
  </p:cSld>
  <p:clrMapOvr>
    <a:masterClrMapping/>
  </p:clrMapOvr>
</p:sld>
</file>

<file path=ppt/slides/slide2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1661878"/>
      </p:ext>
    </p:extLst>
  </p:cSld>
  <p:clrMapOvr>
    <a:masterClrMapping/>
  </p:clrMapOvr>
</p:sld>
</file>

<file path=ppt/slides/slide2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9561345"/>
      </p:ext>
    </p:extLst>
  </p:cSld>
  <p:clrMapOvr>
    <a:masterClrMapping/>
  </p:clrMapOvr>
</p:sld>
</file>

<file path=ppt/slides/slide2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9879147"/>
      </p:ext>
    </p:extLst>
  </p:cSld>
  <p:clrMapOvr>
    <a:masterClrMapping/>
  </p:clrMapOvr>
</p:sld>
</file>

<file path=ppt/slides/slide2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7114747"/>
      </p:ext>
    </p:extLst>
  </p:cSld>
  <p:clrMapOvr>
    <a:masterClrMapping/>
  </p:clrMapOvr>
</p:sld>
</file>

<file path=ppt/slides/slide2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981223"/>
      </p:ext>
    </p:extLst>
  </p:cSld>
  <p:clrMapOvr>
    <a:masterClrMapping/>
  </p:clrMapOvr>
</p:sld>
</file>

<file path=ppt/slides/slide2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96886226"/>
      </p:ext>
    </p:extLst>
  </p:cSld>
  <p:clrMapOvr>
    <a:masterClrMapping/>
  </p:clrMapOvr>
</p:sld>
</file>

<file path=ppt/slides/slide2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5309274"/>
      </p:ext>
    </p:extLst>
  </p:cSld>
  <p:clrMapOvr>
    <a:masterClrMapping/>
  </p:clrMapOvr>
</p:sld>
</file>

<file path=ppt/slides/slide2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16634757"/>
      </p:ext>
    </p:extLst>
  </p:cSld>
  <p:clrMapOvr>
    <a:masterClrMapping/>
  </p:clrMapOvr>
</p:sld>
</file>

<file path=ppt/slides/slide2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8828135"/>
      </p:ext>
    </p:extLst>
  </p:cSld>
  <p:clrMapOvr>
    <a:masterClrMapping/>
  </p:clrMapOvr>
</p:sld>
</file>

<file path=ppt/slides/slide2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5700156"/>
      </p:ext>
    </p:extLst>
  </p:cSld>
  <p:clrMapOvr>
    <a:masterClrMapping/>
  </p:clrMapOvr>
</p:sld>
</file>

<file path=ppt/slides/slide2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3157986"/>
      </p:ext>
    </p:extLst>
  </p:cSld>
  <p:clrMapOvr>
    <a:masterClrMapping/>
  </p:clrMapOvr>
</p:sld>
</file>

<file path=ppt/slides/slide2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8409254"/>
      </p:ext>
    </p:extLst>
  </p:cSld>
  <p:clrMapOvr>
    <a:masterClrMapping/>
  </p:clrMapOvr>
</p:sld>
</file>

<file path=ppt/slides/slide2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495068"/>
      </p:ext>
    </p:extLst>
  </p:cSld>
  <p:clrMapOvr>
    <a:masterClrMapping/>
  </p:clrMapOvr>
</p:sld>
</file>

<file path=ppt/slides/slide2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4993481"/>
      </p:ext>
    </p:extLst>
  </p:cSld>
  <p:clrMapOvr>
    <a:masterClrMapping/>
  </p:clrMapOvr>
</p:sld>
</file>

<file path=ppt/slides/slide2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98316278"/>
      </p:ext>
    </p:extLst>
  </p:cSld>
  <p:clrMapOvr>
    <a:masterClrMapping/>
  </p:clrMapOvr>
</p:sld>
</file>

<file path=ppt/slides/slide2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2135780"/>
      </p:ext>
    </p:extLst>
  </p:cSld>
  <p:clrMapOvr>
    <a:masterClrMapping/>
  </p:clrMapOvr>
</p:sld>
</file>

<file path=ppt/slides/slide2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00061381"/>
      </p:ext>
    </p:extLst>
  </p:cSld>
  <p:clrMapOvr>
    <a:masterClrMapping/>
  </p:clrMapOvr>
</p:sld>
</file>

<file path=ppt/slides/slide2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8450124"/>
      </p:ext>
    </p:extLst>
  </p:cSld>
  <p:clrMapOvr>
    <a:masterClrMapping/>
  </p:clrMapOvr>
</p:sld>
</file>

<file path=ppt/slides/slide2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2308295"/>
      </p:ext>
    </p:extLst>
  </p:cSld>
  <p:clrMapOvr>
    <a:masterClrMapping/>
  </p:clrMapOvr>
</p:sld>
</file>

<file path=ppt/slides/slide2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00044100"/>
      </p:ext>
    </p:extLst>
  </p:cSld>
  <p:clrMapOvr>
    <a:masterClrMapping/>
  </p:clrMapOvr>
</p:sld>
</file>

<file path=ppt/slides/slide2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77591512"/>
      </p:ext>
    </p:extLst>
  </p:cSld>
  <p:clrMapOvr>
    <a:masterClrMapping/>
  </p:clrMapOvr>
</p:sld>
</file>

<file path=ppt/slides/slide2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66086670"/>
      </p:ext>
    </p:extLst>
  </p:cSld>
  <p:clrMapOvr>
    <a:masterClrMapping/>
  </p:clrMapOvr>
</p:sld>
</file>

<file path=ppt/slides/slide2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84739670"/>
      </p:ext>
    </p:extLst>
  </p:cSld>
  <p:clrMapOvr>
    <a:masterClrMapping/>
  </p:clrMapOvr>
</p:sld>
</file>

<file path=ppt/slides/slide2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5541583"/>
      </p:ext>
    </p:extLst>
  </p:cSld>
  <p:clrMapOvr>
    <a:masterClrMapping/>
  </p:clrMapOvr>
</p:sld>
</file>

<file path=ppt/slides/slide2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8552281"/>
      </p:ext>
    </p:extLst>
  </p:cSld>
  <p:clrMapOvr>
    <a:masterClrMapping/>
  </p:clrMapOvr>
</p:sld>
</file>

<file path=ppt/slides/slide2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5303941"/>
      </p:ext>
    </p:extLst>
  </p:cSld>
  <p:clrMapOvr>
    <a:masterClrMapping/>
  </p:clrMapOvr>
</p:sld>
</file>

<file path=ppt/slides/slide2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9898273"/>
      </p:ext>
    </p:extLst>
  </p:cSld>
  <p:clrMapOvr>
    <a:masterClrMapping/>
  </p:clrMapOvr>
</p:sld>
</file>

<file path=ppt/slides/slide2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4641195"/>
      </p:ext>
    </p:extLst>
  </p:cSld>
  <p:clrMapOvr>
    <a:masterClrMapping/>
  </p:clrMapOvr>
</p:sld>
</file>

<file path=ppt/slides/slide2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04525029"/>
      </p:ext>
    </p:extLst>
  </p:cSld>
  <p:clrMapOvr>
    <a:masterClrMapping/>
  </p:clrMapOvr>
</p:sld>
</file>

<file path=ppt/slides/slide2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4722621"/>
      </p:ext>
    </p:extLst>
  </p:cSld>
  <p:clrMapOvr>
    <a:masterClrMapping/>
  </p:clrMapOvr>
</p:sld>
</file>

<file path=ppt/slides/slide2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7946925"/>
      </p:ext>
    </p:extLst>
  </p:cSld>
  <p:clrMapOvr>
    <a:masterClrMapping/>
  </p:clrMapOvr>
</p:sld>
</file>

<file path=ppt/slides/slide2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8042134"/>
      </p:ext>
    </p:extLst>
  </p:cSld>
  <p:clrMapOvr>
    <a:masterClrMapping/>
  </p:clrMapOvr>
</p:sld>
</file>

<file path=ppt/slides/slide2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3150330"/>
      </p:ext>
    </p:extLst>
  </p:cSld>
  <p:clrMapOvr>
    <a:masterClrMapping/>
  </p:clrMapOvr>
</p:sld>
</file>

<file path=ppt/slides/slide2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0795880"/>
      </p:ext>
    </p:extLst>
  </p:cSld>
  <p:clrMapOvr>
    <a:masterClrMapping/>
  </p:clrMapOvr>
</p:sld>
</file>

<file path=ppt/slides/slide2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5724662"/>
      </p:ext>
    </p:extLst>
  </p:cSld>
  <p:clrMapOvr>
    <a:masterClrMapping/>
  </p:clrMapOvr>
</p:sld>
</file>

<file path=ppt/slides/slide2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78958235"/>
      </p:ext>
    </p:extLst>
  </p:cSld>
  <p:clrMapOvr>
    <a:masterClrMapping/>
  </p:clrMapOvr>
</p:sld>
</file>

<file path=ppt/slides/slide2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46661917"/>
      </p:ext>
    </p:extLst>
  </p:cSld>
  <p:clrMapOvr>
    <a:masterClrMapping/>
  </p:clrMapOvr>
</p:sld>
</file>

<file path=ppt/slides/slide2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76574532"/>
      </p:ext>
    </p:extLst>
  </p:cSld>
  <p:clrMapOvr>
    <a:masterClrMapping/>
  </p:clrMapOvr>
</p:sld>
</file>

<file path=ppt/slides/slide2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4055739"/>
      </p:ext>
    </p:extLst>
  </p:cSld>
  <p:clrMapOvr>
    <a:masterClrMapping/>
  </p:clrMapOvr>
</p:sld>
</file>

<file path=ppt/slides/slide2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20269798"/>
      </p:ext>
    </p:extLst>
  </p:cSld>
  <p:clrMapOvr>
    <a:masterClrMapping/>
  </p:clrMapOvr>
</p:sld>
</file>

<file path=ppt/slides/slide2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1608488"/>
      </p:ext>
    </p:extLst>
  </p:cSld>
  <p:clrMapOvr>
    <a:masterClrMapping/>
  </p:clrMapOvr>
</p:sld>
</file>

<file path=ppt/slides/slide2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8898248"/>
      </p:ext>
    </p:extLst>
  </p:cSld>
  <p:clrMapOvr>
    <a:masterClrMapping/>
  </p:clrMapOvr>
</p:sld>
</file>

<file path=ppt/slides/slide2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6447193"/>
      </p:ext>
    </p:extLst>
  </p:cSld>
  <p:clrMapOvr>
    <a:masterClrMapping/>
  </p:clrMapOvr>
</p:sld>
</file>

<file path=ppt/slides/slide2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58866053"/>
      </p:ext>
    </p:extLst>
  </p:cSld>
  <p:clrMapOvr>
    <a:masterClrMapping/>
  </p:clrMapOvr>
</p:sld>
</file>

<file path=ppt/slides/slide2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13633153"/>
      </p:ext>
    </p:extLst>
  </p:cSld>
  <p:clrMapOvr>
    <a:masterClrMapping/>
  </p:clrMapOvr>
</p:sld>
</file>

<file path=ppt/slides/slide2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4944B8D1-3FAA-4075-9AFA-BEE158A7D7B2}"/>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637049799"/>
      </p:ext>
    </p:extLst>
  </p:cSld>
  <p:clrMapOvr>
    <a:masterClrMapping/>
  </p:clrMapOvr>
</p:sld>
</file>

<file path=ppt/slides/slide2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08002070"/>
      </p:ext>
    </p:extLst>
  </p:cSld>
  <p:clrMapOvr>
    <a:masterClrMapping/>
  </p:clrMapOvr>
</p:sld>
</file>

<file path=ppt/slides/slide2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0119919"/>
      </p:ext>
    </p:extLst>
  </p:cSld>
  <p:clrMapOvr>
    <a:masterClrMapping/>
  </p:clrMapOvr>
</p:sld>
</file>

<file path=ppt/slides/slide2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26453586"/>
      </p:ext>
    </p:extLst>
  </p:cSld>
  <p:clrMapOvr>
    <a:masterClrMapping/>
  </p:clrMapOvr>
</p:sld>
</file>

<file path=ppt/slides/slide2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03119394"/>
      </p:ext>
    </p:extLst>
  </p:cSld>
  <p:clrMapOvr>
    <a:masterClrMapping/>
  </p:clrMapOvr>
</p:sld>
</file>

<file path=ppt/slides/slide2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0792274"/>
      </p:ext>
    </p:extLst>
  </p:cSld>
  <p:clrMapOvr>
    <a:masterClrMapping/>
  </p:clrMapOvr>
</p:sld>
</file>

<file path=ppt/slides/slide2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2298737"/>
      </p:ext>
    </p:extLst>
  </p:cSld>
  <p:clrMapOvr>
    <a:masterClrMapping/>
  </p:clrMapOvr>
</p:sld>
</file>

<file path=ppt/slides/slide2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69056052"/>
      </p:ext>
    </p:extLst>
  </p:cSld>
  <p:clrMapOvr>
    <a:masterClrMapping/>
  </p:clrMapOvr>
</p:sld>
</file>

<file path=ppt/slides/slide2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3144753"/>
      </p:ext>
    </p:extLst>
  </p:cSld>
  <p:clrMapOvr>
    <a:masterClrMapping/>
  </p:clrMapOvr>
</p:sld>
</file>

<file path=ppt/slides/slide2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9861347"/>
      </p:ext>
    </p:extLst>
  </p:cSld>
  <p:clrMapOvr>
    <a:masterClrMapping/>
  </p:clrMapOvr>
</p:sld>
</file>

<file path=ppt/slides/slide2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4950151"/>
      </p:ext>
    </p:extLst>
  </p:cSld>
  <p:clrMapOvr>
    <a:masterClrMapping/>
  </p:clrMapOvr>
</p:sld>
</file>

<file path=ppt/slides/slide2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22644671"/>
      </p:ext>
    </p:extLst>
  </p:cSld>
  <p:clrMapOvr>
    <a:masterClrMapping/>
  </p:clrMapOvr>
</p:sld>
</file>

<file path=ppt/slides/slide2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3289583"/>
      </p:ext>
    </p:extLst>
  </p:cSld>
  <p:clrMapOvr>
    <a:masterClrMapping/>
  </p:clrMapOvr>
</p:sld>
</file>

<file path=ppt/slides/slide2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0576126"/>
      </p:ext>
    </p:extLst>
  </p:cSld>
  <p:clrMapOvr>
    <a:masterClrMapping/>
  </p:clrMapOvr>
</p:sld>
</file>

<file path=ppt/slides/slide2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3144923"/>
      </p:ext>
    </p:extLst>
  </p:cSld>
  <p:clrMapOvr>
    <a:masterClrMapping/>
  </p:clrMapOvr>
</p:sld>
</file>

<file path=ppt/slides/slide2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3566502"/>
      </p:ext>
    </p:extLst>
  </p:cSld>
  <p:clrMapOvr>
    <a:masterClrMapping/>
  </p:clrMapOvr>
</p:sld>
</file>

<file path=ppt/slides/slide2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2223009"/>
      </p:ext>
    </p:extLst>
  </p:cSld>
  <p:clrMapOvr>
    <a:masterClrMapping/>
  </p:clrMapOvr>
</p:sld>
</file>

<file path=ppt/slides/slide2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32976095"/>
      </p:ext>
    </p:extLst>
  </p:cSld>
  <p:clrMapOvr>
    <a:masterClrMapping/>
  </p:clrMapOvr>
</p:sld>
</file>

<file path=ppt/slides/slide2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1091062"/>
      </p:ext>
    </p:extLst>
  </p:cSld>
  <p:clrMapOvr>
    <a:masterClrMapping/>
  </p:clrMapOvr>
</p:sld>
</file>

<file path=ppt/slides/slide2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87224450"/>
      </p:ext>
    </p:extLst>
  </p:cSld>
  <p:clrMapOvr>
    <a:masterClrMapping/>
  </p:clrMapOvr>
</p:sld>
</file>

<file path=ppt/slides/slide2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57551739"/>
      </p:ext>
    </p:extLst>
  </p:cSld>
  <p:clrMapOvr>
    <a:masterClrMapping/>
  </p:clrMapOvr>
</p:sld>
</file>

<file path=ppt/slides/slide2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5236903"/>
      </p:ext>
    </p:extLst>
  </p:cSld>
  <p:clrMapOvr>
    <a:masterClrMapping/>
  </p:clrMapOvr>
</p:sld>
</file>

<file path=ppt/slides/slide2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3417968"/>
      </p:ext>
    </p:extLst>
  </p:cSld>
  <p:clrMapOvr>
    <a:masterClrMapping/>
  </p:clrMapOvr>
</p:sld>
</file>

<file path=ppt/slides/slide2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1491613"/>
      </p:ext>
    </p:extLst>
  </p:cSld>
  <p:clrMapOvr>
    <a:masterClrMapping/>
  </p:clrMapOvr>
</p:sld>
</file>

<file path=ppt/slides/slide2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6153315"/>
      </p:ext>
    </p:extLst>
  </p:cSld>
  <p:clrMapOvr>
    <a:masterClrMapping/>
  </p:clrMapOvr>
</p:sld>
</file>

<file path=ppt/slides/slide2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52732"/>
      </p:ext>
    </p:extLst>
  </p:cSld>
  <p:clrMapOvr>
    <a:masterClrMapping/>
  </p:clrMapOvr>
</p:sld>
</file>

<file path=ppt/slides/slide2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5420022"/>
      </p:ext>
    </p:extLst>
  </p:cSld>
  <p:clrMapOvr>
    <a:masterClrMapping/>
  </p:clrMapOvr>
</p:sld>
</file>

<file path=ppt/slides/slide2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6739779"/>
      </p:ext>
    </p:extLst>
  </p:cSld>
  <p:clrMapOvr>
    <a:masterClrMapping/>
  </p:clrMapOvr>
</p:sld>
</file>

<file path=ppt/slides/slide2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57084997"/>
      </p:ext>
    </p:extLst>
  </p:cSld>
  <p:clrMapOvr>
    <a:masterClrMapping/>
  </p:clrMapOvr>
</p:sld>
</file>

<file path=ppt/slides/slide2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81758522"/>
      </p:ext>
    </p:extLst>
  </p:cSld>
  <p:clrMapOvr>
    <a:masterClrMapping/>
  </p:clrMapOvr>
</p:sld>
</file>

<file path=ppt/slides/slide2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0432026"/>
      </p:ext>
    </p:extLst>
  </p:cSld>
  <p:clrMapOvr>
    <a:masterClrMapping/>
  </p:clrMapOvr>
</p:sld>
</file>

<file path=ppt/slides/slide2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8475072"/>
      </p:ext>
    </p:extLst>
  </p:cSld>
  <p:clrMapOvr>
    <a:masterClrMapping/>
  </p:clrMapOvr>
</p:sld>
</file>

<file path=ppt/slides/slide2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3840160"/>
      </p:ext>
    </p:extLst>
  </p:cSld>
  <p:clrMapOvr>
    <a:masterClrMapping/>
  </p:clrMapOvr>
</p:sld>
</file>

<file path=ppt/slides/slide2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1697674"/>
      </p:ext>
    </p:extLst>
  </p:cSld>
  <p:clrMapOvr>
    <a:masterClrMapping/>
  </p:clrMapOvr>
</p:sld>
</file>

<file path=ppt/slides/slide2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2970130"/>
      </p:ext>
    </p:extLst>
  </p:cSld>
  <p:clrMapOvr>
    <a:masterClrMapping/>
  </p:clrMapOvr>
</p:sld>
</file>

<file path=ppt/slides/slide2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2271753"/>
      </p:ext>
    </p:extLst>
  </p:cSld>
  <p:clrMapOvr>
    <a:masterClrMapping/>
  </p:clrMapOvr>
</p:sld>
</file>

<file path=ppt/slides/slide2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73748664"/>
      </p:ext>
    </p:extLst>
  </p:cSld>
  <p:clrMapOvr>
    <a:masterClrMapping/>
  </p:clrMapOvr>
</p:sld>
</file>

<file path=ppt/slides/slide2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39188697"/>
      </p:ext>
    </p:extLst>
  </p:cSld>
  <p:clrMapOvr>
    <a:masterClrMapping/>
  </p:clrMapOvr>
</p:sld>
</file>

<file path=ppt/slides/slide2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6726000"/>
      </p:ext>
    </p:extLst>
  </p:cSld>
  <p:clrMapOvr>
    <a:masterClrMapping/>
  </p:clrMapOvr>
</p:sld>
</file>

<file path=ppt/slides/slide2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4996637"/>
      </p:ext>
    </p:extLst>
  </p:cSld>
  <p:clrMapOvr>
    <a:masterClrMapping/>
  </p:clrMapOvr>
</p:sld>
</file>

<file path=ppt/slides/slide2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1551033"/>
      </p:ext>
    </p:extLst>
  </p:cSld>
  <p:clrMapOvr>
    <a:masterClrMapping/>
  </p:clrMapOvr>
</p:sld>
</file>

<file path=ppt/slides/slide2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07224664"/>
      </p:ext>
    </p:extLst>
  </p:cSld>
  <p:clrMapOvr>
    <a:masterClrMapping/>
  </p:clrMapOvr>
</p:sld>
</file>

<file path=ppt/slides/slide2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4143525"/>
      </p:ext>
    </p:extLst>
  </p:cSld>
  <p:clrMapOvr>
    <a:masterClrMapping/>
  </p:clrMapOvr>
</p:sld>
</file>

<file path=ppt/slides/slide2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3064175"/>
      </p:ext>
    </p:extLst>
  </p:cSld>
  <p:clrMapOvr>
    <a:masterClrMapping/>
  </p:clrMapOvr>
</p:sld>
</file>

<file path=ppt/slides/slide2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2973957"/>
      </p:ext>
    </p:extLst>
  </p:cSld>
  <p:clrMapOvr>
    <a:masterClrMapping/>
  </p:clrMapOvr>
</p:sld>
</file>

<file path=ppt/slides/slide2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234474"/>
      </p:ext>
    </p:extLst>
  </p:cSld>
  <p:clrMapOvr>
    <a:masterClrMapping/>
  </p:clrMapOvr>
</p:sld>
</file>

<file path=ppt/slides/slide2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6997446"/>
      </p:ext>
    </p:extLst>
  </p:cSld>
  <p:clrMapOvr>
    <a:masterClrMapping/>
  </p:clrMapOvr>
</p:sld>
</file>

<file path=ppt/slides/slide2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5566589"/>
      </p:ext>
    </p:extLst>
  </p:cSld>
  <p:clrMapOvr>
    <a:masterClrMapping/>
  </p:clrMapOvr>
</p:sld>
</file>

<file path=ppt/slides/slide2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10868827"/>
      </p:ext>
    </p:extLst>
  </p:cSld>
  <p:clrMapOvr>
    <a:masterClrMapping/>
  </p:clrMapOvr>
</p:sld>
</file>

<file path=ppt/slides/slide2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5527678"/>
      </p:ext>
    </p:extLst>
  </p:cSld>
  <p:clrMapOvr>
    <a:masterClrMapping/>
  </p:clrMapOvr>
</p:sld>
</file>

<file path=ppt/slides/slide2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440020"/>
      </p:ext>
    </p:extLst>
  </p:cSld>
  <p:clrMapOvr>
    <a:masterClrMapping/>
  </p:clrMapOvr>
</p:sld>
</file>

<file path=ppt/slides/slide2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0680781"/>
      </p:ext>
    </p:extLst>
  </p:cSld>
  <p:clrMapOvr>
    <a:masterClrMapping/>
  </p:clrMapOvr>
</p:sld>
</file>

<file path=ppt/slides/slide2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232639"/>
      </p:ext>
    </p:extLst>
  </p:cSld>
  <p:clrMapOvr>
    <a:masterClrMapping/>
  </p:clrMapOvr>
</p:sld>
</file>

<file path=ppt/slides/slide2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8956317"/>
      </p:ext>
    </p:extLst>
  </p:cSld>
  <p:clrMapOvr>
    <a:masterClrMapping/>
  </p:clrMapOvr>
</p:sld>
</file>

<file path=ppt/slides/slide2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68694843"/>
      </p:ext>
    </p:extLst>
  </p:cSld>
  <p:clrMapOvr>
    <a:masterClrMapping/>
  </p:clrMapOvr>
</p:sld>
</file>

<file path=ppt/slides/slide2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37610009"/>
      </p:ext>
    </p:extLst>
  </p:cSld>
  <p:clrMapOvr>
    <a:masterClrMapping/>
  </p:clrMapOvr>
</p:sld>
</file>

<file path=ppt/slides/slide2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64087136"/>
      </p:ext>
    </p:extLst>
  </p:cSld>
  <p:clrMapOvr>
    <a:masterClrMapping/>
  </p:clrMapOvr>
</p:sld>
</file>

<file path=ppt/slides/slide2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4136975"/>
      </p:ext>
    </p:extLst>
  </p:cSld>
  <p:clrMapOvr>
    <a:masterClrMapping/>
  </p:clrMapOvr>
</p:sld>
</file>

<file path=ppt/slides/slide2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2379960"/>
      </p:ext>
    </p:extLst>
  </p:cSld>
  <p:clrMapOvr>
    <a:masterClrMapping/>
  </p:clrMapOvr>
</p:sld>
</file>

<file path=ppt/slides/slide2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111952407"/>
      </p:ext>
    </p:extLst>
  </p:cSld>
  <p:clrMapOvr>
    <a:masterClrMapping/>
  </p:clrMapOvr>
</p:sld>
</file>

<file path=ppt/slides/slide2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42464536"/>
      </p:ext>
    </p:extLst>
  </p:cSld>
  <p:clrMapOvr>
    <a:masterClrMapping/>
  </p:clrMapOvr>
</p:sld>
</file>

<file path=ppt/slides/slide2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4988277"/>
      </p:ext>
    </p:extLst>
  </p:cSld>
  <p:clrMapOvr>
    <a:masterClrMapping/>
  </p:clrMapOvr>
</p:sld>
</file>

<file path=ppt/slides/slide2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4855303"/>
      </p:ext>
    </p:extLst>
  </p:cSld>
  <p:clrMapOvr>
    <a:masterClrMapping/>
  </p:clrMapOvr>
</p:sld>
</file>

<file path=ppt/slides/slide2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9320026"/>
      </p:ext>
    </p:extLst>
  </p:cSld>
  <p:clrMapOvr>
    <a:masterClrMapping/>
  </p:clrMapOvr>
</p:sld>
</file>

<file path=ppt/slides/slide2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29201786"/>
      </p:ext>
    </p:extLst>
  </p:cSld>
  <p:clrMapOvr>
    <a:masterClrMapping/>
  </p:clrMapOvr>
</p:sld>
</file>

<file path=ppt/slides/slide2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17751747"/>
      </p:ext>
    </p:extLst>
  </p:cSld>
  <p:clrMapOvr>
    <a:masterClrMapping/>
  </p:clrMapOvr>
</p:sld>
</file>

<file path=ppt/slides/slide2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7390402"/>
      </p:ext>
    </p:extLst>
  </p:cSld>
  <p:clrMapOvr>
    <a:masterClrMapping/>
  </p:clrMapOvr>
</p:sld>
</file>

<file path=ppt/slides/slide2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0137169"/>
      </p:ext>
    </p:extLst>
  </p:cSld>
  <p:clrMapOvr>
    <a:masterClrMapping/>
  </p:clrMapOvr>
</p:sld>
</file>

<file path=ppt/slides/slide2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73845389"/>
      </p:ext>
    </p:extLst>
  </p:cSld>
  <p:clrMapOvr>
    <a:masterClrMapping/>
  </p:clrMapOvr>
</p:sld>
</file>

<file path=ppt/slides/slide2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7566948"/>
      </p:ext>
    </p:extLst>
  </p:cSld>
  <p:clrMapOvr>
    <a:masterClrMapping/>
  </p:clrMapOvr>
</p:sld>
</file>

<file path=ppt/slides/slide2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975463"/>
      </p:ext>
    </p:extLst>
  </p:cSld>
  <p:clrMapOvr>
    <a:masterClrMapping/>
  </p:clrMapOvr>
</p:sld>
</file>

<file path=ppt/slides/slide2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676251058"/>
      </p:ext>
    </p:extLst>
  </p:cSld>
  <p:clrMapOvr>
    <a:masterClrMapping/>
  </p:clrMapOvr>
</p:sld>
</file>

<file path=ppt/slides/slide2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2828153"/>
      </p:ext>
    </p:extLst>
  </p:cSld>
  <p:clrMapOvr>
    <a:masterClrMapping/>
  </p:clrMapOvr>
</p:sld>
</file>

<file path=ppt/slides/slide2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2337868"/>
      </p:ext>
    </p:extLst>
  </p:cSld>
  <p:clrMapOvr>
    <a:masterClrMapping/>
  </p:clrMapOvr>
</p:sld>
</file>

<file path=ppt/slides/slide2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586592"/>
      </p:ext>
    </p:extLst>
  </p:cSld>
  <p:clrMapOvr>
    <a:masterClrMapping/>
  </p:clrMapOvr>
</p:sld>
</file>

<file path=ppt/slides/slide2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67503512"/>
      </p:ext>
    </p:extLst>
  </p:cSld>
  <p:clrMapOvr>
    <a:masterClrMapping/>
  </p:clrMapOvr>
</p:sld>
</file>

<file path=ppt/slides/slide2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1418962"/>
      </p:ext>
    </p:extLst>
  </p:cSld>
  <p:clrMapOvr>
    <a:masterClrMapping/>
  </p:clrMapOvr>
</p:sld>
</file>

<file path=ppt/slides/slide2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93643716"/>
      </p:ext>
    </p:extLst>
  </p:cSld>
  <p:clrMapOvr>
    <a:masterClrMapping/>
  </p:clrMapOvr>
</p:sld>
</file>

<file path=ppt/slides/slide2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3792113"/>
      </p:ext>
    </p:extLst>
  </p:cSld>
  <p:clrMapOvr>
    <a:masterClrMapping/>
  </p:clrMapOvr>
</p:sld>
</file>

<file path=ppt/slides/slide2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3160405"/>
      </p:ext>
    </p:extLst>
  </p:cSld>
  <p:clrMapOvr>
    <a:masterClrMapping/>
  </p:clrMapOvr>
</p:sld>
</file>

<file path=ppt/slides/slide2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3092472"/>
      </p:ext>
    </p:extLst>
  </p:cSld>
  <p:clrMapOvr>
    <a:masterClrMapping/>
  </p:clrMapOvr>
</p:sld>
</file>

<file path=ppt/slides/slide2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7181393"/>
      </p:ext>
    </p:extLst>
  </p:cSld>
  <p:clrMapOvr>
    <a:masterClrMapping/>
  </p:clrMapOvr>
</p:sld>
</file>

<file path=ppt/slides/slide2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0650207"/>
      </p:ext>
    </p:extLst>
  </p:cSld>
  <p:clrMapOvr>
    <a:masterClrMapping/>
  </p:clrMapOvr>
</p:sld>
</file>

<file path=ppt/slides/slide2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6495221"/>
      </p:ext>
    </p:extLst>
  </p:cSld>
  <p:clrMapOvr>
    <a:masterClrMapping/>
  </p:clrMapOvr>
</p:sld>
</file>

<file path=ppt/slides/slide2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93400593"/>
      </p:ext>
    </p:extLst>
  </p:cSld>
  <p:clrMapOvr>
    <a:masterClrMapping/>
  </p:clrMapOvr>
</p:sld>
</file>

<file path=ppt/slides/slide2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7765385"/>
      </p:ext>
    </p:extLst>
  </p:cSld>
  <p:clrMapOvr>
    <a:masterClrMapping/>
  </p:clrMapOvr>
</p:sld>
</file>

<file path=ppt/slides/slide2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12802103"/>
      </p:ext>
    </p:extLst>
  </p:cSld>
  <p:clrMapOvr>
    <a:masterClrMapping/>
  </p:clrMapOvr>
</p:sld>
</file>

<file path=ppt/slides/slide2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1053485"/>
      </p:ext>
    </p:extLst>
  </p:cSld>
  <p:clrMapOvr>
    <a:masterClrMapping/>
  </p:clrMapOvr>
</p:sld>
</file>

<file path=ppt/slides/slide2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74885311"/>
      </p:ext>
    </p:extLst>
  </p:cSld>
  <p:clrMapOvr>
    <a:masterClrMapping/>
  </p:clrMapOvr>
</p:sld>
</file>

<file path=ppt/slides/slide2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27632423"/>
      </p:ext>
    </p:extLst>
  </p:cSld>
  <p:clrMapOvr>
    <a:masterClrMapping/>
  </p:clrMapOvr>
</p:sld>
</file>

<file path=ppt/slides/slide2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3055813"/>
      </p:ext>
    </p:extLst>
  </p:cSld>
  <p:clrMapOvr>
    <a:masterClrMapping/>
  </p:clrMapOvr>
</p:sld>
</file>

<file path=ppt/slides/slide2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56851742"/>
      </p:ext>
    </p:extLst>
  </p:cSld>
  <p:clrMapOvr>
    <a:masterClrMapping/>
  </p:clrMapOvr>
</p:sld>
</file>

<file path=ppt/slides/slide2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0480611"/>
      </p:ext>
    </p:extLst>
  </p:cSld>
  <p:clrMapOvr>
    <a:masterClrMapping/>
  </p:clrMapOvr>
</p:sld>
</file>

<file path=ppt/slides/slide2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37615792"/>
      </p:ext>
    </p:extLst>
  </p:cSld>
  <p:clrMapOvr>
    <a:masterClrMapping/>
  </p:clrMapOvr>
</p:sld>
</file>

<file path=ppt/slides/slide2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56060737"/>
      </p:ext>
    </p:extLst>
  </p:cSld>
  <p:clrMapOvr>
    <a:masterClrMapping/>
  </p:clrMapOvr>
</p:sld>
</file>

<file path=ppt/slides/slide2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2877198"/>
      </p:ext>
    </p:extLst>
  </p:cSld>
  <p:clrMapOvr>
    <a:masterClrMapping/>
  </p:clrMapOvr>
</p:sld>
</file>

<file path=ppt/slides/slide2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4136267"/>
      </p:ext>
    </p:extLst>
  </p:cSld>
  <p:clrMapOvr>
    <a:masterClrMapping/>
  </p:clrMapOvr>
</p:sld>
</file>

<file path=ppt/slides/slide2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9168536"/>
      </p:ext>
    </p:extLst>
  </p:cSld>
  <p:clrMapOvr>
    <a:masterClrMapping/>
  </p:clrMapOvr>
</p:sld>
</file>

<file path=ppt/slides/slide2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33095398"/>
      </p:ext>
    </p:extLst>
  </p:cSld>
  <p:clrMapOvr>
    <a:masterClrMapping/>
  </p:clrMapOvr>
</p:sld>
</file>

<file path=ppt/slides/slide2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7443422"/>
      </p:ext>
    </p:extLst>
  </p:cSld>
  <p:clrMapOvr>
    <a:masterClrMapping/>
  </p:clrMapOvr>
</p:sld>
</file>

<file path=ppt/slides/slide2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99577034"/>
      </p:ext>
    </p:extLst>
  </p:cSld>
  <p:clrMapOvr>
    <a:masterClrMapping/>
  </p:clrMapOvr>
</p:sld>
</file>

<file path=ppt/slides/slide2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7173380"/>
      </p:ext>
    </p:extLst>
  </p:cSld>
  <p:clrMapOvr>
    <a:masterClrMapping/>
  </p:clrMapOvr>
</p:sld>
</file>

<file path=ppt/slides/slide2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7610789"/>
      </p:ext>
    </p:extLst>
  </p:cSld>
  <p:clrMapOvr>
    <a:masterClrMapping/>
  </p:clrMapOvr>
</p:sld>
</file>

<file path=ppt/slides/slide2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87897315"/>
      </p:ext>
    </p:extLst>
  </p:cSld>
  <p:clrMapOvr>
    <a:masterClrMapping/>
  </p:clrMapOvr>
</p:sld>
</file>

<file path=ppt/slides/slide2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258201"/>
      </p:ext>
    </p:extLst>
  </p:cSld>
  <p:clrMapOvr>
    <a:masterClrMapping/>
  </p:clrMapOvr>
</p:sld>
</file>

<file path=ppt/slides/slide2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62258822"/>
      </p:ext>
    </p:extLst>
  </p:cSld>
  <p:clrMapOvr>
    <a:masterClrMapping/>
  </p:clrMapOvr>
</p:sld>
</file>

<file path=ppt/slides/slide2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1616757"/>
      </p:ext>
    </p:extLst>
  </p:cSld>
  <p:clrMapOvr>
    <a:masterClrMapping/>
  </p:clrMapOvr>
</p:sld>
</file>

<file path=ppt/slides/slide2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676833856"/>
      </p:ext>
    </p:extLst>
  </p:cSld>
  <p:clrMapOvr>
    <a:masterClrMapping/>
  </p:clrMapOvr>
</p:sld>
</file>

<file path=ppt/slides/slide2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8351215"/>
      </p:ext>
    </p:extLst>
  </p:cSld>
  <p:clrMapOvr>
    <a:masterClrMapping/>
  </p:clrMapOvr>
</p:sld>
</file>

<file path=ppt/slides/slide2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03379471"/>
      </p:ext>
    </p:extLst>
  </p:cSld>
  <p:clrMapOvr>
    <a:masterClrMapping/>
  </p:clrMapOvr>
</p:sld>
</file>

<file path=ppt/slides/slide2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9624878"/>
      </p:ext>
    </p:extLst>
  </p:cSld>
  <p:clrMapOvr>
    <a:masterClrMapping/>
  </p:clrMapOvr>
</p:sld>
</file>

<file path=ppt/slides/slide2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2801642"/>
      </p:ext>
    </p:extLst>
  </p:cSld>
  <p:clrMapOvr>
    <a:masterClrMapping/>
  </p:clrMapOvr>
</p:sld>
</file>

<file path=ppt/slides/slide2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0704605"/>
      </p:ext>
    </p:extLst>
  </p:cSld>
  <p:clrMapOvr>
    <a:masterClrMapping/>
  </p:clrMapOvr>
</p:sld>
</file>

<file path=ppt/slides/slide2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79495467"/>
      </p:ext>
    </p:extLst>
  </p:cSld>
  <p:clrMapOvr>
    <a:masterClrMapping/>
  </p:clrMapOvr>
</p:sld>
</file>

<file path=ppt/slides/slide2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57524490"/>
      </p:ext>
    </p:extLst>
  </p:cSld>
  <p:clrMapOvr>
    <a:masterClrMapping/>
  </p:clrMapOvr>
</p:sld>
</file>

<file path=ppt/slides/slide2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8101783"/>
      </p:ext>
    </p:extLst>
  </p:cSld>
  <p:clrMapOvr>
    <a:masterClrMapping/>
  </p:clrMapOvr>
</p:sld>
</file>

<file path=ppt/slides/slide2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3573932"/>
      </p:ext>
    </p:extLst>
  </p:cSld>
  <p:clrMapOvr>
    <a:masterClrMapping/>
  </p:clrMapOvr>
</p:sld>
</file>

<file path=ppt/slides/slide2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2178818"/>
      </p:ext>
    </p:extLst>
  </p:cSld>
  <p:clrMapOvr>
    <a:masterClrMapping/>
  </p:clrMapOvr>
</p:sld>
</file>

<file path=ppt/slides/slide2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75519103"/>
      </p:ext>
    </p:extLst>
  </p:cSld>
  <p:clrMapOvr>
    <a:masterClrMapping/>
  </p:clrMapOvr>
</p:sld>
</file>

<file path=ppt/slides/slide2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29152051"/>
      </p:ext>
    </p:extLst>
  </p:cSld>
  <p:clrMapOvr>
    <a:masterClrMapping/>
  </p:clrMapOvr>
</p:sld>
</file>

<file path=ppt/slides/slide2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3669864"/>
      </p:ext>
    </p:extLst>
  </p:cSld>
  <p:clrMapOvr>
    <a:masterClrMapping/>
  </p:clrMapOvr>
</p:sld>
</file>

<file path=ppt/slides/slide2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6698074"/>
      </p:ext>
    </p:extLst>
  </p:cSld>
  <p:clrMapOvr>
    <a:masterClrMapping/>
  </p:clrMapOvr>
</p:sld>
</file>

<file path=ppt/slides/slide2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9206153"/>
      </p:ext>
    </p:extLst>
  </p:cSld>
  <p:clrMapOvr>
    <a:masterClrMapping/>
  </p:clrMapOvr>
</p:sld>
</file>

<file path=ppt/slides/slide2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4947943"/>
      </p:ext>
    </p:extLst>
  </p:cSld>
  <p:clrMapOvr>
    <a:masterClrMapping/>
  </p:clrMapOvr>
</p:sld>
</file>

<file path=ppt/slides/slide2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70592869"/>
      </p:ext>
    </p:extLst>
  </p:cSld>
  <p:clrMapOvr>
    <a:masterClrMapping/>
  </p:clrMapOvr>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9092415"/>
      </p:ext>
    </p:extLst>
  </p:cSld>
  <p:clrMapOvr>
    <a:masterClrMapping/>
  </p:clrMapOvr>
</p:sld>
</file>

<file path=ppt/slides/slide3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42496268"/>
      </p:ext>
    </p:extLst>
  </p:cSld>
  <p:clrMapOvr>
    <a:masterClrMapping/>
  </p:clrMapOvr>
</p:sld>
</file>

<file path=ppt/slides/slide3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6485146"/>
      </p:ext>
    </p:extLst>
  </p:cSld>
  <p:clrMapOvr>
    <a:masterClrMapping/>
  </p:clrMapOvr>
</p:sld>
</file>

<file path=ppt/slides/slide3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5516758"/>
      </p:ext>
    </p:extLst>
  </p:cSld>
  <p:clrMapOvr>
    <a:masterClrMapping/>
  </p:clrMapOvr>
</p:sld>
</file>

<file path=ppt/slides/slide3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7797399"/>
      </p:ext>
    </p:extLst>
  </p:cSld>
  <p:clrMapOvr>
    <a:masterClrMapping/>
  </p:clrMapOvr>
</p:sld>
</file>

<file path=ppt/slides/slide3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15693836"/>
      </p:ext>
    </p:extLst>
  </p:cSld>
  <p:clrMapOvr>
    <a:masterClrMapping/>
  </p:clrMapOvr>
</p:sld>
</file>

<file path=ppt/slides/slide3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2633757"/>
      </p:ext>
    </p:extLst>
  </p:cSld>
  <p:clrMapOvr>
    <a:masterClrMapping/>
  </p:clrMapOvr>
</p:sld>
</file>

<file path=ppt/slides/slide3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725719826"/>
      </p:ext>
    </p:extLst>
  </p:cSld>
  <p:clrMapOvr>
    <a:masterClrMapping/>
  </p:clrMapOvr>
</p:sld>
</file>

<file path=ppt/slides/slide3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1443221"/>
      </p:ext>
    </p:extLst>
  </p:cSld>
  <p:clrMapOvr>
    <a:masterClrMapping/>
  </p:clrMapOvr>
</p:sld>
</file>

<file path=ppt/slides/slide3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1430248"/>
      </p:ext>
    </p:extLst>
  </p:cSld>
  <p:clrMapOvr>
    <a:masterClrMapping/>
  </p:clrMapOvr>
</p:sld>
</file>

<file path=ppt/slides/slide3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10980265"/>
      </p:ext>
    </p:extLst>
  </p:cSld>
  <p:clrMapOvr>
    <a:masterClrMapping/>
  </p:clrMapOvr>
</p:sld>
</file>

<file path=ppt/slides/slide3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8129128"/>
      </p:ext>
    </p:extLst>
  </p:cSld>
  <p:clrMapOvr>
    <a:masterClrMapping/>
  </p:clrMapOvr>
</p:sld>
</file>

<file path=ppt/slides/slide3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1730617"/>
      </p:ext>
    </p:extLst>
  </p:cSld>
  <p:clrMapOvr>
    <a:masterClrMapping/>
  </p:clrMapOvr>
</p:sld>
</file>

<file path=ppt/slides/slide3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84429421"/>
      </p:ext>
    </p:extLst>
  </p:cSld>
  <p:clrMapOvr>
    <a:masterClrMapping/>
  </p:clrMapOvr>
</p:sld>
</file>

<file path=ppt/slides/slide3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04877209"/>
      </p:ext>
    </p:extLst>
  </p:cSld>
  <p:clrMapOvr>
    <a:masterClrMapping/>
  </p:clrMapOvr>
</p:sld>
</file>

<file path=ppt/slides/slide3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3100419"/>
      </p:ext>
    </p:extLst>
  </p:cSld>
  <p:clrMapOvr>
    <a:masterClrMapping/>
  </p:clrMapOvr>
</p:sld>
</file>

<file path=ppt/slides/slide3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3055261"/>
      </p:ext>
    </p:extLst>
  </p:cSld>
  <p:clrMapOvr>
    <a:masterClrMapping/>
  </p:clrMapOvr>
</p:sld>
</file>

<file path=ppt/slides/slide3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6394789"/>
      </p:ext>
    </p:extLst>
  </p:cSld>
  <p:clrMapOvr>
    <a:masterClrMapping/>
  </p:clrMapOvr>
</p:sld>
</file>

<file path=ppt/slides/slide3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7492957"/>
      </p:ext>
    </p:extLst>
  </p:cSld>
  <p:clrMapOvr>
    <a:masterClrMapping/>
  </p:clrMapOvr>
</p:sld>
</file>

<file path=ppt/slides/slide3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70163106"/>
      </p:ext>
    </p:extLst>
  </p:cSld>
  <p:clrMapOvr>
    <a:masterClrMapping/>
  </p:clrMapOvr>
</p:sld>
</file>

<file path=ppt/slides/slide3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5824135"/>
      </p:ext>
    </p:extLst>
  </p:cSld>
  <p:clrMapOvr>
    <a:masterClrMapping/>
  </p:clrMapOvr>
</p:sld>
</file>

<file path=ppt/slides/slide3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2792339"/>
      </p:ext>
    </p:extLst>
  </p:cSld>
  <p:clrMapOvr>
    <a:masterClrMapping/>
  </p:clrMapOvr>
</p:sld>
</file>

<file path=ppt/slides/slide3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9801782"/>
      </p:ext>
    </p:extLst>
  </p:cSld>
  <p:clrMapOvr>
    <a:masterClrMapping/>
  </p:clrMapOvr>
</p:sld>
</file>

<file path=ppt/slides/slide3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1605533"/>
      </p:ext>
    </p:extLst>
  </p:cSld>
  <p:clrMapOvr>
    <a:masterClrMapping/>
  </p:clrMapOvr>
</p:sld>
</file>

<file path=ppt/slides/slide3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5725522"/>
      </p:ext>
    </p:extLst>
  </p:cSld>
  <p:clrMapOvr>
    <a:masterClrMapping/>
  </p:clrMapOvr>
</p:sld>
</file>

<file path=ppt/slides/slide3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7082776"/>
      </p:ext>
    </p:extLst>
  </p:cSld>
  <p:clrMapOvr>
    <a:masterClrMapping/>
  </p:clrMapOvr>
</p:sld>
</file>

<file path=ppt/slides/slide3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07398185"/>
      </p:ext>
    </p:extLst>
  </p:cSld>
  <p:clrMapOvr>
    <a:masterClrMapping/>
  </p:clrMapOvr>
</p:sld>
</file>

<file path=ppt/slides/slide3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09140809"/>
      </p:ext>
    </p:extLst>
  </p:cSld>
  <p:clrMapOvr>
    <a:masterClrMapping/>
  </p:clrMapOvr>
</p:sld>
</file>

<file path=ppt/slides/slide3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70193139"/>
      </p:ext>
    </p:extLst>
  </p:cSld>
  <p:clrMapOvr>
    <a:masterClrMapping/>
  </p:clrMapOvr>
</p:sld>
</file>

<file path=ppt/slides/slide3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337568"/>
      </p:ext>
    </p:extLst>
  </p:cSld>
  <p:clrMapOvr>
    <a:masterClrMapping/>
  </p:clrMapOvr>
</p:sld>
</file>

<file path=ppt/slides/slide3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47193422"/>
      </p:ext>
    </p:extLst>
  </p:cSld>
  <p:clrMapOvr>
    <a:masterClrMapping/>
  </p:clrMapOvr>
</p:sld>
</file>

<file path=ppt/slides/slide3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51866646"/>
      </p:ext>
    </p:extLst>
  </p:cSld>
  <p:clrMapOvr>
    <a:masterClrMapping/>
  </p:clrMapOvr>
</p:sld>
</file>

<file path=ppt/slides/slide3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58488693"/>
      </p:ext>
    </p:extLst>
  </p:cSld>
  <p:clrMapOvr>
    <a:masterClrMapping/>
  </p:clrMapOvr>
</p:sld>
</file>

<file path=ppt/slides/slide3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4398370"/>
      </p:ext>
    </p:extLst>
  </p:cSld>
  <p:clrMapOvr>
    <a:masterClrMapping/>
  </p:clrMapOvr>
</p:sld>
</file>

<file path=ppt/slides/slide3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25356490"/>
      </p:ext>
    </p:extLst>
  </p:cSld>
  <p:clrMapOvr>
    <a:masterClrMapping/>
  </p:clrMapOvr>
</p:sld>
</file>

<file path=ppt/slides/slide3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1114246"/>
      </p:ext>
    </p:extLst>
  </p:cSld>
  <p:clrMapOvr>
    <a:masterClrMapping/>
  </p:clrMapOvr>
</p:sld>
</file>

<file path=ppt/slides/slide3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9134245"/>
      </p:ext>
    </p:extLst>
  </p:cSld>
  <p:clrMapOvr>
    <a:masterClrMapping/>
  </p:clrMapOvr>
</p:sld>
</file>

<file path=ppt/slides/slide3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6353459"/>
      </p:ext>
    </p:extLst>
  </p:cSld>
  <p:clrMapOvr>
    <a:masterClrMapping/>
  </p:clrMapOvr>
</p:sld>
</file>

<file path=ppt/slides/slide3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75563980"/>
      </p:ext>
    </p:extLst>
  </p:cSld>
  <p:clrMapOvr>
    <a:masterClrMapping/>
  </p:clrMapOvr>
</p:sld>
</file>

<file path=ppt/slides/slide3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22078461"/>
      </p:ext>
    </p:extLst>
  </p:cSld>
  <p:clrMapOvr>
    <a:masterClrMapping/>
  </p:clrMapOvr>
</p:sld>
</file>

<file path=ppt/slides/slide3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0612970"/>
      </p:ext>
    </p:extLst>
  </p:cSld>
  <p:clrMapOvr>
    <a:masterClrMapping/>
  </p:clrMapOvr>
</p:sld>
</file>

<file path=ppt/slides/slide3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3994845"/>
      </p:ext>
    </p:extLst>
  </p:cSld>
  <p:clrMapOvr>
    <a:masterClrMapping/>
  </p:clrMapOvr>
</p:sld>
</file>

<file path=ppt/slides/slide3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595725"/>
      </p:ext>
    </p:extLst>
  </p:cSld>
  <p:clrMapOvr>
    <a:masterClrMapping/>
  </p:clrMapOvr>
</p:sld>
</file>

<file path=ppt/slides/slide3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91482800"/>
      </p:ext>
    </p:extLst>
  </p:cSld>
  <p:clrMapOvr>
    <a:masterClrMapping/>
  </p:clrMapOvr>
</p:sld>
</file>

<file path=ppt/slides/slide3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047564757"/>
      </p:ext>
    </p:extLst>
  </p:cSld>
  <p:clrMapOvr>
    <a:masterClrMapping/>
  </p:clrMapOvr>
</p:sld>
</file>

<file path=ppt/slides/slide3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6671984"/>
      </p:ext>
    </p:extLst>
  </p:cSld>
  <p:clrMapOvr>
    <a:masterClrMapping/>
  </p:clrMapOvr>
</p:sld>
</file>

<file path=ppt/slides/slide3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6590266"/>
      </p:ext>
    </p:extLst>
  </p:cSld>
  <p:clrMapOvr>
    <a:masterClrMapping/>
  </p:clrMapOvr>
</p:sld>
</file>

<file path=ppt/slides/slide3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50023209"/>
      </p:ext>
    </p:extLst>
  </p:cSld>
  <p:clrMapOvr>
    <a:masterClrMapping/>
  </p:clrMapOvr>
</p:sld>
</file>

<file path=ppt/slides/slide3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6542949"/>
      </p:ext>
    </p:extLst>
  </p:cSld>
  <p:clrMapOvr>
    <a:masterClrMapping/>
  </p:clrMapOvr>
</p:sld>
</file>

<file path=ppt/slides/slide3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37917618"/>
      </p:ext>
    </p:extLst>
  </p:cSld>
  <p:clrMapOvr>
    <a:masterClrMapping/>
  </p:clrMapOvr>
</p:sld>
</file>

<file path=ppt/slides/slide3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57916102"/>
      </p:ext>
    </p:extLst>
  </p:cSld>
  <p:clrMapOvr>
    <a:masterClrMapping/>
  </p:clrMapOvr>
</p:sld>
</file>

<file path=ppt/slides/slide3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54895722"/>
      </p:ext>
    </p:extLst>
  </p:cSld>
  <p:clrMapOvr>
    <a:masterClrMapping/>
  </p:clrMapOvr>
</p:sld>
</file>

<file path=ppt/slides/slide3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2459175"/>
      </p:ext>
    </p:extLst>
  </p:cSld>
  <p:clrMapOvr>
    <a:masterClrMapping/>
  </p:clrMapOvr>
</p:sld>
</file>

<file path=ppt/slides/slide3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0934297"/>
      </p:ext>
    </p:extLst>
  </p:cSld>
  <p:clrMapOvr>
    <a:masterClrMapping/>
  </p:clrMapOvr>
</p:sld>
</file>

<file path=ppt/slides/slide3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6170503"/>
      </p:ext>
    </p:extLst>
  </p:cSld>
  <p:clrMapOvr>
    <a:masterClrMapping/>
  </p:clrMapOvr>
</p:sld>
</file>

<file path=ppt/slides/slide3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35543809"/>
      </p:ext>
    </p:extLst>
  </p:cSld>
  <p:clrMapOvr>
    <a:masterClrMapping/>
  </p:clrMapOvr>
</p:sld>
</file>

<file path=ppt/slides/slide3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306553"/>
      </p:ext>
    </p:extLst>
  </p:cSld>
  <p:clrMapOvr>
    <a:masterClrMapping/>
  </p:clrMapOvr>
</p:sld>
</file>

<file path=ppt/slides/slide3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32349387"/>
      </p:ext>
    </p:extLst>
  </p:cSld>
  <p:clrMapOvr>
    <a:masterClrMapping/>
  </p:clrMapOvr>
</p:sld>
</file>

<file path=ppt/slides/slide3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4466463"/>
      </p:ext>
    </p:extLst>
  </p:cSld>
  <p:clrMapOvr>
    <a:masterClrMapping/>
  </p:clrMapOvr>
</p:sld>
</file>

<file path=ppt/slides/slide3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3561646"/>
      </p:ext>
    </p:extLst>
  </p:cSld>
  <p:clrMapOvr>
    <a:masterClrMapping/>
  </p:clrMapOvr>
</p:sld>
</file>

<file path=ppt/slides/slide3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4918814"/>
      </p:ext>
    </p:extLst>
  </p:cSld>
  <p:clrMapOvr>
    <a:masterClrMapping/>
  </p:clrMapOvr>
</p:sld>
</file>

<file path=ppt/slides/slide3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14969608"/>
      </p:ext>
    </p:extLst>
  </p:cSld>
  <p:clrMapOvr>
    <a:masterClrMapping/>
  </p:clrMapOvr>
</p:sld>
</file>

<file path=ppt/slides/slide3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2211111"/>
      </p:ext>
    </p:extLst>
  </p:cSld>
  <p:clrMapOvr>
    <a:masterClrMapping/>
  </p:clrMapOvr>
</p:sld>
</file>

<file path=ppt/slides/slide3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42251911"/>
      </p:ext>
    </p:extLst>
  </p:cSld>
  <p:clrMapOvr>
    <a:masterClrMapping/>
  </p:clrMapOvr>
</p:sld>
</file>

<file path=ppt/slides/slide3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5817910"/>
      </p:ext>
    </p:extLst>
  </p:cSld>
  <p:clrMapOvr>
    <a:masterClrMapping/>
  </p:clrMapOvr>
</p:sld>
</file>

<file path=ppt/slides/slide3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9473340"/>
      </p:ext>
    </p:extLst>
  </p:cSld>
  <p:clrMapOvr>
    <a:masterClrMapping/>
  </p:clrMapOvr>
</p:sld>
</file>

<file path=ppt/slides/slide3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10990686"/>
      </p:ext>
    </p:extLst>
  </p:cSld>
  <p:clrMapOvr>
    <a:masterClrMapping/>
  </p:clrMapOvr>
</p:sld>
</file>

<file path=ppt/slides/slide3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27286769"/>
      </p:ext>
    </p:extLst>
  </p:cSld>
  <p:clrMapOvr>
    <a:masterClrMapping/>
  </p:clrMapOvr>
</p:sld>
</file>

<file path=ppt/slides/slide3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2845007"/>
      </p:ext>
    </p:extLst>
  </p:cSld>
  <p:clrMapOvr>
    <a:masterClrMapping/>
  </p:clrMapOvr>
</p:sld>
</file>

<file path=ppt/slides/slide3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49880213"/>
      </p:ext>
    </p:extLst>
  </p:cSld>
  <p:clrMapOvr>
    <a:masterClrMapping/>
  </p:clrMapOvr>
</p:sld>
</file>

<file path=ppt/slides/slide3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2261016"/>
      </p:ext>
    </p:extLst>
  </p:cSld>
  <p:clrMapOvr>
    <a:masterClrMapping/>
  </p:clrMapOvr>
</p:sld>
</file>

<file path=ppt/slides/slide3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6414229"/>
      </p:ext>
    </p:extLst>
  </p:cSld>
  <p:clrMapOvr>
    <a:masterClrMapping/>
  </p:clrMapOvr>
</p:sld>
</file>

<file path=ppt/slides/slide3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9367869"/>
      </p:ext>
    </p:extLst>
  </p:cSld>
  <p:clrMapOvr>
    <a:masterClrMapping/>
  </p:clrMapOvr>
</p:sld>
</file>

<file path=ppt/slides/slide3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14840865"/>
      </p:ext>
    </p:extLst>
  </p:cSld>
  <p:clrMapOvr>
    <a:masterClrMapping/>
  </p:clrMapOvr>
</p:sld>
</file>

<file path=ppt/slides/slide3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3035175"/>
      </p:ext>
    </p:extLst>
  </p:cSld>
  <p:clrMapOvr>
    <a:masterClrMapping/>
  </p:clrMapOvr>
</p:sld>
</file>

<file path=ppt/slides/slide3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005713694"/>
      </p:ext>
    </p:extLst>
  </p:cSld>
  <p:clrMapOvr>
    <a:masterClrMapping/>
  </p:clrMapOvr>
</p:sld>
</file>

<file path=ppt/slides/slide3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6928448"/>
      </p:ext>
    </p:extLst>
  </p:cSld>
  <p:clrMapOvr>
    <a:masterClrMapping/>
  </p:clrMapOvr>
</p:sld>
</file>

<file path=ppt/slides/slide3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56889941"/>
      </p:ext>
    </p:extLst>
  </p:cSld>
  <p:clrMapOvr>
    <a:masterClrMapping/>
  </p:clrMapOvr>
</p:sld>
</file>

<file path=ppt/slides/slide3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80519321"/>
      </p:ext>
    </p:extLst>
  </p:cSld>
  <p:clrMapOvr>
    <a:masterClrMapping/>
  </p:clrMapOvr>
</p:sld>
</file>

<file path=ppt/slides/slide3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7031688"/>
      </p:ext>
    </p:extLst>
  </p:cSld>
  <p:clrMapOvr>
    <a:masterClrMapping/>
  </p:clrMapOvr>
</p:sld>
</file>

<file path=ppt/slides/slide3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1622590"/>
      </p:ext>
    </p:extLst>
  </p:cSld>
  <p:clrMapOvr>
    <a:masterClrMapping/>
  </p:clrMapOvr>
</p:sld>
</file>

<file path=ppt/slides/slide3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62215934"/>
      </p:ext>
    </p:extLst>
  </p:cSld>
  <p:clrMapOvr>
    <a:masterClrMapping/>
  </p:clrMapOvr>
</p:sld>
</file>

<file path=ppt/slides/slide3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3882414"/>
      </p:ext>
    </p:extLst>
  </p:cSld>
  <p:clrMapOvr>
    <a:masterClrMapping/>
  </p:clrMapOvr>
</p:sld>
</file>

<file path=ppt/slides/slide3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0301960"/>
      </p:ext>
    </p:extLst>
  </p:cSld>
  <p:clrMapOvr>
    <a:masterClrMapping/>
  </p:clrMapOvr>
</p:sld>
</file>

<file path=ppt/slides/slide3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8259510"/>
      </p:ext>
    </p:extLst>
  </p:cSld>
  <p:clrMapOvr>
    <a:masterClrMapping/>
  </p:clrMapOvr>
</p:sld>
</file>

<file path=ppt/slides/slide3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44700501"/>
      </p:ext>
    </p:extLst>
  </p:cSld>
  <p:clrMapOvr>
    <a:masterClrMapping/>
  </p:clrMapOvr>
</p:sld>
</file>

<file path=ppt/slides/slide3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05479"/>
      </p:ext>
    </p:extLst>
  </p:cSld>
  <p:clrMapOvr>
    <a:masterClrMapping/>
  </p:clrMapOvr>
</p:sld>
</file>

<file path=ppt/slides/slide3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77938354"/>
      </p:ext>
    </p:extLst>
  </p:cSld>
  <p:clrMapOvr>
    <a:masterClrMapping/>
  </p:clrMapOvr>
</p:sld>
</file>

<file path=ppt/slides/slide3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08403106"/>
      </p:ext>
    </p:extLst>
  </p:cSld>
  <p:clrMapOvr>
    <a:masterClrMapping/>
  </p:clrMapOvr>
</p:sld>
</file>

<file path=ppt/slides/slide3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20045611"/>
      </p:ext>
    </p:extLst>
  </p:cSld>
  <p:clrMapOvr>
    <a:masterClrMapping/>
  </p:clrMapOvr>
</p:sld>
</file>

<file path=ppt/slides/slide3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7485263"/>
      </p:ext>
    </p:extLst>
  </p:cSld>
  <p:clrMapOvr>
    <a:masterClrMapping/>
  </p:clrMapOvr>
</p:sld>
</file>

<file path=ppt/slides/slide3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8171802"/>
      </p:ext>
    </p:extLst>
  </p:cSld>
  <p:clrMapOvr>
    <a:masterClrMapping/>
  </p:clrMapOvr>
</p:sld>
</file>

<file path=ppt/slides/slide3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9650354"/>
      </p:ext>
    </p:extLst>
  </p:cSld>
  <p:clrMapOvr>
    <a:masterClrMapping/>
  </p:clrMapOvr>
</p:sld>
</file>

<file path=ppt/slides/slide3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841845500"/>
      </p:ext>
    </p:extLst>
  </p:cSld>
  <p:clrMapOvr>
    <a:masterClrMapping/>
  </p:clrMapOvr>
</p:sld>
</file>

<file path=ppt/slides/slide3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5344962"/>
      </p:ext>
    </p:extLst>
  </p:cSld>
  <p:clrMapOvr>
    <a:masterClrMapping/>
  </p:clrMapOvr>
</p:sld>
</file>

<file path=ppt/slides/slide3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3750359"/>
      </p:ext>
    </p:extLst>
  </p:cSld>
  <p:clrMapOvr>
    <a:masterClrMapping/>
  </p:clrMapOvr>
</p:sld>
</file>

<file path=ppt/slides/slide3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8854769"/>
      </p:ext>
    </p:extLst>
  </p:cSld>
  <p:clrMapOvr>
    <a:masterClrMapping/>
  </p:clrMapOvr>
</p:sld>
</file>

<file path=ppt/slides/slide3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475948"/>
      </p:ext>
    </p:extLst>
  </p:cSld>
  <p:clrMapOvr>
    <a:masterClrMapping/>
  </p:clrMapOvr>
</p:sld>
</file>

<file path=ppt/slides/slide3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1219926"/>
      </p:ext>
    </p:extLst>
  </p:cSld>
  <p:clrMapOvr>
    <a:masterClrMapping/>
  </p:clrMapOvr>
</p:sld>
</file>

<file path=ppt/slides/slide3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66219982"/>
      </p:ext>
    </p:extLst>
  </p:cSld>
  <p:clrMapOvr>
    <a:masterClrMapping/>
  </p:clrMapOvr>
</p:sld>
</file>

<file path=ppt/slides/slide3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5493302"/>
      </p:ext>
    </p:extLst>
  </p:cSld>
  <p:clrMapOvr>
    <a:masterClrMapping/>
  </p:clrMapOvr>
</p:sld>
</file>

<file path=ppt/slides/slide3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1974597"/>
      </p:ext>
    </p:extLst>
  </p:cSld>
  <p:clrMapOvr>
    <a:masterClrMapping/>
  </p:clrMapOvr>
</p:sld>
</file>

<file path=ppt/slides/slide3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84306745"/>
      </p:ext>
    </p:extLst>
  </p:cSld>
  <p:clrMapOvr>
    <a:masterClrMapping/>
  </p:clrMapOvr>
</p:sld>
</file>

<file path=ppt/slides/slide3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1238376"/>
      </p:ext>
    </p:extLst>
  </p:cSld>
  <p:clrMapOvr>
    <a:masterClrMapping/>
  </p:clrMapOvr>
</p:sld>
</file>

<file path=ppt/slides/slide3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36927583"/>
      </p:ext>
    </p:extLst>
  </p:cSld>
  <p:clrMapOvr>
    <a:masterClrMapping/>
  </p:clrMapOvr>
</p:sld>
</file>

<file path=ppt/slides/slide3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77997860"/>
      </p:ext>
    </p:extLst>
  </p:cSld>
  <p:clrMapOvr>
    <a:masterClrMapping/>
  </p:clrMapOvr>
</p:sld>
</file>

<file path=ppt/slides/slide3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1927796"/>
      </p:ext>
    </p:extLst>
  </p:cSld>
  <p:clrMapOvr>
    <a:masterClrMapping/>
  </p:clrMapOvr>
</p:sld>
</file>

<file path=ppt/slides/slide3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39879851"/>
      </p:ext>
    </p:extLst>
  </p:cSld>
  <p:clrMapOvr>
    <a:masterClrMapping/>
  </p:clrMapOvr>
</p:sld>
</file>

<file path=ppt/slides/slide3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8941176"/>
      </p:ext>
    </p:extLst>
  </p:cSld>
  <p:clrMapOvr>
    <a:masterClrMapping/>
  </p:clrMapOvr>
</p:sld>
</file>

<file path=ppt/slides/slide3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0888006"/>
      </p:ext>
    </p:extLst>
  </p:cSld>
  <p:clrMapOvr>
    <a:masterClrMapping/>
  </p:clrMapOvr>
</p:sld>
</file>

<file path=ppt/slides/slide3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94118268"/>
      </p:ext>
    </p:extLst>
  </p:cSld>
  <p:clrMapOvr>
    <a:masterClrMapping/>
  </p:clrMapOvr>
</p:sld>
</file>

<file path=ppt/slides/slide3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442580680"/>
      </p:ext>
    </p:extLst>
  </p:cSld>
  <p:clrMapOvr>
    <a:masterClrMapping/>
  </p:clrMapOvr>
</p:sld>
</file>

<file path=ppt/slides/slide3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2099553"/>
      </p:ext>
    </p:extLst>
  </p:cSld>
  <p:clrMapOvr>
    <a:masterClrMapping/>
  </p:clrMapOvr>
</p:sld>
</file>

<file path=ppt/slides/slide3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9965684"/>
      </p:ext>
    </p:extLst>
  </p:cSld>
  <p:clrMapOvr>
    <a:masterClrMapping/>
  </p:clrMapOvr>
</p:sld>
</file>

<file path=ppt/slides/slide3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8915254"/>
      </p:ext>
    </p:extLst>
  </p:cSld>
  <p:clrMapOvr>
    <a:masterClrMapping/>
  </p:clrMapOvr>
</p:sld>
</file>

<file path=ppt/slides/slide3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56756902"/>
      </p:ext>
    </p:extLst>
  </p:cSld>
  <p:clrMapOvr>
    <a:masterClrMapping/>
  </p:clrMapOvr>
</p:sld>
</file>

<file path=ppt/slides/slide3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2524752"/>
      </p:ext>
    </p:extLst>
  </p:cSld>
  <p:clrMapOvr>
    <a:masterClrMapping/>
  </p:clrMapOvr>
</p:sld>
</file>

<file path=ppt/slides/slide3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55255664"/>
      </p:ext>
    </p:extLst>
  </p:cSld>
  <p:clrMapOvr>
    <a:masterClrMapping/>
  </p:clrMapOvr>
</p:sld>
</file>

<file path=ppt/slides/slide3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4063027"/>
      </p:ext>
    </p:extLst>
  </p:cSld>
  <p:clrMapOvr>
    <a:masterClrMapping/>
  </p:clrMapOvr>
</p:sld>
</file>

<file path=ppt/slides/slide3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860051270"/>
      </p:ext>
    </p:extLst>
  </p:cSld>
  <p:clrMapOvr>
    <a:masterClrMapping/>
  </p:clrMapOvr>
</p:sld>
</file>

<file path=ppt/slides/slide3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24052911"/>
      </p:ext>
    </p:extLst>
  </p:cSld>
  <p:clrMapOvr>
    <a:masterClrMapping/>
  </p:clrMapOvr>
</p:sld>
</file>

<file path=ppt/slides/slide3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5535258"/>
      </p:ext>
    </p:extLst>
  </p:cSld>
  <p:clrMapOvr>
    <a:masterClrMapping/>
  </p:clrMapOvr>
</p:sld>
</file>

<file path=ppt/slides/slide3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6988035"/>
      </p:ext>
    </p:extLst>
  </p:cSld>
  <p:clrMapOvr>
    <a:masterClrMapping/>
  </p:clrMapOvr>
</p:sld>
</file>

<file path=ppt/slides/slide3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6899612"/>
      </p:ext>
    </p:extLst>
  </p:cSld>
  <p:clrMapOvr>
    <a:masterClrMapping/>
  </p:clrMapOvr>
</p:sld>
</file>

<file path=ppt/slides/slide3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984449"/>
      </p:ext>
    </p:extLst>
  </p:cSld>
  <p:clrMapOvr>
    <a:masterClrMapping/>
  </p:clrMapOvr>
</p:sld>
</file>

<file path=ppt/slides/slide3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089217350"/>
      </p:ext>
    </p:extLst>
  </p:cSld>
  <p:clrMapOvr>
    <a:masterClrMapping/>
  </p:clrMapOvr>
</p:sld>
</file>

<file path=ppt/slides/slide3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9567332"/>
      </p:ext>
    </p:extLst>
  </p:cSld>
  <p:clrMapOvr>
    <a:masterClrMapping/>
  </p:clrMapOvr>
</p:sld>
</file>

<file path=ppt/slides/slide3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8387836"/>
      </p:ext>
    </p:extLst>
  </p:cSld>
  <p:clrMapOvr>
    <a:masterClrMapping/>
  </p:clrMapOvr>
</p:sld>
</file>

<file path=ppt/slides/slide3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4318734"/>
      </p:ext>
    </p:extLst>
  </p:cSld>
  <p:clrMapOvr>
    <a:masterClrMapping/>
  </p:clrMapOvr>
</p:sld>
</file>

<file path=ppt/slides/slide3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1307340"/>
      </p:ext>
    </p:extLst>
  </p:cSld>
  <p:clrMapOvr>
    <a:masterClrMapping/>
  </p:clrMapOvr>
</p:sld>
</file>

<file path=ppt/slides/slide3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1725475"/>
      </p:ext>
    </p:extLst>
  </p:cSld>
  <p:clrMapOvr>
    <a:masterClrMapping/>
  </p:clrMapOvr>
</p:sld>
</file>

<file path=ppt/slides/slide3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78021169"/>
      </p:ext>
    </p:extLst>
  </p:cSld>
  <p:clrMapOvr>
    <a:masterClrMapping/>
  </p:clrMapOvr>
</p:sld>
</file>

<file path=ppt/slides/slide3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2304400"/>
      </p:ext>
    </p:extLst>
  </p:cSld>
  <p:clrMapOvr>
    <a:masterClrMapping/>
  </p:clrMapOvr>
</p:sld>
</file>

<file path=ppt/slides/slide3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5569427"/>
      </p:ext>
    </p:extLst>
  </p:cSld>
  <p:clrMapOvr>
    <a:masterClrMapping/>
  </p:clrMapOvr>
</p:sld>
</file>

<file path=ppt/slides/slide3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4446747"/>
      </p:ext>
    </p:extLst>
  </p:cSld>
  <p:clrMapOvr>
    <a:masterClrMapping/>
  </p:clrMapOvr>
</p:sld>
</file>

<file path=ppt/slides/slide3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48590225"/>
      </p:ext>
    </p:extLst>
  </p:cSld>
  <p:clrMapOvr>
    <a:masterClrMapping/>
  </p:clrMapOvr>
</p:sld>
</file>

<file path=ppt/slides/slide3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8308923"/>
      </p:ext>
    </p:extLst>
  </p:cSld>
  <p:clrMapOvr>
    <a:masterClrMapping/>
  </p:clrMapOvr>
</p:sld>
</file>

<file path=ppt/slides/slide3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353587279"/>
      </p:ext>
    </p:extLst>
  </p:cSld>
  <p:clrMapOvr>
    <a:masterClrMapping/>
  </p:clrMapOvr>
</p:sld>
</file>

<file path=ppt/slides/slide3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10414056"/>
      </p:ext>
    </p:extLst>
  </p:cSld>
  <p:clrMapOvr>
    <a:masterClrMapping/>
  </p:clrMapOvr>
</p:sld>
</file>

<file path=ppt/slides/slide3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6377242"/>
      </p:ext>
    </p:extLst>
  </p:cSld>
  <p:clrMapOvr>
    <a:masterClrMapping/>
  </p:clrMapOvr>
</p:sld>
</file>

<file path=ppt/slides/slide3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9593083"/>
      </p:ext>
    </p:extLst>
  </p:cSld>
  <p:clrMapOvr>
    <a:masterClrMapping/>
  </p:clrMapOvr>
</p:sld>
</file>

<file path=ppt/slides/slide3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1046385"/>
      </p:ext>
    </p:extLst>
  </p:cSld>
  <p:clrMapOvr>
    <a:masterClrMapping/>
  </p:clrMapOvr>
</p:sld>
</file>

<file path=ppt/slides/slide3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1596381"/>
      </p:ext>
    </p:extLst>
  </p:cSld>
  <p:clrMapOvr>
    <a:masterClrMapping/>
  </p:clrMapOvr>
</p:sld>
</file>

<file path=ppt/slides/slide3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17363827"/>
      </p:ext>
    </p:extLst>
  </p:cSld>
  <p:clrMapOvr>
    <a:masterClrMapping/>
  </p:clrMapOvr>
</p:sld>
</file>

<file path=ppt/slides/slide3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7599553"/>
      </p:ext>
    </p:extLst>
  </p:cSld>
  <p:clrMapOvr>
    <a:masterClrMapping/>
  </p:clrMapOvr>
</p:sld>
</file>

<file path=ppt/slides/slide3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8685428"/>
      </p:ext>
    </p:extLst>
  </p:cSld>
  <p:clrMapOvr>
    <a:masterClrMapping/>
  </p:clrMapOvr>
</p:sld>
</file>

<file path=ppt/slides/slide3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0850583"/>
      </p:ext>
    </p:extLst>
  </p:cSld>
  <p:clrMapOvr>
    <a:masterClrMapping/>
  </p:clrMapOvr>
</p:sld>
</file>

<file path=ppt/slides/slide3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43929838"/>
      </p:ext>
    </p:extLst>
  </p:cSld>
  <p:clrMapOvr>
    <a:masterClrMapping/>
  </p:clrMapOvr>
</p:sld>
</file>

<file path=ppt/slides/slide3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5006086"/>
      </p:ext>
    </p:extLst>
  </p:cSld>
  <p:clrMapOvr>
    <a:masterClrMapping/>
  </p:clrMapOvr>
</p:sld>
</file>

<file path=ppt/slides/slide3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15141638"/>
      </p:ext>
    </p:extLst>
  </p:cSld>
  <p:clrMapOvr>
    <a:masterClrMapping/>
  </p:clrMapOvr>
</p:sld>
</file>

<file path=ppt/slides/slide3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5626160"/>
      </p:ext>
    </p:extLst>
  </p:cSld>
  <p:clrMapOvr>
    <a:masterClrMapping/>
  </p:clrMapOvr>
</p:sld>
</file>

<file path=ppt/slides/slide3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5292259"/>
      </p:ext>
    </p:extLst>
  </p:cSld>
  <p:clrMapOvr>
    <a:masterClrMapping/>
  </p:clrMapOvr>
</p:sld>
</file>

<file path=ppt/slides/slide3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9626580"/>
      </p:ext>
    </p:extLst>
  </p:cSld>
  <p:clrMapOvr>
    <a:masterClrMapping/>
  </p:clrMapOvr>
</p:sld>
</file>

<file path=ppt/slides/slide3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8745845"/>
      </p:ext>
    </p:extLst>
  </p:cSld>
  <p:clrMapOvr>
    <a:masterClrMapping/>
  </p:clrMapOvr>
</p:sld>
</file>

<file path=ppt/slides/slide3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0163755"/>
      </p:ext>
    </p:extLst>
  </p:cSld>
  <p:clrMapOvr>
    <a:masterClrMapping/>
  </p:clrMapOvr>
</p:sld>
</file>

<file path=ppt/slides/slide3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85656031"/>
      </p:ext>
    </p:extLst>
  </p:cSld>
  <p:clrMapOvr>
    <a:masterClrMapping/>
  </p:clrMapOvr>
</p:sld>
</file>

<file path=ppt/slides/slide3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6937636"/>
      </p:ext>
    </p:extLst>
  </p:cSld>
  <p:clrMapOvr>
    <a:masterClrMapping/>
  </p:clrMapOvr>
</p:sld>
</file>

<file path=ppt/slides/slide3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9962622"/>
      </p:ext>
    </p:extLst>
  </p:cSld>
  <p:clrMapOvr>
    <a:masterClrMapping/>
  </p:clrMapOvr>
</p:sld>
</file>

<file path=ppt/slides/slide3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7204468"/>
      </p:ext>
    </p:extLst>
  </p:cSld>
  <p:clrMapOvr>
    <a:masterClrMapping/>
  </p:clrMapOvr>
</p:sld>
</file>

<file path=ppt/slides/slide3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1137212"/>
      </p:ext>
    </p:extLst>
  </p:cSld>
  <p:clrMapOvr>
    <a:masterClrMapping/>
  </p:clrMapOvr>
</p:sld>
</file>

<file path=ppt/slides/slide3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9968997"/>
      </p:ext>
    </p:extLst>
  </p:cSld>
  <p:clrMapOvr>
    <a:masterClrMapping/>
  </p:clrMapOvr>
</p:sld>
</file>

<file path=ppt/slides/slide3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76775853"/>
      </p:ext>
    </p:extLst>
  </p:cSld>
  <p:clrMapOvr>
    <a:masterClrMapping/>
  </p:clrMapOvr>
</p:sld>
</file>

<file path=ppt/slides/slide3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057721"/>
      </p:ext>
    </p:extLst>
  </p:cSld>
  <p:clrMapOvr>
    <a:masterClrMapping/>
  </p:clrMapOvr>
</p:sld>
</file>

<file path=ppt/slides/slide3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669329"/>
      </p:ext>
    </p:extLst>
  </p:cSld>
  <p:clrMapOvr>
    <a:masterClrMapping/>
  </p:clrMapOvr>
</p:sld>
</file>

<file path=ppt/slides/slide3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5998175"/>
      </p:ext>
    </p:extLst>
  </p:cSld>
  <p:clrMapOvr>
    <a:masterClrMapping/>
  </p:clrMapOvr>
</p:sld>
</file>

<file path=ppt/slides/slide3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59468929"/>
      </p:ext>
    </p:extLst>
  </p:cSld>
  <p:clrMapOvr>
    <a:masterClrMapping/>
  </p:clrMapOvr>
</p:sld>
</file>

<file path=ppt/slides/slide3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2013588"/>
      </p:ext>
    </p:extLst>
  </p:cSld>
  <p:clrMapOvr>
    <a:masterClrMapping/>
  </p:clrMapOvr>
</p:sld>
</file>

<file path=ppt/slides/slide3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33530355"/>
      </p:ext>
    </p:extLst>
  </p:cSld>
  <p:clrMapOvr>
    <a:masterClrMapping/>
  </p:clrMapOvr>
</p:sld>
</file>

<file path=ppt/slides/slide3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1548938"/>
      </p:ext>
    </p:extLst>
  </p:cSld>
  <p:clrMapOvr>
    <a:masterClrMapping/>
  </p:clrMapOvr>
</p:sld>
</file>

<file path=ppt/slides/slide3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28621977"/>
      </p:ext>
    </p:extLst>
  </p:cSld>
  <p:clrMapOvr>
    <a:masterClrMapping/>
  </p:clrMapOvr>
</p:sld>
</file>

<file path=ppt/slides/slide3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1993854"/>
      </p:ext>
    </p:extLst>
  </p:cSld>
  <p:clrMapOvr>
    <a:masterClrMapping/>
  </p:clrMapOvr>
</p:sld>
</file>

<file path=ppt/slides/slide3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56379756"/>
      </p:ext>
    </p:extLst>
  </p:cSld>
  <p:clrMapOvr>
    <a:masterClrMapping/>
  </p:clrMapOvr>
</p:sld>
</file>

<file path=ppt/slides/slide3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4093939"/>
      </p:ext>
    </p:extLst>
  </p:cSld>
  <p:clrMapOvr>
    <a:masterClrMapping/>
  </p:clrMapOvr>
</p:sld>
</file>

<file path=ppt/slides/slide3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207604067"/>
      </p:ext>
    </p:extLst>
  </p:cSld>
  <p:clrMapOvr>
    <a:masterClrMapping/>
  </p:clrMapOvr>
</p:sld>
</file>

<file path=ppt/slides/slide3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0059768"/>
      </p:ext>
    </p:extLst>
  </p:cSld>
  <p:clrMapOvr>
    <a:masterClrMapping/>
  </p:clrMapOvr>
</p:sld>
</file>

<file path=ppt/slides/slide3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1702006"/>
      </p:ext>
    </p:extLst>
  </p:cSld>
  <p:clrMapOvr>
    <a:masterClrMapping/>
  </p:clrMapOvr>
</p:sld>
</file>

<file path=ppt/slides/slide3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4177306"/>
      </p:ext>
    </p:extLst>
  </p:cSld>
  <p:clrMapOvr>
    <a:masterClrMapping/>
  </p:clrMapOvr>
</p:sld>
</file>

<file path=ppt/slides/slide3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7961145"/>
      </p:ext>
    </p:extLst>
  </p:cSld>
  <p:clrMapOvr>
    <a:masterClrMapping/>
  </p:clrMapOvr>
</p:sld>
</file>

<file path=ppt/slides/slide3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237487"/>
      </p:ext>
    </p:extLst>
  </p:cSld>
  <p:clrMapOvr>
    <a:masterClrMapping/>
  </p:clrMapOvr>
</p:sld>
</file>

<file path=ppt/slides/slide3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5918047"/>
      </p:ext>
    </p:extLst>
  </p:cSld>
  <p:clrMapOvr>
    <a:masterClrMapping/>
  </p:clrMapOvr>
</p:sld>
</file>

<file path=ppt/slides/slide3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4995511"/>
      </p:ext>
    </p:extLst>
  </p:cSld>
  <p:clrMapOvr>
    <a:masterClrMapping/>
  </p:clrMapOvr>
</p:sld>
</file>

<file path=ppt/slides/slide3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102660"/>
      </p:ext>
    </p:extLst>
  </p:cSld>
  <p:clrMapOvr>
    <a:masterClrMapping/>
  </p:clrMapOvr>
</p:sld>
</file>

<file path=ppt/slides/slide3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8343184"/>
      </p:ext>
    </p:extLst>
  </p:cSld>
  <p:clrMapOvr>
    <a:masterClrMapping/>
  </p:clrMapOvr>
</p:sld>
</file>

<file path=ppt/slides/slide3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315056"/>
      </p:ext>
    </p:extLst>
  </p:cSld>
  <p:clrMapOvr>
    <a:masterClrMapping/>
  </p:clrMapOvr>
</p:sld>
</file>

<file path=ppt/slides/slide3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1413196"/>
      </p:ext>
    </p:extLst>
  </p:cSld>
  <p:clrMapOvr>
    <a:masterClrMapping/>
  </p:clrMapOvr>
</p:sld>
</file>

<file path=ppt/slides/slide3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93226976"/>
      </p:ext>
    </p:extLst>
  </p:cSld>
  <p:clrMapOvr>
    <a:masterClrMapping/>
  </p:clrMapOvr>
</p:sld>
</file>

<file path=ppt/slides/slide3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909379"/>
      </p:ext>
    </p:extLst>
  </p:cSld>
  <p:clrMapOvr>
    <a:masterClrMapping/>
  </p:clrMapOvr>
</p:sld>
</file>

<file path=ppt/slides/slide3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0858923"/>
      </p:ext>
    </p:extLst>
  </p:cSld>
  <p:clrMapOvr>
    <a:masterClrMapping/>
  </p:clrMapOvr>
</p:sld>
</file>

<file path=ppt/slides/slide3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0002548"/>
      </p:ext>
    </p:extLst>
  </p:cSld>
  <p:clrMapOvr>
    <a:masterClrMapping/>
  </p:clrMapOvr>
</p:sld>
</file>

<file path=ppt/slides/slide3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136463"/>
      </p:ext>
    </p:extLst>
  </p:cSld>
  <p:clrMapOvr>
    <a:masterClrMapping/>
  </p:clrMapOvr>
</p:sld>
</file>

<file path=ppt/slides/slide3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5057044"/>
      </p:ext>
    </p:extLst>
  </p:cSld>
  <p:clrMapOvr>
    <a:masterClrMapping/>
  </p:clrMapOvr>
</p:sld>
</file>

<file path=ppt/slides/slide3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74540294"/>
      </p:ext>
    </p:extLst>
  </p:cSld>
  <p:clrMapOvr>
    <a:masterClrMapping/>
  </p:clrMapOvr>
</p:sld>
</file>

<file path=ppt/slides/slide3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46203014"/>
      </p:ext>
    </p:extLst>
  </p:cSld>
  <p:clrMapOvr>
    <a:masterClrMapping/>
  </p:clrMapOvr>
</p:sld>
</file>

<file path=ppt/slides/slide3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0159427"/>
      </p:ext>
    </p:extLst>
  </p:cSld>
  <p:clrMapOvr>
    <a:masterClrMapping/>
  </p:clrMapOvr>
</p:sld>
</file>

<file path=ppt/slides/slide3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9479174"/>
      </p:ext>
    </p:extLst>
  </p:cSld>
  <p:clrMapOvr>
    <a:masterClrMapping/>
  </p:clrMapOvr>
</p:sld>
</file>

<file path=ppt/slides/slide3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3015356"/>
      </p:ext>
    </p:extLst>
  </p:cSld>
  <p:clrMapOvr>
    <a:masterClrMapping/>
  </p:clrMapOvr>
</p:sld>
</file>

<file path=ppt/slides/slide3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9964903"/>
      </p:ext>
    </p:extLst>
  </p:cSld>
  <p:clrMapOvr>
    <a:masterClrMapping/>
  </p:clrMapOvr>
</p:sld>
</file>

<file path=ppt/slides/slide3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772086864"/>
      </p:ext>
    </p:extLst>
  </p:cSld>
  <p:clrMapOvr>
    <a:masterClrMapping/>
  </p:clrMapOvr>
</p:sld>
</file>

<file path=ppt/slides/slide3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4345169"/>
      </p:ext>
    </p:extLst>
  </p:cSld>
  <p:clrMapOvr>
    <a:masterClrMapping/>
  </p:clrMapOvr>
</p:sld>
</file>

<file path=ppt/slides/slide3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4163547"/>
      </p:ext>
    </p:extLst>
  </p:cSld>
  <p:clrMapOvr>
    <a:masterClrMapping/>
  </p:clrMapOvr>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9682729"/>
      </p:ext>
    </p:extLst>
  </p:cSld>
  <p:clrMapOvr>
    <a:masterClrMapping/>
  </p:clrMapOvr>
</p:sld>
</file>

<file path=ppt/slides/slide3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51114072"/>
      </p:ext>
    </p:extLst>
  </p:cSld>
  <p:clrMapOvr>
    <a:masterClrMapping/>
  </p:clrMapOvr>
</p:sld>
</file>

<file path=ppt/slides/slide3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6187582"/>
      </p:ext>
    </p:extLst>
  </p:cSld>
  <p:clrMapOvr>
    <a:masterClrMapping/>
  </p:clrMapOvr>
</p:sld>
</file>

<file path=ppt/slides/slide3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3338823"/>
      </p:ext>
    </p:extLst>
  </p:cSld>
  <p:clrMapOvr>
    <a:masterClrMapping/>
  </p:clrMapOvr>
</p:sld>
</file>

<file path=ppt/slides/slide3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4298232"/>
      </p:ext>
    </p:extLst>
  </p:cSld>
  <p:clrMapOvr>
    <a:masterClrMapping/>
  </p:clrMapOvr>
</p:sld>
</file>

<file path=ppt/slides/slide3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2273820"/>
      </p:ext>
    </p:extLst>
  </p:cSld>
  <p:clrMapOvr>
    <a:masterClrMapping/>
  </p:clrMapOvr>
</p:sld>
</file>

<file path=ppt/slides/slide3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7558346"/>
      </p:ext>
    </p:extLst>
  </p:cSld>
  <p:clrMapOvr>
    <a:masterClrMapping/>
  </p:clrMapOvr>
</p:sld>
</file>

<file path=ppt/slides/slide3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374069"/>
      </p:ext>
    </p:extLst>
  </p:cSld>
  <p:clrMapOvr>
    <a:masterClrMapping/>
  </p:clrMapOvr>
</p:sld>
</file>

<file path=ppt/slides/slide3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16720526"/>
      </p:ext>
    </p:extLst>
  </p:cSld>
  <p:clrMapOvr>
    <a:masterClrMapping/>
  </p:clrMapOvr>
</p:sld>
</file>

<file path=ppt/slides/slide3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4240590"/>
      </p:ext>
    </p:extLst>
  </p:cSld>
  <p:clrMapOvr>
    <a:masterClrMapping/>
  </p:clrMapOvr>
</p:sld>
</file>

<file path=ppt/slides/slide3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9331232"/>
      </p:ext>
    </p:extLst>
  </p:cSld>
  <p:clrMapOvr>
    <a:masterClrMapping/>
  </p:clrMapOvr>
</p:sld>
</file>

<file path=ppt/slides/slide3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7308188"/>
      </p:ext>
    </p:extLst>
  </p:cSld>
  <p:clrMapOvr>
    <a:masterClrMapping/>
  </p:clrMapOvr>
</p:sld>
</file>

<file path=ppt/slides/slide3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7518092"/>
      </p:ext>
    </p:extLst>
  </p:cSld>
  <p:clrMapOvr>
    <a:masterClrMapping/>
  </p:clrMapOvr>
</p:sld>
</file>

<file path=ppt/slides/slide3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6950215"/>
      </p:ext>
    </p:extLst>
  </p:cSld>
  <p:clrMapOvr>
    <a:masterClrMapping/>
  </p:clrMapOvr>
</p:sld>
</file>

<file path=ppt/slides/slide3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2116551"/>
      </p:ext>
    </p:extLst>
  </p:cSld>
  <p:clrMapOvr>
    <a:masterClrMapping/>
  </p:clrMapOvr>
</p:sld>
</file>

<file path=ppt/slides/slide3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84862343"/>
      </p:ext>
    </p:extLst>
  </p:cSld>
  <p:clrMapOvr>
    <a:masterClrMapping/>
  </p:clrMapOvr>
</p:sld>
</file>

<file path=ppt/slides/slide3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7806150"/>
      </p:ext>
    </p:extLst>
  </p:cSld>
  <p:clrMapOvr>
    <a:masterClrMapping/>
  </p:clrMapOvr>
</p:sld>
</file>

<file path=ppt/slides/slide3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6143799"/>
      </p:ext>
    </p:extLst>
  </p:cSld>
  <p:clrMapOvr>
    <a:masterClrMapping/>
  </p:clrMapOvr>
</p:sld>
</file>

<file path=ppt/slides/slide3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1682311"/>
      </p:ext>
    </p:extLst>
  </p:cSld>
  <p:clrMapOvr>
    <a:masterClrMapping/>
  </p:clrMapOvr>
</p:sld>
</file>

<file path=ppt/slides/slide3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9281879"/>
      </p:ext>
    </p:extLst>
  </p:cSld>
  <p:clrMapOvr>
    <a:masterClrMapping/>
  </p:clrMapOvr>
</p:sld>
</file>

<file path=ppt/slides/slide3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9224176"/>
      </p:ext>
    </p:extLst>
  </p:cSld>
  <p:clrMapOvr>
    <a:masterClrMapping/>
  </p:clrMapOvr>
</p:sld>
</file>

<file path=ppt/slides/slide3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44484519"/>
      </p:ext>
    </p:extLst>
  </p:cSld>
  <p:clrMapOvr>
    <a:masterClrMapping/>
  </p:clrMapOvr>
</p:sld>
</file>

<file path=ppt/slides/slide3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50005989"/>
      </p:ext>
    </p:extLst>
  </p:cSld>
  <p:clrMapOvr>
    <a:masterClrMapping/>
  </p:clrMapOvr>
</p:sld>
</file>

<file path=ppt/slides/slide3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4000146"/>
      </p:ext>
    </p:extLst>
  </p:cSld>
  <p:clrMapOvr>
    <a:masterClrMapping/>
  </p:clrMapOvr>
</p:sld>
</file>

<file path=ppt/slides/slide3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2573858"/>
      </p:ext>
    </p:extLst>
  </p:cSld>
  <p:clrMapOvr>
    <a:masterClrMapping/>
  </p:clrMapOvr>
</p:sld>
</file>

<file path=ppt/slides/slide3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0017903"/>
      </p:ext>
    </p:extLst>
  </p:cSld>
  <p:clrMapOvr>
    <a:masterClrMapping/>
  </p:clrMapOvr>
</p:sld>
</file>

<file path=ppt/slides/slide3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1666500"/>
      </p:ext>
    </p:extLst>
  </p:cSld>
  <p:clrMapOvr>
    <a:masterClrMapping/>
  </p:clrMapOvr>
</p:sld>
</file>

<file path=ppt/slides/slide3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1320936"/>
      </p:ext>
    </p:extLst>
  </p:cSld>
  <p:clrMapOvr>
    <a:masterClrMapping/>
  </p:clrMapOvr>
</p:sld>
</file>

<file path=ppt/slides/slide3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570762372"/>
      </p:ext>
    </p:extLst>
  </p:cSld>
  <p:clrMapOvr>
    <a:masterClrMapping/>
  </p:clrMapOvr>
</p:sld>
</file>

<file path=ppt/slides/slide3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2321888"/>
      </p:ext>
    </p:extLst>
  </p:cSld>
  <p:clrMapOvr>
    <a:masterClrMapping/>
  </p:clrMapOvr>
</p:sld>
</file>

<file path=ppt/slides/slide3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1847091"/>
      </p:ext>
    </p:extLst>
  </p:cSld>
  <p:clrMapOvr>
    <a:masterClrMapping/>
  </p:clrMapOvr>
</p:sld>
</file>

<file path=ppt/slides/slide3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4571037"/>
      </p:ext>
    </p:extLst>
  </p:cSld>
  <p:clrMapOvr>
    <a:masterClrMapping/>
  </p:clrMapOvr>
</p:sld>
</file>

<file path=ppt/slides/slide3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08402346"/>
      </p:ext>
    </p:extLst>
  </p:cSld>
  <p:clrMapOvr>
    <a:masterClrMapping/>
  </p:clrMapOvr>
</p:sld>
</file>

<file path=ppt/slides/slide3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4489569"/>
      </p:ext>
    </p:extLst>
  </p:cSld>
  <p:clrMapOvr>
    <a:masterClrMapping/>
  </p:clrMapOvr>
</p:sld>
</file>

<file path=ppt/slides/slide3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32287123"/>
      </p:ext>
    </p:extLst>
  </p:cSld>
  <p:clrMapOvr>
    <a:masterClrMapping/>
  </p:clrMapOvr>
</p:sld>
</file>

<file path=ppt/slides/slide3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2600912"/>
      </p:ext>
    </p:extLst>
  </p:cSld>
  <p:clrMapOvr>
    <a:masterClrMapping/>
  </p:clrMapOvr>
</p:sld>
</file>

<file path=ppt/slides/slide3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0238600"/>
      </p:ext>
    </p:extLst>
  </p:cSld>
  <p:clrMapOvr>
    <a:masterClrMapping/>
  </p:clrMapOvr>
</p:sld>
</file>

<file path=ppt/slides/slide3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87072640"/>
      </p:ext>
    </p:extLst>
  </p:cSld>
  <p:clrMapOvr>
    <a:masterClrMapping/>
  </p:clrMapOvr>
</p:sld>
</file>

<file path=ppt/slides/slide3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4346825"/>
      </p:ext>
    </p:extLst>
  </p:cSld>
  <p:clrMapOvr>
    <a:masterClrMapping/>
  </p:clrMapOvr>
</p:sld>
</file>

<file path=ppt/slides/slide3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7522880"/>
      </p:ext>
    </p:extLst>
  </p:cSld>
  <p:clrMapOvr>
    <a:masterClrMapping/>
  </p:clrMapOvr>
</p:sld>
</file>

<file path=ppt/slides/slide3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287012332"/>
      </p:ext>
    </p:extLst>
  </p:cSld>
  <p:clrMapOvr>
    <a:masterClrMapping/>
  </p:clrMapOvr>
</p:sld>
</file>

<file path=ppt/slides/slide3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5001062"/>
      </p:ext>
    </p:extLst>
  </p:cSld>
  <p:clrMapOvr>
    <a:masterClrMapping/>
  </p:clrMapOvr>
</p:sld>
</file>

<file path=ppt/slides/slide3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0630180"/>
      </p:ext>
    </p:extLst>
  </p:cSld>
  <p:clrMapOvr>
    <a:masterClrMapping/>
  </p:clrMapOvr>
</p:sld>
</file>

<file path=ppt/slides/slide3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9545756"/>
      </p:ext>
    </p:extLst>
  </p:cSld>
  <p:clrMapOvr>
    <a:masterClrMapping/>
  </p:clrMapOvr>
</p:sld>
</file>

<file path=ppt/slides/slide3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46601912"/>
      </p:ext>
    </p:extLst>
  </p:cSld>
  <p:clrMapOvr>
    <a:masterClrMapping/>
  </p:clrMapOvr>
</p:sld>
</file>

<file path=ppt/slides/slide3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1951553"/>
      </p:ext>
    </p:extLst>
  </p:cSld>
  <p:clrMapOvr>
    <a:masterClrMapping/>
  </p:clrMapOvr>
</p:sld>
</file>

<file path=ppt/slides/slide3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960361883"/>
      </p:ext>
    </p:extLst>
  </p:cSld>
  <p:clrMapOvr>
    <a:masterClrMapping/>
  </p:clrMapOvr>
</p:sld>
</file>

<file path=ppt/slides/slide3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34389463"/>
      </p:ext>
    </p:extLst>
  </p:cSld>
  <p:clrMapOvr>
    <a:masterClrMapping/>
  </p:clrMapOvr>
</p:sld>
</file>

<file path=ppt/slides/slide3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9635562"/>
      </p:ext>
    </p:extLst>
  </p:cSld>
  <p:clrMapOvr>
    <a:masterClrMapping/>
  </p:clrMapOvr>
</p:sld>
</file>

<file path=ppt/slides/slide3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5710445"/>
      </p:ext>
    </p:extLst>
  </p:cSld>
  <p:clrMapOvr>
    <a:masterClrMapping/>
  </p:clrMapOvr>
</p:sld>
</file>

<file path=ppt/slides/slide3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4604601"/>
      </p:ext>
    </p:extLst>
  </p:cSld>
  <p:clrMapOvr>
    <a:masterClrMapping/>
  </p:clrMapOvr>
</p:sld>
</file>

<file path=ppt/slides/slide3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5507588"/>
      </p:ext>
    </p:extLst>
  </p:cSld>
  <p:clrMapOvr>
    <a:masterClrMapping/>
  </p:clrMapOvr>
</p:sld>
</file>

<file path=ppt/slides/slide3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118099063"/>
      </p:ext>
    </p:extLst>
  </p:cSld>
  <p:clrMapOvr>
    <a:masterClrMapping/>
  </p:clrMapOvr>
</p:sld>
</file>

<file path=ppt/slides/slide3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6093400"/>
      </p:ext>
    </p:extLst>
  </p:cSld>
  <p:clrMapOvr>
    <a:masterClrMapping/>
  </p:clrMapOvr>
</p:sld>
</file>

<file path=ppt/slides/slide3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91014793"/>
      </p:ext>
    </p:extLst>
  </p:cSld>
  <p:clrMapOvr>
    <a:masterClrMapping/>
  </p:clrMapOvr>
</p:sld>
</file>

<file path=ppt/slides/slide3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8678287"/>
      </p:ext>
    </p:extLst>
  </p:cSld>
  <p:clrMapOvr>
    <a:masterClrMapping/>
  </p:clrMapOvr>
</p:sld>
</file>

<file path=ppt/slides/slide3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1115255"/>
      </p:ext>
    </p:extLst>
  </p:cSld>
  <p:clrMapOvr>
    <a:masterClrMapping/>
  </p:clrMapOvr>
</p:sld>
</file>

<file path=ppt/slides/slide3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3699243"/>
      </p:ext>
    </p:extLst>
  </p:cSld>
  <p:clrMapOvr>
    <a:masterClrMapping/>
  </p:clrMapOvr>
</p:sld>
</file>

<file path=ppt/slides/slide3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855796294"/>
      </p:ext>
    </p:extLst>
  </p:cSld>
  <p:clrMapOvr>
    <a:masterClrMapping/>
  </p:clrMapOvr>
</p:sld>
</file>

<file path=ppt/slides/slide3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0188029"/>
      </p:ext>
    </p:extLst>
  </p:cSld>
  <p:clrMapOvr>
    <a:masterClrMapping/>
  </p:clrMapOvr>
</p:sld>
</file>

<file path=ppt/slides/slide3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9167717"/>
      </p:ext>
    </p:extLst>
  </p:cSld>
  <p:clrMapOvr>
    <a:masterClrMapping/>
  </p:clrMapOvr>
</p:sld>
</file>

<file path=ppt/slides/slide3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8215959"/>
      </p:ext>
    </p:extLst>
  </p:cSld>
  <p:clrMapOvr>
    <a:masterClrMapping/>
  </p:clrMapOvr>
</p:sld>
</file>

<file path=ppt/slides/slide3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500588"/>
      </p:ext>
    </p:extLst>
  </p:cSld>
  <p:clrMapOvr>
    <a:masterClrMapping/>
  </p:clrMapOvr>
</p:sld>
</file>

<file path=ppt/slides/slide3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3031263"/>
      </p:ext>
    </p:extLst>
  </p:cSld>
  <p:clrMapOvr>
    <a:masterClrMapping/>
  </p:clrMapOvr>
</p:sld>
</file>

<file path=ppt/slides/slide3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586420241"/>
      </p:ext>
    </p:extLst>
  </p:cSld>
  <p:clrMapOvr>
    <a:masterClrMapping/>
  </p:clrMapOvr>
</p:sld>
</file>

<file path=ppt/slides/slide3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45978217"/>
      </p:ext>
    </p:extLst>
  </p:cSld>
  <p:clrMapOvr>
    <a:masterClrMapping/>
  </p:clrMapOvr>
</p:sld>
</file>

<file path=ppt/slides/slide3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92995883"/>
      </p:ext>
    </p:extLst>
  </p:cSld>
  <p:clrMapOvr>
    <a:masterClrMapping/>
  </p:clrMapOvr>
</p:sld>
</file>

<file path=ppt/slides/slide3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9658802"/>
      </p:ext>
    </p:extLst>
  </p:cSld>
  <p:clrMapOvr>
    <a:masterClrMapping/>
  </p:clrMapOvr>
</p:sld>
</file>

<file path=ppt/slides/slide3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571881"/>
      </p:ext>
    </p:extLst>
  </p:cSld>
  <p:clrMapOvr>
    <a:masterClrMapping/>
  </p:clrMapOvr>
</p:sld>
</file>

<file path=ppt/slides/slide3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2077757"/>
      </p:ext>
    </p:extLst>
  </p:cSld>
  <p:clrMapOvr>
    <a:masterClrMapping/>
  </p:clrMapOvr>
</p:sld>
</file>

<file path=ppt/slides/slide3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87529901"/>
      </p:ext>
    </p:extLst>
  </p:cSld>
  <p:clrMapOvr>
    <a:masterClrMapping/>
  </p:clrMapOvr>
</p:sld>
</file>

<file path=ppt/slides/slide3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8721676"/>
      </p:ext>
    </p:extLst>
  </p:cSld>
  <p:clrMapOvr>
    <a:masterClrMapping/>
  </p:clrMapOvr>
</p:sld>
</file>

<file path=ppt/slides/slide3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80931759"/>
      </p:ext>
    </p:extLst>
  </p:cSld>
  <p:clrMapOvr>
    <a:masterClrMapping/>
  </p:clrMapOvr>
</p:sld>
</file>

<file path=ppt/slides/slide3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1967302"/>
      </p:ext>
    </p:extLst>
  </p:cSld>
  <p:clrMapOvr>
    <a:masterClrMapping/>
  </p:clrMapOvr>
</p:sld>
</file>

<file path=ppt/slides/slide3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1336884"/>
      </p:ext>
    </p:extLst>
  </p:cSld>
  <p:clrMapOvr>
    <a:masterClrMapping/>
  </p:clrMapOvr>
</p:sld>
</file>

<file path=ppt/slides/slide3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6417651"/>
      </p:ext>
    </p:extLst>
  </p:cSld>
  <p:clrMapOvr>
    <a:masterClrMapping/>
  </p:clrMapOvr>
</p:sld>
</file>

<file path=ppt/slides/slide3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171099130"/>
      </p:ext>
    </p:extLst>
  </p:cSld>
  <p:clrMapOvr>
    <a:masterClrMapping/>
  </p:clrMapOvr>
</p:sld>
</file>

<file path=ppt/slides/slide3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9897450"/>
      </p:ext>
    </p:extLst>
  </p:cSld>
  <p:clrMapOvr>
    <a:masterClrMapping/>
  </p:clrMapOvr>
</p:sld>
</file>

<file path=ppt/slides/slide3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2432474"/>
      </p:ext>
    </p:extLst>
  </p:cSld>
  <p:clrMapOvr>
    <a:masterClrMapping/>
  </p:clrMapOvr>
</p:sld>
</file>

<file path=ppt/slides/slide3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16527931"/>
      </p:ext>
    </p:extLst>
  </p:cSld>
  <p:clrMapOvr>
    <a:masterClrMapping/>
  </p:clrMapOvr>
</p:sld>
</file>

<file path=ppt/slides/slide3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3768112"/>
      </p:ext>
    </p:extLst>
  </p:cSld>
  <p:clrMapOvr>
    <a:masterClrMapping/>
  </p:clrMapOvr>
</p:sld>
</file>

<file path=ppt/slides/slide3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5015622"/>
      </p:ext>
    </p:extLst>
  </p:cSld>
  <p:clrMapOvr>
    <a:masterClrMapping/>
  </p:clrMapOvr>
</p:sld>
</file>

<file path=ppt/slides/slide3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460305548"/>
      </p:ext>
    </p:extLst>
  </p:cSld>
  <p:clrMapOvr>
    <a:masterClrMapping/>
  </p:clrMapOvr>
</p:sld>
</file>

<file path=ppt/slides/slide3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10166162"/>
      </p:ext>
    </p:extLst>
  </p:cSld>
  <p:clrMapOvr>
    <a:masterClrMapping/>
  </p:clrMapOvr>
</p:sld>
</file>

<file path=ppt/slides/slide3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3145564"/>
      </p:ext>
    </p:extLst>
  </p:cSld>
  <p:clrMapOvr>
    <a:masterClrMapping/>
  </p:clrMapOvr>
</p:sld>
</file>

<file path=ppt/slides/slide3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534293"/>
      </p:ext>
    </p:extLst>
  </p:cSld>
  <p:clrMapOvr>
    <a:masterClrMapping/>
  </p:clrMapOvr>
</p:sld>
</file>

<file path=ppt/slides/slide3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90187645"/>
      </p:ext>
    </p:extLst>
  </p:cSld>
  <p:clrMapOvr>
    <a:masterClrMapping/>
  </p:clrMapOvr>
</p:sld>
</file>

<file path=ppt/slides/slide3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09937472"/>
      </p:ext>
    </p:extLst>
  </p:cSld>
  <p:clrMapOvr>
    <a:masterClrMapping/>
  </p:clrMapOvr>
</p:sld>
</file>

<file path=ppt/slides/slide3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458444114"/>
      </p:ext>
    </p:extLst>
  </p:cSld>
  <p:clrMapOvr>
    <a:masterClrMapping/>
  </p:clrMapOvr>
</p:sld>
</file>

<file path=ppt/slides/slide3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271230"/>
      </p:ext>
    </p:extLst>
  </p:cSld>
  <p:clrMapOvr>
    <a:masterClrMapping/>
  </p:clrMapOvr>
</p:sld>
</file>

<file path=ppt/slides/slide3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8703760"/>
      </p:ext>
    </p:extLst>
  </p:cSld>
  <p:clrMapOvr>
    <a:masterClrMapping/>
  </p:clrMapOvr>
</p:sld>
</file>

<file path=ppt/slides/slide3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25761596"/>
      </p:ext>
    </p:extLst>
  </p:cSld>
  <p:clrMapOvr>
    <a:masterClrMapping/>
  </p:clrMapOvr>
</p:sld>
</file>

<file path=ppt/slides/slide3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06475869"/>
      </p:ext>
    </p:extLst>
  </p:cSld>
  <p:clrMapOvr>
    <a:masterClrMapping/>
  </p:clrMapOvr>
</p:sld>
</file>

<file path=ppt/slides/slide3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3349749"/>
      </p:ext>
    </p:extLst>
  </p:cSld>
  <p:clrMapOvr>
    <a:masterClrMapping/>
  </p:clrMapOvr>
</p:sld>
</file>

<file path=ppt/slides/slide3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959660213"/>
      </p:ext>
    </p:extLst>
  </p:cSld>
  <p:clrMapOvr>
    <a:masterClrMapping/>
  </p:clrMapOvr>
</p:sld>
</file>

<file path=ppt/slides/slide3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9788011"/>
      </p:ext>
    </p:extLst>
  </p:cSld>
  <p:clrMapOvr>
    <a:masterClrMapping/>
  </p:clrMapOvr>
</p:sld>
</file>

<file path=ppt/slides/slide3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2925011"/>
      </p:ext>
    </p:extLst>
  </p:cSld>
  <p:clrMapOvr>
    <a:masterClrMapping/>
  </p:clrMapOvr>
</p:sld>
</file>

<file path=ppt/slides/slide3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1348551"/>
      </p:ext>
    </p:extLst>
  </p:cSld>
  <p:clrMapOvr>
    <a:masterClrMapping/>
  </p:clrMapOvr>
</p:sld>
</file>

<file path=ppt/slides/slide3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6392454"/>
      </p:ext>
    </p:extLst>
  </p:cSld>
  <p:clrMapOvr>
    <a:masterClrMapping/>
  </p:clrMapOvr>
</p:sld>
</file>

<file path=ppt/slides/slide3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6775121"/>
      </p:ext>
    </p:extLst>
  </p:cSld>
  <p:clrMapOvr>
    <a:masterClrMapping/>
  </p:clrMapOvr>
</p:sld>
</file>

<file path=ppt/slides/slide3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828843727"/>
      </p:ext>
    </p:extLst>
  </p:cSld>
  <p:clrMapOvr>
    <a:masterClrMapping/>
  </p:clrMapOvr>
</p:sld>
</file>

<file path=ppt/slides/slide3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90803500"/>
      </p:ext>
    </p:extLst>
  </p:cSld>
  <p:clrMapOvr>
    <a:masterClrMapping/>
  </p:clrMapOvr>
</p:sld>
</file>

<file path=ppt/slides/slide3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3700911"/>
      </p:ext>
    </p:extLst>
  </p:cSld>
  <p:clrMapOvr>
    <a:masterClrMapping/>
  </p:clrMapOvr>
</p:sld>
</file>

<file path=ppt/slides/slide3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3421839"/>
      </p:ext>
    </p:extLst>
  </p:cSld>
  <p:clrMapOvr>
    <a:masterClrMapping/>
  </p:clrMapOvr>
</p:sld>
</file>

<file path=ppt/slides/slide3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7200435"/>
      </p:ext>
    </p:extLst>
  </p:cSld>
  <p:clrMapOvr>
    <a:masterClrMapping/>
  </p:clrMapOvr>
</p:sld>
</file>

<file path=ppt/slides/slide3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0566878"/>
      </p:ext>
    </p:extLst>
  </p:cSld>
  <p:clrMapOvr>
    <a:masterClrMapping/>
  </p:clrMapOvr>
</p:sld>
</file>

<file path=ppt/slides/slide3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993973879"/>
      </p:ext>
    </p:extLst>
  </p:cSld>
  <p:clrMapOvr>
    <a:masterClrMapping/>
  </p:clrMapOvr>
</p:sld>
</file>

<file path=ppt/slides/slide3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7491774"/>
      </p:ext>
    </p:extLst>
  </p:cSld>
  <p:clrMapOvr>
    <a:masterClrMapping/>
  </p:clrMapOvr>
</p:sld>
</file>

<file path=ppt/slides/slide3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69845667"/>
      </p:ext>
    </p:extLst>
  </p:cSld>
  <p:clrMapOvr>
    <a:masterClrMapping/>
  </p:clrMapOvr>
</p:sld>
</file>

<file path=ppt/slides/slide3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0355931"/>
      </p:ext>
    </p:extLst>
  </p:cSld>
  <p:clrMapOvr>
    <a:masterClrMapping/>
  </p:clrMapOvr>
</p:sld>
</file>

<file path=ppt/slides/slide3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246789"/>
      </p:ext>
    </p:extLst>
  </p:cSld>
  <p:clrMapOvr>
    <a:masterClrMapping/>
  </p:clrMapOvr>
</p:sld>
</file>

<file path=ppt/slides/slide3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4300740"/>
      </p:ext>
    </p:extLst>
  </p:cSld>
  <p:clrMapOvr>
    <a:masterClrMapping/>
  </p:clrMapOvr>
</p:sld>
</file>

<file path=ppt/slides/slide3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99136198"/>
      </p:ext>
    </p:extLst>
  </p:cSld>
  <p:clrMapOvr>
    <a:masterClrMapping/>
  </p:clrMapOvr>
</p:sld>
</file>

<file path=ppt/slides/slide3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5966104"/>
      </p:ext>
    </p:extLst>
  </p:cSld>
  <p:clrMapOvr>
    <a:masterClrMapping/>
  </p:clrMapOvr>
</p:sld>
</file>

<file path=ppt/slides/slide3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2355269"/>
      </p:ext>
    </p:extLst>
  </p:cSld>
  <p:clrMapOvr>
    <a:masterClrMapping/>
  </p:clrMapOvr>
</p:sld>
</file>

<file path=ppt/slides/slide3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5697813"/>
      </p:ext>
    </p:extLst>
  </p:cSld>
  <p:clrMapOvr>
    <a:masterClrMapping/>
  </p:clrMapOvr>
</p:sld>
</file>

<file path=ppt/slides/slide3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33629038"/>
      </p:ext>
    </p:extLst>
  </p:cSld>
  <p:clrMapOvr>
    <a:masterClrMapping/>
  </p:clrMapOvr>
</p:sld>
</file>

<file path=ppt/slides/slide3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9627671"/>
      </p:ext>
    </p:extLst>
  </p:cSld>
  <p:clrMapOvr>
    <a:masterClrMapping/>
  </p:clrMapOvr>
</p:sld>
</file>

<file path=ppt/slides/slide3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46717622"/>
      </p:ext>
    </p:extLst>
  </p:cSld>
  <p:clrMapOvr>
    <a:masterClrMapping/>
  </p:clrMapOvr>
</p:sld>
</file>

<file path=ppt/slides/slide3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0632833"/>
      </p:ext>
    </p:extLst>
  </p:cSld>
  <p:clrMapOvr>
    <a:masterClrMapping/>
  </p:clrMapOvr>
</p:sld>
</file>

<file path=ppt/slides/slide3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8263957"/>
      </p:ext>
    </p:extLst>
  </p:cSld>
  <p:clrMapOvr>
    <a:masterClrMapping/>
  </p:clrMapOvr>
</p:sld>
</file>

<file path=ppt/slides/slide3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0702244"/>
      </p:ext>
    </p:extLst>
  </p:cSld>
  <p:clrMapOvr>
    <a:masterClrMapping/>
  </p:clrMapOvr>
</p:sld>
</file>

<file path=ppt/slides/slide3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18947741"/>
      </p:ext>
    </p:extLst>
  </p:cSld>
  <p:clrMapOvr>
    <a:masterClrMapping/>
  </p:clrMapOvr>
</p:sld>
</file>

<file path=ppt/slides/slide3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29473120"/>
      </p:ext>
    </p:extLst>
  </p:cSld>
  <p:clrMapOvr>
    <a:masterClrMapping/>
  </p:clrMapOvr>
</p:sld>
</file>

<file path=ppt/slides/slide3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310439138"/>
      </p:ext>
    </p:extLst>
  </p:cSld>
  <p:clrMapOvr>
    <a:masterClrMapping/>
  </p:clrMapOvr>
</p:sld>
</file>

<file path=ppt/slides/slide3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3552710"/>
      </p:ext>
    </p:extLst>
  </p:cSld>
  <p:clrMapOvr>
    <a:masterClrMapping/>
  </p:clrMapOvr>
</p:sld>
</file>

<file path=ppt/slides/slide3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36822369"/>
      </p:ext>
    </p:extLst>
  </p:cSld>
  <p:clrMapOvr>
    <a:masterClrMapping/>
  </p:clrMapOvr>
</p:sld>
</file>

<file path=ppt/slides/slide3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47835439"/>
      </p:ext>
    </p:extLst>
  </p:cSld>
  <p:clrMapOvr>
    <a:masterClrMapping/>
  </p:clrMapOvr>
</p:sld>
</file>

<file path=ppt/slides/slide3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3665701"/>
      </p:ext>
    </p:extLst>
  </p:cSld>
  <p:clrMapOvr>
    <a:masterClrMapping/>
  </p:clrMapOvr>
</p:sld>
</file>

<file path=ppt/slides/slide3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7429674"/>
      </p:ext>
    </p:extLst>
  </p:cSld>
  <p:clrMapOvr>
    <a:masterClrMapping/>
  </p:clrMapOvr>
</p:sld>
</file>

<file path=ppt/slides/slide3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021101582"/>
      </p:ext>
    </p:extLst>
  </p:cSld>
  <p:clrMapOvr>
    <a:masterClrMapping/>
  </p:clrMapOvr>
</p:sld>
</file>

<file path=ppt/slides/slide3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33408488"/>
      </p:ext>
    </p:extLst>
  </p:cSld>
  <p:clrMapOvr>
    <a:masterClrMapping/>
  </p:clrMapOvr>
</p:sld>
</file>

<file path=ppt/slides/slide3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83263032"/>
      </p:ext>
    </p:extLst>
  </p:cSld>
  <p:clrMapOvr>
    <a:masterClrMapping/>
  </p:clrMapOvr>
</p:sld>
</file>

<file path=ppt/slides/slide3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0131365"/>
      </p:ext>
    </p:extLst>
  </p:cSld>
  <p:clrMapOvr>
    <a:masterClrMapping/>
  </p:clrMapOvr>
</p:sld>
</file>

<file path=ppt/slides/slide3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32083392"/>
      </p:ext>
    </p:extLst>
  </p:cSld>
  <p:clrMapOvr>
    <a:masterClrMapping/>
  </p:clrMapOvr>
</p:sld>
</file>

<file path=ppt/slides/slide3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7583747"/>
      </p:ext>
    </p:extLst>
  </p:cSld>
  <p:clrMapOvr>
    <a:masterClrMapping/>
  </p:clrMapOvr>
</p:sld>
</file>

<file path=ppt/slides/slide3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175414728"/>
      </p:ext>
    </p:extLst>
  </p:cSld>
  <p:clrMapOvr>
    <a:masterClrMapping/>
  </p:clrMapOvr>
</p:sld>
</file>

<file path=ppt/slides/slide3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4357175"/>
      </p:ext>
    </p:extLst>
  </p:cSld>
  <p:clrMapOvr>
    <a:masterClrMapping/>
  </p:clrMapOvr>
</p:sld>
</file>

<file path=ppt/slides/slide3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6177939"/>
      </p:ext>
    </p:extLst>
  </p:cSld>
  <p:clrMapOvr>
    <a:masterClrMapping/>
  </p:clrMapOvr>
</p:sld>
</file>

<file path=ppt/slides/slide3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1106839"/>
      </p:ext>
    </p:extLst>
  </p:cSld>
  <p:clrMapOvr>
    <a:masterClrMapping/>
  </p:clrMapOvr>
</p:sld>
</file>

<file path=ppt/slides/slide3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9019507"/>
      </p:ext>
    </p:extLst>
  </p:cSld>
  <p:clrMapOvr>
    <a:masterClrMapping/>
  </p:clrMapOvr>
</p:sld>
</file>

<file path=ppt/slides/slide3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5543890"/>
      </p:ext>
    </p:extLst>
  </p:cSld>
  <p:clrMapOvr>
    <a:masterClrMapping/>
  </p:clrMapOvr>
</p:sld>
</file>

<file path=ppt/slides/slide3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17937049"/>
      </p:ext>
    </p:extLst>
  </p:cSld>
  <p:clrMapOvr>
    <a:masterClrMapping/>
  </p:clrMapOvr>
</p:sld>
</file>

<file path=ppt/slides/slide3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3700689"/>
      </p:ext>
    </p:extLst>
  </p:cSld>
  <p:clrMapOvr>
    <a:masterClrMapping/>
  </p:clrMapOvr>
</p:sld>
</file>

<file path=ppt/slides/slide3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7141380"/>
      </p:ext>
    </p:extLst>
  </p:cSld>
  <p:clrMapOvr>
    <a:masterClrMapping/>
  </p:clrMapOvr>
</p:sld>
</file>

<file path=ppt/slides/slide3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3286178"/>
      </p:ext>
    </p:extLst>
  </p:cSld>
  <p:clrMapOvr>
    <a:masterClrMapping/>
  </p:clrMapOvr>
</p:sld>
</file>

<file path=ppt/slides/slide3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3573759"/>
      </p:ext>
    </p:extLst>
  </p:cSld>
  <p:clrMapOvr>
    <a:masterClrMapping/>
  </p:clrMapOvr>
</p:sld>
</file>

<file path=ppt/slides/slide3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9064628"/>
      </p:ext>
    </p:extLst>
  </p:cSld>
  <p:clrMapOvr>
    <a:masterClrMapping/>
  </p:clrMapOvr>
</p:sld>
</file>

<file path=ppt/slides/slide3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06426801"/>
      </p:ext>
    </p:extLst>
  </p:cSld>
  <p:clrMapOvr>
    <a:masterClrMapping/>
  </p:clrMapOvr>
</p:sld>
</file>

<file path=ppt/slides/slide3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561173569"/>
      </p:ext>
    </p:extLst>
  </p:cSld>
  <p:clrMapOvr>
    <a:masterClrMapping/>
  </p:clrMapOvr>
</p:sld>
</file>

<file path=ppt/slides/slide3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513412"/>
      </p:ext>
    </p:extLst>
  </p:cSld>
  <p:clrMapOvr>
    <a:masterClrMapping/>
  </p:clrMapOvr>
</p:sld>
</file>

<file path=ppt/slides/slide3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0605488"/>
      </p:ext>
    </p:extLst>
  </p:cSld>
  <p:clrMapOvr>
    <a:masterClrMapping/>
  </p:clrMapOvr>
</p:sld>
</file>

<file path=ppt/slides/slide3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5489860"/>
      </p:ext>
    </p:extLst>
  </p:cSld>
  <p:clrMapOvr>
    <a:masterClrMapping/>
  </p:clrMapOvr>
</p:sld>
</file>

<file path=ppt/slides/slide3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6249160"/>
      </p:ext>
    </p:extLst>
  </p:cSld>
  <p:clrMapOvr>
    <a:masterClrMapping/>
  </p:clrMapOvr>
</p:sld>
</file>

<file path=ppt/slides/slide3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740073029"/>
      </p:ext>
    </p:extLst>
  </p:cSld>
  <p:clrMapOvr>
    <a:masterClrMapping/>
  </p:clrMapOvr>
</p:sld>
</file>

<file path=ppt/slides/slide3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09055131"/>
      </p:ext>
    </p:extLst>
  </p:cSld>
  <p:clrMapOvr>
    <a:masterClrMapping/>
  </p:clrMapOvr>
</p:sld>
</file>

<file path=ppt/slides/slide3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98345890"/>
      </p:ext>
    </p:extLst>
  </p:cSld>
  <p:clrMapOvr>
    <a:masterClrMapping/>
  </p:clrMapOvr>
</p:sld>
</file>

<file path=ppt/slides/slide3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5658117"/>
      </p:ext>
    </p:extLst>
  </p:cSld>
  <p:clrMapOvr>
    <a:masterClrMapping/>
  </p:clrMapOvr>
</p:sld>
</file>

<file path=ppt/slides/slide3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7908340"/>
      </p:ext>
    </p:extLst>
  </p:cSld>
  <p:clrMapOvr>
    <a:masterClrMapping/>
  </p:clrMapOvr>
</p:sld>
</file>

<file path=ppt/slides/slide3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539803415"/>
      </p:ext>
    </p:extLst>
  </p:cSld>
  <p:clrMapOvr>
    <a:masterClrMapping/>
  </p:clrMapOvr>
</p:sld>
</file>

<file path=ppt/slides/slide3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3463205"/>
      </p:ext>
    </p:extLst>
  </p:cSld>
  <p:clrMapOvr>
    <a:masterClrMapping/>
  </p:clrMapOvr>
</p:sld>
</file>

<file path=ppt/slides/slide3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3845145"/>
      </p:ext>
    </p:extLst>
  </p:cSld>
  <p:clrMapOvr>
    <a:masterClrMapping/>
  </p:clrMapOvr>
</p:sld>
</file>

<file path=ppt/slides/slide3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78354"/>
      </p:ext>
    </p:extLst>
  </p:cSld>
  <p:clrMapOvr>
    <a:masterClrMapping/>
  </p:clrMapOvr>
</p:sld>
</file>

<file path=ppt/slides/slide3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953650"/>
      </p:ext>
    </p:extLst>
  </p:cSld>
  <p:clrMapOvr>
    <a:masterClrMapping/>
  </p:clrMapOvr>
</p:sld>
</file>

<file path=ppt/slides/slide3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1890826640"/>
      </p:ext>
    </p:extLst>
  </p:cSld>
  <p:clrMapOvr>
    <a:masterClrMapping/>
  </p:clrMapOvr>
</p:sld>
</file>

<file path=ppt/slides/slide3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7900699"/>
      </p:ext>
    </p:extLst>
  </p:cSld>
  <p:clrMapOvr>
    <a:masterClrMapping/>
  </p:clrMapOvr>
</p:sld>
</file>

<file path=ppt/slides/slide3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8658094"/>
      </p:ext>
    </p:extLst>
  </p:cSld>
  <p:clrMapOvr>
    <a:masterClrMapping/>
  </p:clrMapOvr>
</p:sld>
</file>

<file path=ppt/slides/slide3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6312769"/>
      </p:ext>
    </p:extLst>
  </p:cSld>
  <p:clrMapOvr>
    <a:masterClrMapping/>
  </p:clrMapOvr>
</p:sld>
</file>

<file path=ppt/slides/slide3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7723116"/>
      </p:ext>
    </p:extLst>
  </p:cSld>
  <p:clrMapOvr>
    <a:masterClrMapping/>
  </p:clrMapOvr>
</p:sld>
</file>

<file path=ppt/slides/slide3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3522043506"/>
      </p:ext>
    </p:extLst>
  </p:cSld>
  <p:clrMapOvr>
    <a:masterClrMapping/>
  </p:clrMapOvr>
</p:sld>
</file>

<file path=ppt/slides/slide3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6136907"/>
      </p:ext>
    </p:extLst>
  </p:cSld>
  <p:clrMapOvr>
    <a:masterClrMapping/>
  </p:clrMapOvr>
</p:sld>
</file>

<file path=ppt/slides/slide3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28467325"/>
      </p:ext>
    </p:extLst>
  </p:cSld>
  <p:clrMapOvr>
    <a:masterClrMapping/>
  </p:clrMapOvr>
</p:sld>
</file>

<file path=ppt/slides/slide3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0559357"/>
      </p:ext>
    </p:extLst>
  </p:cSld>
  <p:clrMapOvr>
    <a:masterClrMapping/>
  </p:clrMapOvr>
</p:sld>
</file>

<file path=ppt/slides/slide3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85472679"/>
      </p:ext>
    </p:extLst>
  </p:cSld>
  <p:clrMapOvr>
    <a:masterClrMapping/>
  </p:clrMapOvr>
</p:sld>
</file>

<file path=ppt/slides/slide3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723415636"/>
      </p:ext>
    </p:extLst>
  </p:cSld>
  <p:clrMapOvr>
    <a:masterClrMapping/>
  </p:clrMapOvr>
</p:sld>
</file>

<file path=ppt/slides/slide3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8374852"/>
      </p:ext>
    </p:extLst>
  </p:cSld>
  <p:clrMapOvr>
    <a:masterClrMapping/>
  </p:clrMapOvr>
</p:sld>
</file>

<file path=ppt/slides/slide3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5697603"/>
      </p:ext>
    </p:extLst>
  </p:cSld>
  <p:clrMapOvr>
    <a:masterClrMapping/>
  </p:clrMapOvr>
</p:sld>
</file>

<file path=ppt/slides/slide3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0130873"/>
      </p:ext>
    </p:extLst>
  </p:cSld>
  <p:clrMapOvr>
    <a:masterClrMapping/>
  </p:clrMapOvr>
</p:sld>
</file>

<file path=ppt/slides/slide3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6874805"/>
      </p:ext>
    </p:extLst>
  </p:cSld>
  <p:clrMapOvr>
    <a:masterClrMapping/>
  </p:clrMapOvr>
</p:sld>
</file>

<file path=ppt/slides/slide3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4271884477"/>
      </p:ext>
    </p:extLst>
  </p:cSld>
  <p:clrMapOvr>
    <a:masterClrMapping/>
  </p:clrMapOvr>
</p:sld>
</file>

<file path=ppt/slides/slide3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582621"/>
      </p:ext>
    </p:extLst>
  </p:cSld>
  <p:clrMapOvr>
    <a:masterClrMapping/>
  </p:clrMapOvr>
</p:sld>
</file>

<file path=ppt/slides/slide3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81119822"/>
      </p:ext>
    </p:extLst>
  </p:cSld>
  <p:clrMapOvr>
    <a:masterClrMapping/>
  </p:clrMapOvr>
</p:sld>
</file>

<file path=ppt/slides/slide3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384057"/>
      </p:ext>
    </p:extLst>
  </p:cSld>
  <p:clrMapOvr>
    <a:masterClrMapping/>
  </p:clrMapOvr>
</p:sld>
</file>

<file path=ppt/slides/slide3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9937919"/>
      </p:ext>
    </p:extLst>
  </p:cSld>
  <p:clrMapOvr>
    <a:masterClrMapping/>
  </p:clrMapOvr>
</p:sld>
</file>

<file path=ppt/slides/slide3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5B336B49-AC35-4CE2-9C52-B4758C7198C7}"/>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dirty="0"/>
          </a:p>
        </p:txBody>
      </p:sp>
    </p:spTree>
    <p:extLst>
      <p:ext uri="{BB962C8B-B14F-4D97-AF65-F5344CB8AC3E}">
        <p14:creationId xmlns:p14="http://schemas.microsoft.com/office/powerpoint/2010/main" val="2174966162"/>
      </p:ext>
    </p:extLst>
  </p:cSld>
  <p:clrMapOvr>
    <a:masterClrMapping/>
  </p:clrMapOvr>
</p:sld>
</file>

<file path=ppt/slides/slide3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38893291"/>
      </p:ext>
    </p:extLst>
  </p:cSld>
  <p:clrMapOvr>
    <a:masterClrMapping/>
  </p:clrMapOvr>
</p:sld>
</file>

<file path=ppt/slides/slide3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4343657"/>
      </p:ext>
    </p:extLst>
  </p:cSld>
  <p:clrMapOvr>
    <a:masterClrMapping/>
  </p:clrMapOvr>
</p:sld>
</file>

<file path=ppt/slides/slide3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0030827"/>
      </p:ext>
    </p:extLst>
  </p:cSld>
  <p:clrMapOvr>
    <a:masterClrMapping/>
  </p:clrMapOvr>
</p:sld>
</file>

<file path=ppt/slides/slide3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2064112"/>
      </p:ext>
    </p:extLst>
  </p:cSld>
  <p:clrMapOvr>
    <a:masterClrMapping/>
  </p:clrMapOvr>
</p:sld>
</file>

<file path=ppt/slides/slide3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2447833"/>
      </p:ext>
    </p:extLst>
  </p:cSld>
  <p:clrMapOvr>
    <a:masterClrMapping/>
  </p:clrMapOvr>
</p:sld>
</file>

<file path=ppt/slides/slide3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2951338"/>
      </p:ext>
    </p:extLst>
  </p:cSld>
  <p:clrMapOvr>
    <a:masterClrMapping/>
  </p:clrMapOvr>
</p:sld>
</file>

<file path=ppt/slides/slide3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3225614"/>
      </p:ext>
    </p:extLst>
  </p:cSld>
  <p:clrMapOvr>
    <a:masterClrMapping/>
  </p:clrMapOvr>
</p:sld>
</file>

<file path=ppt/slides/slide3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39180449"/>
      </p:ext>
    </p:extLst>
  </p:cSld>
  <p:clrMapOvr>
    <a:masterClrMapping/>
  </p:clrMapOvr>
</p:sld>
</file>

<file path=ppt/slides/slide3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9733476"/>
      </p:ext>
    </p:extLst>
  </p:cSld>
  <p:clrMapOvr>
    <a:masterClrMapping/>
  </p:clrMapOvr>
</p:sld>
</file>

<file path=ppt/slides/slide3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2193682"/>
      </p:ext>
    </p:extLst>
  </p:cSld>
  <p:clrMapOvr>
    <a:masterClrMapping/>
  </p:clrMapOvr>
</p:sld>
</file>

<file path=ppt/slides/slide3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20750787"/>
      </p:ext>
    </p:extLst>
  </p:cSld>
  <p:clrMapOvr>
    <a:masterClrMapping/>
  </p:clrMapOvr>
</p:sld>
</file>

<file path=ppt/slides/slide3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59587866"/>
      </p:ext>
    </p:extLst>
  </p:cSld>
  <p:clrMapOvr>
    <a:masterClrMapping/>
  </p:clrMapOvr>
</p:sld>
</file>

<file path=ppt/slides/slide3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7623094"/>
      </p:ext>
    </p:extLst>
  </p:cSld>
  <p:clrMapOvr>
    <a:masterClrMapping/>
  </p:clrMapOvr>
</p:sld>
</file>

<file path=ppt/slides/slide3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36937678"/>
      </p:ext>
    </p:extLst>
  </p:cSld>
  <p:clrMapOvr>
    <a:masterClrMapping/>
  </p:clrMapOvr>
</p:sld>
</file>

<file path=ppt/slides/slide3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2669572"/>
      </p:ext>
    </p:extLst>
  </p:cSld>
  <p:clrMapOvr>
    <a:masterClrMapping/>
  </p:clrMapOvr>
</p:sld>
</file>

<file path=ppt/slides/slide3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0073072"/>
      </p:ext>
    </p:extLst>
  </p:cSld>
  <p:clrMapOvr>
    <a:masterClrMapping/>
  </p:clrMapOvr>
</p:sld>
</file>

<file path=ppt/slides/slide3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34579027"/>
      </p:ext>
    </p:extLst>
  </p:cSld>
  <p:clrMapOvr>
    <a:masterClrMapping/>
  </p:clrMapOvr>
</p:sld>
</file>

<file path=ppt/slides/slide3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33674877"/>
      </p:ext>
    </p:extLst>
  </p:cSld>
  <p:clrMapOvr>
    <a:masterClrMapping/>
  </p:clrMapOvr>
</p:sld>
</file>

<file path=ppt/slides/slide3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20583811"/>
      </p:ext>
    </p:extLst>
  </p:cSld>
  <p:clrMapOvr>
    <a:masterClrMapping/>
  </p:clrMapOvr>
</p:sld>
</file>

<file path=ppt/slides/slide3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42180127"/>
      </p:ext>
    </p:extLst>
  </p:cSld>
  <p:clrMapOvr>
    <a:masterClrMapping/>
  </p:clrMapOvr>
</p:sld>
</file>

<file path=ppt/slides/slide3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5696577"/>
      </p:ext>
    </p:extLst>
  </p:cSld>
  <p:clrMapOvr>
    <a:masterClrMapping/>
  </p:clrMapOvr>
</p:sld>
</file>

<file path=ppt/slides/slide3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122816"/>
      </p:ext>
    </p:extLst>
  </p:cSld>
  <p:clrMapOvr>
    <a:masterClrMapping/>
  </p:clrMapOvr>
</p:sld>
</file>

<file path=ppt/slides/slide3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8191856"/>
      </p:ext>
    </p:extLst>
  </p:cSld>
  <p:clrMapOvr>
    <a:masterClrMapping/>
  </p:clrMapOvr>
</p:sld>
</file>

<file path=ppt/slides/slide3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64582339"/>
      </p:ext>
    </p:extLst>
  </p:cSld>
  <p:clrMapOvr>
    <a:masterClrMapping/>
  </p:clrMapOvr>
</p:sld>
</file>

<file path=ppt/slides/slide3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07963975"/>
      </p:ext>
    </p:extLst>
  </p:cSld>
  <p:clrMapOvr>
    <a:masterClrMapping/>
  </p:clrMapOvr>
</p:sld>
</file>

<file path=ppt/slides/slide3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7337099"/>
      </p:ext>
    </p:extLst>
  </p:cSld>
  <p:clrMapOvr>
    <a:masterClrMapping/>
  </p:clrMapOvr>
</p:sld>
</file>

<file path=ppt/slides/slide3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9391540"/>
      </p:ext>
    </p:extLst>
  </p:cSld>
  <p:clrMapOvr>
    <a:masterClrMapping/>
  </p:clrMapOvr>
</p:sld>
</file>

<file path=ppt/slides/slide3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7496734"/>
      </p:ext>
    </p:extLst>
  </p:cSld>
  <p:clrMapOvr>
    <a:masterClrMapping/>
  </p:clrMapOvr>
</p:sld>
</file>

<file path=ppt/slides/slide3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98068831"/>
      </p:ext>
    </p:extLst>
  </p:cSld>
  <p:clrMapOvr>
    <a:masterClrMapping/>
  </p:clrMapOvr>
</p:sld>
</file>

<file path=ppt/slides/slide3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5566293"/>
      </p:ext>
    </p:extLst>
  </p:cSld>
  <p:clrMapOvr>
    <a:masterClrMapping/>
  </p:clrMapOvr>
</p:sld>
</file>

<file path=ppt/slides/slide3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3126574"/>
      </p:ext>
    </p:extLst>
  </p:cSld>
  <p:clrMapOvr>
    <a:masterClrMapping/>
  </p:clrMapOvr>
</p:sld>
</file>

<file path=ppt/slides/slide3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3514076"/>
      </p:ext>
    </p:extLst>
  </p:cSld>
  <p:clrMapOvr>
    <a:masterClrMapping/>
  </p:clrMapOvr>
</p:sld>
</file>

<file path=ppt/slides/slide3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17730853"/>
      </p:ext>
    </p:extLst>
  </p:cSld>
  <p:clrMapOvr>
    <a:masterClrMapping/>
  </p:clrMapOvr>
</p:sld>
</file>

<file path=ppt/slides/slide3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38538744"/>
      </p:ext>
    </p:extLst>
  </p:cSld>
  <p:clrMapOvr>
    <a:masterClrMapping/>
  </p:clrMapOvr>
</p:sld>
</file>

<file path=ppt/slides/slide3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6776459"/>
      </p:ext>
    </p:extLst>
  </p:cSld>
  <p:clrMapOvr>
    <a:masterClrMapping/>
  </p:clrMapOvr>
</p:sld>
</file>

<file path=ppt/slides/slide3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7698056"/>
      </p:ext>
    </p:extLst>
  </p:cSld>
  <p:clrMapOvr>
    <a:masterClrMapping/>
  </p:clrMapOvr>
</p:sld>
</file>

<file path=ppt/slides/slide3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0134129"/>
      </p:ext>
    </p:extLst>
  </p:cSld>
  <p:clrMapOvr>
    <a:masterClrMapping/>
  </p:clrMapOvr>
</p:sld>
</file>

<file path=ppt/slides/slide3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4274026"/>
      </p:ext>
    </p:extLst>
  </p:cSld>
  <p:clrMapOvr>
    <a:masterClrMapping/>
  </p:clrMapOvr>
</p:sld>
</file>

<file path=ppt/slides/slide3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0982122"/>
      </p:ext>
    </p:extLst>
  </p:cSld>
  <p:clrMapOvr>
    <a:masterClrMapping/>
  </p:clrMapOvr>
</p:sld>
</file>

<file path=ppt/slides/slide3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89380872"/>
      </p:ext>
    </p:extLst>
  </p:cSld>
  <p:clrMapOvr>
    <a:masterClrMapping/>
  </p:clrMapOvr>
</p:sld>
</file>

<file path=ppt/slides/slide3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1745724"/>
      </p:ext>
    </p:extLst>
  </p:cSld>
  <p:clrMapOvr>
    <a:masterClrMapping/>
  </p:clrMapOvr>
</p:sld>
</file>

<file path=ppt/slides/slide3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476684"/>
      </p:ext>
    </p:extLst>
  </p:cSld>
  <p:clrMapOvr>
    <a:masterClrMapping/>
  </p:clrMapOvr>
</p:sld>
</file>

<file path=ppt/slides/slide3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2356073"/>
      </p:ext>
    </p:extLst>
  </p:cSld>
  <p:clrMapOvr>
    <a:masterClrMapping/>
  </p:clrMapOvr>
</p:sld>
</file>

<file path=ppt/slides/slide3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2822720"/>
      </p:ext>
    </p:extLst>
  </p:cSld>
  <p:clrMapOvr>
    <a:masterClrMapping/>
  </p:clrMapOvr>
</p:sld>
</file>

<file path=ppt/slides/slide3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7647664"/>
      </p:ext>
    </p:extLst>
  </p:cSld>
  <p:clrMapOvr>
    <a:masterClrMapping/>
  </p:clrMapOvr>
</p:sld>
</file>

<file path=ppt/slides/slide3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8571329"/>
      </p:ext>
    </p:extLst>
  </p:cSld>
  <p:clrMapOvr>
    <a:masterClrMapping/>
  </p:clrMapOvr>
</p:sld>
</file>

<file path=ppt/slides/slide3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6070205"/>
      </p:ext>
    </p:extLst>
  </p:cSld>
  <p:clrMapOvr>
    <a:masterClrMapping/>
  </p:clrMapOvr>
</p:sld>
</file>

<file path=ppt/slides/slide3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016398"/>
      </p:ext>
    </p:extLst>
  </p:cSld>
  <p:clrMapOvr>
    <a:masterClrMapping/>
  </p:clrMapOvr>
</p:sld>
</file>

<file path=ppt/slides/slide3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67354147"/>
      </p:ext>
    </p:extLst>
  </p:cSld>
  <p:clrMapOvr>
    <a:masterClrMapping/>
  </p:clrMapOvr>
</p:sld>
</file>

<file path=ppt/slides/slide3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4419806"/>
      </p:ext>
    </p:extLst>
  </p:cSld>
  <p:clrMapOvr>
    <a:masterClrMapping/>
  </p:clrMapOvr>
</p:sld>
</file>

<file path=ppt/slides/slide3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63228021"/>
      </p:ext>
    </p:extLst>
  </p:cSld>
  <p:clrMapOvr>
    <a:masterClrMapping/>
  </p:clrMapOvr>
</p:sld>
</file>

<file path=ppt/slides/slide3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31157952"/>
      </p:ext>
    </p:extLst>
  </p:cSld>
  <p:clrMapOvr>
    <a:masterClrMapping/>
  </p:clrMapOvr>
</p:sld>
</file>

<file path=ppt/slides/slide3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8548269"/>
      </p:ext>
    </p:extLst>
  </p:cSld>
  <p:clrMapOvr>
    <a:masterClrMapping/>
  </p:clrMapOvr>
</p:sld>
</file>

<file path=ppt/slides/slide3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28872918"/>
      </p:ext>
    </p:extLst>
  </p:cSld>
  <p:clrMapOvr>
    <a:masterClrMapping/>
  </p:clrMapOvr>
</p:sld>
</file>

<file path=ppt/slides/slide3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7163444"/>
      </p:ext>
    </p:extLst>
  </p:cSld>
  <p:clrMapOvr>
    <a:masterClrMapping/>
  </p:clrMapOvr>
</p:sld>
</file>

<file path=ppt/slides/slide3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9121575"/>
      </p:ext>
    </p:extLst>
  </p:cSld>
  <p:clrMapOvr>
    <a:masterClrMapping/>
  </p:clrMapOvr>
</p:sld>
</file>

<file path=ppt/slides/slide3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9682512"/>
      </p:ext>
    </p:extLst>
  </p:cSld>
  <p:clrMapOvr>
    <a:masterClrMapping/>
  </p:clrMapOvr>
</p:sld>
</file>

<file path=ppt/slides/slide3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8579886"/>
      </p:ext>
    </p:extLst>
  </p:cSld>
  <p:clrMapOvr>
    <a:masterClrMapping/>
  </p:clrMapOvr>
</p:sld>
</file>

<file path=ppt/slides/slide3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67672392"/>
      </p:ext>
    </p:extLst>
  </p:cSld>
  <p:clrMapOvr>
    <a:masterClrMapping/>
  </p:clrMapOvr>
</p:sld>
</file>

<file path=ppt/slides/slide3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1262213"/>
      </p:ext>
    </p:extLst>
  </p:cSld>
  <p:clrMapOvr>
    <a:masterClrMapping/>
  </p:clrMapOvr>
</p:sld>
</file>

<file path=ppt/slides/slide3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2652673"/>
      </p:ext>
    </p:extLst>
  </p:cSld>
  <p:clrMapOvr>
    <a:masterClrMapping/>
  </p:clrMapOvr>
</p:sld>
</file>

<file path=ppt/slides/slide3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38538707"/>
      </p:ext>
    </p:extLst>
  </p:cSld>
  <p:clrMapOvr>
    <a:masterClrMapping/>
  </p:clrMapOvr>
</p:sld>
</file>

<file path=ppt/slides/slide3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27608203"/>
      </p:ext>
    </p:extLst>
  </p:cSld>
  <p:clrMapOvr>
    <a:masterClrMapping/>
  </p:clrMapOvr>
</p:sld>
</file>

<file path=ppt/slides/slide3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6417087"/>
      </p:ext>
    </p:extLst>
  </p:cSld>
  <p:clrMapOvr>
    <a:masterClrMapping/>
  </p:clrMapOvr>
</p:sld>
</file>

<file path=ppt/slides/slide3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63000293"/>
      </p:ext>
    </p:extLst>
  </p:cSld>
  <p:clrMapOvr>
    <a:masterClrMapping/>
  </p:clrMapOvr>
</p:sld>
</file>

<file path=ppt/slides/slide3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7457730"/>
      </p:ext>
    </p:extLst>
  </p:cSld>
  <p:clrMapOvr>
    <a:masterClrMapping/>
  </p:clrMapOvr>
</p:sld>
</file>

<file path=ppt/slides/slide3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84984411"/>
      </p:ext>
    </p:extLst>
  </p:cSld>
  <p:clrMapOvr>
    <a:masterClrMapping/>
  </p:clrMapOvr>
</p:sld>
</file>

<file path=ppt/slides/slide3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38362918"/>
      </p:ext>
    </p:extLst>
  </p:cSld>
  <p:clrMapOvr>
    <a:masterClrMapping/>
  </p:clrMapOvr>
</p:sld>
</file>

<file path=ppt/slides/slide3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8929623"/>
      </p:ext>
    </p:extLst>
  </p:cSld>
  <p:clrMapOvr>
    <a:masterClrMapping/>
  </p:clrMapOvr>
</p:sld>
</file>

<file path=ppt/slides/slide3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2782900"/>
      </p:ext>
    </p:extLst>
  </p:cSld>
  <p:clrMapOvr>
    <a:masterClrMapping/>
  </p:clrMapOvr>
</p:sld>
</file>

<file path=ppt/slides/slide3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2233693"/>
      </p:ext>
    </p:extLst>
  </p:cSld>
  <p:clrMapOvr>
    <a:masterClrMapping/>
  </p:clrMapOvr>
</p:sld>
</file>

<file path=ppt/slides/slide3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6164705"/>
      </p:ext>
    </p:extLst>
  </p:cSld>
  <p:clrMapOvr>
    <a:masterClrMapping/>
  </p:clrMapOvr>
</p:sld>
</file>

<file path=ppt/slides/slide3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5462668"/>
      </p:ext>
    </p:extLst>
  </p:cSld>
  <p:clrMapOvr>
    <a:masterClrMapping/>
  </p:clrMapOvr>
</p:sld>
</file>

<file path=ppt/slides/slide3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26754069"/>
      </p:ext>
    </p:extLst>
  </p:cSld>
  <p:clrMapOvr>
    <a:masterClrMapping/>
  </p:clrMapOvr>
</p:sld>
</file>

<file path=ppt/slides/slide3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79760958"/>
      </p:ext>
    </p:extLst>
  </p:cSld>
  <p:clrMapOvr>
    <a:masterClrMapping/>
  </p:clrMapOvr>
</p:sld>
</file>

<file path=ppt/slides/slide3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343373"/>
      </p:ext>
    </p:extLst>
  </p:cSld>
  <p:clrMapOvr>
    <a:masterClrMapping/>
  </p:clrMapOvr>
</p:sld>
</file>

<file path=ppt/slides/slide3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5777261"/>
      </p:ext>
    </p:extLst>
  </p:cSld>
  <p:clrMapOvr>
    <a:masterClrMapping/>
  </p:clrMapOvr>
</p:sld>
</file>

<file path=ppt/slides/slide3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51689434"/>
      </p:ext>
    </p:extLst>
  </p:cSld>
  <p:clrMapOvr>
    <a:masterClrMapping/>
  </p:clrMapOvr>
</p:sld>
</file>

<file path=ppt/slides/slide3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8934677"/>
      </p:ext>
    </p:extLst>
  </p:cSld>
  <p:clrMapOvr>
    <a:masterClrMapping/>
  </p:clrMapOvr>
</p:sld>
</file>

<file path=ppt/slides/slide3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9233648"/>
      </p:ext>
    </p:extLst>
  </p:cSld>
  <p:clrMapOvr>
    <a:masterClrMapping/>
  </p:clrMapOvr>
</p:sld>
</file>

<file path=ppt/slides/slide3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0957795"/>
      </p:ext>
    </p:extLst>
  </p:cSld>
  <p:clrMapOvr>
    <a:masterClrMapping/>
  </p:clrMapOvr>
</p:sld>
</file>

<file path=ppt/slides/slide3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718138"/>
      </p:ext>
    </p:extLst>
  </p:cSld>
  <p:clrMapOvr>
    <a:masterClrMapping/>
  </p:clrMapOvr>
</p:sld>
</file>

<file path=ppt/slides/slide3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6352060"/>
      </p:ext>
    </p:extLst>
  </p:cSld>
  <p:clrMapOvr>
    <a:masterClrMapping/>
  </p:clrMapOvr>
</p:sld>
</file>

<file path=ppt/slides/slide3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41986177"/>
      </p:ext>
    </p:extLst>
  </p:cSld>
  <p:clrMapOvr>
    <a:masterClrMapping/>
  </p:clrMapOvr>
</p:sld>
</file>

<file path=ppt/slides/slide3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39389636"/>
      </p:ext>
    </p:extLst>
  </p:cSld>
  <p:clrMapOvr>
    <a:masterClrMapping/>
  </p:clrMapOvr>
</p:sld>
</file>

<file path=ppt/slides/slide3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4133511"/>
      </p:ext>
    </p:extLst>
  </p:cSld>
  <p:clrMapOvr>
    <a:masterClrMapping/>
  </p:clrMapOvr>
</p:sld>
</file>

<file path=ppt/slides/slide3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3100726"/>
      </p:ext>
    </p:extLst>
  </p:cSld>
  <p:clrMapOvr>
    <a:masterClrMapping/>
  </p:clrMapOvr>
</p:sld>
</file>

<file path=ppt/slides/slide3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76313695"/>
      </p:ext>
    </p:extLst>
  </p:cSld>
  <p:clrMapOvr>
    <a:masterClrMapping/>
  </p:clrMapOvr>
</p:sld>
</file>

<file path=ppt/slides/slide3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8076685"/>
      </p:ext>
    </p:extLst>
  </p:cSld>
  <p:clrMapOvr>
    <a:masterClrMapping/>
  </p:clrMapOvr>
</p:sld>
</file>

<file path=ppt/slides/slide3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0270225"/>
      </p:ext>
    </p:extLst>
  </p:cSld>
  <p:clrMapOvr>
    <a:masterClrMapping/>
  </p:clrMapOvr>
</p:sld>
</file>

<file path=ppt/slides/slide3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29681490"/>
      </p:ext>
    </p:extLst>
  </p:cSld>
  <p:clrMapOvr>
    <a:masterClrMapping/>
  </p:clrMapOvr>
</p:sld>
</file>

<file path=ppt/slides/slide3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3440844"/>
      </p:ext>
    </p:extLst>
  </p:cSld>
  <p:clrMapOvr>
    <a:masterClrMapping/>
  </p:clrMapOvr>
</p:sld>
</file>

<file path=ppt/slides/slide3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9274656"/>
      </p:ext>
    </p:extLst>
  </p:cSld>
  <p:clrMapOvr>
    <a:masterClrMapping/>
  </p:clrMapOvr>
</p:sld>
</file>

<file path=ppt/slides/slide3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7489812"/>
      </p:ext>
    </p:extLst>
  </p:cSld>
  <p:clrMapOvr>
    <a:masterClrMapping/>
  </p:clrMapOvr>
</p:sld>
</file>

<file path=ppt/slides/slide3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141463"/>
      </p:ext>
    </p:extLst>
  </p:cSld>
  <p:clrMapOvr>
    <a:masterClrMapping/>
  </p:clrMapOvr>
</p:sld>
</file>

<file path=ppt/slides/slide3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96960767"/>
      </p:ext>
    </p:extLst>
  </p:cSld>
  <p:clrMapOvr>
    <a:masterClrMapping/>
  </p:clrMapOvr>
</p:sld>
</file>

<file path=ppt/slides/slide3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3935723"/>
      </p:ext>
    </p:extLst>
  </p:cSld>
  <p:clrMapOvr>
    <a:masterClrMapping/>
  </p:clrMapOvr>
</p:sld>
</file>

<file path=ppt/slides/slide3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2698460"/>
      </p:ext>
    </p:extLst>
  </p:cSld>
  <p:clrMapOvr>
    <a:masterClrMapping/>
  </p:clrMapOvr>
</p:sld>
</file>

<file path=ppt/slides/slide3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57457758"/>
      </p:ext>
    </p:extLst>
  </p:cSld>
  <p:clrMapOvr>
    <a:masterClrMapping/>
  </p:clrMapOvr>
</p:sld>
</file>

<file path=ppt/slides/slide3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7989633"/>
      </p:ext>
    </p:extLst>
  </p:cSld>
  <p:clrMapOvr>
    <a:masterClrMapping/>
  </p:clrMapOvr>
</p:sld>
</file>

<file path=ppt/slides/slide3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34644048"/>
      </p:ext>
    </p:extLst>
  </p:cSld>
  <p:clrMapOvr>
    <a:masterClrMapping/>
  </p:clrMapOvr>
</p:sld>
</file>

<file path=ppt/slides/slide3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0486511"/>
      </p:ext>
    </p:extLst>
  </p:cSld>
  <p:clrMapOvr>
    <a:masterClrMapping/>
  </p:clrMapOvr>
</p:sld>
</file>

<file path=ppt/slides/slide3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2111819"/>
      </p:ext>
    </p:extLst>
  </p:cSld>
  <p:clrMapOvr>
    <a:masterClrMapping/>
  </p:clrMapOvr>
</p:sld>
</file>

<file path=ppt/slides/slide3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2035856"/>
      </p:ext>
    </p:extLst>
  </p:cSld>
  <p:clrMapOvr>
    <a:masterClrMapping/>
  </p:clrMapOvr>
</p:sld>
</file>

<file path=ppt/slides/slide3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7854908"/>
      </p:ext>
    </p:extLst>
  </p:cSld>
  <p:clrMapOvr>
    <a:masterClrMapping/>
  </p:clrMapOvr>
</p:sld>
</file>

<file path=ppt/slides/slide3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0227734"/>
      </p:ext>
    </p:extLst>
  </p:cSld>
  <p:clrMapOvr>
    <a:masterClrMapping/>
  </p:clrMapOvr>
</p:sld>
</file>

<file path=ppt/slides/slide3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99758589"/>
      </p:ext>
    </p:extLst>
  </p:cSld>
  <p:clrMapOvr>
    <a:masterClrMapping/>
  </p:clrMapOvr>
</p:sld>
</file>

<file path=ppt/slides/slide3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7442487"/>
      </p:ext>
    </p:extLst>
  </p:cSld>
  <p:clrMapOvr>
    <a:masterClrMapping/>
  </p:clrMapOvr>
</p:sld>
</file>

<file path=ppt/slides/slide3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59249507"/>
      </p:ext>
    </p:extLst>
  </p:cSld>
  <p:clrMapOvr>
    <a:masterClrMapping/>
  </p:clrMapOvr>
</p:sld>
</file>

<file path=ppt/slides/slide3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1651899"/>
      </p:ext>
    </p:extLst>
  </p:cSld>
  <p:clrMapOvr>
    <a:masterClrMapping/>
  </p:clrMapOvr>
</p:sld>
</file>

<file path=ppt/slides/slide3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74865259"/>
      </p:ext>
    </p:extLst>
  </p:cSld>
  <p:clrMapOvr>
    <a:masterClrMapping/>
  </p:clrMapOvr>
</p:sld>
</file>

<file path=ppt/slides/slide3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4685717"/>
      </p:ext>
    </p:extLst>
  </p:cSld>
  <p:clrMapOvr>
    <a:masterClrMapping/>
  </p:clrMapOvr>
</p:sld>
</file>

<file path=ppt/slides/slide3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7862319"/>
      </p:ext>
    </p:extLst>
  </p:cSld>
  <p:clrMapOvr>
    <a:masterClrMapping/>
  </p:clrMapOvr>
</p:sld>
</file>

<file path=ppt/slides/slide3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75863026"/>
      </p:ext>
    </p:extLst>
  </p:cSld>
  <p:clrMapOvr>
    <a:masterClrMapping/>
  </p:clrMapOvr>
</p:sld>
</file>

<file path=ppt/slides/slide3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33465652"/>
      </p:ext>
    </p:extLst>
  </p:cSld>
  <p:clrMapOvr>
    <a:masterClrMapping/>
  </p:clrMapOvr>
</p:sld>
</file>

<file path=ppt/slides/slide3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28043402"/>
      </p:ext>
    </p:extLst>
  </p:cSld>
  <p:clrMapOvr>
    <a:masterClrMapping/>
  </p:clrMapOvr>
</p:sld>
</file>

<file path=ppt/slides/slide3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7478040"/>
      </p:ext>
    </p:extLst>
  </p:cSld>
  <p:clrMapOvr>
    <a:masterClrMapping/>
  </p:clrMapOvr>
</p:sld>
</file>

<file path=ppt/slides/slide3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4980578"/>
      </p:ext>
    </p:extLst>
  </p:cSld>
  <p:clrMapOvr>
    <a:masterClrMapping/>
  </p:clrMapOvr>
</p:sld>
</file>

<file path=ppt/slides/slide3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3986649"/>
      </p:ext>
    </p:extLst>
  </p:cSld>
  <p:clrMapOvr>
    <a:masterClrMapping/>
  </p:clrMapOvr>
</p:sld>
</file>

<file path=ppt/slides/slide3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3999826"/>
      </p:ext>
    </p:extLst>
  </p:cSld>
  <p:clrMapOvr>
    <a:masterClrMapping/>
  </p:clrMapOvr>
</p:sld>
</file>

<file path=ppt/slides/slide3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6168568"/>
      </p:ext>
    </p:extLst>
  </p:cSld>
  <p:clrMapOvr>
    <a:masterClrMapping/>
  </p:clrMapOvr>
</p:sld>
</file>

<file path=ppt/slides/slide3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64958527"/>
      </p:ext>
    </p:extLst>
  </p:cSld>
  <p:clrMapOvr>
    <a:masterClrMapping/>
  </p:clrMapOvr>
</p:sld>
</file>

<file path=ppt/slides/slide3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8098605"/>
      </p:ext>
    </p:extLst>
  </p:cSld>
  <p:clrMapOvr>
    <a:masterClrMapping/>
  </p:clrMapOvr>
</p:sld>
</file>

<file path=ppt/slides/slide3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6523317"/>
      </p:ext>
    </p:extLst>
  </p:cSld>
  <p:clrMapOvr>
    <a:masterClrMapping/>
  </p:clrMapOvr>
</p:sld>
</file>

<file path=ppt/slides/slide3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41166497"/>
      </p:ext>
    </p:extLst>
  </p:cSld>
  <p:clrMapOvr>
    <a:masterClrMapping/>
  </p:clrMapOvr>
</p:sld>
</file>

<file path=ppt/slides/slide3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1656747"/>
      </p:ext>
    </p:extLst>
  </p:cSld>
  <p:clrMapOvr>
    <a:masterClrMapping/>
  </p:clrMapOvr>
</p:sld>
</file>

<file path=ppt/slides/slide3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86025231"/>
      </p:ext>
    </p:extLst>
  </p:cSld>
  <p:clrMapOvr>
    <a:masterClrMapping/>
  </p:clrMapOvr>
</p:sld>
</file>

<file path=ppt/slides/slide3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66071925"/>
      </p:ext>
    </p:extLst>
  </p:cSld>
  <p:clrMapOvr>
    <a:masterClrMapping/>
  </p:clrMapOvr>
</p:sld>
</file>

<file path=ppt/slides/slide3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8216212"/>
      </p:ext>
    </p:extLst>
  </p:cSld>
  <p:clrMapOvr>
    <a:masterClrMapping/>
  </p:clrMapOvr>
</p:sld>
</file>

<file path=ppt/slides/slide3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07021"/>
      </p:ext>
    </p:extLst>
  </p:cSld>
  <p:clrMapOvr>
    <a:masterClrMapping/>
  </p:clrMapOvr>
</p:sld>
</file>

<file path=ppt/slides/slide3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307077"/>
      </p:ext>
    </p:extLst>
  </p:cSld>
  <p:clrMapOvr>
    <a:masterClrMapping/>
  </p:clrMapOvr>
</p:sld>
</file>

<file path=ppt/slides/slide3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2636092"/>
      </p:ext>
    </p:extLst>
  </p:cSld>
  <p:clrMapOvr>
    <a:masterClrMapping/>
  </p:clrMapOvr>
</p:sld>
</file>

<file path=ppt/slides/slide3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3209322"/>
      </p:ext>
    </p:extLst>
  </p:cSld>
  <p:clrMapOvr>
    <a:masterClrMapping/>
  </p:clrMapOvr>
</p:sld>
</file>

<file path=ppt/slides/slide3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1706704"/>
      </p:ext>
    </p:extLst>
  </p:cSld>
  <p:clrMapOvr>
    <a:masterClrMapping/>
  </p:clrMapOvr>
</p:sld>
</file>

<file path=ppt/slides/slide3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7699675"/>
      </p:ext>
    </p:extLst>
  </p:cSld>
  <p:clrMapOvr>
    <a:masterClrMapping/>
  </p:clrMapOvr>
</p:sld>
</file>

<file path=ppt/slides/slide3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085641"/>
      </p:ext>
    </p:extLst>
  </p:cSld>
  <p:clrMapOvr>
    <a:masterClrMapping/>
  </p:clrMapOvr>
</p:sld>
</file>

<file path=ppt/slides/slide3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2666385"/>
      </p:ext>
    </p:extLst>
  </p:cSld>
  <p:clrMapOvr>
    <a:masterClrMapping/>
  </p:clrMapOvr>
</p:sld>
</file>

<file path=ppt/slides/slide3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69678772"/>
      </p:ext>
    </p:extLst>
  </p:cSld>
  <p:clrMapOvr>
    <a:masterClrMapping/>
  </p:clrMapOvr>
</p:sld>
</file>

<file path=ppt/slides/slide3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4982797"/>
      </p:ext>
    </p:extLst>
  </p:cSld>
  <p:clrMapOvr>
    <a:masterClrMapping/>
  </p:clrMapOvr>
</p:sld>
</file>

<file path=ppt/slides/slide3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2107913"/>
      </p:ext>
    </p:extLst>
  </p:cSld>
  <p:clrMapOvr>
    <a:masterClrMapping/>
  </p:clrMapOvr>
</p:sld>
</file>

<file path=ppt/slides/slide3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42595721"/>
      </p:ext>
    </p:extLst>
  </p:cSld>
  <p:clrMapOvr>
    <a:masterClrMapping/>
  </p:clrMapOvr>
</p:sld>
</file>

<file path=ppt/slides/slide3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873586"/>
      </p:ext>
    </p:extLst>
  </p:cSld>
  <p:clrMapOvr>
    <a:masterClrMapping/>
  </p:clrMapOvr>
</p:sld>
</file>

<file path=ppt/slides/slide3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85465152"/>
      </p:ext>
    </p:extLst>
  </p:cSld>
  <p:clrMapOvr>
    <a:masterClrMapping/>
  </p:clrMapOvr>
</p:sld>
</file>

<file path=ppt/slides/slide3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57337099"/>
      </p:ext>
    </p:extLst>
  </p:cSld>
  <p:clrMapOvr>
    <a:masterClrMapping/>
  </p:clrMapOvr>
</p:sld>
</file>

<file path=ppt/slides/slide3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3501759"/>
      </p:ext>
    </p:extLst>
  </p:cSld>
  <p:clrMapOvr>
    <a:masterClrMapping/>
  </p:clrMapOvr>
</p:sld>
</file>

<file path=ppt/slides/slide3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86058596"/>
      </p:ext>
    </p:extLst>
  </p:cSld>
  <p:clrMapOvr>
    <a:masterClrMapping/>
  </p:clrMapOvr>
</p:sld>
</file>

<file path=ppt/slides/slide3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6393932"/>
      </p:ext>
    </p:extLst>
  </p:cSld>
  <p:clrMapOvr>
    <a:masterClrMapping/>
  </p:clrMapOvr>
</p:sld>
</file>

<file path=ppt/slides/slide3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03886023"/>
      </p:ext>
    </p:extLst>
  </p:cSld>
  <p:clrMapOvr>
    <a:masterClrMapping/>
  </p:clrMapOvr>
</p:sld>
</file>

<file path=ppt/slides/slide3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495490"/>
      </p:ext>
    </p:extLst>
  </p:cSld>
  <p:clrMapOvr>
    <a:masterClrMapping/>
  </p:clrMapOvr>
</p:sld>
</file>

<file path=ppt/slides/slide3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32310775"/>
      </p:ext>
    </p:extLst>
  </p:cSld>
  <p:clrMapOvr>
    <a:masterClrMapping/>
  </p:clrMapOvr>
</p:sld>
</file>

<file path=ppt/slides/slide3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3414835"/>
      </p:ext>
    </p:extLst>
  </p:cSld>
  <p:clrMapOvr>
    <a:masterClrMapping/>
  </p:clrMapOvr>
</p:sld>
</file>

<file path=ppt/slides/slide3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6533039"/>
      </p:ext>
    </p:extLst>
  </p:cSld>
  <p:clrMapOvr>
    <a:masterClrMapping/>
  </p:clrMapOvr>
</p:sld>
</file>

<file path=ppt/slides/slide3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255434"/>
      </p:ext>
    </p:extLst>
  </p:cSld>
  <p:clrMapOvr>
    <a:masterClrMapping/>
  </p:clrMapOvr>
</p:sld>
</file>

<file path=ppt/slides/slide3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3116288"/>
      </p:ext>
    </p:extLst>
  </p:cSld>
  <p:clrMapOvr>
    <a:masterClrMapping/>
  </p:clrMapOvr>
</p:sld>
</file>

<file path=ppt/slides/slide3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3587494"/>
      </p:ext>
    </p:extLst>
  </p:cSld>
  <p:clrMapOvr>
    <a:masterClrMapping/>
  </p:clrMapOvr>
</p:sld>
</file>

<file path=ppt/slides/slide3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0185495"/>
      </p:ext>
    </p:extLst>
  </p:cSld>
  <p:clrMapOvr>
    <a:masterClrMapping/>
  </p:clrMapOvr>
</p:sld>
</file>

<file path=ppt/slides/slide3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9661440"/>
      </p:ext>
    </p:extLst>
  </p:cSld>
  <p:clrMapOvr>
    <a:masterClrMapping/>
  </p:clrMapOvr>
</p:sld>
</file>

<file path=ppt/slides/slide3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5435649"/>
      </p:ext>
    </p:extLst>
  </p:cSld>
  <p:clrMapOvr>
    <a:masterClrMapping/>
  </p:clrMapOvr>
</p:sld>
</file>

<file path=ppt/slides/slide3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42663604"/>
      </p:ext>
    </p:extLst>
  </p:cSld>
  <p:clrMapOvr>
    <a:masterClrMapping/>
  </p:clrMapOvr>
</p:sld>
</file>

<file path=ppt/slides/slide3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4002766"/>
      </p:ext>
    </p:extLst>
  </p:cSld>
  <p:clrMapOvr>
    <a:masterClrMapping/>
  </p:clrMapOvr>
</p:sld>
</file>

<file path=ppt/slides/slide3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70323792"/>
      </p:ext>
    </p:extLst>
  </p:cSld>
  <p:clrMapOvr>
    <a:masterClrMapping/>
  </p:clrMapOvr>
</p:sld>
</file>

<file path=ppt/slides/slide3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03723168"/>
      </p:ext>
    </p:extLst>
  </p:cSld>
  <p:clrMapOvr>
    <a:masterClrMapping/>
  </p:clrMapOvr>
</p:sld>
</file>

<file path=ppt/slides/slide3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6938049"/>
      </p:ext>
    </p:extLst>
  </p:cSld>
  <p:clrMapOvr>
    <a:masterClrMapping/>
  </p:clrMapOvr>
</p:sld>
</file>

<file path=ppt/slides/slide3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67168596"/>
      </p:ext>
    </p:extLst>
  </p:cSld>
  <p:clrMapOvr>
    <a:masterClrMapping/>
  </p:clrMapOvr>
</p:sld>
</file>

<file path=ppt/slides/slide3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4969531"/>
      </p:ext>
    </p:extLst>
  </p:cSld>
  <p:clrMapOvr>
    <a:masterClrMapping/>
  </p:clrMapOvr>
</p:sld>
</file>

<file path=ppt/slides/slide3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04757341"/>
      </p:ext>
    </p:extLst>
  </p:cSld>
  <p:clrMapOvr>
    <a:masterClrMapping/>
  </p:clrMapOvr>
</p:sld>
</file>

<file path=ppt/slides/slide3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4963650"/>
      </p:ext>
    </p:extLst>
  </p:cSld>
  <p:clrMapOvr>
    <a:masterClrMapping/>
  </p:clrMapOvr>
</p:sld>
</file>

<file path=ppt/slides/slide3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7851156"/>
      </p:ext>
    </p:extLst>
  </p:cSld>
  <p:clrMapOvr>
    <a:masterClrMapping/>
  </p:clrMapOvr>
</p:sld>
</file>

<file path=ppt/slides/slide3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66504251"/>
      </p:ext>
    </p:extLst>
  </p:cSld>
  <p:clrMapOvr>
    <a:masterClrMapping/>
  </p:clrMapOvr>
</p:sld>
</file>

<file path=ppt/slides/slide3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19331860"/>
      </p:ext>
    </p:extLst>
  </p:cSld>
  <p:clrMapOvr>
    <a:masterClrMapping/>
  </p:clrMapOvr>
</p:sld>
</file>

<file path=ppt/slides/slide3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1740276"/>
      </p:ext>
    </p:extLst>
  </p:cSld>
  <p:clrMapOvr>
    <a:masterClrMapping/>
  </p:clrMapOvr>
</p:sld>
</file>

<file path=ppt/slides/slide3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42598063"/>
      </p:ext>
    </p:extLst>
  </p:cSld>
  <p:clrMapOvr>
    <a:masterClrMapping/>
  </p:clrMapOvr>
</p:sld>
</file>

<file path=ppt/slides/slide3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7950862"/>
      </p:ext>
    </p:extLst>
  </p:cSld>
  <p:clrMapOvr>
    <a:masterClrMapping/>
  </p:clrMapOvr>
</p:sld>
</file>

<file path=ppt/slides/slide3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9393660"/>
      </p:ext>
    </p:extLst>
  </p:cSld>
  <p:clrMapOvr>
    <a:masterClrMapping/>
  </p:clrMapOvr>
</p:sld>
</file>

<file path=ppt/slides/slide3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2655883"/>
      </p:ext>
    </p:extLst>
  </p:cSld>
  <p:clrMapOvr>
    <a:masterClrMapping/>
  </p:clrMapOvr>
</p:sld>
</file>

<file path=ppt/slides/slide3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8037990"/>
      </p:ext>
    </p:extLst>
  </p:cSld>
  <p:clrMapOvr>
    <a:masterClrMapping/>
  </p:clrMapOvr>
</p:sld>
</file>

<file path=ppt/slides/slide3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1854555"/>
      </p:ext>
    </p:extLst>
  </p:cSld>
  <p:clrMapOvr>
    <a:masterClrMapping/>
  </p:clrMapOvr>
</p:sld>
</file>

<file path=ppt/slides/slide3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4541106"/>
      </p:ext>
    </p:extLst>
  </p:cSld>
  <p:clrMapOvr>
    <a:masterClrMapping/>
  </p:clrMapOvr>
</p:sld>
</file>

<file path=ppt/slides/slide3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2740104"/>
      </p:ext>
    </p:extLst>
  </p:cSld>
  <p:clrMapOvr>
    <a:masterClrMapping/>
  </p:clrMapOvr>
</p:sld>
</file>

<file path=ppt/slides/slide3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22533607"/>
      </p:ext>
    </p:extLst>
  </p:cSld>
  <p:clrMapOvr>
    <a:masterClrMapping/>
  </p:clrMapOvr>
</p:sld>
</file>

<file path=ppt/slides/slide3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8178745"/>
      </p:ext>
    </p:extLst>
  </p:cSld>
  <p:clrMapOvr>
    <a:masterClrMapping/>
  </p:clrMapOvr>
</p:sld>
</file>

<file path=ppt/slides/slide3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16588624"/>
      </p:ext>
    </p:extLst>
  </p:cSld>
  <p:clrMapOvr>
    <a:masterClrMapping/>
  </p:clrMapOvr>
</p:sld>
</file>

<file path=ppt/slides/slide3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9995480"/>
      </p:ext>
    </p:extLst>
  </p:cSld>
  <p:clrMapOvr>
    <a:masterClrMapping/>
  </p:clrMapOvr>
</p:sld>
</file>

<file path=ppt/slides/slide3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08396095"/>
      </p:ext>
    </p:extLst>
  </p:cSld>
  <p:clrMapOvr>
    <a:masterClrMapping/>
  </p:clrMapOvr>
</p:sld>
</file>

<file path=ppt/slides/slide3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8335225"/>
      </p:ext>
    </p:extLst>
  </p:cSld>
  <p:clrMapOvr>
    <a:masterClrMapping/>
  </p:clrMapOvr>
</p:sld>
</file>

<file path=ppt/slides/slide3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68647566"/>
      </p:ext>
    </p:extLst>
  </p:cSld>
  <p:clrMapOvr>
    <a:masterClrMapping/>
  </p:clrMapOvr>
</p:sld>
</file>

<file path=ppt/slides/slide3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8248327"/>
      </p:ext>
    </p:extLst>
  </p:cSld>
  <p:clrMapOvr>
    <a:masterClrMapping/>
  </p:clrMapOvr>
</p:sld>
</file>

<file path=ppt/slides/slide3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74993014"/>
      </p:ext>
    </p:extLst>
  </p:cSld>
  <p:clrMapOvr>
    <a:masterClrMapping/>
  </p:clrMapOvr>
</p:sld>
</file>

<file path=ppt/slides/slide3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64800968"/>
      </p:ext>
    </p:extLst>
  </p:cSld>
  <p:clrMapOvr>
    <a:masterClrMapping/>
  </p:clrMapOvr>
</p:sld>
</file>

<file path=ppt/slides/slide3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6930524"/>
      </p:ext>
    </p:extLst>
  </p:cSld>
  <p:clrMapOvr>
    <a:masterClrMapping/>
  </p:clrMapOvr>
</p:sld>
</file>

<file path=ppt/slides/slide3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5156726"/>
      </p:ext>
    </p:extLst>
  </p:cSld>
  <p:clrMapOvr>
    <a:masterClrMapping/>
  </p:clrMapOvr>
</p:sld>
</file>

<file path=ppt/slides/slide3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35642902"/>
      </p:ext>
    </p:extLst>
  </p:cSld>
  <p:clrMapOvr>
    <a:masterClrMapping/>
  </p:clrMapOvr>
</p:sld>
</file>

<file path=ppt/slides/slide3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89986596"/>
      </p:ext>
    </p:extLst>
  </p:cSld>
  <p:clrMapOvr>
    <a:masterClrMapping/>
  </p:clrMapOvr>
</p:sld>
</file>

<file path=ppt/slides/slide3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50364438"/>
      </p:ext>
    </p:extLst>
  </p:cSld>
  <p:clrMapOvr>
    <a:masterClrMapping/>
  </p:clrMapOvr>
</p:sld>
</file>

<file path=ppt/slides/slide3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094716"/>
      </p:ext>
    </p:extLst>
  </p:cSld>
  <p:clrMapOvr>
    <a:masterClrMapping/>
  </p:clrMapOvr>
</p:sld>
</file>

<file path=ppt/slides/slide3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3115379"/>
      </p:ext>
    </p:extLst>
  </p:cSld>
  <p:clrMapOvr>
    <a:masterClrMapping/>
  </p:clrMapOvr>
</p:sld>
</file>

<file path=ppt/slides/slide3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3434966"/>
      </p:ext>
    </p:extLst>
  </p:cSld>
  <p:clrMapOvr>
    <a:masterClrMapping/>
  </p:clrMapOvr>
</p:sld>
</file>

<file path=ppt/slides/slide3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1310808"/>
      </p:ext>
    </p:extLst>
  </p:cSld>
  <p:clrMapOvr>
    <a:masterClrMapping/>
  </p:clrMapOvr>
</p:sld>
</file>

<file path=ppt/slides/slide3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5656706"/>
      </p:ext>
    </p:extLst>
  </p:cSld>
  <p:clrMapOvr>
    <a:masterClrMapping/>
  </p:clrMapOvr>
</p:sld>
</file>

<file path=ppt/slides/slide3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10557793"/>
      </p:ext>
    </p:extLst>
  </p:cSld>
  <p:clrMapOvr>
    <a:masterClrMapping/>
  </p:clrMapOvr>
</p:sld>
</file>

<file path=ppt/slides/slide3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48467551"/>
      </p:ext>
    </p:extLst>
  </p:cSld>
  <p:clrMapOvr>
    <a:masterClrMapping/>
  </p:clrMapOvr>
</p:sld>
</file>

<file path=ppt/slides/slide3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65048903"/>
      </p:ext>
    </p:extLst>
  </p:cSld>
  <p:clrMapOvr>
    <a:masterClrMapping/>
  </p:clrMapOvr>
</p:sld>
</file>

<file path=ppt/slides/slide3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88142753"/>
      </p:ext>
    </p:extLst>
  </p:cSld>
  <p:clrMapOvr>
    <a:masterClrMapping/>
  </p:clrMapOvr>
</p:sld>
</file>

<file path=ppt/slides/slide3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1597425"/>
      </p:ext>
    </p:extLst>
  </p:cSld>
  <p:clrMapOvr>
    <a:masterClrMapping/>
  </p:clrMapOvr>
</p:sld>
</file>

<file path=ppt/slides/slide3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637343"/>
      </p:ext>
    </p:extLst>
  </p:cSld>
  <p:clrMapOvr>
    <a:masterClrMapping/>
  </p:clrMapOvr>
</p:sld>
</file>

<file path=ppt/slides/slide3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98211742"/>
      </p:ext>
    </p:extLst>
  </p:cSld>
  <p:clrMapOvr>
    <a:masterClrMapping/>
  </p:clrMapOvr>
</p:sld>
</file>

<file path=ppt/slides/slide3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5339383"/>
      </p:ext>
    </p:extLst>
  </p:cSld>
  <p:clrMapOvr>
    <a:masterClrMapping/>
  </p:clrMapOvr>
</p:sld>
</file>

<file path=ppt/slides/slide3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58658660"/>
      </p:ext>
    </p:extLst>
  </p:cSld>
  <p:clrMapOvr>
    <a:masterClrMapping/>
  </p:clrMapOvr>
</p:sld>
</file>

<file path=ppt/slides/slide3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6762114"/>
      </p:ext>
    </p:extLst>
  </p:cSld>
  <p:clrMapOvr>
    <a:masterClrMapping/>
  </p:clrMapOvr>
</p:sld>
</file>

<file path=ppt/slides/slide3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1968261"/>
      </p:ext>
    </p:extLst>
  </p:cSld>
  <p:clrMapOvr>
    <a:masterClrMapping/>
  </p:clrMapOvr>
</p:sld>
</file>

<file path=ppt/slides/slide3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2841457"/>
      </p:ext>
    </p:extLst>
  </p:cSld>
  <p:clrMapOvr>
    <a:masterClrMapping/>
  </p:clrMapOvr>
</p:sld>
</file>

<file path=ppt/slides/slide3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316384"/>
      </p:ext>
    </p:extLst>
  </p:cSld>
  <p:clrMapOvr>
    <a:masterClrMapping/>
  </p:clrMapOvr>
</p:sld>
</file>

<file path=ppt/slides/slide3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7079457"/>
      </p:ext>
    </p:extLst>
  </p:cSld>
  <p:clrMapOvr>
    <a:masterClrMapping/>
  </p:clrMapOvr>
</p:sld>
</file>

<file path=ppt/slides/slide3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511334"/>
      </p:ext>
    </p:extLst>
  </p:cSld>
  <p:clrMapOvr>
    <a:masterClrMapping/>
  </p:clrMapOvr>
</p:sld>
</file>

<file path=ppt/slides/slide3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2473638"/>
      </p:ext>
    </p:extLst>
  </p:cSld>
  <p:clrMapOvr>
    <a:masterClrMapping/>
  </p:clrMapOvr>
</p:sld>
</file>

<file path=ppt/slides/slide3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6702400"/>
      </p:ext>
    </p:extLst>
  </p:cSld>
  <p:clrMapOvr>
    <a:masterClrMapping/>
  </p:clrMapOvr>
</p:sld>
</file>

<file path=ppt/slides/slide3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9147025"/>
      </p:ext>
    </p:extLst>
  </p:cSld>
  <p:clrMapOvr>
    <a:masterClrMapping/>
  </p:clrMapOvr>
</p:sld>
</file>

<file path=ppt/slides/slide3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1403289"/>
      </p:ext>
    </p:extLst>
  </p:cSld>
  <p:clrMapOvr>
    <a:masterClrMapping/>
  </p:clrMapOvr>
</p:sld>
</file>

<file path=ppt/slides/slide3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86576683"/>
      </p:ext>
    </p:extLst>
  </p:cSld>
  <p:clrMapOvr>
    <a:masterClrMapping/>
  </p:clrMapOvr>
</p:sld>
</file>

<file path=ppt/slides/slide3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4546389"/>
      </p:ext>
    </p:extLst>
  </p:cSld>
  <p:clrMapOvr>
    <a:masterClrMapping/>
  </p:clrMapOvr>
</p:sld>
</file>

<file path=ppt/slides/slide3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32219661"/>
      </p:ext>
    </p:extLst>
  </p:cSld>
  <p:clrMapOvr>
    <a:masterClrMapping/>
  </p:clrMapOvr>
</p:sld>
</file>

<file path=ppt/slides/slide3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7767683"/>
      </p:ext>
    </p:extLst>
  </p:cSld>
  <p:clrMapOvr>
    <a:masterClrMapping/>
  </p:clrMapOvr>
</p:sld>
</file>

<file path=ppt/slides/slide3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08251469"/>
      </p:ext>
    </p:extLst>
  </p:cSld>
  <p:clrMapOvr>
    <a:masterClrMapping/>
  </p:clrMapOvr>
</p:sld>
</file>

<file path=ppt/slides/slide3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01301908"/>
      </p:ext>
    </p:extLst>
  </p:cSld>
  <p:clrMapOvr>
    <a:masterClrMapping/>
  </p:clrMapOvr>
</p:sld>
</file>

<file path=ppt/slides/slide3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5078719"/>
      </p:ext>
    </p:extLst>
  </p:cSld>
  <p:clrMapOvr>
    <a:masterClrMapping/>
  </p:clrMapOvr>
</p:sld>
</file>

<file path=ppt/slides/slide3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1591231"/>
      </p:ext>
    </p:extLst>
  </p:cSld>
  <p:clrMapOvr>
    <a:masterClrMapping/>
  </p:clrMapOvr>
</p:sld>
</file>

<file path=ppt/slides/slide3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69709148"/>
      </p:ext>
    </p:extLst>
  </p:cSld>
  <p:clrMapOvr>
    <a:masterClrMapping/>
  </p:clrMapOvr>
</p:sld>
</file>

<file path=ppt/slides/slide3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6561519"/>
      </p:ext>
    </p:extLst>
  </p:cSld>
  <p:clrMapOvr>
    <a:masterClrMapping/>
  </p:clrMapOvr>
</p:sld>
</file>

<file path=ppt/slides/slide3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1153234"/>
      </p:ext>
    </p:extLst>
  </p:cSld>
  <p:clrMapOvr>
    <a:masterClrMapping/>
  </p:clrMapOvr>
</p:sld>
</file>

<file path=ppt/slides/slide3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0956593"/>
      </p:ext>
    </p:extLst>
  </p:cSld>
  <p:clrMapOvr>
    <a:masterClrMapping/>
  </p:clrMapOvr>
</p:sld>
</file>

<file path=ppt/slides/slide3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8842890"/>
      </p:ext>
    </p:extLst>
  </p:cSld>
  <p:clrMapOvr>
    <a:masterClrMapping/>
  </p:clrMapOvr>
</p:sld>
</file>

<file path=ppt/slides/slide3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27296208"/>
      </p:ext>
    </p:extLst>
  </p:cSld>
  <p:clrMapOvr>
    <a:masterClrMapping/>
  </p:clrMapOvr>
</p:sld>
</file>

<file path=ppt/slides/slide3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524396"/>
      </p:ext>
    </p:extLst>
  </p:cSld>
  <p:clrMapOvr>
    <a:masterClrMapping/>
  </p:clrMapOvr>
</p:sld>
</file>

<file path=ppt/slides/slide3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8427701"/>
      </p:ext>
    </p:extLst>
  </p:cSld>
  <p:clrMapOvr>
    <a:masterClrMapping/>
  </p:clrMapOvr>
</p:sld>
</file>

<file path=ppt/slides/slide3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3120190"/>
      </p:ext>
    </p:extLst>
  </p:cSld>
  <p:clrMapOvr>
    <a:masterClrMapping/>
  </p:clrMapOvr>
</p:sld>
</file>

<file path=ppt/slides/slide3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09627149"/>
      </p:ext>
    </p:extLst>
  </p:cSld>
  <p:clrMapOvr>
    <a:masterClrMapping/>
  </p:clrMapOvr>
</p:sld>
</file>

<file path=ppt/slides/slide3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1405742"/>
      </p:ext>
    </p:extLst>
  </p:cSld>
  <p:clrMapOvr>
    <a:masterClrMapping/>
  </p:clrMapOvr>
</p:sld>
</file>

<file path=ppt/slides/slide3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09599259"/>
      </p:ext>
    </p:extLst>
  </p:cSld>
  <p:clrMapOvr>
    <a:masterClrMapping/>
  </p:clrMapOvr>
</p:sld>
</file>

<file path=ppt/slides/slide3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6139114"/>
      </p:ext>
    </p:extLst>
  </p:cSld>
  <p:clrMapOvr>
    <a:masterClrMapping/>
  </p:clrMapOvr>
</p:sld>
</file>

<file path=ppt/slides/slide3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7187485"/>
      </p:ext>
    </p:extLst>
  </p:cSld>
  <p:clrMapOvr>
    <a:masterClrMapping/>
  </p:clrMapOvr>
</p:sld>
</file>

<file path=ppt/slides/slide3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0856432"/>
      </p:ext>
    </p:extLst>
  </p:cSld>
  <p:clrMapOvr>
    <a:masterClrMapping/>
  </p:clrMapOvr>
</p:sld>
</file>

<file path=ppt/slides/slide3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79903012"/>
      </p:ext>
    </p:extLst>
  </p:cSld>
  <p:clrMapOvr>
    <a:masterClrMapping/>
  </p:clrMapOvr>
</p:sld>
</file>

<file path=ppt/slides/slide3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65787318"/>
      </p:ext>
    </p:extLst>
  </p:cSld>
  <p:clrMapOvr>
    <a:masterClrMapping/>
  </p:clrMapOvr>
</p:sld>
</file>

<file path=ppt/slides/slide3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65103806"/>
      </p:ext>
    </p:extLst>
  </p:cSld>
  <p:clrMapOvr>
    <a:masterClrMapping/>
  </p:clrMapOvr>
</p:sld>
</file>

<file path=ppt/slides/slide3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4049847"/>
      </p:ext>
    </p:extLst>
  </p:cSld>
  <p:clrMapOvr>
    <a:masterClrMapping/>
  </p:clrMapOvr>
</p:sld>
</file>

<file path=ppt/slides/slide3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90800451"/>
      </p:ext>
    </p:extLst>
  </p:cSld>
  <p:clrMapOvr>
    <a:masterClrMapping/>
  </p:clrMapOvr>
</p:sld>
</file>

<file path=ppt/slides/slide3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1481746"/>
      </p:ext>
    </p:extLst>
  </p:cSld>
  <p:clrMapOvr>
    <a:masterClrMapping/>
  </p:clrMapOvr>
</p:sld>
</file>

<file path=ppt/slides/slide3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522386"/>
      </p:ext>
    </p:extLst>
  </p:cSld>
  <p:clrMapOvr>
    <a:masterClrMapping/>
  </p:clrMapOvr>
</p:sld>
</file>

<file path=ppt/slides/slide3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9460008"/>
      </p:ext>
    </p:extLst>
  </p:cSld>
  <p:clrMapOvr>
    <a:masterClrMapping/>
  </p:clrMapOvr>
</p:sld>
</file>

<file path=ppt/slides/slide3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16433991"/>
      </p:ext>
    </p:extLst>
  </p:cSld>
  <p:clrMapOvr>
    <a:masterClrMapping/>
  </p:clrMapOvr>
</p:sld>
</file>

<file path=ppt/slides/slide3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28490534"/>
      </p:ext>
    </p:extLst>
  </p:cSld>
  <p:clrMapOvr>
    <a:masterClrMapping/>
  </p:clrMapOvr>
</p:sld>
</file>

<file path=ppt/slides/slide3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8923667"/>
      </p:ext>
    </p:extLst>
  </p:cSld>
  <p:clrMapOvr>
    <a:masterClrMapping/>
  </p:clrMapOvr>
</p:sld>
</file>

<file path=ppt/slides/slide3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2484850"/>
      </p:ext>
    </p:extLst>
  </p:cSld>
  <p:clrMapOvr>
    <a:masterClrMapping/>
  </p:clrMapOvr>
</p:sld>
</file>

<file path=ppt/slides/slide3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5458501"/>
      </p:ext>
    </p:extLst>
  </p:cSld>
  <p:clrMapOvr>
    <a:masterClrMapping/>
  </p:clrMapOvr>
</p:sld>
</file>

<file path=ppt/slides/slide3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89092800"/>
      </p:ext>
    </p:extLst>
  </p:cSld>
  <p:clrMapOvr>
    <a:masterClrMapping/>
  </p:clrMapOvr>
</p:sld>
</file>

<file path=ppt/slides/slide3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5561952"/>
      </p:ext>
    </p:extLst>
  </p:cSld>
  <p:clrMapOvr>
    <a:masterClrMapping/>
  </p:clrMapOvr>
</p:sld>
</file>

<file path=ppt/slides/slide3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0202977"/>
      </p:ext>
    </p:extLst>
  </p:cSld>
  <p:clrMapOvr>
    <a:masterClrMapping/>
  </p:clrMapOvr>
</p:sld>
</file>

<file path=ppt/slides/slide3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965450"/>
      </p:ext>
    </p:extLst>
  </p:cSld>
  <p:clrMapOvr>
    <a:masterClrMapping/>
  </p:clrMapOvr>
</p:sld>
</file>

<file path=ppt/slides/slide3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4571275"/>
      </p:ext>
    </p:extLst>
  </p:cSld>
  <p:clrMapOvr>
    <a:masterClrMapping/>
  </p:clrMapOvr>
</p:sld>
</file>

<file path=ppt/slides/slide3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93793662"/>
      </p:ext>
    </p:extLst>
  </p:cSld>
  <p:clrMapOvr>
    <a:masterClrMapping/>
  </p:clrMapOvr>
</p:sld>
</file>

<file path=ppt/slides/slide3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42661964"/>
      </p:ext>
    </p:extLst>
  </p:cSld>
  <p:clrMapOvr>
    <a:masterClrMapping/>
  </p:clrMapOvr>
</p:sld>
</file>

<file path=ppt/slides/slide3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2148278"/>
      </p:ext>
    </p:extLst>
  </p:cSld>
  <p:clrMapOvr>
    <a:masterClrMapping/>
  </p:clrMapOvr>
</p:sld>
</file>

<file path=ppt/slides/slide3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03282437"/>
      </p:ext>
    </p:extLst>
  </p:cSld>
  <p:clrMapOvr>
    <a:masterClrMapping/>
  </p:clrMapOvr>
</p:sld>
</file>

<file path=ppt/slides/slide3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1384604"/>
      </p:ext>
    </p:extLst>
  </p:cSld>
  <p:clrMapOvr>
    <a:masterClrMapping/>
  </p:clrMapOvr>
</p:sld>
</file>

<file path=ppt/slides/slide3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8938530"/>
      </p:ext>
    </p:extLst>
  </p:cSld>
  <p:clrMapOvr>
    <a:masterClrMapping/>
  </p:clrMapOvr>
</p:sld>
</file>

<file path=ppt/slides/slide3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9620550"/>
      </p:ext>
    </p:extLst>
  </p:cSld>
  <p:clrMapOvr>
    <a:masterClrMapping/>
  </p:clrMapOvr>
</p:sld>
</file>

<file path=ppt/slides/slide3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11251231"/>
      </p:ext>
    </p:extLst>
  </p:cSld>
  <p:clrMapOvr>
    <a:masterClrMapping/>
  </p:clrMapOvr>
</p:sld>
</file>

<file path=ppt/slides/slide3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9672684"/>
      </p:ext>
    </p:extLst>
  </p:cSld>
  <p:clrMapOvr>
    <a:masterClrMapping/>
  </p:clrMapOvr>
</p:sld>
</file>

<file path=ppt/slides/slide3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0515810"/>
      </p:ext>
    </p:extLst>
  </p:cSld>
  <p:clrMapOvr>
    <a:masterClrMapping/>
  </p:clrMapOvr>
</p:sld>
</file>

<file path=ppt/slides/slide3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3540153"/>
      </p:ext>
    </p:extLst>
  </p:cSld>
  <p:clrMapOvr>
    <a:masterClrMapping/>
  </p:clrMapOvr>
</p:sld>
</file>

<file path=ppt/slides/slide3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2234559"/>
      </p:ext>
    </p:extLst>
  </p:cSld>
  <p:clrMapOvr>
    <a:masterClrMapping/>
  </p:clrMapOvr>
</p:sld>
</file>

<file path=ppt/slides/slide3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177822"/>
      </p:ext>
    </p:extLst>
  </p:cSld>
  <p:clrMapOvr>
    <a:masterClrMapping/>
  </p:clrMapOvr>
</p:sld>
</file>

<file path=ppt/slides/slide3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4833964"/>
      </p:ext>
    </p:extLst>
  </p:cSld>
  <p:clrMapOvr>
    <a:masterClrMapping/>
  </p:clrMapOvr>
</p:sld>
</file>

<file path=ppt/slides/slide3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6066406"/>
      </p:ext>
    </p:extLst>
  </p:cSld>
  <p:clrMapOvr>
    <a:masterClrMapping/>
  </p:clrMapOvr>
</p:sld>
</file>

<file path=ppt/slides/slide3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76520791"/>
      </p:ext>
    </p:extLst>
  </p:cSld>
  <p:clrMapOvr>
    <a:masterClrMapping/>
  </p:clrMapOvr>
</p:sld>
</file>

<file path=ppt/slides/slide3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11483430"/>
      </p:ext>
    </p:extLst>
  </p:cSld>
  <p:clrMapOvr>
    <a:masterClrMapping/>
  </p:clrMapOvr>
</p:sld>
</file>

<file path=ppt/slides/slide3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7285782"/>
      </p:ext>
    </p:extLst>
  </p:cSld>
  <p:clrMapOvr>
    <a:masterClrMapping/>
  </p:clrMapOvr>
</p:sld>
</file>

<file path=ppt/slides/slide3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26869674"/>
      </p:ext>
    </p:extLst>
  </p:cSld>
  <p:clrMapOvr>
    <a:masterClrMapping/>
  </p:clrMapOvr>
</p:sld>
</file>

<file path=ppt/slides/slide3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0083700"/>
      </p:ext>
    </p:extLst>
  </p:cSld>
  <p:clrMapOvr>
    <a:masterClrMapping/>
  </p:clrMapOvr>
</p:sld>
</file>

<file path=ppt/slides/slide3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43245696"/>
      </p:ext>
    </p:extLst>
  </p:cSld>
  <p:clrMapOvr>
    <a:masterClrMapping/>
  </p:clrMapOvr>
</p:sld>
</file>

<file path=ppt/slides/slide3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9473721"/>
      </p:ext>
    </p:extLst>
  </p:cSld>
  <p:clrMapOvr>
    <a:masterClrMapping/>
  </p:clrMapOvr>
</p:sld>
</file>

<file path=ppt/slides/slide3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04946105"/>
      </p:ext>
    </p:extLst>
  </p:cSld>
  <p:clrMapOvr>
    <a:masterClrMapping/>
  </p:clrMapOvr>
</p:sld>
</file>

<file path=ppt/slides/slide3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2168871"/>
      </p:ext>
    </p:extLst>
  </p:cSld>
  <p:clrMapOvr>
    <a:masterClrMapping/>
  </p:clrMapOvr>
</p:sld>
</file>

<file path=ppt/slides/slide3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2193709"/>
      </p:ext>
    </p:extLst>
  </p:cSld>
  <p:clrMapOvr>
    <a:masterClrMapping/>
  </p:clrMapOvr>
</p:sld>
</file>

<file path=ppt/slides/slide3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5745933"/>
      </p:ext>
    </p:extLst>
  </p:cSld>
  <p:clrMapOvr>
    <a:masterClrMapping/>
  </p:clrMapOvr>
</p:sld>
</file>

<file path=ppt/slides/slide3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487108"/>
      </p:ext>
    </p:extLst>
  </p:cSld>
  <p:clrMapOvr>
    <a:masterClrMapping/>
  </p:clrMapOvr>
</p:sld>
</file>

<file path=ppt/slides/slide3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5776622"/>
      </p:ext>
    </p:extLst>
  </p:cSld>
  <p:clrMapOvr>
    <a:masterClrMapping/>
  </p:clrMapOvr>
</p:sld>
</file>

<file path=ppt/slides/slide3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053585"/>
      </p:ext>
    </p:extLst>
  </p:cSld>
  <p:clrMapOvr>
    <a:masterClrMapping/>
  </p:clrMapOvr>
</p:sld>
</file>

<file path=ppt/slides/slide3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15743436"/>
      </p:ext>
    </p:extLst>
  </p:cSld>
  <p:clrMapOvr>
    <a:masterClrMapping/>
  </p:clrMapOvr>
</p:sld>
</file>

<file path=ppt/slides/slide3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56310135"/>
      </p:ext>
    </p:extLst>
  </p:cSld>
  <p:clrMapOvr>
    <a:masterClrMapping/>
  </p:clrMapOvr>
</p:sld>
</file>

<file path=ppt/slides/slide3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4542166"/>
      </p:ext>
    </p:extLst>
  </p:cSld>
  <p:clrMapOvr>
    <a:masterClrMapping/>
  </p:clrMapOvr>
</p:sld>
</file>

<file path=ppt/slides/slide3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0089016"/>
      </p:ext>
    </p:extLst>
  </p:cSld>
  <p:clrMapOvr>
    <a:masterClrMapping/>
  </p:clrMapOvr>
</p:sld>
</file>

<file path=ppt/slides/slide3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1722154"/>
      </p:ext>
    </p:extLst>
  </p:cSld>
  <p:clrMapOvr>
    <a:masterClrMapping/>
  </p:clrMapOvr>
</p:sld>
</file>

<file path=ppt/slides/slide3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3258470"/>
      </p:ext>
    </p:extLst>
  </p:cSld>
  <p:clrMapOvr>
    <a:masterClrMapping/>
  </p:clrMapOvr>
</p:sld>
</file>

<file path=ppt/slides/slide3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08882217"/>
      </p:ext>
    </p:extLst>
  </p:cSld>
  <p:clrMapOvr>
    <a:masterClrMapping/>
  </p:clrMapOvr>
</p:sld>
</file>

<file path=ppt/slides/slide3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37639638"/>
      </p:ext>
    </p:extLst>
  </p:cSld>
  <p:clrMapOvr>
    <a:masterClrMapping/>
  </p:clrMapOvr>
</p:sld>
</file>

<file path=ppt/slides/slide3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0363403"/>
      </p:ext>
    </p:extLst>
  </p:cSld>
  <p:clrMapOvr>
    <a:masterClrMapping/>
  </p:clrMapOvr>
</p:sld>
</file>

<file path=ppt/slides/slide3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2349887"/>
      </p:ext>
    </p:extLst>
  </p:cSld>
  <p:clrMapOvr>
    <a:masterClrMapping/>
  </p:clrMapOvr>
</p:sld>
</file>

<file path=ppt/slides/slide3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6580472"/>
      </p:ext>
    </p:extLst>
  </p:cSld>
  <p:clrMapOvr>
    <a:masterClrMapping/>
  </p:clrMapOvr>
</p:sld>
</file>

<file path=ppt/slides/slide3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8805892"/>
      </p:ext>
    </p:extLst>
  </p:cSld>
  <p:clrMapOvr>
    <a:masterClrMapping/>
  </p:clrMapOvr>
</p:sld>
</file>

<file path=ppt/slides/slide3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3397492"/>
      </p:ext>
    </p:extLst>
  </p:cSld>
  <p:clrMapOvr>
    <a:masterClrMapping/>
  </p:clrMapOvr>
</p:sld>
</file>

<file path=ppt/slides/slide3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7883133"/>
      </p:ext>
    </p:extLst>
  </p:cSld>
  <p:clrMapOvr>
    <a:masterClrMapping/>
  </p:clrMapOvr>
</p:sld>
</file>

<file path=ppt/slides/slide3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305138"/>
      </p:ext>
    </p:extLst>
  </p:cSld>
  <p:clrMapOvr>
    <a:masterClrMapping/>
  </p:clrMapOvr>
</p:sld>
</file>

<file path=ppt/slides/slide3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5283184"/>
      </p:ext>
    </p:extLst>
  </p:cSld>
  <p:clrMapOvr>
    <a:masterClrMapping/>
  </p:clrMapOvr>
</p:sld>
</file>

<file path=ppt/slides/slide3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58572218"/>
      </p:ext>
    </p:extLst>
  </p:cSld>
  <p:clrMapOvr>
    <a:masterClrMapping/>
  </p:clrMapOvr>
</p:sld>
</file>

<file path=ppt/slides/slide3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3698248"/>
      </p:ext>
    </p:extLst>
  </p:cSld>
  <p:clrMapOvr>
    <a:masterClrMapping/>
  </p:clrMapOvr>
</p:sld>
</file>

<file path=ppt/slides/slide3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2011846"/>
      </p:ext>
    </p:extLst>
  </p:cSld>
  <p:clrMapOvr>
    <a:masterClrMapping/>
  </p:clrMapOvr>
</p:sld>
</file>

<file path=ppt/slides/slide3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16656203"/>
      </p:ext>
    </p:extLst>
  </p:cSld>
  <p:clrMapOvr>
    <a:masterClrMapping/>
  </p:clrMapOvr>
</p:sld>
</file>

<file path=ppt/slides/slide3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25002296"/>
      </p:ext>
    </p:extLst>
  </p:cSld>
  <p:clrMapOvr>
    <a:masterClrMapping/>
  </p:clrMapOvr>
</p:sld>
</file>

<file path=ppt/slides/slide3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4643715"/>
      </p:ext>
    </p:extLst>
  </p:cSld>
  <p:clrMapOvr>
    <a:masterClrMapping/>
  </p:clrMapOvr>
</p:sld>
</file>

<file path=ppt/slides/slide3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1925779"/>
      </p:ext>
    </p:extLst>
  </p:cSld>
  <p:clrMapOvr>
    <a:masterClrMapping/>
  </p:clrMapOvr>
</p:sld>
</file>

<file path=ppt/slides/slide3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58805149"/>
      </p:ext>
    </p:extLst>
  </p:cSld>
  <p:clrMapOvr>
    <a:masterClrMapping/>
  </p:clrMapOvr>
</p:sld>
</file>

<file path=ppt/slides/slide3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03507235"/>
      </p:ext>
    </p:extLst>
  </p:cSld>
  <p:clrMapOvr>
    <a:masterClrMapping/>
  </p:clrMapOvr>
</p:sld>
</file>

<file path=ppt/slides/slide3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28612407"/>
      </p:ext>
    </p:extLst>
  </p:cSld>
  <p:clrMapOvr>
    <a:masterClrMapping/>
  </p:clrMapOvr>
</p:sld>
</file>

<file path=ppt/slides/slide3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563967"/>
      </p:ext>
    </p:extLst>
  </p:cSld>
  <p:clrMapOvr>
    <a:masterClrMapping/>
  </p:clrMapOvr>
</p:sld>
</file>

<file path=ppt/slides/slide3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69151667"/>
      </p:ext>
    </p:extLst>
  </p:cSld>
  <p:clrMapOvr>
    <a:masterClrMapping/>
  </p:clrMapOvr>
</p:sld>
</file>

<file path=ppt/slides/slide3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55808981"/>
      </p:ext>
    </p:extLst>
  </p:cSld>
  <p:clrMapOvr>
    <a:masterClrMapping/>
  </p:clrMapOvr>
</p:sld>
</file>

<file path=ppt/slides/slide3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1125900"/>
      </p:ext>
    </p:extLst>
  </p:cSld>
  <p:clrMapOvr>
    <a:masterClrMapping/>
  </p:clrMapOvr>
</p:sld>
</file>

<file path=ppt/slides/slide3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0880560"/>
      </p:ext>
    </p:extLst>
  </p:cSld>
  <p:clrMapOvr>
    <a:masterClrMapping/>
  </p:clrMapOvr>
</p:sld>
</file>

<file path=ppt/slides/slide3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34079565"/>
      </p:ext>
    </p:extLst>
  </p:cSld>
  <p:clrMapOvr>
    <a:masterClrMapping/>
  </p:clrMapOvr>
</p:sld>
</file>

<file path=ppt/slides/slide3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7929318"/>
      </p:ext>
    </p:extLst>
  </p:cSld>
  <p:clrMapOvr>
    <a:masterClrMapping/>
  </p:clrMapOvr>
</p:sld>
</file>

<file path=ppt/slides/slide3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46077344"/>
      </p:ext>
    </p:extLst>
  </p:cSld>
  <p:clrMapOvr>
    <a:masterClrMapping/>
  </p:clrMapOvr>
</p:sld>
</file>

<file path=ppt/slides/slide3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051201"/>
      </p:ext>
    </p:extLst>
  </p:cSld>
  <p:clrMapOvr>
    <a:masterClrMapping/>
  </p:clrMapOvr>
</p:sld>
</file>

<file path=ppt/slides/slide3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6895589"/>
      </p:ext>
    </p:extLst>
  </p:cSld>
  <p:clrMapOvr>
    <a:masterClrMapping/>
  </p:clrMapOvr>
</p:sld>
</file>

<file path=ppt/slides/slide3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443920"/>
      </p:ext>
    </p:extLst>
  </p:cSld>
  <p:clrMapOvr>
    <a:masterClrMapping/>
  </p:clrMapOvr>
</p:sld>
</file>

<file path=ppt/slides/slide3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66207"/>
      </p:ext>
    </p:extLst>
  </p:cSld>
  <p:clrMapOvr>
    <a:masterClrMapping/>
  </p:clrMapOvr>
</p:sld>
</file>

<file path=ppt/slides/slide3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5512931"/>
      </p:ext>
    </p:extLst>
  </p:cSld>
  <p:clrMapOvr>
    <a:masterClrMapping/>
  </p:clrMapOvr>
</p:sld>
</file>

<file path=ppt/slides/slide3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5529125"/>
      </p:ext>
    </p:extLst>
  </p:cSld>
  <p:clrMapOvr>
    <a:masterClrMapping/>
  </p:clrMapOvr>
</p:sld>
</file>

<file path=ppt/slides/slide3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39824487"/>
      </p:ext>
    </p:extLst>
  </p:cSld>
  <p:clrMapOvr>
    <a:masterClrMapping/>
  </p:clrMapOvr>
</p:sld>
</file>

<file path=ppt/slides/slide3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4540270"/>
      </p:ext>
    </p:extLst>
  </p:cSld>
  <p:clrMapOvr>
    <a:masterClrMapping/>
  </p:clrMapOvr>
</p:sld>
</file>

<file path=ppt/slides/slide3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2667720"/>
      </p:ext>
    </p:extLst>
  </p:cSld>
  <p:clrMapOvr>
    <a:masterClrMapping/>
  </p:clrMapOvr>
</p:sld>
</file>

<file path=ppt/slides/slide3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77037272"/>
      </p:ext>
    </p:extLst>
  </p:cSld>
  <p:clrMapOvr>
    <a:masterClrMapping/>
  </p:clrMapOvr>
</p:sld>
</file>

<file path=ppt/slides/slide3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73554163"/>
      </p:ext>
    </p:extLst>
  </p:cSld>
  <p:clrMapOvr>
    <a:masterClrMapping/>
  </p:clrMapOvr>
</p:sld>
</file>

<file path=ppt/slides/slide3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2872886"/>
      </p:ext>
    </p:extLst>
  </p:cSld>
  <p:clrMapOvr>
    <a:masterClrMapping/>
  </p:clrMapOvr>
</p:sld>
</file>

<file path=ppt/slides/slide3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6620657"/>
      </p:ext>
    </p:extLst>
  </p:cSld>
  <p:clrMapOvr>
    <a:masterClrMapping/>
  </p:clrMapOvr>
</p:sld>
</file>

<file path=ppt/slides/slide3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8333020"/>
      </p:ext>
    </p:extLst>
  </p:cSld>
  <p:clrMapOvr>
    <a:masterClrMapping/>
  </p:clrMapOvr>
</p:sld>
</file>

<file path=ppt/slides/slide3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18830851"/>
      </p:ext>
    </p:extLst>
  </p:cSld>
  <p:clrMapOvr>
    <a:masterClrMapping/>
  </p:clrMapOvr>
</p:sld>
</file>

<file path=ppt/slides/slide3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1379521"/>
      </p:ext>
    </p:extLst>
  </p:cSld>
  <p:clrMapOvr>
    <a:masterClrMapping/>
  </p:clrMapOvr>
</p:sld>
</file>

<file path=ppt/slides/slide3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9248742"/>
      </p:ext>
    </p:extLst>
  </p:cSld>
  <p:clrMapOvr>
    <a:masterClrMapping/>
  </p:clrMapOvr>
</p:sld>
</file>

<file path=ppt/slides/slide3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0449096"/>
      </p:ext>
    </p:extLst>
  </p:cSld>
  <p:clrMapOvr>
    <a:masterClrMapping/>
  </p:clrMapOvr>
</p:sld>
</file>

<file path=ppt/slides/slide3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66137903"/>
      </p:ext>
    </p:extLst>
  </p:cSld>
  <p:clrMapOvr>
    <a:masterClrMapping/>
  </p:clrMapOvr>
</p:sld>
</file>

<file path=ppt/slides/slide3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6860863"/>
      </p:ext>
    </p:extLst>
  </p:cSld>
  <p:clrMapOvr>
    <a:masterClrMapping/>
  </p:clrMapOvr>
</p:sld>
</file>

<file path=ppt/slides/slide3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81717094"/>
      </p:ext>
    </p:extLst>
  </p:cSld>
  <p:clrMapOvr>
    <a:masterClrMapping/>
  </p:clrMapOvr>
</p:sld>
</file>

<file path=ppt/slides/slide3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1655356"/>
      </p:ext>
    </p:extLst>
  </p:cSld>
  <p:clrMapOvr>
    <a:masterClrMapping/>
  </p:clrMapOvr>
</p:sld>
</file>

<file path=ppt/slides/slide3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98697733"/>
      </p:ext>
    </p:extLst>
  </p:cSld>
  <p:clrMapOvr>
    <a:masterClrMapping/>
  </p:clrMapOvr>
</p:sld>
</file>

<file path=ppt/slides/slide3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49966073"/>
      </p:ext>
    </p:extLst>
  </p:cSld>
  <p:clrMapOvr>
    <a:masterClrMapping/>
  </p:clrMapOvr>
</p:sld>
</file>

<file path=ppt/slides/slide3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3308623"/>
      </p:ext>
    </p:extLst>
  </p:cSld>
  <p:clrMapOvr>
    <a:masterClrMapping/>
  </p:clrMapOvr>
</p:sld>
</file>

<file path=ppt/slides/slide3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0641769"/>
      </p:ext>
    </p:extLst>
  </p:cSld>
  <p:clrMapOvr>
    <a:masterClrMapping/>
  </p:clrMapOvr>
</p:sld>
</file>

<file path=ppt/slides/slide3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1641018"/>
      </p:ext>
    </p:extLst>
  </p:cSld>
  <p:clrMapOvr>
    <a:masterClrMapping/>
  </p:clrMapOvr>
</p:sld>
</file>

<file path=ppt/slides/slide3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44990998"/>
      </p:ext>
    </p:extLst>
  </p:cSld>
  <p:clrMapOvr>
    <a:masterClrMapping/>
  </p:clrMapOvr>
</p:sld>
</file>

<file path=ppt/slides/slide3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9880635"/>
      </p:ext>
    </p:extLst>
  </p:cSld>
  <p:clrMapOvr>
    <a:masterClrMapping/>
  </p:clrMapOvr>
</p:sld>
</file>

<file path=ppt/slides/slide3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54033254"/>
      </p:ext>
    </p:extLst>
  </p:cSld>
  <p:clrMapOvr>
    <a:masterClrMapping/>
  </p:clrMapOvr>
</p:sld>
</file>

<file path=ppt/slides/slide3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7912067"/>
      </p:ext>
    </p:extLst>
  </p:cSld>
  <p:clrMapOvr>
    <a:masterClrMapping/>
  </p:clrMapOvr>
</p:sld>
</file>

<file path=ppt/slides/slide3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62431531"/>
      </p:ext>
    </p:extLst>
  </p:cSld>
  <p:clrMapOvr>
    <a:masterClrMapping/>
  </p:clrMapOvr>
</p:sld>
</file>

<file path=ppt/slides/slide3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1776764"/>
      </p:ext>
    </p:extLst>
  </p:cSld>
  <p:clrMapOvr>
    <a:masterClrMapping/>
  </p:clrMapOvr>
</p:sld>
</file>

<file path=ppt/slides/slide3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78939515"/>
      </p:ext>
    </p:extLst>
  </p:cSld>
  <p:clrMapOvr>
    <a:masterClrMapping/>
  </p:clrMapOvr>
</p:sld>
</file>

<file path=ppt/slides/slide3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907999"/>
      </p:ext>
    </p:extLst>
  </p:cSld>
  <p:clrMapOvr>
    <a:masterClrMapping/>
  </p:clrMapOvr>
</p:sld>
</file>

<file path=ppt/slides/slide3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2132026"/>
      </p:ext>
    </p:extLst>
  </p:cSld>
  <p:clrMapOvr>
    <a:masterClrMapping/>
  </p:clrMapOvr>
</p:sld>
</file>

<file path=ppt/slides/slide3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4940513"/>
      </p:ext>
    </p:extLst>
  </p:cSld>
  <p:clrMapOvr>
    <a:masterClrMapping/>
  </p:clrMapOvr>
</p:sld>
</file>

<file path=ppt/slides/slide3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2835573"/>
      </p:ext>
    </p:extLst>
  </p:cSld>
  <p:clrMapOvr>
    <a:masterClrMapping/>
  </p:clrMapOvr>
</p:sld>
</file>

<file path=ppt/slides/slide3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85509741"/>
      </p:ext>
    </p:extLst>
  </p:cSld>
  <p:clrMapOvr>
    <a:masterClrMapping/>
  </p:clrMapOvr>
</p:sld>
</file>

<file path=ppt/slides/slide3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47442853"/>
      </p:ext>
    </p:extLst>
  </p:cSld>
  <p:clrMapOvr>
    <a:masterClrMapping/>
  </p:clrMapOvr>
</p:sld>
</file>

<file path=ppt/slides/slide3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6228727"/>
      </p:ext>
    </p:extLst>
  </p:cSld>
  <p:clrMapOvr>
    <a:masterClrMapping/>
  </p:clrMapOvr>
</p:sld>
</file>

<file path=ppt/slides/slide3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7516569"/>
      </p:ext>
    </p:extLst>
  </p:cSld>
  <p:clrMapOvr>
    <a:masterClrMapping/>
  </p:clrMapOvr>
</p:sld>
</file>

<file path=ppt/slides/slide3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3188947"/>
      </p:ext>
    </p:extLst>
  </p:cSld>
  <p:clrMapOvr>
    <a:masterClrMapping/>
  </p:clrMapOvr>
</p:sld>
</file>

<file path=ppt/slides/slide3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51177449"/>
      </p:ext>
    </p:extLst>
  </p:cSld>
  <p:clrMapOvr>
    <a:masterClrMapping/>
  </p:clrMapOvr>
</p:sld>
</file>

<file path=ppt/slides/slide3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28324428"/>
      </p:ext>
    </p:extLst>
  </p:cSld>
  <p:clrMapOvr>
    <a:masterClrMapping/>
  </p:clrMapOvr>
</p:sld>
</file>

<file path=ppt/slides/slide3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4844674"/>
      </p:ext>
    </p:extLst>
  </p:cSld>
  <p:clrMapOvr>
    <a:masterClrMapping/>
  </p:clrMapOvr>
</p:sld>
</file>

<file path=ppt/slides/slide3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21420216"/>
      </p:ext>
    </p:extLst>
  </p:cSld>
  <p:clrMapOvr>
    <a:masterClrMapping/>
  </p:clrMapOvr>
</p:sld>
</file>

<file path=ppt/slides/slide3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05652268"/>
      </p:ext>
    </p:extLst>
  </p:cSld>
  <p:clrMapOvr>
    <a:masterClrMapping/>
  </p:clrMapOvr>
</p:sld>
</file>

<file path=ppt/slides/slide3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58478594"/>
      </p:ext>
    </p:extLst>
  </p:cSld>
  <p:clrMapOvr>
    <a:masterClrMapping/>
  </p:clrMapOvr>
</p:sld>
</file>

<file path=ppt/slides/slide3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1892867"/>
      </p:ext>
    </p:extLst>
  </p:cSld>
  <p:clrMapOvr>
    <a:masterClrMapping/>
  </p:clrMapOvr>
</p:sld>
</file>

<file path=ppt/slides/slide3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4577034"/>
      </p:ext>
    </p:extLst>
  </p:cSld>
  <p:clrMapOvr>
    <a:masterClrMapping/>
  </p:clrMapOvr>
</p:sld>
</file>

<file path=ppt/slides/slide3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158657"/>
      </p:ext>
    </p:extLst>
  </p:cSld>
  <p:clrMapOvr>
    <a:masterClrMapping/>
  </p:clrMapOvr>
</p:sld>
</file>

<file path=ppt/slides/slide3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46752238"/>
      </p:ext>
    </p:extLst>
  </p:cSld>
  <p:clrMapOvr>
    <a:masterClrMapping/>
  </p:clrMapOvr>
</p:sld>
</file>

<file path=ppt/slides/slide3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75704572"/>
      </p:ext>
    </p:extLst>
  </p:cSld>
  <p:clrMapOvr>
    <a:masterClrMapping/>
  </p:clrMapOvr>
</p:sld>
</file>

<file path=ppt/slides/slide3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09240164"/>
      </p:ext>
    </p:extLst>
  </p:cSld>
  <p:clrMapOvr>
    <a:masterClrMapping/>
  </p:clrMapOvr>
</p:sld>
</file>

<file path=ppt/slides/slide3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04849526"/>
      </p:ext>
    </p:extLst>
  </p:cSld>
  <p:clrMapOvr>
    <a:masterClrMapping/>
  </p:clrMapOvr>
</p:sld>
</file>

<file path=ppt/slides/slide3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5093979"/>
      </p:ext>
    </p:extLst>
  </p:cSld>
  <p:clrMapOvr>
    <a:masterClrMapping/>
  </p:clrMapOvr>
</p:sld>
</file>

<file path=ppt/slides/slide3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9752579"/>
      </p:ext>
    </p:extLst>
  </p:cSld>
  <p:clrMapOvr>
    <a:masterClrMapping/>
  </p:clrMapOvr>
</p:sld>
</file>

<file path=ppt/slides/slide3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01961790"/>
      </p:ext>
    </p:extLst>
  </p:cSld>
  <p:clrMapOvr>
    <a:masterClrMapping/>
  </p:clrMapOvr>
</p:sld>
</file>

<file path=ppt/slides/slide3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7591975"/>
      </p:ext>
    </p:extLst>
  </p:cSld>
  <p:clrMapOvr>
    <a:masterClrMapping/>
  </p:clrMapOvr>
</p:sld>
</file>

<file path=ppt/slides/slide3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8907116"/>
      </p:ext>
    </p:extLst>
  </p:cSld>
  <p:clrMapOvr>
    <a:masterClrMapping/>
  </p:clrMapOvr>
</p:sld>
</file>

<file path=ppt/slides/slide3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31705357"/>
      </p:ext>
    </p:extLst>
  </p:cSld>
  <p:clrMapOvr>
    <a:masterClrMapping/>
  </p:clrMapOvr>
</p:sld>
</file>

<file path=ppt/slides/slide3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64213978"/>
      </p:ext>
    </p:extLst>
  </p:cSld>
  <p:clrMapOvr>
    <a:masterClrMapping/>
  </p:clrMapOvr>
</p:sld>
</file>

<file path=ppt/slides/slide3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7182577"/>
      </p:ext>
    </p:extLst>
  </p:cSld>
  <p:clrMapOvr>
    <a:masterClrMapping/>
  </p:clrMapOvr>
</p:sld>
</file>

<file path=ppt/slides/slide3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4568760"/>
      </p:ext>
    </p:extLst>
  </p:cSld>
  <p:clrMapOvr>
    <a:masterClrMapping/>
  </p:clrMapOvr>
</p:sld>
</file>

<file path=ppt/slides/slide3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4748844"/>
      </p:ext>
    </p:extLst>
  </p:cSld>
  <p:clrMapOvr>
    <a:masterClrMapping/>
  </p:clrMapOvr>
</p:sld>
</file>

<file path=ppt/slides/slide3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44742135"/>
      </p:ext>
    </p:extLst>
  </p:cSld>
  <p:clrMapOvr>
    <a:masterClrMapping/>
  </p:clrMapOvr>
</p:sld>
</file>

<file path=ppt/slides/slide3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2971469"/>
      </p:ext>
    </p:extLst>
  </p:cSld>
  <p:clrMapOvr>
    <a:masterClrMapping/>
  </p:clrMapOvr>
</p:sld>
</file>

<file path=ppt/slides/slide3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91341555"/>
      </p:ext>
    </p:extLst>
  </p:cSld>
  <p:clrMapOvr>
    <a:masterClrMapping/>
  </p:clrMapOvr>
</p:sld>
</file>

<file path=ppt/slides/slide3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0756341"/>
      </p:ext>
    </p:extLst>
  </p:cSld>
  <p:clrMapOvr>
    <a:masterClrMapping/>
  </p:clrMapOvr>
</p:sld>
</file>

<file path=ppt/slides/slide3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0230"/>
      </p:ext>
    </p:extLst>
  </p:cSld>
  <p:clrMapOvr>
    <a:masterClrMapping/>
  </p:clrMapOvr>
</p:sld>
</file>

<file path=ppt/slides/slide3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0654350"/>
      </p:ext>
    </p:extLst>
  </p:cSld>
  <p:clrMapOvr>
    <a:masterClrMapping/>
  </p:clrMapOvr>
</p:sld>
</file>

<file path=ppt/slides/slide3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1623194"/>
      </p:ext>
    </p:extLst>
  </p:cSld>
  <p:clrMapOvr>
    <a:masterClrMapping/>
  </p:clrMapOvr>
</p:sld>
</file>

<file path=ppt/slides/slide3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91579837"/>
      </p:ext>
    </p:extLst>
  </p:cSld>
  <p:clrMapOvr>
    <a:masterClrMapping/>
  </p:clrMapOvr>
</p:sld>
</file>

<file path=ppt/slides/slide3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016925"/>
      </p:ext>
    </p:extLst>
  </p:cSld>
  <p:clrMapOvr>
    <a:masterClrMapping/>
  </p:clrMapOvr>
</p:sld>
</file>

<file path=ppt/slides/slide3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0445"/>
      </p:ext>
    </p:extLst>
  </p:cSld>
  <p:clrMapOvr>
    <a:masterClrMapping/>
  </p:clrMapOvr>
</p:sld>
</file>

<file path=ppt/slides/slide3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8455716"/>
      </p:ext>
    </p:extLst>
  </p:cSld>
  <p:clrMapOvr>
    <a:masterClrMapping/>
  </p:clrMapOvr>
</p:sld>
</file>

<file path=ppt/slides/slide3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8169484"/>
      </p:ext>
    </p:extLst>
  </p:cSld>
  <p:clrMapOvr>
    <a:masterClrMapping/>
  </p:clrMapOvr>
</p:sld>
</file>

<file path=ppt/slides/slide3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98409166"/>
      </p:ext>
    </p:extLst>
  </p:cSld>
  <p:clrMapOvr>
    <a:masterClrMapping/>
  </p:clrMapOvr>
</p:sld>
</file>

<file path=ppt/slides/slide3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5840784"/>
      </p:ext>
    </p:extLst>
  </p:cSld>
  <p:clrMapOvr>
    <a:masterClrMapping/>
  </p:clrMapOvr>
</p:sld>
</file>

<file path=ppt/slides/slide3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34562956"/>
      </p:ext>
    </p:extLst>
  </p:cSld>
  <p:clrMapOvr>
    <a:masterClrMapping/>
  </p:clrMapOvr>
</p:sld>
</file>

<file path=ppt/slides/slide3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36739295"/>
      </p:ext>
    </p:extLst>
  </p:cSld>
  <p:clrMapOvr>
    <a:masterClrMapping/>
  </p:clrMapOvr>
</p:sld>
</file>

<file path=ppt/slides/slide3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0441937"/>
      </p:ext>
    </p:extLst>
  </p:cSld>
  <p:clrMapOvr>
    <a:masterClrMapping/>
  </p:clrMapOvr>
</p:sld>
</file>

<file path=ppt/slides/slide3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50678674"/>
      </p:ext>
    </p:extLst>
  </p:cSld>
  <p:clrMapOvr>
    <a:masterClrMapping/>
  </p:clrMapOvr>
</p:sld>
</file>

<file path=ppt/slides/slide3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4198034"/>
      </p:ext>
    </p:extLst>
  </p:cSld>
  <p:clrMapOvr>
    <a:masterClrMapping/>
  </p:clrMapOvr>
</p:sld>
</file>

<file path=ppt/slides/slide3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2126704"/>
      </p:ext>
    </p:extLst>
  </p:cSld>
  <p:clrMapOvr>
    <a:masterClrMapping/>
  </p:clrMapOvr>
</p:sld>
</file>

<file path=ppt/slides/slide3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0205251"/>
      </p:ext>
    </p:extLst>
  </p:cSld>
  <p:clrMapOvr>
    <a:masterClrMapping/>
  </p:clrMapOvr>
</p:sld>
</file>

<file path=ppt/slides/slide3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01294229"/>
      </p:ext>
    </p:extLst>
  </p:cSld>
  <p:clrMapOvr>
    <a:masterClrMapping/>
  </p:clrMapOvr>
</p:sld>
</file>

<file path=ppt/slides/slide3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3615727"/>
      </p:ext>
    </p:extLst>
  </p:cSld>
  <p:clrMapOvr>
    <a:masterClrMapping/>
  </p:clrMapOvr>
</p:sld>
</file>

<file path=ppt/slides/slide3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3451568"/>
      </p:ext>
    </p:extLst>
  </p:cSld>
  <p:clrMapOvr>
    <a:masterClrMapping/>
  </p:clrMapOvr>
</p:sld>
</file>

<file path=ppt/slides/slide3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2191260"/>
      </p:ext>
    </p:extLst>
  </p:cSld>
  <p:clrMapOvr>
    <a:masterClrMapping/>
  </p:clrMapOvr>
</p:sld>
</file>

<file path=ppt/slides/slide3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7316146"/>
      </p:ext>
    </p:extLst>
  </p:cSld>
  <p:clrMapOvr>
    <a:masterClrMapping/>
  </p:clrMapOvr>
</p:sld>
</file>

<file path=ppt/slides/slide3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43599960"/>
      </p:ext>
    </p:extLst>
  </p:cSld>
  <p:clrMapOvr>
    <a:masterClrMapping/>
  </p:clrMapOvr>
</p:sld>
</file>

<file path=ppt/slides/slide3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3143221"/>
      </p:ext>
    </p:extLst>
  </p:cSld>
  <p:clrMapOvr>
    <a:masterClrMapping/>
  </p:clrMapOvr>
</p:sld>
</file>

<file path=ppt/slides/slide3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6080436"/>
      </p:ext>
    </p:extLst>
  </p:cSld>
  <p:clrMapOvr>
    <a:masterClrMapping/>
  </p:clrMapOvr>
</p:sld>
</file>

<file path=ppt/slides/slide3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2578353"/>
      </p:ext>
    </p:extLst>
  </p:cSld>
  <p:clrMapOvr>
    <a:masterClrMapping/>
  </p:clrMapOvr>
</p:sld>
</file>

<file path=ppt/slides/slide3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411812"/>
      </p:ext>
    </p:extLst>
  </p:cSld>
  <p:clrMapOvr>
    <a:masterClrMapping/>
  </p:clrMapOvr>
</p:sld>
</file>

<file path=ppt/slides/slide3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86040758"/>
      </p:ext>
    </p:extLst>
  </p:cSld>
  <p:clrMapOvr>
    <a:masterClrMapping/>
  </p:clrMapOvr>
</p:sld>
</file>

<file path=ppt/slides/slide3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4482275"/>
      </p:ext>
    </p:extLst>
  </p:cSld>
  <p:clrMapOvr>
    <a:masterClrMapping/>
  </p:clrMapOvr>
</p:sld>
</file>

<file path=ppt/slides/slide3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76969248"/>
      </p:ext>
    </p:extLst>
  </p:cSld>
  <p:clrMapOvr>
    <a:masterClrMapping/>
  </p:clrMapOvr>
</p:sld>
</file>

<file path=ppt/slides/slide3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50661016"/>
      </p:ext>
    </p:extLst>
  </p:cSld>
  <p:clrMapOvr>
    <a:masterClrMapping/>
  </p:clrMapOvr>
</p:sld>
</file>

<file path=ppt/slides/slide3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7629468"/>
      </p:ext>
    </p:extLst>
  </p:cSld>
  <p:clrMapOvr>
    <a:masterClrMapping/>
  </p:clrMapOvr>
</p:sld>
</file>

<file path=ppt/slides/slide3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2323095"/>
      </p:ext>
    </p:extLst>
  </p:cSld>
  <p:clrMapOvr>
    <a:masterClrMapping/>
  </p:clrMapOvr>
</p:sld>
</file>

<file path=ppt/slides/slide3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83873697"/>
      </p:ext>
    </p:extLst>
  </p:cSld>
  <p:clrMapOvr>
    <a:masterClrMapping/>
  </p:clrMapOvr>
</p:sld>
</file>

<file path=ppt/slides/slide3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0020383"/>
      </p:ext>
    </p:extLst>
  </p:cSld>
  <p:clrMapOvr>
    <a:masterClrMapping/>
  </p:clrMapOvr>
</p:sld>
</file>

<file path=ppt/slides/slide3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93504502"/>
      </p:ext>
    </p:extLst>
  </p:cSld>
  <p:clrMapOvr>
    <a:masterClrMapping/>
  </p:clrMapOvr>
</p:sld>
</file>

<file path=ppt/slides/slide3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3716585"/>
      </p:ext>
    </p:extLst>
  </p:cSld>
  <p:clrMapOvr>
    <a:masterClrMapping/>
  </p:clrMapOvr>
</p:sld>
</file>

<file path=ppt/slides/slide3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41269763"/>
      </p:ext>
    </p:extLst>
  </p:cSld>
  <p:clrMapOvr>
    <a:masterClrMapping/>
  </p:clrMapOvr>
</p:sld>
</file>

<file path=ppt/slides/slide3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96887022"/>
      </p:ext>
    </p:extLst>
  </p:cSld>
  <p:clrMapOvr>
    <a:masterClrMapping/>
  </p:clrMapOvr>
</p:sld>
</file>

<file path=ppt/slides/slide3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71726773"/>
      </p:ext>
    </p:extLst>
  </p:cSld>
  <p:clrMapOvr>
    <a:masterClrMapping/>
  </p:clrMapOvr>
</p:sld>
</file>

<file path=ppt/slides/slide3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21513596"/>
      </p:ext>
    </p:extLst>
  </p:cSld>
  <p:clrMapOvr>
    <a:masterClrMapping/>
  </p:clrMapOvr>
</p:sld>
</file>

<file path=ppt/slides/slide3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4567767"/>
      </p:ext>
    </p:extLst>
  </p:cSld>
  <p:clrMapOvr>
    <a:masterClrMapping/>
  </p:clrMapOvr>
</p:sld>
</file>

<file path=ppt/slides/slide3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92980060"/>
      </p:ext>
    </p:extLst>
  </p:cSld>
  <p:clrMapOvr>
    <a:masterClrMapping/>
  </p:clrMapOvr>
</p:sld>
</file>

<file path=ppt/slides/slide3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94720775"/>
      </p:ext>
    </p:extLst>
  </p:cSld>
  <p:clrMapOvr>
    <a:masterClrMapping/>
  </p:clrMapOvr>
</p:sld>
</file>

<file path=ppt/slides/slide3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14789007"/>
      </p:ext>
    </p:extLst>
  </p:cSld>
  <p:clrMapOvr>
    <a:masterClrMapping/>
  </p:clrMapOvr>
</p:sld>
</file>

<file path=ppt/slides/slide3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8510164"/>
      </p:ext>
    </p:extLst>
  </p:cSld>
  <p:clrMapOvr>
    <a:masterClrMapping/>
  </p:clrMapOvr>
</p:sld>
</file>

<file path=ppt/slides/slide3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86881144"/>
      </p:ext>
    </p:extLst>
  </p:cSld>
  <p:clrMapOvr>
    <a:masterClrMapping/>
  </p:clrMapOvr>
</p:sld>
</file>

<file path=ppt/slides/slide3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6942494"/>
      </p:ext>
    </p:extLst>
  </p:cSld>
  <p:clrMapOvr>
    <a:masterClrMapping/>
  </p:clrMapOvr>
</p:sld>
</file>

<file path=ppt/slides/slide3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4498492"/>
      </p:ext>
    </p:extLst>
  </p:cSld>
  <p:clrMapOvr>
    <a:masterClrMapping/>
  </p:clrMapOvr>
</p:sld>
</file>

<file path=ppt/slides/slide3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47977600"/>
      </p:ext>
    </p:extLst>
  </p:cSld>
  <p:clrMapOvr>
    <a:masterClrMapping/>
  </p:clrMapOvr>
</p:sld>
</file>

<file path=ppt/slides/slide3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vert="horz" lIns="91440" tIns="45720" rIns="91440" bIns="45720" rtlCol="0" anchor="t">
            <a:normAutofit fontScale="25000" lnSpcReduction="20000"/>
          </a:bodyPr>
          <a:lstStyle/>
          <a:p>
            <a:r>
              <a:rPr lang="en-US" sz="1800" dirty="0">
                <a:ea typeface="+mn-lt"/>
                <a:cs typeface="+mn-lt"/>
              </a:rPr>
              <a:t>Shakespeare's works include the 36 plays printed in the First Folio of 1623, listed according to their folio classification as comedies, histories, and tragedies.[249] Two plays not included in the First Folio, The Two Noble Kinsmen and Pericles, Prince of Tyre, are now accepted as part of the canon, with today's scholars agreeing that Shakespeare made major contributions to the writing of both.[250][251] No Shakespearean poems were included in the First Folio.</a:t>
            </a:r>
            <a:endParaRPr lang="en-US" dirty="0"/>
          </a:p>
          <a:p>
            <a:endParaRPr lang="en-US"/>
          </a:p>
          <a:p>
            <a:r>
              <a:rPr lang="en-US" sz="1800" dirty="0">
                <a:ea typeface="+mn-lt"/>
                <a:cs typeface="+mn-lt"/>
              </a:rPr>
              <a:t>In the late 19th century, Edward Dowden classified four of the late comedies as romances, and though many scholars prefer to call them tragicomedies, Dowden's term is often used.[252][253] In 1896, Frederick S. Boas coined the term "problem plays" to describe four plays: All's Well That Ends Well, Measure for Measure, Troilus and Cressida, and Hamlet.[254] "Dramas as singular in theme and temper cannot be strictly called comedies or tragedies", he wrote. "We may, therefore, borrow a convenient phrase from the theatre of today and class them together as Shakespeare's problem plays."[255] The term, much debated and sometimes applied to other plays, remains in use, though Hamlet is definitively classed as a tragedy.[256][257][258]</a:t>
            </a:r>
            <a:endParaRPr lang="en-US" dirty="0"/>
          </a:p>
          <a:p>
            <a:endParaRPr lang="en-US"/>
          </a:p>
          <a:p>
            <a:r>
              <a:rPr lang="en-US" sz="1800" dirty="0"/>
              <a:t>ipsum dolor sit </a:t>
            </a:r>
            <a:r>
              <a:rPr lang="en-US" sz="1800" dirty="0" err="1"/>
              <a:t>amet</a:t>
            </a:r>
            <a:r>
              <a:rPr lang="en-US" sz="1800" dirty="0"/>
              <a:t>, </a:t>
            </a:r>
            <a:r>
              <a:rPr lang="en-US" sz="1800" dirty="0" err="1"/>
              <a:t>consectetuer</a:t>
            </a:r>
            <a:r>
              <a:rPr lang="en-US" sz="1800" dirty="0"/>
              <a:t> </a:t>
            </a:r>
            <a:r>
              <a:rPr lang="en-US" sz="1800" dirty="0" err="1"/>
              <a:t>adipiscing</a:t>
            </a:r>
            <a:r>
              <a:rPr lang="en-US" sz="1800" dirty="0"/>
              <a:t> </a:t>
            </a:r>
            <a:r>
              <a:rPr lang="en-US" sz="1800" dirty="0" err="1"/>
              <a:t>elit</a:t>
            </a:r>
            <a:endParaRPr lang="ru-RU" sz="1800" dirty="0" err="1"/>
          </a:p>
        </p:txBody>
      </p:sp>
      <p:pic>
        <p:nvPicPr>
          <p:cNvPr id="9" name="Picture 8" descr="A bouquet of flowers">
            <a:extLst>
              <a:ext uri="{FF2B5EF4-FFF2-40B4-BE49-F238E27FC236}">
                <a16:creationId xmlns:a16="http://schemas.microsoft.com/office/drawing/2014/main" id="{75AC12FE-9D5D-424E-8C52-DB696B690A12}"/>
              </a:ext>
            </a:extLst>
          </p:cNvPr>
          <p:cNvPicPr>
            <a:picLocks noChangeAspect="1"/>
          </p:cNvPicPr>
          <p:nvPr/>
        </p:nvPicPr>
        <p:blipFill rotWithShape="1">
          <a:blip r:embed="rId3"/>
          <a:srcRect t="7813" b="7813"/>
          <a:stretch/>
        </p:blipFill>
        <p:spPr>
          <a:xfrm>
            <a:off x="140259" y="143445"/>
            <a:ext cx="12192000" cy="6857991"/>
          </a:xfrm>
          <a:prstGeom prst="rect">
            <a:avLst/>
          </a:prstGeom>
        </p:spPr>
      </p:pic>
      <p:pic>
        <p:nvPicPr>
          <p:cNvPr id="10" name="Picture 9" descr="A bouquet of flowers">
            <a:extLst>
              <a:ext uri="{FF2B5EF4-FFF2-40B4-BE49-F238E27FC236}">
                <a16:creationId xmlns:a16="http://schemas.microsoft.com/office/drawing/2014/main" id="{E8D5235F-20B6-4217-9E3E-D15B3721DA34}"/>
              </a:ext>
            </a:extLst>
          </p:cNvPr>
          <p:cNvPicPr>
            <a:picLocks noChangeAspect="1"/>
          </p:cNvPicPr>
          <p:nvPr/>
        </p:nvPicPr>
        <p:blipFill rotWithShape="1">
          <a:blip r:embed="rId3"/>
          <a:srcRect t="7813" b="7813"/>
          <a:stretch/>
        </p:blipFill>
        <p:spPr>
          <a:xfrm>
            <a:off x="283694" y="286880"/>
            <a:ext cx="12192000" cy="6857991"/>
          </a:xfrm>
          <a:prstGeom prst="rect">
            <a:avLst/>
          </a:prstGeom>
        </p:spPr>
      </p:pic>
      <p:pic>
        <p:nvPicPr>
          <p:cNvPr id="11" name="Picture 10" descr="A bouquet of flowers">
            <a:extLst>
              <a:ext uri="{FF2B5EF4-FFF2-40B4-BE49-F238E27FC236}">
                <a16:creationId xmlns:a16="http://schemas.microsoft.com/office/drawing/2014/main" id="{D50B9C26-1053-499A-9C86-B7C3744EB15E}"/>
              </a:ext>
            </a:extLst>
          </p:cNvPr>
          <p:cNvPicPr>
            <a:picLocks noChangeAspect="1"/>
          </p:cNvPicPr>
          <p:nvPr/>
        </p:nvPicPr>
        <p:blipFill rotWithShape="1">
          <a:blip r:embed="rId3"/>
          <a:srcRect t="7813" b="7813"/>
          <a:stretch/>
        </p:blipFill>
        <p:spPr>
          <a:xfrm>
            <a:off x="427129" y="430315"/>
            <a:ext cx="12192000" cy="6857991"/>
          </a:xfrm>
          <a:prstGeom prst="rect">
            <a:avLst/>
          </a:prstGeom>
        </p:spPr>
      </p:pic>
    </p:spTree>
    <p:extLst>
      <p:ext uri="{BB962C8B-B14F-4D97-AF65-F5344CB8AC3E}">
        <p14:creationId xmlns:p14="http://schemas.microsoft.com/office/powerpoint/2010/main" val="1272757736"/>
      </p:ext>
    </p:extLst>
  </p:cSld>
  <p:clrMapOvr>
    <a:masterClrMapping/>
  </p:clrMapOvr>
</p:sld>
</file>

<file path=ppt/slides/slide3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753228"/>
            <a:ext cx="4196478" cy="1080938"/>
          </a:xfrm>
        </p:spPr>
        <p:txBody>
          <a:bodyPr vert="horz" lIns="91440" tIns="45720" rIns="91440" bIns="45720" rtlCol="0" anchor="ctr">
            <a:normAutofit/>
          </a:bodyPr>
          <a:lstStyle/>
          <a:p>
            <a:pPr algn="l"/>
            <a:r>
              <a:rPr lang="en-US" sz="3200"/>
              <a:t>Ccn   Design</a:t>
            </a:r>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1" y="2336873"/>
            <a:ext cx="3966409" cy="3599316"/>
          </a:xfrm>
        </p:spPr>
        <p:txBody>
          <a:bodyPr vert="horz" lIns="91440" tIns="45720" rIns="91440" bIns="45720" rtlCol="0">
            <a:normAutofit/>
          </a:bodyPr>
          <a:lstStyle/>
          <a:p>
            <a:pPr indent="-228600" algn="l">
              <a:buFont typeface="Arial" panose="020B0604020202020204" pitchFamily="34" charset="0"/>
              <a:buChar char="•"/>
            </a:pPr>
            <a:r>
              <a:rPr lang="en-US" sz="900"/>
              <a:t>Shakespeare's works include the 36 plays printed in the First Folio of 1623, listed according to their folio classification as comedies, histories, and tragedies.[249] Two plays not included in the First Folio, The Two Noble Kinsmen and Pericles, Prince of Tyre, are now accepted as part of the canon, with today's scholars agreeing that Shakespeare made major contributions to the writing of both.[250][251] No Shakespearean poems were included in the First Folio.</a:t>
            </a:r>
          </a:p>
          <a:p>
            <a:pPr indent="-228600" algn="l">
              <a:buFont typeface="Arial" panose="020B0604020202020204" pitchFamily="34" charset="0"/>
              <a:buChar char="•"/>
            </a:pPr>
            <a:endParaRPr lang="en-US" sz="900"/>
          </a:p>
          <a:p>
            <a:pPr indent="-228600" algn="l">
              <a:buFont typeface="Arial" panose="020B0604020202020204" pitchFamily="34" charset="0"/>
              <a:buChar char="•"/>
            </a:pPr>
            <a:r>
              <a:rPr lang="en-US" sz="900"/>
              <a:t>In the late 19th century, Edward Dowden classified four of the late comedies as romances, and though many scholars prefer to call them tragicomedies, Dowden's term is often used.[252][253] In 1896, Frederick S. Boas coined the term "problem plays" to describe four plays: All's Well That Ends Well, Measure for Measure, Troilus and Cressida, and Hamlet.[254] "Dramas as singular in theme and temper cannot be strictly called comedies or tragedies", he wrote. "We may, therefore, borrow a convenient phrase from the theatre of today and class them together as Shakespeare's problem plays."[255] The term, much debated and sometimes applied to other plays, remains in use, though Hamlet is definitively classed as a tragedy.[256][257][258]</a:t>
            </a:r>
          </a:p>
          <a:p>
            <a:pPr indent="-228600" algn="l">
              <a:buFont typeface="Arial" panose="020B0604020202020204" pitchFamily="34" charset="0"/>
              <a:buChar char="•"/>
            </a:pPr>
            <a:endParaRPr lang="en-US" sz="900"/>
          </a:p>
          <a:p>
            <a:pPr indent="-228600" algn="l">
              <a:buFont typeface="Arial" panose="020B0604020202020204" pitchFamily="34" charset="0"/>
              <a:buChar char="•"/>
            </a:pPr>
            <a:r>
              <a:rPr lang="en-US" sz="900"/>
              <a:t>ipsum dolor sit amet, consectetuer adipiscing elit</a:t>
            </a:r>
          </a:p>
        </p:txBody>
      </p:sp>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l="27582" r="19338"/>
          <a:stretch/>
        </p:blipFill>
        <p:spPr>
          <a:xfrm>
            <a:off x="5314956" y="-1"/>
            <a:ext cx="3386961" cy="4259179"/>
          </a:xfrm>
          <a:prstGeom prst="rect">
            <a:avLst/>
          </a:prstGeom>
          <a:ln>
            <a:noFill/>
          </a:ln>
          <a:effectLst/>
        </p:spPr>
      </p:pic>
      <p:pic>
        <p:nvPicPr>
          <p:cNvPr id="10" name="Picture 9" descr="A bouquet of flowers">
            <a:extLst>
              <a:ext uri="{FF2B5EF4-FFF2-40B4-BE49-F238E27FC236}">
                <a16:creationId xmlns:a16="http://schemas.microsoft.com/office/drawing/2014/main" id="{E8D5235F-20B6-4217-9E3E-D15B3721DA34}"/>
              </a:ext>
            </a:extLst>
          </p:cNvPr>
          <p:cNvPicPr>
            <a:picLocks noChangeAspect="1"/>
          </p:cNvPicPr>
          <p:nvPr/>
        </p:nvPicPr>
        <p:blipFill rotWithShape="1">
          <a:blip r:embed="rId3"/>
          <a:srcRect t="7533" r="5" b="5"/>
          <a:stretch/>
        </p:blipFill>
        <p:spPr>
          <a:xfrm>
            <a:off x="8805031" y="10"/>
            <a:ext cx="3376228" cy="2083858"/>
          </a:xfrm>
          <a:prstGeom prst="rect">
            <a:avLst/>
          </a:prstGeom>
          <a:ln>
            <a:noFill/>
          </a:ln>
          <a:effectLst/>
        </p:spPr>
      </p:pic>
      <p:pic>
        <p:nvPicPr>
          <p:cNvPr id="9" name="Picture 8" descr="A bouquet of flowers">
            <a:extLst>
              <a:ext uri="{FF2B5EF4-FFF2-40B4-BE49-F238E27FC236}">
                <a16:creationId xmlns:a16="http://schemas.microsoft.com/office/drawing/2014/main" id="{75AC12FE-9D5D-424E-8C52-DB696B690A12}"/>
              </a:ext>
            </a:extLst>
          </p:cNvPr>
          <p:cNvPicPr>
            <a:picLocks noChangeAspect="1"/>
          </p:cNvPicPr>
          <p:nvPr/>
        </p:nvPicPr>
        <p:blipFill rotWithShape="1">
          <a:blip r:embed="rId3"/>
          <a:srcRect t="6982" r="5" b="5"/>
          <a:stretch/>
        </p:blipFill>
        <p:spPr>
          <a:xfrm>
            <a:off x="8805031" y="2162908"/>
            <a:ext cx="3376228" cy="2096271"/>
          </a:xfrm>
          <a:prstGeom prst="rect">
            <a:avLst/>
          </a:prstGeom>
        </p:spPr>
      </p:pic>
      <p:pic>
        <p:nvPicPr>
          <p:cNvPr id="11" name="Picture 10" descr="A bouquet of flowers">
            <a:extLst>
              <a:ext uri="{FF2B5EF4-FFF2-40B4-BE49-F238E27FC236}">
                <a16:creationId xmlns:a16="http://schemas.microsoft.com/office/drawing/2014/main" id="{D50B9C26-1053-499A-9C86-B7C3744EB15E}"/>
              </a:ext>
            </a:extLst>
          </p:cNvPr>
          <p:cNvPicPr>
            <a:picLocks noChangeAspect="1"/>
          </p:cNvPicPr>
          <p:nvPr/>
        </p:nvPicPr>
        <p:blipFill rotWithShape="1">
          <a:blip r:embed="rId3"/>
          <a:srcRect t="26967" r="2" b="18435"/>
          <a:stretch/>
        </p:blipFill>
        <p:spPr>
          <a:xfrm>
            <a:off x="5314950" y="4351643"/>
            <a:ext cx="6877048" cy="2506359"/>
          </a:xfrm>
          <a:prstGeom prst="rect">
            <a:avLst/>
          </a:prstGeom>
        </p:spPr>
      </p:pic>
    </p:spTree>
    <p:extLst>
      <p:ext uri="{BB962C8B-B14F-4D97-AF65-F5344CB8AC3E}">
        <p14:creationId xmlns:p14="http://schemas.microsoft.com/office/powerpoint/2010/main" val="3766021680"/>
      </p:ext>
    </p:extLst>
  </p:cSld>
  <p:clrMapOvr>
    <a:masterClrMapping/>
  </p:clrMapOvr>
</p:sld>
</file>

<file path=ppt/slides/slide3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pic>
        <p:nvPicPr>
          <p:cNvPr id="4" name="Picture 3" descr="A bouquet of flowers">
            <a:extLst>
              <a:ext uri="{FF2B5EF4-FFF2-40B4-BE49-F238E27FC236}">
                <a16:creationId xmlns:a16="http://schemas.microsoft.com/office/drawing/2014/main" id="{A924104B-41E6-4B08-AAD8-9974DA242867}"/>
              </a:ext>
            </a:extLst>
          </p:cNvPr>
          <p:cNvPicPr>
            <a:picLocks noChangeAspect="1"/>
          </p:cNvPicPr>
          <p:nvPr/>
        </p:nvPicPr>
        <p:blipFill rotWithShape="1">
          <a:blip r:embed="rId3"/>
          <a:srcRect t="7813" b="7813"/>
          <a:stretch/>
        </p:blipFill>
        <p:spPr>
          <a:xfrm>
            <a:off x="149224" y="152410"/>
            <a:ext cx="12192000" cy="6857991"/>
          </a:xfrm>
          <a:prstGeom prst="rect">
            <a:avLst/>
          </a:prstGeom>
        </p:spPr>
      </p:pic>
    </p:spTree>
    <p:extLst>
      <p:ext uri="{BB962C8B-B14F-4D97-AF65-F5344CB8AC3E}">
        <p14:creationId xmlns:p14="http://schemas.microsoft.com/office/powerpoint/2010/main" val="932106207"/>
      </p:ext>
    </p:extLst>
  </p:cSld>
  <p:clrMapOvr>
    <a:masterClrMapping/>
  </p:clrMapOvr>
</p:sld>
</file>

<file path=ppt/slides/slide3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97598054"/>
      </p:ext>
    </p:extLst>
  </p:cSld>
  <p:clrMapOvr>
    <a:masterClrMapping/>
  </p:clrMapOvr>
</p:sld>
</file>

<file path=ppt/slides/slide3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35078925"/>
      </p:ext>
    </p:extLst>
  </p:cSld>
  <p:clrMapOvr>
    <a:masterClrMapping/>
  </p:clrMapOvr>
</p:sld>
</file>

<file path=ppt/slides/slide3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6363907"/>
      </p:ext>
    </p:extLst>
  </p:cSld>
  <p:clrMapOvr>
    <a:masterClrMapping/>
  </p:clrMapOvr>
</p:sld>
</file>

<file path=ppt/slides/slide3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2016297"/>
      </p:ext>
    </p:extLst>
  </p:cSld>
  <p:clrMapOvr>
    <a:masterClrMapping/>
  </p:clrMapOvr>
</p:sld>
</file>

<file path=ppt/slides/slide3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0347930"/>
      </p:ext>
    </p:extLst>
  </p:cSld>
  <p:clrMapOvr>
    <a:masterClrMapping/>
  </p:clrMapOvr>
</p:sld>
</file>

<file path=ppt/slides/slide3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865844"/>
      </p:ext>
    </p:extLst>
  </p:cSld>
  <p:clrMapOvr>
    <a:masterClrMapping/>
  </p:clrMapOvr>
</p:sld>
</file>

<file path=ppt/slides/slide3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6087931"/>
      </p:ext>
    </p:extLst>
  </p:cSld>
  <p:clrMapOvr>
    <a:masterClrMapping/>
  </p:clrMapOvr>
</p:sld>
</file>

<file path=ppt/slides/slide3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2041185"/>
      </p:ext>
    </p:extLst>
  </p:cSld>
  <p:clrMapOvr>
    <a:masterClrMapping/>
  </p:clrMapOvr>
</p:sld>
</file>

<file path=ppt/slides/slide3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3490573"/>
      </p:ext>
    </p:extLst>
  </p:cSld>
  <p:clrMapOvr>
    <a:masterClrMapping/>
  </p:clrMapOvr>
</p:sld>
</file>

<file path=ppt/slides/slide3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75906328"/>
      </p:ext>
    </p:extLst>
  </p:cSld>
  <p:clrMapOvr>
    <a:masterClrMapping/>
  </p:clrMapOvr>
</p:sld>
</file>

<file path=ppt/slides/slide3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70556108"/>
      </p:ext>
    </p:extLst>
  </p:cSld>
  <p:clrMapOvr>
    <a:masterClrMapping/>
  </p:clrMapOvr>
</p:sld>
</file>

<file path=ppt/slides/slide3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4482451"/>
      </p:ext>
    </p:extLst>
  </p:cSld>
  <p:clrMapOvr>
    <a:masterClrMapping/>
  </p:clrMapOvr>
</p:sld>
</file>

<file path=ppt/slides/slide3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3260585"/>
      </p:ext>
    </p:extLst>
  </p:cSld>
  <p:clrMapOvr>
    <a:masterClrMapping/>
  </p:clrMapOvr>
</p:sld>
</file>

<file path=ppt/slides/slide3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32201574"/>
      </p:ext>
    </p:extLst>
  </p:cSld>
  <p:clrMapOvr>
    <a:masterClrMapping/>
  </p:clrMapOvr>
</p:sld>
</file>

<file path=ppt/slides/slide3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70946290"/>
      </p:ext>
    </p:extLst>
  </p:cSld>
  <p:clrMapOvr>
    <a:masterClrMapping/>
  </p:clrMapOvr>
</p:sld>
</file>

<file path=ppt/slides/slide3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9662524"/>
      </p:ext>
    </p:extLst>
  </p:cSld>
  <p:clrMapOvr>
    <a:masterClrMapping/>
  </p:clrMapOvr>
</p:sld>
</file>

<file path=ppt/slides/slide3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8325316"/>
      </p:ext>
    </p:extLst>
  </p:cSld>
  <p:clrMapOvr>
    <a:masterClrMapping/>
  </p:clrMapOvr>
</p:sld>
</file>

<file path=ppt/slides/slide3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392963"/>
      </p:ext>
    </p:extLst>
  </p:cSld>
  <p:clrMapOvr>
    <a:masterClrMapping/>
  </p:clrMapOvr>
</p:sld>
</file>

<file path=ppt/slides/slide3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2835984"/>
      </p:ext>
    </p:extLst>
  </p:cSld>
  <p:clrMapOvr>
    <a:masterClrMapping/>
  </p:clrMapOvr>
</p:sld>
</file>

<file path=ppt/slides/slide3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11954037"/>
      </p:ext>
    </p:extLst>
  </p:cSld>
  <p:clrMapOvr>
    <a:masterClrMapping/>
  </p:clrMapOvr>
</p:sld>
</file>

<file path=ppt/slides/slide3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99954603"/>
      </p:ext>
    </p:extLst>
  </p:cSld>
  <p:clrMapOvr>
    <a:masterClrMapping/>
  </p:clrMapOvr>
</p:sld>
</file>

<file path=ppt/slides/slide3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29457947"/>
      </p:ext>
    </p:extLst>
  </p:cSld>
  <p:clrMapOvr>
    <a:masterClrMapping/>
  </p:clrMapOvr>
</p:sld>
</file>

<file path=ppt/slides/slide3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5353788"/>
      </p:ext>
    </p:extLst>
  </p:cSld>
  <p:clrMapOvr>
    <a:masterClrMapping/>
  </p:clrMapOvr>
</p:sld>
</file>

<file path=ppt/slides/slide3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65043452"/>
      </p:ext>
    </p:extLst>
  </p:cSld>
  <p:clrMapOvr>
    <a:masterClrMapping/>
  </p:clrMapOvr>
</p:sld>
</file>

<file path=ppt/slides/slide3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59638284"/>
      </p:ext>
    </p:extLst>
  </p:cSld>
  <p:clrMapOvr>
    <a:masterClrMapping/>
  </p:clrMapOvr>
</p:sld>
</file>

<file path=ppt/slides/slide3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6076891"/>
      </p:ext>
    </p:extLst>
  </p:cSld>
  <p:clrMapOvr>
    <a:masterClrMapping/>
  </p:clrMapOvr>
</p:sld>
</file>

<file path=ppt/slides/slide3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6406627"/>
      </p:ext>
    </p:extLst>
  </p:cSld>
  <p:clrMapOvr>
    <a:masterClrMapping/>
  </p:clrMapOvr>
</p:sld>
</file>

<file path=ppt/slides/slide3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9857490"/>
      </p:ext>
    </p:extLst>
  </p:cSld>
  <p:clrMapOvr>
    <a:masterClrMapping/>
  </p:clrMapOvr>
</p:sld>
</file>

<file path=ppt/slides/slide3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19349868"/>
      </p:ext>
    </p:extLst>
  </p:cSld>
  <p:clrMapOvr>
    <a:masterClrMapping/>
  </p:clrMapOvr>
</p:sld>
</file>

<file path=ppt/slides/slide3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8298519"/>
      </p:ext>
    </p:extLst>
  </p:cSld>
  <p:clrMapOvr>
    <a:masterClrMapping/>
  </p:clrMapOvr>
</p:sld>
</file>

<file path=ppt/slides/slide3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73304377"/>
      </p:ext>
    </p:extLst>
  </p:cSld>
  <p:clrMapOvr>
    <a:masterClrMapping/>
  </p:clrMapOvr>
</p:sld>
</file>

<file path=ppt/slides/slide3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640026"/>
      </p:ext>
    </p:extLst>
  </p:cSld>
  <p:clrMapOvr>
    <a:masterClrMapping/>
  </p:clrMapOvr>
</p:sld>
</file>

<file path=ppt/slides/slide3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2664512"/>
      </p:ext>
    </p:extLst>
  </p:cSld>
  <p:clrMapOvr>
    <a:masterClrMapping/>
  </p:clrMapOvr>
</p:sld>
</file>

<file path=ppt/slides/slide3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55776019"/>
      </p:ext>
    </p:extLst>
  </p:cSld>
  <p:clrMapOvr>
    <a:masterClrMapping/>
  </p:clrMapOvr>
</p:sld>
</file>

<file path=ppt/slides/slide3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4462308"/>
      </p:ext>
    </p:extLst>
  </p:cSld>
  <p:clrMapOvr>
    <a:masterClrMapping/>
  </p:clrMapOvr>
</p:sld>
</file>

<file path=ppt/slides/slide3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3113853"/>
      </p:ext>
    </p:extLst>
  </p:cSld>
  <p:clrMapOvr>
    <a:masterClrMapping/>
  </p:clrMapOvr>
</p:sld>
</file>

<file path=ppt/slides/slide3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4355657"/>
      </p:ext>
    </p:extLst>
  </p:cSld>
  <p:clrMapOvr>
    <a:masterClrMapping/>
  </p:clrMapOvr>
</p:sld>
</file>

<file path=ppt/slides/slide3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2483894"/>
      </p:ext>
    </p:extLst>
  </p:cSld>
  <p:clrMapOvr>
    <a:masterClrMapping/>
  </p:clrMapOvr>
</p:sld>
</file>

<file path=ppt/slides/slide3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34280431"/>
      </p:ext>
    </p:extLst>
  </p:cSld>
  <p:clrMapOvr>
    <a:masterClrMapping/>
  </p:clrMapOvr>
</p:sld>
</file>

<file path=ppt/slides/slide3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7639739"/>
      </p:ext>
    </p:extLst>
  </p:cSld>
  <p:clrMapOvr>
    <a:masterClrMapping/>
  </p:clrMapOvr>
</p:sld>
</file>

<file path=ppt/slides/slide3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6641096"/>
      </p:ext>
    </p:extLst>
  </p:cSld>
  <p:clrMapOvr>
    <a:masterClrMapping/>
  </p:clrMapOvr>
</p:sld>
</file>

<file path=ppt/slides/slide3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26054371"/>
      </p:ext>
    </p:extLst>
  </p:cSld>
  <p:clrMapOvr>
    <a:masterClrMapping/>
  </p:clrMapOvr>
</p:sld>
</file>

<file path=ppt/slides/slide3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91145712"/>
      </p:ext>
    </p:extLst>
  </p:cSld>
  <p:clrMapOvr>
    <a:masterClrMapping/>
  </p:clrMapOvr>
</p:sld>
</file>

<file path=ppt/slides/slide3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21711951"/>
      </p:ext>
    </p:extLst>
  </p:cSld>
  <p:clrMapOvr>
    <a:masterClrMapping/>
  </p:clrMapOvr>
</p:sld>
</file>

<file path=ppt/slides/slide3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57995786"/>
      </p:ext>
    </p:extLst>
  </p:cSld>
  <p:clrMapOvr>
    <a:masterClrMapping/>
  </p:clrMapOvr>
</p:sld>
</file>

<file path=ppt/slides/slide3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3"/>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4"/>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5"/>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1281922436"/>
      </p:ext>
    </p:extLst>
  </p:cSld>
  <p:clrMapOvr>
    <a:masterClrMapping/>
  </p:clrMapOvr>
</p:sld>
</file>

<file path=ppt/slides/slide3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3"/>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4"/>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5"/>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2729279099"/>
      </p:ext>
    </p:extLst>
  </p:cSld>
  <p:clrMapOvr>
    <a:masterClrMapping/>
  </p:clrMapOvr>
</p:sld>
</file>

<file path=ppt/slides/slide3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3"/>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4"/>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5"/>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1862468320"/>
      </p:ext>
    </p:extLst>
  </p:cSld>
  <p:clrMapOvr>
    <a:masterClrMapping/>
  </p:clrMapOvr>
</p:sld>
</file>

<file path=ppt/slides/slide3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3"/>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4"/>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5"/>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1350836264"/>
      </p:ext>
    </p:extLst>
  </p:cSld>
  <p:clrMapOvr>
    <a:masterClrMapping/>
  </p:clrMapOvr>
</p:sld>
</file>

<file path=ppt/slides/slide3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D5C3FC-6172-405C-9AFC-93072A8DCF6C}"/>
              </a:ext>
            </a:extLst>
          </p:cNvPr>
          <p:cNvSpPr>
            <a:spLocks noGrp="1"/>
          </p:cNvSpPr>
          <p:nvPr>
            <p:ph type="title"/>
          </p:nvPr>
        </p:nvSpPr>
        <p:spPr>
          <a:xfrm>
            <a:off x="680322" y="753228"/>
            <a:ext cx="6106978" cy="1080938"/>
          </a:xfrm>
        </p:spPr>
        <p:txBody>
          <a:bodyPr vert="horz" lIns="91440" tIns="45720" rIns="91440" bIns="45720" rtlCol="0" anchor="ctr">
            <a:normAutofit fontScale="90000"/>
          </a:bodyPr>
          <a:lstStyle/>
          <a:p>
            <a:r>
              <a:rPr lang="en-US" dirty="0">
                <a:ea typeface="+mj-lt"/>
                <a:cs typeface="+mj-lt"/>
              </a:rPr>
              <a:t>VISA:</a:t>
            </a:r>
            <a:endParaRPr lang="en-US" dirty="0"/>
          </a:p>
          <a:p>
            <a:r>
              <a:rPr lang="en-US" dirty="0">
                <a:ea typeface="+mj-lt"/>
                <a:cs typeface="+mj-lt"/>
              </a:rPr>
              <a:t>4916051835416049</a:t>
            </a:r>
            <a:endParaRPr lang="en-US" dirty="0"/>
          </a:p>
          <a:p>
            <a:r>
              <a:rPr lang="en-US" dirty="0">
                <a:ea typeface="+mj-lt"/>
                <a:cs typeface="+mj-lt"/>
              </a:rPr>
              <a:t>4664397414603927</a:t>
            </a:r>
            <a:endParaRPr lang="en-US" dirty="0"/>
          </a:p>
          <a:p>
            <a:r>
              <a:rPr lang="en-US" dirty="0">
                <a:ea typeface="+mj-lt"/>
                <a:cs typeface="+mj-lt"/>
              </a:rPr>
              <a:t>4024007153999524701</a:t>
            </a:r>
            <a:r>
              <a:rPr lang="en-US" dirty="0"/>
              <a:t>Strategy</a:t>
            </a:r>
          </a:p>
        </p:txBody>
      </p:sp>
      <p:pic>
        <p:nvPicPr>
          <p:cNvPr id="4" name="Picture 3" descr="bicycle against the wall">
            <a:extLst>
              <a:ext uri="{FF2B5EF4-FFF2-40B4-BE49-F238E27FC236}">
                <a16:creationId xmlns:a16="http://schemas.microsoft.com/office/drawing/2014/main" id="{E2266ACB-9EA5-4492-8AC3-72830A579538}"/>
              </a:ext>
            </a:extLst>
          </p:cNvPr>
          <p:cNvPicPr>
            <a:picLocks noChangeAspect="1"/>
          </p:cNvPicPr>
          <p:nvPr/>
        </p:nvPicPr>
        <p:blipFill rotWithShape="1">
          <a:blip r:embed="rId3"/>
          <a:srcRect r="9432" b="2"/>
          <a:stretch/>
        </p:blipFill>
        <p:spPr>
          <a:xfrm>
            <a:off x="7318966" y="484632"/>
            <a:ext cx="4495806" cy="3511948"/>
          </a:xfrm>
          <a:prstGeom prst="rect">
            <a:avLst/>
          </a:prstGeom>
          <a:ln>
            <a:noFill/>
          </a:ln>
          <a:effectLst>
            <a:outerShdw blurRad="76200" dist="63500" dir="5040000" algn="tl" rotWithShape="0">
              <a:srgbClr val="000000">
                <a:alpha val="41000"/>
              </a:srgbClr>
            </a:outerShdw>
          </a:effectLst>
        </p:spPr>
      </p:pic>
      <p:pic>
        <p:nvPicPr>
          <p:cNvPr id="14" name="Content Placeholder 13" descr="stone path up to a house">
            <a:extLst>
              <a:ext uri="{FF2B5EF4-FFF2-40B4-BE49-F238E27FC236}">
                <a16:creationId xmlns:a16="http://schemas.microsoft.com/office/drawing/2014/main" id="{01A471F8-8C11-4C6C-A961-E2F33F3BBA25}"/>
              </a:ext>
            </a:extLst>
          </p:cNvPr>
          <p:cNvPicPr>
            <a:picLocks noGrp="1" noChangeAspect="1"/>
          </p:cNvPicPr>
          <p:nvPr>
            <p:ph sz="half" idx="1"/>
          </p:nvPr>
        </p:nvPicPr>
        <p:blipFill rotWithShape="1">
          <a:blip r:embed="rId4"/>
          <a:srcRect t="10758" r="2" b="2"/>
          <a:stretch/>
        </p:blipFill>
        <p:spPr>
          <a:xfrm>
            <a:off x="7318965" y="4150596"/>
            <a:ext cx="1663109" cy="2223497"/>
          </a:xfrm>
          <a:prstGeom prst="rect">
            <a:avLst/>
          </a:prstGeom>
          <a:ln>
            <a:noFill/>
          </a:ln>
          <a:effectLst>
            <a:outerShdw blurRad="76200" dist="63500" dir="5040000" algn="tl" rotWithShape="0">
              <a:srgbClr val="000000">
                <a:alpha val="41000"/>
              </a:srgbClr>
            </a:outerShdw>
          </a:effectLst>
        </p:spPr>
      </p:pic>
      <p:pic>
        <p:nvPicPr>
          <p:cNvPr id="6" name="Picture 5" descr="houses close together from the top">
            <a:extLst>
              <a:ext uri="{FF2B5EF4-FFF2-40B4-BE49-F238E27FC236}">
                <a16:creationId xmlns:a16="http://schemas.microsoft.com/office/drawing/2014/main" id="{16029391-6833-4C19-8C68-1C1E6E0D98E2}"/>
              </a:ext>
            </a:extLst>
          </p:cNvPr>
          <p:cNvPicPr>
            <a:picLocks noChangeAspect="1"/>
          </p:cNvPicPr>
          <p:nvPr/>
        </p:nvPicPr>
        <p:blipFill rotWithShape="1">
          <a:blip r:embed="rId5"/>
          <a:srcRect l="17286" r="2836" b="2"/>
          <a:stretch/>
        </p:blipFill>
        <p:spPr>
          <a:xfrm>
            <a:off x="9144000" y="4150596"/>
            <a:ext cx="2670772" cy="2231808"/>
          </a:xfrm>
          <a:prstGeom prst="rect">
            <a:avLst/>
          </a:prstGeom>
          <a:ln>
            <a:noFill/>
          </a:ln>
          <a:effectLst>
            <a:outerShdw blurRad="76200" dist="63500" dir="5040000" algn="tl" rotWithShape="0">
              <a:srgbClr val="000000">
                <a:alpha val="41000"/>
              </a:srgbClr>
            </a:outerShdw>
          </a:effectLst>
        </p:spPr>
      </p:pic>
      <p:graphicFrame>
        <p:nvGraphicFramePr>
          <p:cNvPr id="9" name="Content Placeholder 8" descr="SmartArt icon graphic">
            <a:extLst>
              <a:ext uri="{FF2B5EF4-FFF2-40B4-BE49-F238E27FC236}">
                <a16:creationId xmlns:a16="http://schemas.microsoft.com/office/drawing/2014/main" id="{157650F6-FA77-404F-9ABC-2AB4FBD56F48}"/>
              </a:ext>
            </a:extLst>
          </p:cNvPr>
          <p:cNvGraphicFramePr>
            <a:graphicFrameLocks noGrp="1"/>
          </p:cNvGraphicFramePr>
          <p:nvPr>
            <p:ph sz="half" idx="2"/>
          </p:nvPr>
        </p:nvGraphicFramePr>
        <p:xfrm>
          <a:off x="680321" y="2336873"/>
          <a:ext cx="6106979" cy="3599316"/>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2969678134"/>
      </p:ext>
    </p:extLst>
  </p:cSld>
  <p:clrMapOvr>
    <a:masterClrMapping/>
  </p:clrMapOvr>
</p:sld>
</file>

<file path=ppt/slides/slide3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698829902"/>
      </p:ext>
    </p:extLst>
  </p:cSld>
  <p:clrMapOvr>
    <a:masterClrMapping/>
  </p:clrMapOvr>
</p:sld>
</file>

<file path=ppt/slides/slide3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77010171"/>
      </p:ext>
    </p:extLst>
  </p:cSld>
  <p:clrMapOvr>
    <a:masterClrMapping/>
  </p:clrMapOvr>
</p:sld>
</file>

<file path=ppt/slides/slide3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C305E-179E-4674-81E6-53E58F24EFDA}"/>
              </a:ext>
            </a:extLst>
          </p:cNvPr>
          <p:cNvSpPr>
            <a:spLocks noGrp="1"/>
          </p:cNvSpPr>
          <p:nvPr>
            <p:ph type="title"/>
          </p:nvPr>
        </p:nvSpPr>
        <p:spPr>
          <a:xfrm>
            <a:off x="1028700" y="753228"/>
            <a:ext cx="9303582" cy="1080938"/>
          </a:xfrm>
        </p:spPr>
        <p:txBody>
          <a:bodyPr/>
          <a:lstStyle/>
          <a:p>
            <a:r>
              <a:rPr lang="en-US" dirty="0"/>
              <a:t>Weather Averages</a:t>
            </a:r>
          </a:p>
        </p:txBody>
      </p:sp>
      <p:graphicFrame>
        <p:nvGraphicFramePr>
          <p:cNvPr id="6" name="Content Placeholder 5" descr="Bar chart">
            <a:extLst>
              <a:ext uri="{FF2B5EF4-FFF2-40B4-BE49-F238E27FC236}">
                <a16:creationId xmlns:a16="http://schemas.microsoft.com/office/drawing/2014/main" id="{93F3100C-33A8-48B3-B9FD-88521FADEA5E}"/>
              </a:ext>
            </a:extLst>
          </p:cNvPr>
          <p:cNvGraphicFramePr>
            <a:graphicFrameLocks noGrp="1"/>
          </p:cNvGraphicFramePr>
          <p:nvPr>
            <p:ph idx="1"/>
          </p:nvPr>
        </p:nvGraphicFramePr>
        <p:xfrm>
          <a:off x="1032735" y="2407140"/>
          <a:ext cx="9613900" cy="359886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079473616"/>
      </p:ext>
    </p:extLst>
  </p:cSld>
  <p:clrMapOvr>
    <a:masterClrMapping/>
  </p:clrMapOvr>
</p:sld>
</file>

<file path=ppt/slides/slide3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526562100"/>
      </p:ext>
    </p:extLst>
  </p:cSld>
  <p:clrMapOvr>
    <a:masterClrMapping/>
  </p:clrMapOvr>
</p:sld>
</file>

<file path=ppt/slides/slide3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952260191"/>
      </p:ext>
    </p:extLst>
  </p:cSld>
  <p:clrMapOvr>
    <a:masterClrMapping/>
  </p:clrMapOvr>
</p:sld>
</file>

<file path=ppt/slides/slide3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99410946"/>
      </p:ext>
    </p:extLst>
  </p:cSld>
  <p:clrMapOvr>
    <a:masterClrMapping/>
  </p:clrMapOvr>
</p:sld>
</file>

<file path=ppt/slides/slide3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59802584"/>
      </p:ext>
    </p:extLst>
  </p:cSld>
  <p:clrMapOvr>
    <a:masterClrMapping/>
  </p:clrMapOvr>
</p:sld>
</file>

<file path=ppt/slides/slide3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1429272"/>
      </p:ext>
    </p:extLst>
  </p:cSld>
  <p:clrMapOvr>
    <a:masterClrMapping/>
  </p:clrMapOvr>
</p:sld>
</file>

<file path=ppt/slides/slide3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7887011"/>
      </p:ext>
    </p:extLst>
  </p:cSld>
  <p:clrMapOvr>
    <a:masterClrMapping/>
  </p:clrMapOvr>
</p:sld>
</file>

<file path=ppt/slides/slide3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5656134"/>
      </p:ext>
    </p:extLst>
  </p:cSld>
  <p:clrMapOvr>
    <a:masterClrMapping/>
  </p:clrMapOvr>
</p:sld>
</file>

<file path=ppt/slides/slide3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4773469"/>
      </p:ext>
    </p:extLst>
  </p:cSld>
  <p:clrMapOvr>
    <a:masterClrMapping/>
  </p:clrMapOvr>
</p:sld>
</file>

<file path=ppt/slides/slide3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76737419"/>
      </p:ext>
    </p:extLst>
  </p:cSld>
  <p:clrMapOvr>
    <a:masterClrMapping/>
  </p:clrMapOvr>
</p:sld>
</file>

<file path=ppt/slides/slide3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5477782"/>
      </p:ext>
    </p:extLst>
  </p:cSld>
  <p:clrMapOvr>
    <a:masterClrMapping/>
  </p:clrMapOvr>
</p:sld>
</file>

<file path=ppt/slides/slide3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6055693"/>
      </p:ext>
    </p:extLst>
  </p:cSld>
  <p:clrMapOvr>
    <a:masterClrMapping/>
  </p:clrMapOvr>
</p:sld>
</file>

<file path=ppt/slides/slide3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8598727"/>
      </p:ext>
    </p:extLst>
  </p:cSld>
  <p:clrMapOvr>
    <a:masterClrMapping/>
  </p:clrMapOvr>
</p:sld>
</file>

<file path=ppt/slides/slide3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45745373"/>
      </p:ext>
    </p:extLst>
  </p:cSld>
  <p:clrMapOvr>
    <a:masterClrMapping/>
  </p:clrMapOvr>
</p:sld>
</file>

<file path=ppt/slides/slide3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8136275"/>
      </p:ext>
    </p:extLst>
  </p:cSld>
  <p:clrMapOvr>
    <a:masterClrMapping/>
  </p:clrMapOvr>
</p:sld>
</file>

<file path=ppt/slides/slide3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16455599"/>
      </p:ext>
    </p:extLst>
  </p:cSld>
  <p:clrMapOvr>
    <a:masterClrMapping/>
  </p:clrMapOvr>
</p:sld>
</file>

<file path=ppt/slides/slide3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76456161"/>
      </p:ext>
    </p:extLst>
  </p:cSld>
  <p:clrMapOvr>
    <a:masterClrMapping/>
  </p:clrMapOvr>
</p:sld>
</file>

<file path=ppt/slides/slide3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8991337"/>
      </p:ext>
    </p:extLst>
  </p:cSld>
  <p:clrMapOvr>
    <a:masterClrMapping/>
  </p:clrMapOvr>
</p:sld>
</file>

<file path=ppt/slides/slide3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3750197"/>
      </p:ext>
    </p:extLst>
  </p:cSld>
  <p:clrMapOvr>
    <a:masterClrMapping/>
  </p:clrMapOvr>
</p:sld>
</file>

<file path=ppt/slides/slide3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08316965"/>
      </p:ext>
    </p:extLst>
  </p:cSld>
  <p:clrMapOvr>
    <a:masterClrMapping/>
  </p:clrMapOvr>
</p:sld>
</file>

<file path=ppt/slides/slide3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6835917"/>
      </p:ext>
    </p:extLst>
  </p:cSld>
  <p:clrMapOvr>
    <a:masterClrMapping/>
  </p:clrMapOvr>
</p:sld>
</file>

<file path=ppt/slides/slide3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535367"/>
      </p:ext>
    </p:extLst>
  </p:cSld>
  <p:clrMapOvr>
    <a:masterClrMapping/>
  </p:clrMapOvr>
</p:sld>
</file>

<file path=ppt/slides/slide3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59380709"/>
      </p:ext>
    </p:extLst>
  </p:cSld>
  <p:clrMapOvr>
    <a:masterClrMapping/>
  </p:clrMapOvr>
</p:sld>
</file>

<file path=ppt/slides/slide3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494891495"/>
      </p:ext>
    </p:extLst>
  </p:cSld>
  <p:clrMapOvr>
    <a:masterClrMapping/>
  </p:clrMapOvr>
</p:sld>
</file>

<file path=ppt/slides/slide3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8947743"/>
      </p:ext>
    </p:extLst>
  </p:cSld>
  <p:clrMapOvr>
    <a:masterClrMapping/>
  </p:clrMapOvr>
</p:sld>
</file>

<file path=ppt/slides/slide3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01546414"/>
      </p:ext>
    </p:extLst>
  </p:cSld>
  <p:clrMapOvr>
    <a:masterClrMapping/>
  </p:clrMapOvr>
</p:sld>
</file>

<file path=ppt/slides/slide3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0363664"/>
      </p:ext>
    </p:extLst>
  </p:cSld>
  <p:clrMapOvr>
    <a:masterClrMapping/>
  </p:clrMapOvr>
</p:sld>
</file>

<file path=ppt/slides/slide3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21186858"/>
      </p:ext>
    </p:extLst>
  </p:cSld>
  <p:clrMapOvr>
    <a:masterClrMapping/>
  </p:clrMapOvr>
</p:sld>
</file>

<file path=ppt/slides/slide3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1886518"/>
      </p:ext>
    </p:extLst>
  </p:cSld>
  <p:clrMapOvr>
    <a:masterClrMapping/>
  </p:clrMapOvr>
</p:sld>
</file>

<file path=ppt/slides/slide3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26443892"/>
      </p:ext>
    </p:extLst>
  </p:cSld>
  <p:clrMapOvr>
    <a:masterClrMapping/>
  </p:clrMapOvr>
</p:sld>
</file>

<file path=ppt/slides/slide3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01741147"/>
      </p:ext>
    </p:extLst>
  </p:cSld>
  <p:clrMapOvr>
    <a:masterClrMapping/>
  </p:clrMapOvr>
</p:sld>
</file>

<file path=ppt/slides/slide3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27546382"/>
      </p:ext>
    </p:extLst>
  </p:cSld>
  <p:clrMapOvr>
    <a:masterClrMapping/>
  </p:clrMapOvr>
</p:sld>
</file>

<file path=ppt/slides/slide3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42043651"/>
      </p:ext>
    </p:extLst>
  </p:cSld>
  <p:clrMapOvr>
    <a:masterClrMapping/>
  </p:clrMapOvr>
</p:sld>
</file>

<file path=ppt/slides/slide3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49484712"/>
      </p:ext>
    </p:extLst>
  </p:cSld>
  <p:clrMapOvr>
    <a:masterClrMapping/>
  </p:clrMapOvr>
</p:sld>
</file>

<file path=ppt/slides/slide3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18706376"/>
      </p:ext>
    </p:extLst>
  </p:cSld>
  <p:clrMapOvr>
    <a:masterClrMapping/>
  </p:clrMapOvr>
</p:sld>
</file>

<file path=ppt/slides/slide3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01110337"/>
      </p:ext>
    </p:extLst>
  </p:cSld>
  <p:clrMapOvr>
    <a:masterClrMapping/>
  </p:clrMapOvr>
</p:sld>
</file>

<file path=ppt/slides/slide3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3082089"/>
      </p:ext>
    </p:extLst>
  </p:cSld>
  <p:clrMapOvr>
    <a:masterClrMapping/>
  </p:clrMapOvr>
</p:sld>
</file>

<file path=ppt/slides/slide3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5907040"/>
      </p:ext>
    </p:extLst>
  </p:cSld>
  <p:clrMapOvr>
    <a:masterClrMapping/>
  </p:clrMapOvr>
</p:sld>
</file>

<file path=ppt/slides/slide3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6422182"/>
      </p:ext>
    </p:extLst>
  </p:cSld>
  <p:clrMapOvr>
    <a:masterClrMapping/>
  </p:clrMapOvr>
</p:sld>
</file>

<file path=ppt/slides/slide3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9231993"/>
      </p:ext>
    </p:extLst>
  </p:cSld>
  <p:clrMapOvr>
    <a:masterClrMapping/>
  </p:clrMapOvr>
</p:sld>
</file>

<file path=ppt/slides/slide3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4454854"/>
      </p:ext>
    </p:extLst>
  </p:cSld>
  <p:clrMapOvr>
    <a:masterClrMapping/>
  </p:clrMapOvr>
</p:sld>
</file>

<file path=ppt/slides/slide3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59551950"/>
      </p:ext>
    </p:extLst>
  </p:cSld>
  <p:clrMapOvr>
    <a:masterClrMapping/>
  </p:clrMapOvr>
</p:sld>
</file>

<file path=ppt/slides/slide3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63505300"/>
      </p:ext>
    </p:extLst>
  </p:cSld>
  <p:clrMapOvr>
    <a:masterClrMapping/>
  </p:clrMapOvr>
</p:sld>
</file>

<file path=ppt/slides/slide3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2315120"/>
      </p:ext>
    </p:extLst>
  </p:cSld>
  <p:clrMapOvr>
    <a:masterClrMapping/>
  </p:clrMapOvr>
</p:sld>
</file>

<file path=ppt/slides/slide3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0354216"/>
      </p:ext>
    </p:extLst>
  </p:cSld>
  <p:clrMapOvr>
    <a:masterClrMapping/>
  </p:clrMapOvr>
</p:sld>
</file>

<file path=ppt/slides/slide3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67477827"/>
      </p:ext>
    </p:extLst>
  </p:cSld>
  <p:clrMapOvr>
    <a:masterClrMapping/>
  </p:clrMapOvr>
</p:sld>
</file>

<file path=ppt/slides/slide3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05722051"/>
      </p:ext>
    </p:extLst>
  </p:cSld>
  <p:clrMapOvr>
    <a:masterClrMapping/>
  </p:clrMapOvr>
</p:sld>
</file>

<file path=ppt/slides/slide3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16937691"/>
      </p:ext>
    </p:extLst>
  </p:cSld>
  <p:clrMapOvr>
    <a:masterClrMapping/>
  </p:clrMapOvr>
</p:sld>
</file>

<file path=ppt/slides/slide3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68402213"/>
      </p:ext>
    </p:extLst>
  </p:cSld>
  <p:clrMapOvr>
    <a:masterClrMapping/>
  </p:clrMapOvr>
</p:sld>
</file>

<file path=ppt/slides/slide3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1904439"/>
      </p:ext>
    </p:extLst>
  </p:cSld>
  <p:clrMapOvr>
    <a:masterClrMapping/>
  </p:clrMapOvr>
</p:sld>
</file>

<file path=ppt/slides/slide3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0776529"/>
      </p:ext>
    </p:extLst>
  </p:cSld>
  <p:clrMapOvr>
    <a:masterClrMapping/>
  </p:clrMapOvr>
</p:sld>
</file>

<file path=ppt/slides/slide3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06538151"/>
      </p:ext>
    </p:extLst>
  </p:cSld>
  <p:clrMapOvr>
    <a:masterClrMapping/>
  </p:clrMapOvr>
</p:sld>
</file>

<file path=ppt/slides/slide3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39717521"/>
      </p:ext>
    </p:extLst>
  </p:cSld>
  <p:clrMapOvr>
    <a:masterClrMapping/>
  </p:clrMapOvr>
</p:sld>
</file>

<file path=ppt/slides/slide3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3788782"/>
      </p:ext>
    </p:extLst>
  </p:cSld>
  <p:clrMapOvr>
    <a:masterClrMapping/>
  </p:clrMapOvr>
</p:sld>
</file>

<file path=ppt/slides/slide3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831997034"/>
      </p:ext>
    </p:extLst>
  </p:cSld>
  <p:clrMapOvr>
    <a:masterClrMapping/>
  </p:clrMapOvr>
</p:sld>
</file>

<file path=ppt/slides/slide3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93534602"/>
      </p:ext>
    </p:extLst>
  </p:cSld>
  <p:clrMapOvr>
    <a:masterClrMapping/>
  </p:clrMapOvr>
</p:sld>
</file>

<file path=ppt/slides/slide3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4922462"/>
      </p:ext>
    </p:extLst>
  </p:cSld>
  <p:clrMapOvr>
    <a:masterClrMapping/>
  </p:clrMapOvr>
</p:sld>
</file>

<file path=ppt/slides/slide3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580914687"/>
      </p:ext>
    </p:extLst>
  </p:cSld>
  <p:clrMapOvr>
    <a:masterClrMapping/>
  </p:clrMapOvr>
</p:sld>
</file>

<file path=ppt/slides/slide3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125655307"/>
      </p:ext>
    </p:extLst>
  </p:cSld>
  <p:clrMapOvr>
    <a:masterClrMapping/>
  </p:clrMapOvr>
</p:sld>
</file>

<file path=ppt/slides/slide3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06239461"/>
      </p:ext>
    </p:extLst>
  </p:cSld>
  <p:clrMapOvr>
    <a:masterClrMapping/>
  </p:clrMapOvr>
</p:sld>
</file>

<file path=ppt/slides/slide3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446134109"/>
      </p:ext>
    </p:extLst>
  </p:cSld>
  <p:clrMapOvr>
    <a:masterClrMapping/>
  </p:clrMapOvr>
</p:sld>
</file>

<file path=ppt/slides/slide3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0FFBA-DDAE-4248-B30B-2821CE5E9396}"/>
              </a:ext>
            </a:extLst>
          </p:cNvPr>
          <p:cNvSpPr>
            <a:spLocks noGrp="1"/>
          </p:cNvSpPr>
          <p:nvPr>
            <p:ph type="title"/>
          </p:nvPr>
        </p:nvSpPr>
        <p:spPr>
          <a:xfrm>
            <a:off x="853946" y="753228"/>
            <a:ext cx="7087552" cy="1080938"/>
          </a:xfrm>
        </p:spPr>
        <p:txBody>
          <a:bodyPr vert="horz" lIns="91440" tIns="45720" rIns="91440" bIns="45720" rtlCol="0" anchor="ctr">
            <a:normAutofit/>
          </a:bodyPr>
          <a:lstStyle/>
          <a:p>
            <a:r>
              <a:rPr lang="en-US" dirty="0"/>
              <a:t>Guide</a:t>
            </a:r>
          </a:p>
        </p:txBody>
      </p:sp>
      <p:graphicFrame>
        <p:nvGraphicFramePr>
          <p:cNvPr id="7" name="Content Placeholder 6" descr="SmartArt process graphic">
            <a:extLst>
              <a:ext uri="{FF2B5EF4-FFF2-40B4-BE49-F238E27FC236}">
                <a16:creationId xmlns:a16="http://schemas.microsoft.com/office/drawing/2014/main" id="{8397B61E-9AEA-4719-AF82-0E75A58FEE7A}"/>
              </a:ext>
            </a:extLst>
          </p:cNvPr>
          <p:cNvGraphicFramePr>
            <a:graphicFrameLocks noGrp="1"/>
          </p:cNvGraphicFramePr>
          <p:nvPr>
            <p:ph sz="half" idx="2"/>
          </p:nvPr>
        </p:nvGraphicFramePr>
        <p:xfrm>
          <a:off x="356948" y="2336800"/>
          <a:ext cx="6423025" cy="35988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Content Placeholder 5" descr="Guitar against the wall">
            <a:extLst>
              <a:ext uri="{FF2B5EF4-FFF2-40B4-BE49-F238E27FC236}">
                <a16:creationId xmlns:a16="http://schemas.microsoft.com/office/drawing/2014/main" id="{EBD00AEF-5ADA-4AFC-906D-599169D34F8E}"/>
              </a:ext>
            </a:extLst>
          </p:cNvPr>
          <p:cNvPicPr>
            <a:picLocks noGrp="1" noChangeAspect="1"/>
          </p:cNvPicPr>
          <p:nvPr>
            <p:ph sz="half" idx="1"/>
          </p:nvPr>
        </p:nvPicPr>
        <p:blipFill>
          <a:blip r:embed="rId8"/>
          <a:stretch>
            <a:fillRect/>
          </a:stretch>
        </p:blipFill>
        <p:spPr>
          <a:xfrm>
            <a:off x="8189188" y="913286"/>
            <a:ext cx="3354284" cy="5031427"/>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147872869"/>
      </p:ext>
    </p:extLst>
  </p:cSld>
  <p:clrMapOvr>
    <a:masterClrMapping/>
  </p:clrMapOvr>
</p:sld>
</file>

<file path=ppt/slides/slide3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03408698"/>
      </p:ext>
    </p:extLst>
  </p:cSld>
  <p:clrMapOvr>
    <a:masterClrMapping/>
  </p:clrMapOvr>
</p:sld>
</file>

<file path=ppt/slides/slide3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70761252"/>
      </p:ext>
    </p:extLst>
  </p:cSld>
  <p:clrMapOvr>
    <a:masterClrMapping/>
  </p:clrMapOvr>
</p:sld>
</file>

<file path=ppt/slides/slide3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1349863"/>
      </p:ext>
    </p:extLst>
  </p:cSld>
  <p:clrMapOvr>
    <a:masterClrMapping/>
  </p:clrMapOvr>
</p:sld>
</file>

<file path=ppt/slides/slide3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1627497"/>
      </p:ext>
    </p:extLst>
  </p:cSld>
  <p:clrMapOvr>
    <a:masterClrMapping/>
  </p:clrMapOvr>
</p:sld>
</file>

<file path=ppt/slides/slide3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4903788"/>
      </p:ext>
    </p:extLst>
  </p:cSld>
  <p:clrMapOvr>
    <a:masterClrMapping/>
  </p:clrMapOvr>
</p:sld>
</file>

<file path=ppt/slides/slide3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71749406"/>
      </p:ext>
    </p:extLst>
  </p:cSld>
  <p:clrMapOvr>
    <a:masterClrMapping/>
  </p:clrMapOvr>
</p:sld>
</file>

<file path=ppt/slides/slide3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43738628"/>
      </p:ext>
    </p:extLst>
  </p:cSld>
  <p:clrMapOvr>
    <a:masterClrMapping/>
  </p:clrMapOvr>
</p:sld>
</file>

<file path=ppt/slides/slide3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65675743"/>
      </p:ext>
    </p:extLst>
  </p:cSld>
  <p:clrMapOvr>
    <a:masterClrMapping/>
  </p:clrMapOvr>
</p:sld>
</file>

<file path=ppt/slides/slide3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0207802"/>
      </p:ext>
    </p:extLst>
  </p:cSld>
  <p:clrMapOvr>
    <a:masterClrMapping/>
  </p:clrMapOvr>
</p:sld>
</file>

<file path=ppt/slides/slide3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9607465"/>
      </p:ext>
    </p:extLst>
  </p:cSld>
  <p:clrMapOvr>
    <a:masterClrMapping/>
  </p:clrMapOvr>
</p:sld>
</file>

<file path=ppt/slides/slide3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46413764"/>
      </p:ext>
    </p:extLst>
  </p:cSld>
  <p:clrMapOvr>
    <a:masterClrMapping/>
  </p:clrMapOvr>
</p:sld>
</file>

<file path=ppt/slides/slide3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76553644"/>
      </p:ext>
    </p:extLst>
  </p:cSld>
  <p:clrMapOvr>
    <a:masterClrMapping/>
  </p:clrMapOvr>
</p:sld>
</file>

<file path=ppt/slides/slide3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75726553"/>
      </p:ext>
    </p:extLst>
  </p:cSld>
  <p:clrMapOvr>
    <a:masterClrMapping/>
  </p:clrMapOvr>
</p:sld>
</file>

<file path=ppt/slides/slide3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6214310"/>
      </p:ext>
    </p:extLst>
  </p:cSld>
  <p:clrMapOvr>
    <a:masterClrMapping/>
  </p:clrMapOvr>
</p:sld>
</file>

<file path=ppt/slides/slide3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36236176"/>
      </p:ext>
    </p:extLst>
  </p:cSld>
  <p:clrMapOvr>
    <a:masterClrMapping/>
  </p:clrMapOvr>
</p:sld>
</file>

<file path=ppt/slides/slide3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55404514"/>
      </p:ext>
    </p:extLst>
  </p:cSld>
  <p:clrMapOvr>
    <a:masterClrMapping/>
  </p:clrMapOvr>
</p:sld>
</file>

<file path=ppt/slides/slide3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4466505"/>
      </p:ext>
    </p:extLst>
  </p:cSld>
  <p:clrMapOvr>
    <a:masterClrMapping/>
  </p:clrMapOvr>
</p:sld>
</file>

<file path=ppt/slides/slide3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5585344"/>
      </p:ext>
    </p:extLst>
  </p:cSld>
  <p:clrMapOvr>
    <a:masterClrMapping/>
  </p:clrMapOvr>
</p:sld>
</file>

<file path=ppt/slides/slide3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7830190"/>
      </p:ext>
    </p:extLst>
  </p:cSld>
  <p:clrMapOvr>
    <a:masterClrMapping/>
  </p:clrMapOvr>
</p:sld>
</file>

<file path=ppt/slides/slide3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87081682"/>
      </p:ext>
    </p:extLst>
  </p:cSld>
  <p:clrMapOvr>
    <a:masterClrMapping/>
  </p:clrMapOvr>
</p:sld>
</file>

<file path=ppt/slides/slide3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6873020"/>
      </p:ext>
    </p:extLst>
  </p:cSld>
  <p:clrMapOvr>
    <a:masterClrMapping/>
  </p:clrMapOvr>
</p:sld>
</file>

<file path=ppt/slides/slide3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33474166"/>
      </p:ext>
    </p:extLst>
  </p:cSld>
  <p:clrMapOvr>
    <a:masterClrMapping/>
  </p:clrMapOvr>
</p:sld>
</file>

<file path=ppt/slides/slide3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2372684"/>
      </p:ext>
    </p:extLst>
  </p:cSld>
  <p:clrMapOvr>
    <a:masterClrMapping/>
  </p:clrMapOvr>
</p:sld>
</file>

<file path=ppt/slides/slide3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1802978"/>
      </p:ext>
    </p:extLst>
  </p:cSld>
  <p:clrMapOvr>
    <a:masterClrMapping/>
  </p:clrMapOvr>
</p:sld>
</file>

<file path=ppt/slides/slide3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93104824"/>
      </p:ext>
    </p:extLst>
  </p:cSld>
  <p:clrMapOvr>
    <a:masterClrMapping/>
  </p:clrMapOvr>
</p:sld>
</file>

<file path=ppt/slides/slide3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1045966"/>
      </p:ext>
    </p:extLst>
  </p:cSld>
  <p:clrMapOvr>
    <a:masterClrMapping/>
  </p:clrMapOvr>
</p:sld>
</file>

<file path=ppt/slides/slide3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77063641"/>
      </p:ext>
    </p:extLst>
  </p:cSld>
  <p:clrMapOvr>
    <a:masterClrMapping/>
  </p:clrMapOvr>
</p:sld>
</file>

<file path=ppt/slides/slide3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6277938"/>
      </p:ext>
    </p:extLst>
  </p:cSld>
  <p:clrMapOvr>
    <a:masterClrMapping/>
  </p:clrMapOvr>
</p:sld>
</file>

<file path=ppt/slides/slide3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39412348"/>
      </p:ext>
    </p:extLst>
  </p:cSld>
  <p:clrMapOvr>
    <a:masterClrMapping/>
  </p:clrMapOvr>
</p:sld>
</file>

<file path=ppt/slides/slide3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91661098"/>
      </p:ext>
    </p:extLst>
  </p:cSld>
  <p:clrMapOvr>
    <a:masterClrMapping/>
  </p:clrMapOvr>
</p:sld>
</file>

<file path=ppt/slides/slide3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5742811"/>
      </p:ext>
    </p:extLst>
  </p:cSld>
  <p:clrMapOvr>
    <a:masterClrMapping/>
  </p:clrMapOvr>
</p:sld>
</file>

<file path=ppt/slides/slide3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02254703"/>
      </p:ext>
    </p:extLst>
  </p:cSld>
  <p:clrMapOvr>
    <a:masterClrMapping/>
  </p:clrMapOvr>
</p:sld>
</file>

<file path=ppt/slides/slide3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70823498"/>
      </p:ext>
    </p:extLst>
  </p:cSld>
  <p:clrMapOvr>
    <a:masterClrMapping/>
  </p:clrMapOvr>
</p:sld>
</file>

<file path=ppt/slides/slide3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4909033"/>
      </p:ext>
    </p:extLst>
  </p:cSld>
  <p:clrMapOvr>
    <a:masterClrMapping/>
  </p:clrMapOvr>
</p:sld>
</file>

<file path=ppt/slides/slide3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8828795"/>
      </p:ext>
    </p:extLst>
  </p:cSld>
  <p:clrMapOvr>
    <a:masterClrMapping/>
  </p:clrMapOvr>
</p:sld>
</file>

<file path=ppt/slides/slide3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47988763"/>
      </p:ext>
    </p:extLst>
  </p:cSld>
  <p:clrMapOvr>
    <a:masterClrMapping/>
  </p:clrMapOvr>
</p:sld>
</file>

<file path=ppt/slides/slide3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02443849"/>
      </p:ext>
    </p:extLst>
  </p:cSld>
  <p:clrMapOvr>
    <a:masterClrMapping/>
  </p:clrMapOvr>
</p:sld>
</file>

<file path=ppt/slides/slide3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9531984"/>
      </p:ext>
    </p:extLst>
  </p:cSld>
  <p:clrMapOvr>
    <a:masterClrMapping/>
  </p:clrMapOvr>
</p:sld>
</file>

<file path=ppt/slides/slide3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3833389"/>
      </p:ext>
    </p:extLst>
  </p:cSld>
  <p:clrMapOvr>
    <a:masterClrMapping/>
  </p:clrMapOvr>
</p:sld>
</file>

<file path=ppt/slides/slide3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87622190"/>
      </p:ext>
    </p:extLst>
  </p:cSld>
  <p:clrMapOvr>
    <a:masterClrMapping/>
  </p:clrMapOvr>
</p:sld>
</file>

<file path=ppt/slides/slide3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9278713"/>
      </p:ext>
    </p:extLst>
  </p:cSld>
  <p:clrMapOvr>
    <a:masterClrMapping/>
  </p:clrMapOvr>
</p:sld>
</file>

<file path=ppt/slides/slide3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45288068"/>
      </p:ext>
    </p:extLst>
  </p:cSld>
  <p:clrMapOvr>
    <a:masterClrMapping/>
  </p:clrMapOvr>
</p:sld>
</file>

<file path=ppt/slides/slide3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0888777"/>
      </p:ext>
    </p:extLst>
  </p:cSld>
  <p:clrMapOvr>
    <a:masterClrMapping/>
  </p:clrMapOvr>
</p:sld>
</file>

<file path=ppt/slides/slide3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9796501"/>
      </p:ext>
    </p:extLst>
  </p:cSld>
  <p:clrMapOvr>
    <a:masterClrMapping/>
  </p:clrMapOvr>
</p:sld>
</file>

<file path=ppt/slides/slide3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91662561"/>
      </p:ext>
    </p:extLst>
  </p:cSld>
  <p:clrMapOvr>
    <a:masterClrMapping/>
  </p:clrMapOvr>
</p:sld>
</file>

<file path=ppt/slides/slide3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12507857"/>
      </p:ext>
    </p:extLst>
  </p:cSld>
  <p:clrMapOvr>
    <a:masterClrMapping/>
  </p:clrMapOvr>
</p:sld>
</file>

<file path=ppt/slides/slide3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77886752"/>
      </p:ext>
    </p:extLst>
  </p:cSld>
  <p:clrMapOvr>
    <a:masterClrMapping/>
  </p:clrMapOvr>
</p:sld>
</file>

<file path=ppt/slides/slide3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3592478"/>
      </p:ext>
    </p:extLst>
  </p:cSld>
  <p:clrMapOvr>
    <a:masterClrMapping/>
  </p:clrMapOvr>
</p:sld>
</file>

<file path=ppt/slides/slide3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7219220"/>
      </p:ext>
    </p:extLst>
  </p:cSld>
  <p:clrMapOvr>
    <a:masterClrMapping/>
  </p:clrMapOvr>
</p:sld>
</file>

<file path=ppt/slides/slide3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8069427"/>
      </p:ext>
    </p:extLst>
  </p:cSld>
  <p:clrMapOvr>
    <a:masterClrMapping/>
  </p:clrMapOvr>
</p:sld>
</file>

<file path=ppt/slides/slide3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50765436"/>
      </p:ext>
    </p:extLst>
  </p:cSld>
  <p:clrMapOvr>
    <a:masterClrMapping/>
  </p:clrMapOvr>
</p:sld>
</file>

<file path=ppt/slides/slide3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7123775"/>
      </p:ext>
    </p:extLst>
  </p:cSld>
  <p:clrMapOvr>
    <a:masterClrMapping/>
  </p:clrMapOvr>
</p:sld>
</file>

<file path=ppt/slides/slide3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04522143"/>
      </p:ext>
    </p:extLst>
  </p:cSld>
  <p:clrMapOvr>
    <a:masterClrMapping/>
  </p:clrMapOvr>
</p:sld>
</file>

<file path=ppt/slides/slide3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6237895"/>
      </p:ext>
    </p:extLst>
  </p:cSld>
  <p:clrMapOvr>
    <a:masterClrMapping/>
  </p:clrMapOvr>
</p:sld>
</file>

<file path=ppt/slides/slide3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1354930"/>
      </p:ext>
    </p:extLst>
  </p:cSld>
  <p:clrMapOvr>
    <a:masterClrMapping/>
  </p:clrMapOvr>
</p:sld>
</file>

<file path=ppt/slides/slide3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97334743"/>
      </p:ext>
    </p:extLst>
  </p:cSld>
  <p:clrMapOvr>
    <a:masterClrMapping/>
  </p:clrMapOvr>
</p:sld>
</file>

<file path=ppt/slides/slide4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25158848"/>
      </p:ext>
    </p:extLst>
  </p:cSld>
  <p:clrMapOvr>
    <a:masterClrMapping/>
  </p:clrMapOvr>
</p:sld>
</file>

<file path=ppt/slides/slide4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12884598"/>
      </p:ext>
    </p:extLst>
  </p:cSld>
  <p:clrMapOvr>
    <a:masterClrMapping/>
  </p:clrMapOvr>
</p:sld>
</file>

<file path=ppt/slides/slide4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18158291"/>
      </p:ext>
    </p:extLst>
  </p:cSld>
  <p:clrMapOvr>
    <a:masterClrMapping/>
  </p:clrMapOvr>
</p:sld>
</file>

<file path=ppt/slides/slide4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48169605"/>
      </p:ext>
    </p:extLst>
  </p:cSld>
  <p:clrMapOvr>
    <a:masterClrMapping/>
  </p:clrMapOvr>
</p:sld>
</file>

<file path=ppt/slides/slide4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0590559"/>
      </p:ext>
    </p:extLst>
  </p:cSld>
  <p:clrMapOvr>
    <a:masterClrMapping/>
  </p:clrMapOvr>
</p:sld>
</file>

<file path=ppt/slides/slide4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7726813"/>
      </p:ext>
    </p:extLst>
  </p:cSld>
  <p:clrMapOvr>
    <a:masterClrMapping/>
  </p:clrMapOvr>
</p:sld>
</file>

<file path=ppt/slides/slide4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0287166"/>
      </p:ext>
    </p:extLst>
  </p:cSld>
  <p:clrMapOvr>
    <a:masterClrMapping/>
  </p:clrMapOvr>
</p:sld>
</file>

<file path=ppt/slides/slide4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7565598"/>
      </p:ext>
    </p:extLst>
  </p:cSld>
  <p:clrMapOvr>
    <a:masterClrMapping/>
  </p:clrMapOvr>
</p:sld>
</file>

<file path=ppt/slides/slide4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86859174"/>
      </p:ext>
    </p:extLst>
  </p:cSld>
  <p:clrMapOvr>
    <a:masterClrMapping/>
  </p:clrMapOvr>
</p:sld>
</file>

<file path=ppt/slides/slide4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413564"/>
      </p:ext>
    </p:extLst>
  </p:cSld>
  <p:clrMapOvr>
    <a:masterClrMapping/>
  </p:clrMapOvr>
</p:sld>
</file>

<file path=ppt/slides/slide4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34304448"/>
      </p:ext>
    </p:extLst>
  </p:cSld>
  <p:clrMapOvr>
    <a:masterClrMapping/>
  </p:clrMapOvr>
</p:sld>
</file>

<file path=ppt/slides/slide4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3456446"/>
      </p:ext>
    </p:extLst>
  </p:cSld>
  <p:clrMapOvr>
    <a:masterClrMapping/>
  </p:clrMapOvr>
</p:sld>
</file>

<file path=ppt/slides/slide4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7510008"/>
      </p:ext>
    </p:extLst>
  </p:cSld>
  <p:clrMapOvr>
    <a:masterClrMapping/>
  </p:clrMapOvr>
</p:sld>
</file>

<file path=ppt/slides/slide4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4961557"/>
      </p:ext>
    </p:extLst>
  </p:cSld>
  <p:clrMapOvr>
    <a:masterClrMapping/>
  </p:clrMapOvr>
</p:sld>
</file>

<file path=ppt/slides/slide4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4109169"/>
      </p:ext>
    </p:extLst>
  </p:cSld>
  <p:clrMapOvr>
    <a:masterClrMapping/>
  </p:clrMapOvr>
</p:sld>
</file>

<file path=ppt/slides/slide4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3565435"/>
      </p:ext>
    </p:extLst>
  </p:cSld>
  <p:clrMapOvr>
    <a:masterClrMapping/>
  </p:clrMapOvr>
</p:sld>
</file>

<file path=ppt/slides/slide4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5549495"/>
      </p:ext>
    </p:extLst>
  </p:cSld>
  <p:clrMapOvr>
    <a:masterClrMapping/>
  </p:clrMapOvr>
</p:sld>
</file>

<file path=ppt/slides/slide4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5995020"/>
      </p:ext>
    </p:extLst>
  </p:cSld>
  <p:clrMapOvr>
    <a:masterClrMapping/>
  </p:clrMapOvr>
</p:sld>
</file>

<file path=ppt/slides/slide4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2419394"/>
      </p:ext>
    </p:extLst>
  </p:cSld>
  <p:clrMapOvr>
    <a:masterClrMapping/>
  </p:clrMapOvr>
</p:sld>
</file>

<file path=ppt/slides/slide4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36351941"/>
      </p:ext>
    </p:extLst>
  </p:cSld>
  <p:clrMapOvr>
    <a:masterClrMapping/>
  </p:clrMapOvr>
</p:sld>
</file>

<file path=ppt/slides/slide4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0238214"/>
      </p:ext>
    </p:extLst>
  </p:cSld>
  <p:clrMapOvr>
    <a:masterClrMapping/>
  </p:clrMapOvr>
</p:sld>
</file>

<file path=ppt/slides/slide4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0256471"/>
      </p:ext>
    </p:extLst>
  </p:cSld>
  <p:clrMapOvr>
    <a:masterClrMapping/>
  </p:clrMapOvr>
</p:sld>
</file>

<file path=ppt/slides/slide4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36705728"/>
      </p:ext>
    </p:extLst>
  </p:cSld>
  <p:clrMapOvr>
    <a:masterClrMapping/>
  </p:clrMapOvr>
</p:sld>
</file>

<file path=ppt/slides/slide4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01936809"/>
      </p:ext>
    </p:extLst>
  </p:cSld>
  <p:clrMapOvr>
    <a:masterClrMapping/>
  </p:clrMapOvr>
</p:sld>
</file>

<file path=ppt/slides/slide4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50750709"/>
      </p:ext>
    </p:extLst>
  </p:cSld>
  <p:clrMapOvr>
    <a:masterClrMapping/>
  </p:clrMapOvr>
</p:sld>
</file>

<file path=ppt/slides/slide4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66347438"/>
      </p:ext>
    </p:extLst>
  </p:cSld>
  <p:clrMapOvr>
    <a:masterClrMapping/>
  </p:clrMapOvr>
</p:sld>
</file>

<file path=ppt/slides/slide4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8618463"/>
      </p:ext>
    </p:extLst>
  </p:cSld>
  <p:clrMapOvr>
    <a:masterClrMapping/>
  </p:clrMapOvr>
</p:sld>
</file>

<file path=ppt/slides/slide4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6222001"/>
      </p:ext>
    </p:extLst>
  </p:cSld>
  <p:clrMapOvr>
    <a:masterClrMapping/>
  </p:clrMapOvr>
</p:sld>
</file>

<file path=ppt/slides/slide4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74916228"/>
      </p:ext>
    </p:extLst>
  </p:cSld>
  <p:clrMapOvr>
    <a:masterClrMapping/>
  </p:clrMapOvr>
</p:sld>
</file>

<file path=ppt/slides/slide4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11436763"/>
      </p:ext>
    </p:extLst>
  </p:cSld>
  <p:clrMapOvr>
    <a:masterClrMapping/>
  </p:clrMapOvr>
</p:sld>
</file>

<file path=ppt/slides/slide4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92353996"/>
      </p:ext>
    </p:extLst>
  </p:cSld>
  <p:clrMapOvr>
    <a:masterClrMapping/>
  </p:clrMapOvr>
</p:sld>
</file>

<file path=ppt/slides/slide4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1047928"/>
      </p:ext>
    </p:extLst>
  </p:cSld>
  <p:clrMapOvr>
    <a:masterClrMapping/>
  </p:clrMapOvr>
</p:sld>
</file>

<file path=ppt/slides/slide4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03761939"/>
      </p:ext>
    </p:extLst>
  </p:cSld>
  <p:clrMapOvr>
    <a:masterClrMapping/>
  </p:clrMapOvr>
</p:sld>
</file>

<file path=ppt/slides/slide4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36794789"/>
      </p:ext>
    </p:extLst>
  </p:cSld>
  <p:clrMapOvr>
    <a:masterClrMapping/>
  </p:clrMapOvr>
</p:sld>
</file>

<file path=ppt/slides/slide4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67889235"/>
      </p:ext>
    </p:extLst>
  </p:cSld>
  <p:clrMapOvr>
    <a:masterClrMapping/>
  </p:clrMapOvr>
</p:sld>
</file>

<file path=ppt/slides/slide4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0845466"/>
      </p:ext>
    </p:extLst>
  </p:cSld>
  <p:clrMapOvr>
    <a:masterClrMapping/>
  </p:clrMapOvr>
</p:sld>
</file>

<file path=ppt/slides/slide4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61142794"/>
      </p:ext>
    </p:extLst>
  </p:cSld>
  <p:clrMapOvr>
    <a:masterClrMapping/>
  </p:clrMapOvr>
</p:sld>
</file>

<file path=ppt/slides/slide4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4614128"/>
      </p:ext>
    </p:extLst>
  </p:cSld>
  <p:clrMapOvr>
    <a:masterClrMapping/>
  </p:clrMapOvr>
</p:sld>
</file>

<file path=ppt/slides/slide4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5626820"/>
      </p:ext>
    </p:extLst>
  </p:cSld>
  <p:clrMapOvr>
    <a:masterClrMapping/>
  </p:clrMapOvr>
</p:sld>
</file>

<file path=ppt/slides/slide4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923340"/>
      </p:ext>
    </p:extLst>
  </p:cSld>
  <p:clrMapOvr>
    <a:masterClrMapping/>
  </p:clrMapOvr>
</p:sld>
</file>

<file path=ppt/slides/slide4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49075245"/>
      </p:ext>
    </p:extLst>
  </p:cSld>
  <p:clrMapOvr>
    <a:masterClrMapping/>
  </p:clrMapOvr>
</p:sld>
</file>

<file path=ppt/slides/slide4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09417340"/>
      </p:ext>
    </p:extLst>
  </p:cSld>
  <p:clrMapOvr>
    <a:masterClrMapping/>
  </p:clrMapOvr>
</p:sld>
</file>

<file path=ppt/slides/slide4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89634642"/>
      </p:ext>
    </p:extLst>
  </p:cSld>
  <p:clrMapOvr>
    <a:masterClrMapping/>
  </p:clrMapOvr>
</p:sld>
</file>

<file path=ppt/slides/slide4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7994308"/>
      </p:ext>
    </p:extLst>
  </p:cSld>
  <p:clrMapOvr>
    <a:masterClrMapping/>
  </p:clrMapOvr>
</p:sld>
</file>

<file path=ppt/slides/slide4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85938844"/>
      </p:ext>
    </p:extLst>
  </p:cSld>
  <p:clrMapOvr>
    <a:masterClrMapping/>
  </p:clrMapOvr>
</p:sld>
</file>

<file path=ppt/slides/slide4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3803695"/>
      </p:ext>
    </p:extLst>
  </p:cSld>
  <p:clrMapOvr>
    <a:masterClrMapping/>
  </p:clrMapOvr>
</p:sld>
</file>

<file path=ppt/slides/slide4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37019407"/>
      </p:ext>
    </p:extLst>
  </p:cSld>
  <p:clrMapOvr>
    <a:masterClrMapping/>
  </p:clrMapOvr>
</p:sld>
</file>

<file path=ppt/slides/slide4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247168582"/>
      </p:ext>
    </p:extLst>
  </p:cSld>
  <p:clrMapOvr>
    <a:masterClrMapping/>
  </p:clrMapOvr>
</p:sld>
</file>

<file path=ppt/slides/slide4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1131467"/>
      </p:ext>
    </p:extLst>
  </p:cSld>
  <p:clrMapOvr>
    <a:masterClrMapping/>
  </p:clrMapOvr>
</p:sld>
</file>

<file path=ppt/slides/slide4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034623036"/>
      </p:ext>
    </p:extLst>
  </p:cSld>
  <p:clrMapOvr>
    <a:masterClrMapping/>
  </p:clrMapOvr>
</p:sld>
</file>

<file path=ppt/slides/slide4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366491557"/>
      </p:ext>
    </p:extLst>
  </p:cSld>
  <p:clrMapOvr>
    <a:masterClrMapping/>
  </p:clrMapOvr>
</p:sld>
</file>

<file path=ppt/slides/slide4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334743744"/>
      </p:ext>
    </p:extLst>
  </p:cSld>
  <p:clrMapOvr>
    <a:masterClrMapping/>
  </p:clrMapOvr>
</p:sld>
</file>

<file path=ppt/slides/slide4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281359124"/>
      </p:ext>
    </p:extLst>
  </p:cSld>
  <p:clrMapOvr>
    <a:masterClrMapping/>
  </p:clrMapOvr>
</p:sld>
</file>

<file path=ppt/slides/slide4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4517139"/>
      </p:ext>
    </p:extLst>
  </p:cSld>
  <p:clrMapOvr>
    <a:masterClrMapping/>
  </p:clrMapOvr>
</p:sld>
</file>

<file path=ppt/slides/slide4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0749533"/>
      </p:ext>
    </p:extLst>
  </p:cSld>
  <p:clrMapOvr>
    <a:masterClrMapping/>
  </p:clrMapOvr>
</p:sld>
</file>

<file path=ppt/slides/slide4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823010"/>
      </p:ext>
    </p:extLst>
  </p:cSld>
  <p:clrMapOvr>
    <a:masterClrMapping/>
  </p:clrMapOvr>
</p:sld>
</file>

<file path=ppt/slides/slide4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853443200"/>
      </p:ext>
    </p:extLst>
  </p:cSld>
  <p:clrMapOvr>
    <a:masterClrMapping/>
  </p:clrMapOvr>
</p:sld>
</file>

<file path=ppt/slides/slide4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902684931"/>
      </p:ext>
    </p:extLst>
  </p:cSld>
  <p:clrMapOvr>
    <a:masterClrMapping/>
  </p:clrMapOvr>
</p:sld>
</file>

<file path=ppt/slides/slide4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960758144"/>
      </p:ext>
    </p:extLst>
  </p:cSld>
  <p:clrMapOvr>
    <a:masterClrMapping/>
  </p:clrMapOvr>
</p:sld>
</file>

<file path=ppt/slides/slide4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303743981"/>
      </p:ext>
    </p:extLst>
  </p:cSld>
  <p:clrMapOvr>
    <a:masterClrMapping/>
  </p:clrMapOvr>
</p:sld>
</file>

<file path=ppt/slides/slide4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2407734"/>
      </p:ext>
    </p:extLst>
  </p:cSld>
  <p:clrMapOvr>
    <a:masterClrMapping/>
  </p:clrMapOvr>
</p:sld>
</file>

<file path=ppt/slides/slide4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62962841"/>
      </p:ext>
    </p:extLst>
  </p:cSld>
  <p:clrMapOvr>
    <a:masterClrMapping/>
  </p:clrMapOvr>
</p:sld>
</file>

<file path=ppt/slides/slide4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err="1"/>
              <a:t>Ccn</a:t>
            </a:r>
            <a:r>
              <a:rPr lang="en-US" sz="4800" dirty="0"/>
              <a:t>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2938992"/>
      </p:ext>
    </p:extLst>
  </p:cSld>
  <p:clrMapOvr>
    <a:masterClrMapping/>
  </p:clrMapOvr>
</p:sld>
</file>

<file path=ppt/slides/slide4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28338257"/>
      </p:ext>
    </p:extLst>
  </p:cSld>
  <p:clrMapOvr>
    <a:masterClrMapping/>
  </p:clrMapOvr>
</p:sld>
</file>

<file path=ppt/slides/slide4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103085681"/>
      </p:ext>
    </p:extLst>
  </p:cSld>
  <p:clrMapOvr>
    <a:masterClrMapping/>
  </p:clrMapOvr>
</p:sld>
</file>

<file path=ppt/slides/slide4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132879130"/>
      </p:ext>
    </p:extLst>
  </p:cSld>
  <p:clrMapOvr>
    <a:masterClrMapping/>
  </p:clrMapOvr>
</p:sld>
</file>

<file path=ppt/slides/slide4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544425097"/>
      </p:ext>
    </p:extLst>
  </p:cSld>
  <p:clrMapOvr>
    <a:masterClrMapping/>
  </p:clrMapOvr>
</p:sld>
</file>

<file path=ppt/slides/slide4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13553007"/>
      </p:ext>
    </p:extLst>
  </p:cSld>
  <p:clrMapOvr>
    <a:masterClrMapping/>
  </p:clrMapOvr>
</p:sld>
</file>

<file path=ppt/slides/slide4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362168601"/>
      </p:ext>
    </p:extLst>
  </p:cSld>
  <p:clrMapOvr>
    <a:masterClrMapping/>
  </p:clrMapOvr>
</p:sld>
</file>

<file path=ppt/slides/slide4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233169466"/>
      </p:ext>
    </p:extLst>
  </p:cSld>
  <p:clrMapOvr>
    <a:masterClrMapping/>
  </p:clrMapOvr>
</p:sld>
</file>

<file path=ppt/slides/slide4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29633473"/>
      </p:ext>
    </p:extLst>
  </p:cSld>
  <p:clrMapOvr>
    <a:masterClrMapping/>
  </p:clrMapOvr>
</p:sld>
</file>

<file path=ppt/slides/slide4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257496950"/>
      </p:ext>
    </p:extLst>
  </p:cSld>
  <p:clrMapOvr>
    <a:masterClrMapping/>
  </p:clrMapOvr>
</p:sld>
</file>

<file path=ppt/slides/slide4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331003867"/>
      </p:ext>
    </p:extLst>
  </p:cSld>
  <p:clrMapOvr>
    <a:masterClrMapping/>
  </p:clrMapOvr>
</p:sld>
</file>

<file path=ppt/slides/slide4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526675181"/>
      </p:ext>
    </p:extLst>
  </p:cSld>
  <p:clrMapOvr>
    <a:masterClrMapping/>
  </p:clrMapOvr>
</p:sld>
</file>

<file path=ppt/slides/slide4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3259654376"/>
      </p:ext>
    </p:extLst>
  </p:cSld>
  <p:clrMapOvr>
    <a:masterClrMapping/>
  </p:clrMapOvr>
</p:sld>
</file>

<file path=ppt/slides/slide4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142231959"/>
      </p:ext>
    </p:extLst>
  </p:cSld>
  <p:clrMapOvr>
    <a:masterClrMapping/>
  </p:clrMapOvr>
</p:sld>
</file>

<file path=ppt/slides/slide4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52630823"/>
      </p:ext>
    </p:extLst>
  </p:cSld>
  <p:clrMapOvr>
    <a:masterClrMapping/>
  </p:clrMapOvr>
</p:sld>
</file>

<file path=ppt/slides/slide4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373471067"/>
      </p:ext>
    </p:extLst>
  </p:cSld>
  <p:clrMapOvr>
    <a:masterClrMapping/>
  </p:clrMapOvr>
</p:sld>
</file>

<file path=ppt/slides/slide4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782952648"/>
      </p:ext>
    </p:extLst>
  </p:cSld>
  <p:clrMapOvr>
    <a:masterClrMapping/>
  </p:clrMapOvr>
</p:sld>
</file>

<file path=ppt/slides/slide4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4108273078"/>
      </p:ext>
    </p:extLst>
  </p:cSld>
  <p:clrMapOvr>
    <a:masterClrMapping/>
  </p:clrMapOvr>
</p:sld>
</file>

<file path=ppt/slides/slide4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3544783478"/>
      </p:ext>
    </p:extLst>
  </p:cSld>
  <p:clrMapOvr>
    <a:masterClrMapping/>
  </p:clrMapOvr>
</p:sld>
</file>

<file path=ppt/slides/slide4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95672573"/>
      </p:ext>
    </p:extLst>
  </p:cSld>
  <p:clrMapOvr>
    <a:masterClrMapping/>
  </p:clrMapOvr>
</p:sld>
</file>

<file path=ppt/slides/slide4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479893114"/>
      </p:ext>
    </p:extLst>
  </p:cSld>
  <p:clrMapOvr>
    <a:masterClrMapping/>
  </p:clrMapOvr>
</p:sld>
</file>

<file path=ppt/slides/slide4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527990150"/>
      </p:ext>
    </p:extLst>
  </p:cSld>
  <p:clrMapOvr>
    <a:masterClrMapping/>
  </p:clrMapOvr>
</p:sld>
</file>

<file path=ppt/slides/slide4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85565951"/>
      </p:ext>
    </p:extLst>
  </p:cSld>
  <p:clrMapOvr>
    <a:masterClrMapping/>
  </p:clrMapOvr>
</p:sld>
</file>

<file path=ppt/slides/slide4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476498415"/>
      </p:ext>
    </p:extLst>
  </p:cSld>
  <p:clrMapOvr>
    <a:masterClrMapping/>
  </p:clrMapOvr>
</p:sld>
</file>

<file path=ppt/slides/slide4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4091776673"/>
      </p:ext>
    </p:extLst>
  </p:cSld>
  <p:clrMapOvr>
    <a:masterClrMapping/>
  </p:clrMapOvr>
</p:sld>
</file>

<file path=ppt/slides/slide4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298516428"/>
      </p:ext>
    </p:extLst>
  </p:cSld>
  <p:clrMapOvr>
    <a:masterClrMapping/>
  </p:clrMapOvr>
</p:sld>
</file>

<file path=ppt/slides/slide4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989527791"/>
      </p:ext>
    </p:extLst>
  </p:cSld>
  <p:clrMapOvr>
    <a:masterClrMapping/>
  </p:clrMapOvr>
</p:sld>
</file>

<file path=ppt/slides/slide4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178813366"/>
      </p:ext>
    </p:extLst>
  </p:cSld>
  <p:clrMapOvr>
    <a:masterClrMapping/>
  </p:clrMapOvr>
</p:sld>
</file>

<file path=ppt/slides/slide4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51192582"/>
      </p:ext>
    </p:extLst>
  </p:cSld>
  <p:clrMapOvr>
    <a:masterClrMapping/>
  </p:clrMapOvr>
</p:sld>
</file>

<file path=ppt/slides/slide4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528098444"/>
      </p:ext>
    </p:extLst>
  </p:cSld>
  <p:clrMapOvr>
    <a:masterClrMapping/>
  </p:clrMapOvr>
</p:sld>
</file>

<file path=ppt/slides/slide4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935431312"/>
      </p:ext>
    </p:extLst>
  </p:cSld>
  <p:clrMapOvr>
    <a:masterClrMapping/>
  </p:clrMapOvr>
</p:sld>
</file>

<file path=ppt/slides/slide4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056517500"/>
      </p:ext>
    </p:extLst>
  </p:cSld>
  <p:clrMapOvr>
    <a:masterClrMapping/>
  </p:clrMapOvr>
</p:sld>
</file>

<file path=ppt/slides/slide4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677317725"/>
      </p:ext>
    </p:extLst>
  </p:cSld>
  <p:clrMapOvr>
    <a:masterClrMapping/>
  </p:clrMapOvr>
</p:sld>
</file>

<file path=ppt/slides/slide4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172099154"/>
      </p:ext>
    </p:extLst>
  </p:cSld>
  <p:clrMapOvr>
    <a:masterClrMapping/>
  </p:clrMapOvr>
</p:sld>
</file>

<file path=ppt/slides/slide4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355931055"/>
      </p:ext>
    </p:extLst>
  </p:cSld>
  <p:clrMapOvr>
    <a:masterClrMapping/>
  </p:clrMapOvr>
</p:sld>
</file>

<file path=ppt/slides/slide4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605771916"/>
      </p:ext>
    </p:extLst>
  </p:cSld>
  <p:clrMapOvr>
    <a:masterClrMapping/>
  </p:clrMapOvr>
</p:sld>
</file>

<file path=ppt/slides/slide4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2733207418"/>
      </p:ext>
    </p:extLst>
  </p:cSld>
  <p:clrMapOvr>
    <a:masterClrMapping/>
  </p:clrMapOvr>
</p:sld>
</file>

<file path=ppt/slides/slide4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559540860"/>
      </p:ext>
    </p:extLst>
  </p:cSld>
  <p:clrMapOvr>
    <a:masterClrMapping/>
  </p:clrMapOvr>
</p:sld>
</file>

<file path=ppt/slides/slide4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691175799"/>
      </p:ext>
    </p:extLst>
  </p:cSld>
  <p:clrMapOvr>
    <a:masterClrMapping/>
  </p:clrMapOvr>
</p:sld>
</file>

<file path=ppt/slides/slide4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155514109"/>
      </p:ext>
    </p:extLst>
  </p:cSld>
  <p:clrMapOvr>
    <a:masterClrMapping/>
  </p:clrMapOvr>
</p:sld>
</file>

<file path=ppt/slides/slide4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090288913"/>
      </p:ext>
    </p:extLst>
  </p:cSld>
  <p:clrMapOvr>
    <a:masterClrMapping/>
  </p:clrMapOvr>
</p:sld>
</file>

<file path=ppt/slides/slide4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621290240"/>
      </p:ext>
    </p:extLst>
  </p:cSld>
  <p:clrMapOvr>
    <a:masterClrMapping/>
  </p:clrMapOvr>
</p:sld>
</file>

<file path=ppt/slides/slide4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2271062281"/>
      </p:ext>
    </p:extLst>
  </p:cSld>
  <p:clrMapOvr>
    <a:masterClrMapping/>
  </p:clrMapOvr>
</p:sld>
</file>

<file path=ppt/slides/slide4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059002505"/>
      </p:ext>
    </p:extLst>
  </p:cSld>
  <p:clrMapOvr>
    <a:masterClrMapping/>
  </p:clrMapOvr>
</p:sld>
</file>

<file path=ppt/slides/slide4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553653367"/>
      </p:ext>
    </p:extLst>
  </p:cSld>
  <p:clrMapOvr>
    <a:masterClrMapping/>
  </p:clrMapOvr>
</p:sld>
</file>

<file path=ppt/slides/slide4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487254039"/>
      </p:ext>
    </p:extLst>
  </p:cSld>
  <p:clrMapOvr>
    <a:masterClrMapping/>
  </p:clrMapOvr>
</p:sld>
</file>

<file path=ppt/slides/slide4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830390889"/>
      </p:ext>
    </p:extLst>
  </p:cSld>
  <p:clrMapOvr>
    <a:masterClrMapping/>
  </p:clrMapOvr>
</p:sld>
</file>

<file path=ppt/slides/slide4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884512740"/>
      </p:ext>
    </p:extLst>
  </p:cSld>
  <p:clrMapOvr>
    <a:masterClrMapping/>
  </p:clrMapOvr>
</p:sld>
</file>

<file path=ppt/slides/slide4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2369908974"/>
      </p:ext>
    </p:extLst>
  </p:cSld>
  <p:clrMapOvr>
    <a:masterClrMapping/>
  </p:clrMapOvr>
</p:sld>
</file>

<file path=ppt/slides/slide4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496802514"/>
      </p:ext>
    </p:extLst>
  </p:cSld>
  <p:clrMapOvr>
    <a:masterClrMapping/>
  </p:clrMapOvr>
</p:sld>
</file>

<file path=ppt/slides/slide4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277469567"/>
      </p:ext>
    </p:extLst>
  </p:cSld>
  <p:clrMapOvr>
    <a:masterClrMapping/>
  </p:clrMapOvr>
</p:sld>
</file>

<file path=ppt/slides/slide4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830467314"/>
      </p:ext>
    </p:extLst>
  </p:cSld>
  <p:clrMapOvr>
    <a:masterClrMapping/>
  </p:clrMapOvr>
</p:sld>
</file>

<file path=ppt/slides/slide4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947962716"/>
      </p:ext>
    </p:extLst>
  </p:cSld>
  <p:clrMapOvr>
    <a:masterClrMapping/>
  </p:clrMapOvr>
</p:sld>
</file>

<file path=ppt/slides/slide4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145084490"/>
      </p:ext>
    </p:extLst>
  </p:cSld>
  <p:clrMapOvr>
    <a:masterClrMapping/>
  </p:clrMapOvr>
</p:sld>
</file>

<file path=ppt/slides/slide4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
        <p:nvSpPr>
          <p:cNvPr id="4" name="TextBox 3">
            <a:extLst>
              <a:ext uri="{FF2B5EF4-FFF2-40B4-BE49-F238E27FC236}">
                <a16:creationId xmlns:a16="http://schemas.microsoft.com/office/drawing/2014/main" id="{F2252894-76DB-455C-A03C-F4AAFCDC1C8C}"/>
              </a:ext>
            </a:extLst>
          </p:cNvPr>
          <p:cNvSpPr txBox="1"/>
          <p:nvPr/>
        </p:nvSpPr>
        <p:spPr>
          <a:xfrm>
            <a:off x="4724400" y="3200400"/>
            <a:ext cx="2743200"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t>-</a:t>
            </a:r>
            <a:r>
              <a:rPr lang="en-US" dirty="0" err="1"/>
              <a:t>Localscript</a:t>
            </a:r>
            <a:r>
              <a:rPr lang="en-US" dirty="0"/>
              <a:t> run pass, app : pass</a:t>
            </a:r>
          </a:p>
        </p:txBody>
      </p:sp>
    </p:spTree>
    <p:extLst>
      <p:ext uri="{BB962C8B-B14F-4D97-AF65-F5344CB8AC3E}">
        <p14:creationId xmlns:p14="http://schemas.microsoft.com/office/powerpoint/2010/main" val="3363185363"/>
      </p:ext>
    </p:extLst>
  </p:cSld>
  <p:clrMapOvr>
    <a:masterClrMapping/>
  </p:clrMapOvr>
</p:sld>
</file>

<file path=ppt/slides/slide4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2225893376"/>
      </p:ext>
    </p:extLst>
  </p:cSld>
  <p:clrMapOvr>
    <a:masterClrMapping/>
  </p:clrMapOvr>
</p:sld>
</file>

<file path=ppt/slides/slide4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3083390943"/>
      </p:ext>
    </p:extLst>
  </p:cSld>
  <p:clrMapOvr>
    <a:masterClrMapping/>
  </p:clrMapOvr>
</p:sld>
</file>

<file path=ppt/slides/slide4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5166625"/>
      </p:ext>
    </p:extLst>
  </p:cSld>
  <p:clrMapOvr>
    <a:masterClrMapping/>
  </p:clrMapOvr>
</p:sld>
</file>

<file path=ppt/slides/slide4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1B0847-8314-49E9-A34A-F9CFC543C552}"/>
              </a:ext>
            </a:extLst>
          </p:cNvPr>
          <p:cNvSpPr>
            <a:spLocks noGrp="1"/>
          </p:cNvSpPr>
          <p:nvPr>
            <p:ph type="ctrTitle"/>
          </p:nvPr>
        </p:nvSpPr>
        <p:spPr>
          <a:xfrm>
            <a:off x="680322" y="4494107"/>
            <a:ext cx="8133478" cy="940240"/>
          </a:xfrm>
        </p:spPr>
        <p:txBody>
          <a:bodyPr>
            <a:normAutofit/>
          </a:bodyPr>
          <a:lstStyle/>
          <a:p>
            <a:r>
              <a:rPr lang="en-US" sz="4800" dirty="0"/>
              <a:t>Thank You!</a:t>
            </a:r>
            <a:endParaRPr lang="ru-RU" sz="4800" dirty="0"/>
          </a:p>
        </p:txBody>
      </p:sp>
      <p:sp>
        <p:nvSpPr>
          <p:cNvPr id="3" name="Subtitle 2">
            <a:extLst>
              <a:ext uri="{FF2B5EF4-FFF2-40B4-BE49-F238E27FC236}">
                <a16:creationId xmlns:a16="http://schemas.microsoft.com/office/drawing/2014/main" id="{F171BF5C-E064-4BCB-B2C7-ED2B0530DF25}"/>
              </a:ext>
            </a:extLst>
          </p:cNvPr>
          <p:cNvSpPr>
            <a:spLocks noGrp="1"/>
          </p:cNvSpPr>
          <p:nvPr>
            <p:ph type="subTitle" idx="1"/>
          </p:nvPr>
        </p:nvSpPr>
        <p:spPr>
          <a:xfrm>
            <a:off x="680322" y="5433742"/>
            <a:ext cx="8133478" cy="406566"/>
          </a:xfrm>
        </p:spPr>
        <p:txBody>
          <a:bodyPr>
            <a:normAutofit/>
          </a:bodyPr>
          <a:lstStyle/>
          <a:p>
            <a:r>
              <a:rPr lang="en-US" sz="1800" dirty="0">
                <a:solidFill>
                  <a:schemeClr val="accent1"/>
                </a:solidFill>
              </a:rPr>
              <a:t>someone@example.com</a:t>
            </a:r>
            <a:endParaRPr lang="ru-RU" sz="1800" dirty="0">
              <a:solidFill>
                <a:schemeClr val="accent1"/>
              </a:solidFill>
            </a:endParaRPr>
          </a:p>
        </p:txBody>
      </p:sp>
      <p:pic>
        <p:nvPicPr>
          <p:cNvPr id="5" name="Picture 4" descr="open window with vine of flowers just outside">
            <a:extLst>
              <a:ext uri="{FF2B5EF4-FFF2-40B4-BE49-F238E27FC236}">
                <a16:creationId xmlns:a16="http://schemas.microsoft.com/office/drawing/2014/main" id="{08C3D6AC-AE28-4838-90FB-862C51653151}"/>
              </a:ext>
            </a:extLst>
          </p:cNvPr>
          <p:cNvPicPr>
            <a:picLocks noChangeAspect="1"/>
          </p:cNvPicPr>
          <p:nvPr/>
        </p:nvPicPr>
        <p:blipFill rotWithShape="1">
          <a:blip r:embed="rId3">
            <a:extLst>
              <a:ext uri="{28A0092B-C50C-407E-A947-70E740481C1C}">
                <a14:useLocalDpi xmlns:a14="http://schemas.microsoft.com/office/drawing/2010/main"/>
              </a:ext>
            </a:extLst>
          </a:blip>
          <a:srcRect l="-21"/>
          <a:stretch/>
        </p:blipFill>
        <p:spPr>
          <a:xfrm>
            <a:off x="20" y="10"/>
            <a:ext cx="8966180" cy="4198928"/>
          </a:xfrm>
          <a:prstGeom prst="rect">
            <a:avLst/>
          </a:prstGeom>
          <a:ln>
            <a:noFill/>
          </a:ln>
          <a:effectLst>
            <a:outerShdw blurRad="76200" dist="63500" dir="5040000" algn="tl" rotWithShape="0">
              <a:srgbClr val="000000">
                <a:alpha val="41000"/>
              </a:srgbClr>
            </a:outerShdw>
          </a:effectLst>
        </p:spPr>
      </p:pic>
    </p:spTree>
    <p:extLst>
      <p:ext uri="{BB962C8B-B14F-4D97-AF65-F5344CB8AC3E}">
        <p14:creationId xmlns:p14="http://schemas.microsoft.com/office/powerpoint/2010/main" val="1510489685"/>
      </p:ext>
    </p:extLst>
  </p:cSld>
  <p:clrMapOvr>
    <a:masterClrMapping/>
  </p:clrMapOvr>
</p:sld>
</file>

<file path=ppt/slides/slide4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212596517"/>
      </p:ext>
    </p:extLst>
  </p:cSld>
  <p:clrMapOvr>
    <a:masterClrMapping/>
  </p:clrMapOvr>
</p:sld>
</file>

<file path=ppt/slides/slide4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080553978"/>
      </p:ext>
    </p:extLst>
  </p:cSld>
  <p:clrMapOvr>
    <a:masterClrMapping/>
  </p:clrMapOvr>
</p:sld>
</file>

<file path=ppt/slides/slide4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13049366"/>
      </p:ext>
    </p:extLst>
  </p:cSld>
  <p:clrMapOvr>
    <a:masterClrMapping/>
  </p:clrMapOvr>
</p:sld>
</file>

<file path=ppt/slides/slide4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49476872"/>
      </p:ext>
    </p:extLst>
  </p:cSld>
  <p:clrMapOvr>
    <a:masterClrMapping/>
  </p:clrMapOvr>
</p:sld>
</file>

<file path=ppt/slides/slide4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5012121"/>
      </p:ext>
    </p:extLst>
  </p:cSld>
  <p:clrMapOvr>
    <a:masterClrMapping/>
  </p:clrMapOvr>
</p:sld>
</file>

<file path=ppt/slides/slide4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9960724"/>
      </p:ext>
    </p:extLst>
  </p:cSld>
  <p:clrMapOvr>
    <a:masterClrMapping/>
  </p:clrMapOvr>
</p:sld>
</file>

<file path=ppt/slides/slide4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76807575"/>
      </p:ext>
    </p:extLst>
  </p:cSld>
  <p:clrMapOvr>
    <a:masterClrMapping/>
  </p:clrMapOvr>
</p:sld>
</file>

<file path=ppt/slides/slide4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039230709"/>
      </p:ext>
    </p:extLst>
  </p:cSld>
  <p:clrMapOvr>
    <a:masterClrMapping/>
  </p:clrMapOvr>
</p:sld>
</file>

<file path=ppt/slides/slide4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47880138"/>
      </p:ext>
    </p:extLst>
  </p:cSld>
  <p:clrMapOvr>
    <a:masterClrMapping/>
  </p:clrMapOvr>
</p:sld>
</file>

<file path=ppt/slides/slide4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18569768"/>
      </p:ext>
    </p:extLst>
  </p:cSld>
  <p:clrMapOvr>
    <a:masterClrMapping/>
  </p:clrMapOvr>
</p:sld>
</file>

<file path=ppt/slides/slide4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83115284"/>
      </p:ext>
    </p:extLst>
  </p:cSld>
  <p:clrMapOvr>
    <a:masterClrMapping/>
  </p:clrMapOvr>
</p:sld>
</file>

<file path=ppt/slides/slide4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47888064"/>
      </p:ext>
    </p:extLst>
  </p:cSld>
  <p:clrMapOvr>
    <a:masterClrMapping/>
  </p:clrMapOvr>
</p:sld>
</file>

<file path=ppt/slides/slide4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86204055"/>
      </p:ext>
    </p:extLst>
  </p:cSld>
  <p:clrMapOvr>
    <a:masterClrMapping/>
  </p:clrMapOvr>
</p:sld>
</file>

<file path=ppt/slides/slide4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2189841"/>
      </p:ext>
    </p:extLst>
  </p:cSld>
  <p:clrMapOvr>
    <a:masterClrMapping/>
  </p:clrMapOvr>
</p:sld>
</file>

<file path=ppt/slides/slide4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04451670"/>
      </p:ext>
    </p:extLst>
  </p:cSld>
  <p:clrMapOvr>
    <a:masterClrMapping/>
  </p:clrMapOvr>
</p:sld>
</file>

<file path=ppt/slides/slide4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37209925"/>
      </p:ext>
    </p:extLst>
  </p:cSld>
  <p:clrMapOvr>
    <a:masterClrMapping/>
  </p:clrMapOvr>
</p:sld>
</file>

<file path=ppt/slides/slide4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905531220"/>
      </p:ext>
    </p:extLst>
  </p:cSld>
  <p:clrMapOvr>
    <a:masterClrMapping/>
  </p:clrMapOvr>
</p:sld>
</file>

<file path=ppt/slides/slide4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919742037"/>
      </p:ext>
    </p:extLst>
  </p:cSld>
  <p:clrMapOvr>
    <a:masterClrMapping/>
  </p:clrMapOvr>
</p:sld>
</file>

<file path=ppt/slides/slide4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9194329"/>
      </p:ext>
    </p:extLst>
  </p:cSld>
  <p:clrMapOvr>
    <a:masterClrMapping/>
  </p:clrMapOvr>
</p:sld>
</file>

<file path=ppt/slides/slide4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44593637"/>
      </p:ext>
    </p:extLst>
  </p:cSld>
  <p:clrMapOvr>
    <a:masterClrMapping/>
  </p:clrMapOvr>
</p:sld>
</file>

<file path=ppt/slides/slide4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80345503"/>
      </p:ext>
    </p:extLst>
  </p:cSld>
  <p:clrMapOvr>
    <a:masterClrMapping/>
  </p:clrMapOvr>
</p:sld>
</file>

<file path=ppt/slides/slide4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12655214"/>
      </p:ext>
    </p:extLst>
  </p:cSld>
  <p:clrMapOvr>
    <a:masterClrMapping/>
  </p:clrMapOvr>
</p:sld>
</file>

<file path=ppt/slides/slide4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4368977"/>
      </p:ext>
    </p:extLst>
  </p:cSld>
  <p:clrMapOvr>
    <a:masterClrMapping/>
  </p:clrMapOvr>
</p:sld>
</file>

<file path=ppt/slides/slide4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394465830"/>
      </p:ext>
    </p:extLst>
  </p:cSld>
  <p:clrMapOvr>
    <a:masterClrMapping/>
  </p:clrMapOvr>
</p:sld>
</file>

<file path=ppt/slides/slide4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72037002"/>
      </p:ext>
    </p:extLst>
  </p:cSld>
  <p:clrMapOvr>
    <a:masterClrMapping/>
  </p:clrMapOvr>
</p:sld>
</file>

<file path=ppt/slides/slide4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60626355"/>
      </p:ext>
    </p:extLst>
  </p:cSld>
  <p:clrMapOvr>
    <a:masterClrMapping/>
  </p:clrMapOvr>
</p:sld>
</file>

<file path=ppt/slides/slide4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97460150"/>
      </p:ext>
    </p:extLst>
  </p:cSld>
  <p:clrMapOvr>
    <a:masterClrMapping/>
  </p:clrMapOvr>
</p:sld>
</file>

<file path=ppt/slides/slide4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6818642"/>
      </p:ext>
    </p:extLst>
  </p:cSld>
  <p:clrMapOvr>
    <a:masterClrMapping/>
  </p:clrMapOvr>
</p:sld>
</file>

<file path=ppt/slides/slide4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030988"/>
      </p:ext>
    </p:extLst>
  </p:cSld>
  <p:clrMapOvr>
    <a:masterClrMapping/>
  </p:clrMapOvr>
</p:sld>
</file>

<file path=ppt/slides/slide4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47475106"/>
      </p:ext>
    </p:extLst>
  </p:cSld>
  <p:clrMapOvr>
    <a:masterClrMapping/>
  </p:clrMapOvr>
</p:sld>
</file>

<file path=ppt/slides/slide4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296288"/>
      </p:ext>
    </p:extLst>
  </p:cSld>
  <p:clrMapOvr>
    <a:masterClrMapping/>
  </p:clrMapOvr>
</p:sld>
</file>

<file path=ppt/slides/slide4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64634563"/>
      </p:ext>
    </p:extLst>
  </p:cSld>
  <p:clrMapOvr>
    <a:masterClrMapping/>
  </p:clrMapOvr>
</p:sld>
</file>

<file path=ppt/slides/slide4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67727761"/>
      </p:ext>
    </p:extLst>
  </p:cSld>
  <p:clrMapOvr>
    <a:masterClrMapping/>
  </p:clrMapOvr>
</p:sld>
</file>

<file path=ppt/slides/slide4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241867707"/>
      </p:ext>
    </p:extLst>
  </p:cSld>
  <p:clrMapOvr>
    <a:masterClrMapping/>
  </p:clrMapOvr>
</p:sld>
</file>

<file path=ppt/slides/slide4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99507260"/>
      </p:ext>
    </p:extLst>
  </p:cSld>
  <p:clrMapOvr>
    <a:masterClrMapping/>
  </p:clrMapOvr>
</p:sld>
</file>

<file path=ppt/slides/slide4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55730737"/>
      </p:ext>
    </p:extLst>
  </p:cSld>
  <p:clrMapOvr>
    <a:masterClrMapping/>
  </p:clrMapOvr>
</p:sld>
</file>

<file path=ppt/slides/slide4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28653297"/>
      </p:ext>
    </p:extLst>
  </p:cSld>
  <p:clrMapOvr>
    <a:masterClrMapping/>
  </p:clrMapOvr>
</p:sld>
</file>

<file path=ppt/slides/slide4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17566712"/>
      </p:ext>
    </p:extLst>
  </p:cSld>
  <p:clrMapOvr>
    <a:masterClrMapping/>
  </p:clrMapOvr>
</p:sld>
</file>

<file path=ppt/slides/slide4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55532022"/>
      </p:ext>
    </p:extLst>
  </p:cSld>
  <p:clrMapOvr>
    <a:masterClrMapping/>
  </p:clrMapOvr>
</p:sld>
</file>

<file path=ppt/slides/slide4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4260896532"/>
      </p:ext>
    </p:extLst>
  </p:cSld>
  <p:clrMapOvr>
    <a:masterClrMapping/>
  </p:clrMapOvr>
</p:sld>
</file>

<file path=ppt/slides/slide4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60749608"/>
      </p:ext>
    </p:extLst>
  </p:cSld>
  <p:clrMapOvr>
    <a:masterClrMapping/>
  </p:clrMapOvr>
</p:sld>
</file>

<file path=ppt/slides/slide4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7740242"/>
      </p:ext>
    </p:extLst>
  </p:cSld>
  <p:clrMapOvr>
    <a:masterClrMapping/>
  </p:clrMapOvr>
</p:sld>
</file>

<file path=ppt/slides/slide4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2694409"/>
      </p:ext>
    </p:extLst>
  </p:cSld>
  <p:clrMapOvr>
    <a:masterClrMapping/>
  </p:clrMapOvr>
</p:sld>
</file>

<file path=ppt/slides/slide4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07944001"/>
      </p:ext>
    </p:extLst>
  </p:cSld>
  <p:clrMapOvr>
    <a:masterClrMapping/>
  </p:clrMapOvr>
</p:sld>
</file>

<file path=ppt/slides/slide4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6787070"/>
      </p:ext>
    </p:extLst>
  </p:cSld>
  <p:clrMapOvr>
    <a:masterClrMapping/>
  </p:clrMapOvr>
</p:sld>
</file>

<file path=ppt/slides/slide4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7087910"/>
      </p:ext>
    </p:extLst>
  </p:cSld>
  <p:clrMapOvr>
    <a:masterClrMapping/>
  </p:clrMapOvr>
</p:sld>
</file>

<file path=ppt/slides/slide4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41531168"/>
      </p:ext>
    </p:extLst>
  </p:cSld>
  <p:clrMapOvr>
    <a:masterClrMapping/>
  </p:clrMapOvr>
</p:sld>
</file>

<file path=ppt/slides/slide4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10253600"/>
      </p:ext>
    </p:extLst>
  </p:cSld>
  <p:clrMapOvr>
    <a:masterClrMapping/>
  </p:clrMapOvr>
</p:sld>
</file>

<file path=ppt/slides/slide4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7529052"/>
      </p:ext>
    </p:extLst>
  </p:cSld>
  <p:clrMapOvr>
    <a:masterClrMapping/>
  </p:clrMapOvr>
</p:sld>
</file>

<file path=ppt/slides/slide4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437112205"/>
      </p:ext>
    </p:extLst>
  </p:cSld>
  <p:clrMapOvr>
    <a:masterClrMapping/>
  </p:clrMapOvr>
</p:sld>
</file>

<file path=ppt/slides/slide4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64666315"/>
      </p:ext>
    </p:extLst>
  </p:cSld>
  <p:clrMapOvr>
    <a:masterClrMapping/>
  </p:clrMapOvr>
</p:sld>
</file>

<file path=ppt/slides/slide4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6269240"/>
      </p:ext>
    </p:extLst>
  </p:cSld>
  <p:clrMapOvr>
    <a:masterClrMapping/>
  </p:clrMapOvr>
</p:sld>
</file>

<file path=ppt/slides/slide4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79048696"/>
      </p:ext>
    </p:extLst>
  </p:cSld>
  <p:clrMapOvr>
    <a:masterClrMapping/>
  </p:clrMapOvr>
</p:sld>
</file>

<file path=ppt/slides/slide4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3305319"/>
      </p:ext>
    </p:extLst>
  </p:cSld>
  <p:clrMapOvr>
    <a:masterClrMapping/>
  </p:clrMapOvr>
</p:sld>
</file>

<file path=ppt/slides/slide4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8752157"/>
      </p:ext>
    </p:extLst>
  </p:cSld>
  <p:clrMapOvr>
    <a:masterClrMapping/>
  </p:clrMapOvr>
</p:sld>
</file>

<file path=ppt/slides/slide4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726326348"/>
      </p:ext>
    </p:extLst>
  </p:cSld>
  <p:clrMapOvr>
    <a:masterClrMapping/>
  </p:clrMapOvr>
</p:sld>
</file>

<file path=ppt/slides/slide4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84369097"/>
      </p:ext>
    </p:extLst>
  </p:cSld>
  <p:clrMapOvr>
    <a:masterClrMapping/>
  </p:clrMapOvr>
</p:sld>
</file>

<file path=ppt/slides/slide4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77027316"/>
      </p:ext>
    </p:extLst>
  </p:cSld>
  <p:clrMapOvr>
    <a:masterClrMapping/>
  </p:clrMapOvr>
</p:sld>
</file>

<file path=ppt/slides/slide4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91641747"/>
      </p:ext>
    </p:extLst>
  </p:cSld>
  <p:clrMapOvr>
    <a:masterClrMapping/>
  </p:clrMapOvr>
</p:sld>
</file>

<file path=ppt/slides/slide4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39459657"/>
      </p:ext>
    </p:extLst>
  </p:cSld>
  <p:clrMapOvr>
    <a:masterClrMapping/>
  </p:clrMapOvr>
</p:sld>
</file>

<file path=ppt/slides/slide4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59667297"/>
      </p:ext>
    </p:extLst>
  </p:cSld>
  <p:clrMapOvr>
    <a:masterClrMapping/>
  </p:clrMapOvr>
</p:sld>
</file>

<file path=ppt/slides/slide4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82257526"/>
      </p:ext>
    </p:extLst>
  </p:cSld>
  <p:clrMapOvr>
    <a:masterClrMapping/>
  </p:clrMapOvr>
</p:sld>
</file>

<file path=ppt/slides/slide4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1747525"/>
      </p:ext>
    </p:extLst>
  </p:cSld>
  <p:clrMapOvr>
    <a:masterClrMapping/>
  </p:clrMapOvr>
</p:sld>
</file>

<file path=ppt/slides/slide4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29957188"/>
      </p:ext>
    </p:extLst>
  </p:cSld>
  <p:clrMapOvr>
    <a:masterClrMapping/>
  </p:clrMapOvr>
</p:sld>
</file>

<file path=ppt/slides/slide4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986706797"/>
      </p:ext>
    </p:extLst>
  </p:cSld>
  <p:clrMapOvr>
    <a:masterClrMapping/>
  </p:clrMapOvr>
</p:sld>
</file>

<file path=ppt/slides/slide4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10453020"/>
      </p:ext>
    </p:extLst>
  </p:cSld>
  <p:clrMapOvr>
    <a:masterClrMapping/>
  </p:clrMapOvr>
</p:sld>
</file>

<file path=ppt/slides/slide4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78900447"/>
      </p:ext>
    </p:extLst>
  </p:cSld>
  <p:clrMapOvr>
    <a:masterClrMapping/>
  </p:clrMapOvr>
</p:sld>
</file>

<file path=ppt/slides/slide4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25856318"/>
      </p:ext>
    </p:extLst>
  </p:cSld>
  <p:clrMapOvr>
    <a:masterClrMapping/>
  </p:clrMapOvr>
</p:sld>
</file>

<file path=ppt/slides/slide4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505623"/>
      </p:ext>
    </p:extLst>
  </p:cSld>
  <p:clrMapOvr>
    <a:masterClrMapping/>
  </p:clrMapOvr>
</p:sld>
</file>

<file path=ppt/slides/slide4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5970164"/>
      </p:ext>
    </p:extLst>
  </p:cSld>
  <p:clrMapOvr>
    <a:masterClrMapping/>
  </p:clrMapOvr>
</p:sld>
</file>

<file path=ppt/slides/slide4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38831268"/>
      </p:ext>
    </p:extLst>
  </p:cSld>
  <p:clrMapOvr>
    <a:masterClrMapping/>
  </p:clrMapOvr>
</p:sld>
</file>

<file path=ppt/slides/slide4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525122979"/>
      </p:ext>
    </p:extLst>
  </p:cSld>
  <p:clrMapOvr>
    <a:masterClrMapping/>
  </p:clrMapOvr>
</p:sld>
</file>

<file path=ppt/slides/slide4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50865399"/>
      </p:ext>
    </p:extLst>
  </p:cSld>
  <p:clrMapOvr>
    <a:masterClrMapping/>
  </p:clrMapOvr>
</p:sld>
</file>

<file path=ppt/slides/slide4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0734319"/>
      </p:ext>
    </p:extLst>
  </p:cSld>
  <p:clrMapOvr>
    <a:masterClrMapping/>
  </p:clrMapOvr>
</p:sld>
</file>

<file path=ppt/slides/slide4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4113521"/>
      </p:ext>
    </p:extLst>
  </p:cSld>
  <p:clrMapOvr>
    <a:masterClrMapping/>
  </p:clrMapOvr>
</p:sld>
</file>

<file path=ppt/slides/slide4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09878913"/>
      </p:ext>
    </p:extLst>
  </p:cSld>
  <p:clrMapOvr>
    <a:masterClrMapping/>
  </p:clrMapOvr>
</p:sld>
</file>

<file path=ppt/slides/slide4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4299893"/>
      </p:ext>
    </p:extLst>
  </p:cSld>
  <p:clrMapOvr>
    <a:masterClrMapping/>
  </p:clrMapOvr>
</p:sld>
</file>

<file path=ppt/slides/slide4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89162198"/>
      </p:ext>
    </p:extLst>
  </p:cSld>
  <p:clrMapOvr>
    <a:masterClrMapping/>
  </p:clrMapOvr>
</p:sld>
</file>

<file path=ppt/slides/slide4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3991924"/>
      </p:ext>
    </p:extLst>
  </p:cSld>
  <p:clrMapOvr>
    <a:masterClrMapping/>
  </p:clrMapOvr>
</p:sld>
</file>

<file path=ppt/slides/slide4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93631725"/>
      </p:ext>
    </p:extLst>
  </p:cSld>
  <p:clrMapOvr>
    <a:masterClrMapping/>
  </p:clrMapOvr>
</p:sld>
</file>

<file path=ppt/slides/slide4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52311021"/>
      </p:ext>
    </p:extLst>
  </p:cSld>
  <p:clrMapOvr>
    <a:masterClrMapping/>
  </p:clrMapOvr>
</p:sld>
</file>

<file path=ppt/slides/slide4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006047456"/>
      </p:ext>
    </p:extLst>
  </p:cSld>
  <p:clrMapOvr>
    <a:masterClrMapping/>
  </p:clrMapOvr>
</p:sld>
</file>

<file path=ppt/slides/slide4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2443270"/>
      </p:ext>
    </p:extLst>
  </p:cSld>
  <p:clrMapOvr>
    <a:masterClrMapping/>
  </p:clrMapOvr>
</p:sld>
</file>

<file path=ppt/slides/slide4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83131425"/>
      </p:ext>
    </p:extLst>
  </p:cSld>
  <p:clrMapOvr>
    <a:masterClrMapping/>
  </p:clrMapOvr>
</p:sld>
</file>

<file path=ppt/slides/slide4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0318844"/>
      </p:ext>
    </p:extLst>
  </p:cSld>
  <p:clrMapOvr>
    <a:masterClrMapping/>
  </p:clrMapOvr>
</p:sld>
</file>

<file path=ppt/slides/slide4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3002020"/>
      </p:ext>
    </p:extLst>
  </p:cSld>
  <p:clrMapOvr>
    <a:masterClrMapping/>
  </p:clrMapOvr>
</p:sld>
</file>

<file path=ppt/slides/slide4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82061523"/>
      </p:ext>
    </p:extLst>
  </p:cSld>
  <p:clrMapOvr>
    <a:masterClrMapping/>
  </p:clrMapOvr>
</p:sld>
</file>

<file path=ppt/slides/slide4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612846213"/>
      </p:ext>
    </p:extLst>
  </p:cSld>
  <p:clrMapOvr>
    <a:masterClrMapping/>
  </p:clrMapOvr>
</p:sld>
</file>

<file path=ppt/slides/slide4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37107446"/>
      </p:ext>
    </p:extLst>
  </p:cSld>
  <p:clrMapOvr>
    <a:masterClrMapping/>
  </p:clrMapOvr>
</p:sld>
</file>

<file path=ppt/slides/slide4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9718581"/>
      </p:ext>
    </p:extLst>
  </p:cSld>
  <p:clrMapOvr>
    <a:masterClrMapping/>
  </p:clrMapOvr>
</p:sld>
</file>

<file path=ppt/slides/slide4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96060554"/>
      </p:ext>
    </p:extLst>
  </p:cSld>
  <p:clrMapOvr>
    <a:masterClrMapping/>
  </p:clrMapOvr>
</p:sld>
</file>

<file path=ppt/slides/slide4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9041800"/>
      </p:ext>
    </p:extLst>
  </p:cSld>
  <p:clrMapOvr>
    <a:masterClrMapping/>
  </p:clrMapOvr>
</p:sld>
</file>

<file path=ppt/slides/slide4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10891716"/>
      </p:ext>
    </p:extLst>
  </p:cSld>
  <p:clrMapOvr>
    <a:masterClrMapping/>
  </p:clrMapOvr>
</p:sld>
</file>

<file path=ppt/slides/slide4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99767531"/>
      </p:ext>
    </p:extLst>
  </p:cSld>
  <p:clrMapOvr>
    <a:masterClrMapping/>
  </p:clrMapOvr>
</p:sld>
</file>

<file path=ppt/slides/slide4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9576056"/>
      </p:ext>
    </p:extLst>
  </p:cSld>
  <p:clrMapOvr>
    <a:masterClrMapping/>
  </p:clrMapOvr>
</p:sld>
</file>

<file path=ppt/slides/slide4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86832138"/>
      </p:ext>
    </p:extLst>
  </p:cSld>
  <p:clrMapOvr>
    <a:masterClrMapping/>
  </p:clrMapOvr>
</p:sld>
</file>

<file path=ppt/slides/slide4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699079814"/>
      </p:ext>
    </p:extLst>
  </p:cSld>
  <p:clrMapOvr>
    <a:masterClrMapping/>
  </p:clrMapOvr>
</p:sld>
</file>

<file path=ppt/slides/slide4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816750486"/>
      </p:ext>
    </p:extLst>
  </p:cSld>
  <p:clrMapOvr>
    <a:masterClrMapping/>
  </p:clrMapOvr>
</p:sld>
</file>

<file path=ppt/slides/slide4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6801476"/>
      </p:ext>
    </p:extLst>
  </p:cSld>
  <p:clrMapOvr>
    <a:masterClrMapping/>
  </p:clrMapOvr>
</p:sld>
</file>

<file path=ppt/slides/slide4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69793440"/>
      </p:ext>
    </p:extLst>
  </p:cSld>
  <p:clrMapOvr>
    <a:masterClrMapping/>
  </p:clrMapOvr>
</p:sld>
</file>

<file path=ppt/slides/slide4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03437078"/>
      </p:ext>
    </p:extLst>
  </p:cSld>
  <p:clrMapOvr>
    <a:masterClrMapping/>
  </p:clrMapOvr>
</p:sld>
</file>

<file path=ppt/slides/slide4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40862060"/>
      </p:ext>
    </p:extLst>
  </p:cSld>
  <p:clrMapOvr>
    <a:masterClrMapping/>
  </p:clrMapOvr>
</p:sld>
</file>

<file path=ppt/slides/slide4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8011336"/>
      </p:ext>
    </p:extLst>
  </p:cSld>
  <p:clrMapOvr>
    <a:masterClrMapping/>
  </p:clrMapOvr>
</p:sld>
</file>

<file path=ppt/slides/slide4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143931686"/>
      </p:ext>
    </p:extLst>
  </p:cSld>
  <p:clrMapOvr>
    <a:masterClrMapping/>
  </p:clrMapOvr>
</p:sld>
</file>

<file path=ppt/slides/slide4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8469624"/>
      </p:ext>
    </p:extLst>
  </p:cSld>
  <p:clrMapOvr>
    <a:masterClrMapping/>
  </p:clrMapOvr>
</p:sld>
</file>

<file path=ppt/slides/slide4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5619274"/>
      </p:ext>
    </p:extLst>
  </p:cSld>
  <p:clrMapOvr>
    <a:masterClrMapping/>
  </p:clrMapOvr>
</p:sld>
</file>

<file path=ppt/slides/slide4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43567694"/>
      </p:ext>
    </p:extLst>
  </p:cSld>
  <p:clrMapOvr>
    <a:masterClrMapping/>
  </p:clrMapOvr>
</p:sld>
</file>

<file path=ppt/slides/slide4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11072643"/>
      </p:ext>
    </p:extLst>
  </p:cSld>
  <p:clrMapOvr>
    <a:masterClrMapping/>
  </p:clrMapOvr>
</p:sld>
</file>

<file path=ppt/slides/slide4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9644400"/>
      </p:ext>
    </p:extLst>
  </p:cSld>
  <p:clrMapOvr>
    <a:masterClrMapping/>
  </p:clrMapOvr>
</p:sld>
</file>

<file path=ppt/slides/slide4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32988435"/>
      </p:ext>
    </p:extLst>
  </p:cSld>
  <p:clrMapOvr>
    <a:masterClrMapping/>
  </p:clrMapOvr>
</p:sld>
</file>

<file path=ppt/slides/slide4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34150591"/>
      </p:ext>
    </p:extLst>
  </p:cSld>
  <p:clrMapOvr>
    <a:masterClrMapping/>
  </p:clrMapOvr>
</p:sld>
</file>

<file path=ppt/slides/slide4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84794472"/>
      </p:ext>
    </p:extLst>
  </p:cSld>
  <p:clrMapOvr>
    <a:masterClrMapping/>
  </p:clrMapOvr>
</p:sld>
</file>

<file path=ppt/slides/slide4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8180313"/>
      </p:ext>
    </p:extLst>
  </p:cSld>
  <p:clrMapOvr>
    <a:masterClrMapping/>
  </p:clrMapOvr>
</p:sld>
</file>

<file path=ppt/slides/slide4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55029565"/>
      </p:ext>
    </p:extLst>
  </p:cSld>
  <p:clrMapOvr>
    <a:masterClrMapping/>
  </p:clrMapOvr>
</p:sld>
</file>

<file path=ppt/slides/slide4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4125222"/>
      </p:ext>
    </p:extLst>
  </p:cSld>
  <p:clrMapOvr>
    <a:masterClrMapping/>
  </p:clrMapOvr>
</p:sld>
</file>

<file path=ppt/slides/slide4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87159347"/>
      </p:ext>
    </p:extLst>
  </p:cSld>
  <p:clrMapOvr>
    <a:masterClrMapping/>
  </p:clrMapOvr>
</p:sld>
</file>

<file path=ppt/slides/slide4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65582821"/>
      </p:ext>
    </p:extLst>
  </p:cSld>
  <p:clrMapOvr>
    <a:masterClrMapping/>
  </p:clrMapOvr>
</p:sld>
</file>

<file path=ppt/slides/slide4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6842644"/>
      </p:ext>
    </p:extLst>
  </p:cSld>
  <p:clrMapOvr>
    <a:masterClrMapping/>
  </p:clrMapOvr>
</p:sld>
</file>

<file path=ppt/slides/slide4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759058855"/>
      </p:ext>
    </p:extLst>
  </p:cSld>
  <p:clrMapOvr>
    <a:masterClrMapping/>
  </p:clrMapOvr>
</p:sld>
</file>

<file path=ppt/slides/slide4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244295908"/>
      </p:ext>
    </p:extLst>
  </p:cSld>
  <p:clrMapOvr>
    <a:masterClrMapping/>
  </p:clrMapOvr>
</p:sld>
</file>

<file path=ppt/slides/slide4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13825735"/>
      </p:ext>
    </p:extLst>
  </p:cSld>
  <p:clrMapOvr>
    <a:masterClrMapping/>
  </p:clrMapOvr>
</p:sld>
</file>

<file path=ppt/slides/slide4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72800743"/>
      </p:ext>
    </p:extLst>
  </p:cSld>
  <p:clrMapOvr>
    <a:masterClrMapping/>
  </p:clrMapOvr>
</p:sld>
</file>

<file path=ppt/slides/slide4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7404018"/>
      </p:ext>
    </p:extLst>
  </p:cSld>
  <p:clrMapOvr>
    <a:masterClrMapping/>
  </p:clrMapOvr>
</p:sld>
</file>

<file path=ppt/slides/slide4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6059560"/>
      </p:ext>
    </p:extLst>
  </p:cSld>
  <p:clrMapOvr>
    <a:masterClrMapping/>
  </p:clrMapOvr>
</p:sld>
</file>

<file path=ppt/slides/slide4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76391889"/>
      </p:ext>
    </p:extLst>
  </p:cSld>
  <p:clrMapOvr>
    <a:masterClrMapping/>
  </p:clrMapOvr>
</p:sld>
</file>

<file path=ppt/slides/slide4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97072209"/>
      </p:ext>
    </p:extLst>
  </p:cSld>
  <p:clrMapOvr>
    <a:masterClrMapping/>
  </p:clrMapOvr>
</p:sld>
</file>

<file path=ppt/slides/slide4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38312152"/>
      </p:ext>
    </p:extLst>
  </p:cSld>
  <p:clrMapOvr>
    <a:masterClrMapping/>
  </p:clrMapOvr>
</p:sld>
</file>

<file path=ppt/slides/slide4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72505691"/>
      </p:ext>
    </p:extLst>
  </p:cSld>
  <p:clrMapOvr>
    <a:masterClrMapping/>
  </p:clrMapOvr>
</p:sld>
</file>

<file path=ppt/slides/slide4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353923527"/>
      </p:ext>
    </p:extLst>
  </p:cSld>
  <p:clrMapOvr>
    <a:masterClrMapping/>
  </p:clrMapOvr>
</p:sld>
</file>

<file path=ppt/slides/slide4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4046802690"/>
      </p:ext>
    </p:extLst>
  </p:cSld>
  <p:clrMapOvr>
    <a:masterClrMapping/>
  </p:clrMapOvr>
</p:sld>
</file>

<file path=ppt/slides/slide4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006522524"/>
      </p:ext>
    </p:extLst>
  </p:cSld>
  <p:clrMapOvr>
    <a:masterClrMapping/>
  </p:clrMapOvr>
</p:sld>
</file>

<file path=ppt/slides/slide4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35961932"/>
      </p:ext>
    </p:extLst>
  </p:cSld>
  <p:clrMapOvr>
    <a:masterClrMapping/>
  </p:clrMapOvr>
</p:sld>
</file>

<file path=ppt/slides/slide4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56689571"/>
      </p:ext>
    </p:extLst>
  </p:cSld>
  <p:clrMapOvr>
    <a:masterClrMapping/>
  </p:clrMapOvr>
</p:sld>
</file>

<file path=ppt/slides/slide4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2746003"/>
      </p:ext>
    </p:extLst>
  </p:cSld>
  <p:clrMapOvr>
    <a:masterClrMapping/>
  </p:clrMapOvr>
</p:sld>
</file>

<file path=ppt/slides/slide4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269942"/>
      </p:ext>
    </p:extLst>
  </p:cSld>
  <p:clrMapOvr>
    <a:masterClrMapping/>
  </p:clrMapOvr>
</p:sld>
</file>

<file path=ppt/slides/slide4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873605807"/>
      </p:ext>
    </p:extLst>
  </p:cSld>
  <p:clrMapOvr>
    <a:masterClrMapping/>
  </p:clrMapOvr>
</p:sld>
</file>

<file path=ppt/slides/slide4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526724274"/>
      </p:ext>
    </p:extLst>
  </p:cSld>
  <p:clrMapOvr>
    <a:masterClrMapping/>
  </p:clrMapOvr>
</p:sld>
</file>

<file path=ppt/slides/slide4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41506884"/>
      </p:ext>
    </p:extLst>
  </p:cSld>
  <p:clrMapOvr>
    <a:masterClrMapping/>
  </p:clrMapOvr>
</p:sld>
</file>

<file path=ppt/slides/slide4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25765437"/>
      </p:ext>
    </p:extLst>
  </p:cSld>
  <p:clrMapOvr>
    <a:masterClrMapping/>
  </p:clrMapOvr>
</p:sld>
</file>

<file path=ppt/slides/slide4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66994938"/>
      </p:ext>
    </p:extLst>
  </p:cSld>
  <p:clrMapOvr>
    <a:masterClrMapping/>
  </p:clrMapOvr>
</p:sld>
</file>

<file path=ppt/slides/slide4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1578628"/>
      </p:ext>
    </p:extLst>
  </p:cSld>
  <p:clrMapOvr>
    <a:masterClrMapping/>
  </p:clrMapOvr>
</p:sld>
</file>

<file path=ppt/slides/slide4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9681035"/>
      </p:ext>
    </p:extLst>
  </p:cSld>
  <p:clrMapOvr>
    <a:masterClrMapping/>
  </p:clrMapOvr>
</p:sld>
</file>

<file path=ppt/slides/slide4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58604703"/>
      </p:ext>
    </p:extLst>
  </p:cSld>
  <p:clrMapOvr>
    <a:masterClrMapping/>
  </p:clrMapOvr>
</p:sld>
</file>

<file path=ppt/slides/slide4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8592131"/>
      </p:ext>
    </p:extLst>
  </p:cSld>
  <p:clrMapOvr>
    <a:masterClrMapping/>
  </p:clrMapOvr>
</p:sld>
</file>

<file path=ppt/slides/slide4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496247425"/>
      </p:ext>
    </p:extLst>
  </p:cSld>
  <p:clrMapOvr>
    <a:masterClrMapping/>
  </p:clrMapOvr>
</p:sld>
</file>

<file path=ppt/slides/slide4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105108981"/>
      </p:ext>
    </p:extLst>
  </p:cSld>
  <p:clrMapOvr>
    <a:masterClrMapping/>
  </p:clrMapOvr>
</p:sld>
</file>

<file path=ppt/slides/slide4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9917"/>
      </p:ext>
    </p:extLst>
  </p:cSld>
  <p:clrMapOvr>
    <a:masterClrMapping/>
  </p:clrMapOvr>
</p:sld>
</file>

<file path=ppt/slides/slide4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693795291"/>
      </p:ext>
    </p:extLst>
  </p:cSld>
  <p:clrMapOvr>
    <a:masterClrMapping/>
  </p:clrMapOvr>
</p:sld>
</file>

<file path=ppt/slides/slide4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57553991"/>
      </p:ext>
    </p:extLst>
  </p:cSld>
  <p:clrMapOvr>
    <a:masterClrMapping/>
  </p:clrMapOvr>
</p:sld>
</file>

<file path=ppt/slides/slide4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9798103"/>
      </p:ext>
    </p:extLst>
  </p:cSld>
  <p:clrMapOvr>
    <a:masterClrMapping/>
  </p:clrMapOvr>
</p:sld>
</file>

<file path=ppt/slides/slide4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15946399"/>
      </p:ext>
    </p:extLst>
  </p:cSld>
  <p:clrMapOvr>
    <a:masterClrMapping/>
  </p:clrMapOvr>
</p:sld>
</file>

<file path=ppt/slides/slide4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665656887"/>
      </p:ext>
    </p:extLst>
  </p:cSld>
  <p:clrMapOvr>
    <a:masterClrMapping/>
  </p:clrMapOvr>
</p:sld>
</file>

<file path=ppt/slides/slide4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98080380"/>
      </p:ext>
    </p:extLst>
  </p:cSld>
  <p:clrMapOvr>
    <a:masterClrMapping/>
  </p:clrMapOvr>
</p:sld>
</file>

<file path=ppt/slides/slide4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93549239"/>
      </p:ext>
    </p:extLst>
  </p:cSld>
  <p:clrMapOvr>
    <a:masterClrMapping/>
  </p:clrMapOvr>
</p:sld>
</file>

<file path=ppt/slides/slide4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24629004"/>
      </p:ext>
    </p:extLst>
  </p:cSld>
  <p:clrMapOvr>
    <a:masterClrMapping/>
  </p:clrMapOvr>
</p:sld>
</file>

<file path=ppt/slides/slide4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75145617"/>
      </p:ext>
    </p:extLst>
  </p:cSld>
  <p:clrMapOvr>
    <a:masterClrMapping/>
  </p:clrMapOvr>
</p:sld>
</file>

<file path=ppt/slides/slide4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28043440"/>
      </p:ext>
    </p:extLst>
  </p:cSld>
  <p:clrMapOvr>
    <a:masterClrMapping/>
  </p:clrMapOvr>
</p:sld>
</file>

<file path=ppt/slides/slide4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6129108"/>
      </p:ext>
    </p:extLst>
  </p:cSld>
  <p:clrMapOvr>
    <a:masterClrMapping/>
  </p:clrMapOvr>
</p:sld>
</file>

<file path=ppt/slides/slide4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110325248"/>
      </p:ext>
    </p:extLst>
  </p:cSld>
  <p:clrMapOvr>
    <a:masterClrMapping/>
  </p:clrMapOvr>
</p:sld>
</file>

<file path=ppt/slides/slide4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575961"/>
      </p:ext>
    </p:extLst>
  </p:cSld>
  <p:clrMapOvr>
    <a:masterClrMapping/>
  </p:clrMapOvr>
</p:sld>
</file>

<file path=ppt/slides/slide4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017414494"/>
      </p:ext>
    </p:extLst>
  </p:cSld>
  <p:clrMapOvr>
    <a:masterClrMapping/>
  </p:clrMapOvr>
</p:sld>
</file>

<file path=ppt/slides/slide4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534578478"/>
      </p:ext>
    </p:extLst>
  </p:cSld>
  <p:clrMapOvr>
    <a:masterClrMapping/>
  </p:clrMapOvr>
</p:sld>
</file>

<file path=ppt/slides/slide4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53885409"/>
      </p:ext>
    </p:extLst>
  </p:cSld>
  <p:clrMapOvr>
    <a:masterClrMapping/>
  </p:clrMapOvr>
</p:sld>
</file>

<file path=ppt/slides/slide4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7594881"/>
      </p:ext>
    </p:extLst>
  </p:cSld>
  <p:clrMapOvr>
    <a:masterClrMapping/>
  </p:clrMapOvr>
</p:sld>
</file>

<file path=ppt/slides/slide4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630574776"/>
      </p:ext>
    </p:extLst>
  </p:cSld>
  <p:clrMapOvr>
    <a:masterClrMapping/>
  </p:clrMapOvr>
</p:sld>
</file>

<file path=ppt/slides/slide4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394035747"/>
      </p:ext>
    </p:extLst>
  </p:cSld>
  <p:clrMapOvr>
    <a:masterClrMapping/>
  </p:clrMapOvr>
</p:sld>
</file>

<file path=ppt/slides/slide4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554323177"/>
      </p:ext>
    </p:extLst>
  </p:cSld>
  <p:clrMapOvr>
    <a:masterClrMapping/>
  </p:clrMapOvr>
</p:sld>
</file>

<file path=ppt/slides/slide4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863124135"/>
      </p:ext>
    </p:extLst>
  </p:cSld>
  <p:clrMapOvr>
    <a:masterClrMapping/>
  </p:clrMapOvr>
</p:sld>
</file>

<file path=ppt/slides/slide4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28966039"/>
      </p:ext>
    </p:extLst>
  </p:cSld>
  <p:clrMapOvr>
    <a:masterClrMapping/>
  </p:clrMapOvr>
</p:sld>
</file>

<file path=ppt/slides/slide4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85947973"/>
      </p:ext>
    </p:extLst>
  </p:cSld>
  <p:clrMapOvr>
    <a:masterClrMapping/>
  </p:clrMapOvr>
</p:sld>
</file>

<file path=ppt/slides/slide4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7402252"/>
      </p:ext>
    </p:extLst>
  </p:cSld>
  <p:clrMapOvr>
    <a:masterClrMapping/>
  </p:clrMapOvr>
</p:sld>
</file>

<file path=ppt/slides/slide4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13272519"/>
      </p:ext>
    </p:extLst>
  </p:cSld>
  <p:clrMapOvr>
    <a:masterClrMapping/>
  </p:clrMapOvr>
</p:sld>
</file>

<file path=ppt/slides/slide4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14331780"/>
      </p:ext>
    </p:extLst>
  </p:cSld>
  <p:clrMapOvr>
    <a:masterClrMapping/>
  </p:clrMapOvr>
</p:sld>
</file>

<file path=ppt/slides/slide4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01397182"/>
      </p:ext>
    </p:extLst>
  </p:cSld>
  <p:clrMapOvr>
    <a:masterClrMapping/>
  </p:clrMapOvr>
</p:sld>
</file>

<file path=ppt/slides/slide4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61929138"/>
      </p:ext>
    </p:extLst>
  </p:cSld>
  <p:clrMapOvr>
    <a:masterClrMapping/>
  </p:clrMapOvr>
</p:sld>
</file>

<file path=ppt/slides/slide4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61730007"/>
      </p:ext>
    </p:extLst>
  </p:cSld>
  <p:clrMapOvr>
    <a:masterClrMapping/>
  </p:clrMapOvr>
</p:sld>
</file>

<file path=ppt/slides/slide4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754768070"/>
      </p:ext>
    </p:extLst>
  </p:cSld>
  <p:clrMapOvr>
    <a:masterClrMapping/>
  </p:clrMapOvr>
</p:sld>
</file>

<file path=ppt/slides/slide4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86374932"/>
      </p:ext>
    </p:extLst>
  </p:cSld>
  <p:clrMapOvr>
    <a:masterClrMapping/>
  </p:clrMapOvr>
</p:sld>
</file>

<file path=ppt/slides/slide4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108737282"/>
      </p:ext>
    </p:extLst>
  </p:cSld>
  <p:clrMapOvr>
    <a:masterClrMapping/>
  </p:clrMapOvr>
</p:sld>
</file>

<file path=ppt/slides/slide4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56031526"/>
      </p:ext>
    </p:extLst>
  </p:cSld>
  <p:clrMapOvr>
    <a:masterClrMapping/>
  </p:clrMapOvr>
</p:sld>
</file>

<file path=ppt/slides/slide4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886955745"/>
      </p:ext>
    </p:extLst>
  </p:cSld>
  <p:clrMapOvr>
    <a:masterClrMapping/>
  </p:clrMapOvr>
</p:sld>
</file>

<file path=ppt/slides/slide4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5022615"/>
      </p:ext>
    </p:extLst>
  </p:cSld>
  <p:clrMapOvr>
    <a:masterClrMapping/>
  </p:clrMapOvr>
</p:sld>
</file>

<file path=ppt/slides/slide4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71400342"/>
      </p:ext>
    </p:extLst>
  </p:cSld>
  <p:clrMapOvr>
    <a:masterClrMapping/>
  </p:clrMapOvr>
</p:sld>
</file>

<file path=ppt/slides/slide4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21608822"/>
      </p:ext>
    </p:extLst>
  </p:cSld>
  <p:clrMapOvr>
    <a:masterClrMapping/>
  </p:clrMapOvr>
</p:sld>
</file>

<file path=ppt/slides/slide4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023075160"/>
      </p:ext>
    </p:extLst>
  </p:cSld>
  <p:clrMapOvr>
    <a:masterClrMapping/>
  </p:clrMapOvr>
</p:sld>
</file>

<file path=ppt/slides/slide4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79775564"/>
      </p:ext>
    </p:extLst>
  </p:cSld>
  <p:clrMapOvr>
    <a:masterClrMapping/>
  </p:clrMapOvr>
</p:sld>
</file>

<file path=ppt/slides/slide4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52238897"/>
      </p:ext>
    </p:extLst>
  </p:cSld>
  <p:clrMapOvr>
    <a:masterClrMapping/>
  </p:clrMapOvr>
</p:sld>
</file>

<file path=ppt/slides/slide4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0304457"/>
      </p:ext>
    </p:extLst>
  </p:cSld>
  <p:clrMapOvr>
    <a:masterClrMapping/>
  </p:clrMapOvr>
</p:sld>
</file>

<file path=ppt/slides/slide4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202929770"/>
      </p:ext>
    </p:extLst>
  </p:cSld>
  <p:clrMapOvr>
    <a:masterClrMapping/>
  </p:clrMapOvr>
</p:sld>
</file>

<file path=ppt/slides/slide4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42821033"/>
      </p:ext>
    </p:extLst>
  </p:cSld>
  <p:clrMapOvr>
    <a:masterClrMapping/>
  </p:clrMapOvr>
</p:sld>
</file>

<file path=ppt/slides/slide4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885884310"/>
      </p:ext>
    </p:extLst>
  </p:cSld>
  <p:clrMapOvr>
    <a:masterClrMapping/>
  </p:clrMapOvr>
</p:sld>
</file>

<file path=ppt/slides/slide4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44412584"/>
      </p:ext>
    </p:extLst>
  </p:cSld>
  <p:clrMapOvr>
    <a:masterClrMapping/>
  </p:clrMapOvr>
</p:sld>
</file>

<file path=ppt/slides/slide4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32254472"/>
      </p:ext>
    </p:extLst>
  </p:cSld>
  <p:clrMapOvr>
    <a:masterClrMapping/>
  </p:clrMapOvr>
</p:sld>
</file>

<file path=ppt/slides/slide4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505619449"/>
      </p:ext>
    </p:extLst>
  </p:cSld>
  <p:clrMapOvr>
    <a:masterClrMapping/>
  </p:clrMapOvr>
</p:sld>
</file>

<file path=ppt/slides/slide4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528971969"/>
      </p:ext>
    </p:extLst>
  </p:cSld>
  <p:clrMapOvr>
    <a:masterClrMapping/>
  </p:clrMapOvr>
</p:sld>
</file>

<file path=ppt/slides/slide4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36601267"/>
      </p:ext>
    </p:extLst>
  </p:cSld>
  <p:clrMapOvr>
    <a:masterClrMapping/>
  </p:clrMapOvr>
</p:sld>
</file>

<file path=ppt/slides/slide4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83860637"/>
      </p:ext>
    </p:extLst>
  </p:cSld>
  <p:clrMapOvr>
    <a:masterClrMapping/>
  </p:clrMapOvr>
</p:sld>
</file>

<file path=ppt/slides/slide4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5501468"/>
      </p:ext>
    </p:extLst>
  </p:cSld>
  <p:clrMapOvr>
    <a:masterClrMapping/>
  </p:clrMapOvr>
</p:sld>
</file>

<file path=ppt/slides/slide4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98780005"/>
      </p:ext>
    </p:extLst>
  </p:cSld>
  <p:clrMapOvr>
    <a:masterClrMapping/>
  </p:clrMapOvr>
</p:sld>
</file>

<file path=ppt/slides/slide4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0594574"/>
      </p:ext>
    </p:extLst>
  </p:cSld>
  <p:clrMapOvr>
    <a:masterClrMapping/>
  </p:clrMapOvr>
</p:sld>
</file>

<file path=ppt/slides/slide4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351239470"/>
      </p:ext>
    </p:extLst>
  </p:cSld>
  <p:clrMapOvr>
    <a:masterClrMapping/>
  </p:clrMapOvr>
</p:sld>
</file>

<file path=ppt/slides/slide4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82354004"/>
      </p:ext>
    </p:extLst>
  </p:cSld>
  <p:clrMapOvr>
    <a:masterClrMapping/>
  </p:clrMapOvr>
</p:sld>
</file>

<file path=ppt/slides/slide4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026979697"/>
      </p:ext>
    </p:extLst>
  </p:cSld>
  <p:clrMapOvr>
    <a:masterClrMapping/>
  </p:clrMapOvr>
</p:sld>
</file>

<file path=ppt/slides/slide4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30103020"/>
      </p:ext>
    </p:extLst>
  </p:cSld>
  <p:clrMapOvr>
    <a:masterClrMapping/>
  </p:clrMapOvr>
</p:sld>
</file>

<file path=ppt/slides/slide4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478770"/>
      </p:ext>
    </p:extLst>
  </p:cSld>
  <p:clrMapOvr>
    <a:masterClrMapping/>
  </p:clrMapOvr>
</p:sld>
</file>

<file path=ppt/slides/slide4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747891792"/>
      </p:ext>
    </p:extLst>
  </p:cSld>
  <p:clrMapOvr>
    <a:masterClrMapping/>
  </p:clrMapOvr>
</p:sld>
</file>

<file path=ppt/slides/slide4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39253408"/>
      </p:ext>
    </p:extLst>
  </p:cSld>
  <p:clrMapOvr>
    <a:masterClrMapping/>
  </p:clrMapOvr>
</p:sld>
</file>

<file path=ppt/slides/slide4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1504148"/>
      </p:ext>
    </p:extLst>
  </p:cSld>
  <p:clrMapOvr>
    <a:masterClrMapping/>
  </p:clrMapOvr>
</p:sld>
</file>

<file path=ppt/slides/slide4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59973831"/>
      </p:ext>
    </p:extLst>
  </p:cSld>
  <p:clrMapOvr>
    <a:masterClrMapping/>
  </p:clrMapOvr>
</p:sld>
</file>

<file path=ppt/slides/slide4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782214862"/>
      </p:ext>
    </p:extLst>
  </p:cSld>
  <p:clrMapOvr>
    <a:masterClrMapping/>
  </p:clrMapOvr>
</p:sld>
</file>

<file path=ppt/slides/slide4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444050287"/>
      </p:ext>
    </p:extLst>
  </p:cSld>
  <p:clrMapOvr>
    <a:masterClrMapping/>
  </p:clrMapOvr>
</p:sld>
</file>

<file path=ppt/slides/slide4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230103798"/>
      </p:ext>
    </p:extLst>
  </p:cSld>
  <p:clrMapOvr>
    <a:masterClrMapping/>
  </p:clrMapOvr>
</p:sld>
</file>

<file path=ppt/slides/slide4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027437363"/>
      </p:ext>
    </p:extLst>
  </p:cSld>
  <p:clrMapOvr>
    <a:masterClrMapping/>
  </p:clrMapOvr>
</p:sld>
</file>

<file path=ppt/slides/slide4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76293318"/>
      </p:ext>
    </p:extLst>
  </p:cSld>
  <p:clrMapOvr>
    <a:masterClrMapping/>
  </p:clrMapOvr>
</p:sld>
</file>

<file path=ppt/slides/slide4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41914130"/>
      </p:ext>
    </p:extLst>
  </p:cSld>
  <p:clrMapOvr>
    <a:masterClrMapping/>
  </p:clrMapOvr>
</p:sld>
</file>

<file path=ppt/slides/slide4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72415730"/>
      </p:ext>
    </p:extLst>
  </p:cSld>
  <p:clrMapOvr>
    <a:masterClrMapping/>
  </p:clrMapOvr>
</p:sld>
</file>

<file path=ppt/slides/slide4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253963626"/>
      </p:ext>
    </p:extLst>
  </p:cSld>
  <p:clrMapOvr>
    <a:masterClrMapping/>
  </p:clrMapOvr>
</p:sld>
</file>

<file path=ppt/slides/slide4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11132394"/>
      </p:ext>
    </p:extLst>
  </p:cSld>
  <p:clrMapOvr>
    <a:masterClrMapping/>
  </p:clrMapOvr>
</p:sld>
</file>

<file path=ppt/slides/slide4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05820445"/>
      </p:ext>
    </p:extLst>
  </p:cSld>
  <p:clrMapOvr>
    <a:masterClrMapping/>
  </p:clrMapOvr>
</p:sld>
</file>

<file path=ppt/slides/slide4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246841173"/>
      </p:ext>
    </p:extLst>
  </p:cSld>
  <p:clrMapOvr>
    <a:masterClrMapping/>
  </p:clrMapOvr>
</p:sld>
</file>

<file path=ppt/slides/slide4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85916522"/>
      </p:ext>
    </p:extLst>
  </p:cSld>
  <p:clrMapOvr>
    <a:masterClrMapping/>
  </p:clrMapOvr>
</p:sld>
</file>

<file path=ppt/slides/slide4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65313119"/>
      </p:ext>
    </p:extLst>
  </p:cSld>
  <p:clrMapOvr>
    <a:masterClrMapping/>
  </p:clrMapOvr>
</p:sld>
</file>

<file path=ppt/slides/slide4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13039291"/>
      </p:ext>
    </p:extLst>
  </p:cSld>
  <p:clrMapOvr>
    <a:masterClrMapping/>
  </p:clrMapOvr>
</p:sld>
</file>

<file path=ppt/slides/slide4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156708812"/>
      </p:ext>
    </p:extLst>
  </p:cSld>
  <p:clrMapOvr>
    <a:masterClrMapping/>
  </p:clrMapOvr>
</p:sld>
</file>

<file path=ppt/slides/slide4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61177950"/>
      </p:ext>
    </p:extLst>
  </p:cSld>
  <p:clrMapOvr>
    <a:masterClrMapping/>
  </p:clrMapOvr>
</p:sld>
</file>

<file path=ppt/slides/slide4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3898391400"/>
      </p:ext>
    </p:extLst>
  </p:cSld>
  <p:clrMapOvr>
    <a:masterClrMapping/>
  </p:clrMapOvr>
</p:sld>
</file>

<file path=ppt/slides/slide4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1021807881"/>
      </p:ext>
    </p:extLst>
  </p:cSld>
  <p:clrMapOvr>
    <a:masterClrMapping/>
  </p:clrMapOvr>
</p:sld>
</file>

<file path=ppt/slides/slide4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35331034"/>
      </p:ext>
    </p:extLst>
  </p:cSld>
  <p:clrMapOvr>
    <a:masterClrMapping/>
  </p:clrMapOvr>
</p:sld>
</file>

<file path=ppt/slides/slide4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925768834"/>
      </p:ext>
    </p:extLst>
  </p:cSld>
  <p:clrMapOvr>
    <a:masterClrMapping/>
  </p:clrMapOvr>
</p:sld>
</file>

<file path=ppt/slides/slide4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695802922"/>
      </p:ext>
    </p:extLst>
  </p:cSld>
  <p:clrMapOvr>
    <a:masterClrMapping/>
  </p:clrMapOvr>
</p:sld>
</file>

<file path=ppt/slides/slide4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282372144"/>
      </p:ext>
    </p:extLst>
  </p:cSld>
  <p:clrMapOvr>
    <a:masterClrMapping/>
  </p:clrMapOvr>
</p:sld>
</file>

<file path=ppt/slides/slide4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55627734"/>
      </p:ext>
    </p:extLst>
  </p:cSld>
  <p:clrMapOvr>
    <a:masterClrMapping/>
  </p:clrMapOvr>
</p:sld>
</file>

<file path=ppt/slides/slide4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1845899123"/>
      </p:ext>
    </p:extLst>
  </p:cSld>
  <p:clrMapOvr>
    <a:masterClrMapping/>
  </p:clrMapOvr>
</p:sld>
</file>

<file path=ppt/slides/slide4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488219638"/>
      </p:ext>
    </p:extLst>
  </p:cSld>
  <p:clrMapOvr>
    <a:masterClrMapping/>
  </p:clrMapOvr>
</p:sld>
</file>

<file path=ppt/slides/slide4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4773825"/>
      </p:ext>
    </p:extLst>
  </p:cSld>
  <p:clrMapOvr>
    <a:masterClrMapping/>
  </p:clrMapOvr>
</p:sld>
</file>

<file path=ppt/slides/slide4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392783797"/>
      </p:ext>
    </p:extLst>
  </p:cSld>
  <p:clrMapOvr>
    <a:masterClrMapping/>
  </p:clrMapOvr>
</p:sld>
</file>

<file path=ppt/slides/slide4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646808124"/>
      </p:ext>
    </p:extLst>
  </p:cSld>
  <p:clrMapOvr>
    <a:masterClrMapping/>
  </p:clrMapOvr>
</p:sld>
</file>

<file path=ppt/slides/slide4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2684572"/>
      </p:ext>
    </p:extLst>
  </p:cSld>
  <p:clrMapOvr>
    <a:masterClrMapping/>
  </p:clrMapOvr>
</p:sld>
</file>

<file path=ppt/slides/slide4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928088030"/>
      </p:ext>
    </p:extLst>
  </p:cSld>
  <p:clrMapOvr>
    <a:masterClrMapping/>
  </p:clrMapOvr>
</p:sld>
</file>

<file path=ppt/slides/slide4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37237955"/>
      </p:ext>
    </p:extLst>
  </p:cSld>
  <p:clrMapOvr>
    <a:masterClrMapping/>
  </p:clrMapOvr>
</p:sld>
</file>

<file path=ppt/slides/slide4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989524299"/>
      </p:ext>
    </p:extLst>
  </p:cSld>
  <p:clrMapOvr>
    <a:masterClrMapping/>
  </p:clrMapOvr>
</p:sld>
</file>

<file path=ppt/slides/slide4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FEBBEB-698D-45A1-A075-2E4E10E50583}"/>
              </a:ext>
            </a:extLst>
          </p:cNvPr>
          <p:cNvSpPr>
            <a:spLocks noGrp="1"/>
          </p:cNvSpPr>
          <p:nvPr>
            <p:ph type="title"/>
          </p:nvPr>
        </p:nvSpPr>
        <p:spPr/>
        <p:txBody>
          <a:bodyPr>
            <a:normAutofit fontScale="90000"/>
          </a:bodyPr>
          <a:lstStyle/>
          <a:p>
            <a:r>
              <a:rPr lang="en-US" dirty="0"/>
              <a:t>VISA:</a:t>
            </a:r>
            <a:br>
              <a:rPr lang="en-US" dirty="0"/>
            </a:br>
            <a:r>
              <a:rPr lang="en-US" dirty="0"/>
              <a:t>4556505219991567</a:t>
            </a:r>
            <a:br>
              <a:rPr lang="en-US" dirty="0"/>
            </a:br>
            <a:r>
              <a:rPr lang="en-US" dirty="0"/>
              <a:t>4556823130168656</a:t>
            </a:r>
            <a:br>
              <a:rPr lang="en-US" dirty="0"/>
            </a:br>
            <a:r>
              <a:rPr lang="en-US" dirty="0"/>
              <a:t>4556840307881514566</a:t>
            </a:r>
          </a:p>
        </p:txBody>
      </p:sp>
      <p:sp>
        <p:nvSpPr>
          <p:cNvPr id="3" name="Content Placeholder 2">
            <a:extLst>
              <a:ext uri="{FF2B5EF4-FFF2-40B4-BE49-F238E27FC236}">
                <a16:creationId xmlns:a16="http://schemas.microsoft.com/office/drawing/2014/main" id="{F5043879-EC3E-4408-AF66-F2E8D59E801B}"/>
              </a:ext>
            </a:extLst>
          </p:cNvPr>
          <p:cNvSpPr>
            <a:spLocks noGrp="1"/>
          </p:cNvSpPr>
          <p:nvPr>
            <p:ph idx="1"/>
          </p:nvPr>
        </p:nvSpPr>
        <p:spPr/>
        <p:txBody>
          <a:bodyPr/>
          <a:lstStyle/>
          <a:p>
            <a:r>
              <a:rPr lang="en-US" dirty="0"/>
              <a:t>VISA:</a:t>
            </a:r>
          </a:p>
          <a:p>
            <a:r>
              <a:rPr lang="en-US" dirty="0"/>
              <a:t>4556505219991567</a:t>
            </a:r>
          </a:p>
          <a:p>
            <a:r>
              <a:rPr lang="en-US" dirty="0"/>
              <a:t>4556823130168656</a:t>
            </a:r>
          </a:p>
          <a:p>
            <a:r>
              <a:rPr lang="en-US" dirty="0"/>
              <a:t>4556840307881514566</a:t>
            </a:r>
          </a:p>
        </p:txBody>
      </p:sp>
    </p:spTree>
    <p:extLst>
      <p:ext uri="{BB962C8B-B14F-4D97-AF65-F5344CB8AC3E}">
        <p14:creationId xmlns:p14="http://schemas.microsoft.com/office/powerpoint/2010/main" val="255592627"/>
      </p:ext>
    </p:extLst>
  </p:cSld>
  <p:clrMapOvr>
    <a:masterClrMapping/>
  </p:clrMapOvr>
</p:sld>
</file>

<file path=ppt/slides/slide4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8183858"/>
      </p:ext>
    </p:extLst>
  </p:cSld>
  <p:clrMapOvr>
    <a:masterClrMapping/>
  </p:clrMapOvr>
</p:sld>
</file>

<file path=ppt/slides/slide4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094680727"/>
      </p:ext>
    </p:extLst>
  </p:cSld>
  <p:clrMapOvr>
    <a:masterClrMapping/>
  </p:clrMapOvr>
</p:sld>
</file>

<file path=ppt/slides/slide4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4137698223"/>
      </p:ext>
    </p:extLst>
  </p:cSld>
  <p:clrMapOvr>
    <a:masterClrMapping/>
  </p:clrMapOvr>
</p:sld>
</file>

<file path=ppt/slides/slide4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481574275"/>
      </p:ext>
    </p:extLst>
  </p:cSld>
  <p:clrMapOvr>
    <a:masterClrMapping/>
  </p:clrMapOvr>
</p:sld>
</file>

<file path=ppt/slides/slide4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841610015"/>
      </p:ext>
    </p:extLst>
  </p:cSld>
  <p:clrMapOvr>
    <a:masterClrMapping/>
  </p:clrMapOvr>
</p:sld>
</file>

<file path=ppt/slides/slide4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
        <p:nvSpPr>
          <p:cNvPr id="4" name="TextBox 3">
            <a:extLst>
              <a:ext uri="{FF2B5EF4-FFF2-40B4-BE49-F238E27FC236}">
                <a16:creationId xmlns:a16="http://schemas.microsoft.com/office/drawing/2014/main" id="{E6C242B2-C7E2-487D-9048-F7DD521D49FA}"/>
              </a:ext>
            </a:extLst>
          </p:cNvPr>
          <p:cNvSpPr txBox="1"/>
          <p:nvPr/>
        </p:nvSpPr>
        <p:spPr>
          <a:xfrm>
            <a:off x="4724400" y="3200400"/>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t>SREQ0164915</a:t>
            </a:r>
          </a:p>
        </p:txBody>
      </p:sp>
    </p:spTree>
    <p:extLst>
      <p:ext uri="{BB962C8B-B14F-4D97-AF65-F5344CB8AC3E}">
        <p14:creationId xmlns:p14="http://schemas.microsoft.com/office/powerpoint/2010/main" val="979280094"/>
      </p:ext>
    </p:extLst>
  </p:cSld>
  <p:clrMapOvr>
    <a:masterClrMapping/>
  </p:clrMapOvr>
</p:sld>
</file>

<file path=ppt/slides/slide4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584361456"/>
      </p:ext>
    </p:extLst>
  </p:cSld>
  <p:clrMapOvr>
    <a:masterClrMapping/>
  </p:clrMapOvr>
</p:sld>
</file>

<file path=ppt/slides/slide4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2193085719"/>
      </p:ext>
    </p:extLst>
  </p:cSld>
  <p:clrMapOvr>
    <a:masterClrMapping/>
  </p:clrMapOvr>
</p:sld>
</file>

<file path=ppt/slides/slide4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86752237"/>
      </p:ext>
    </p:extLst>
  </p:cSld>
  <p:clrMapOvr>
    <a:masterClrMapping/>
  </p:clrMapOvr>
</p:sld>
</file>

<file path=ppt/slides/slide4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47285762"/>
      </p:ext>
    </p:extLst>
  </p:cSld>
  <p:clrMapOvr>
    <a:masterClrMapping/>
  </p:clrMapOvr>
</p:sld>
</file>

<file path=ppt/slides/slide4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772813519"/>
      </p:ext>
    </p:extLst>
  </p:cSld>
  <p:clrMapOvr>
    <a:masterClrMapping/>
  </p:clrMapOvr>
</p:sld>
</file>

<file path=ppt/slides/slide4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309536473"/>
      </p:ext>
    </p:extLst>
  </p:cSld>
  <p:clrMapOvr>
    <a:masterClrMapping/>
  </p:clrMapOvr>
</p:sld>
</file>

<file path=ppt/slides/slide4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3544303429"/>
      </p:ext>
    </p:extLst>
  </p:cSld>
  <p:clrMapOvr>
    <a:masterClrMapping/>
  </p:clrMapOvr>
</p:sld>
</file>

<file path=ppt/slides/slide4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bouquet of flowers">
            <a:extLst>
              <a:ext uri="{FF2B5EF4-FFF2-40B4-BE49-F238E27FC236}">
                <a16:creationId xmlns:a16="http://schemas.microsoft.com/office/drawing/2014/main" id="{718EB7F9-40D1-422D-8A3D-8DE631B08A57}"/>
              </a:ext>
            </a:extLst>
          </p:cNvPr>
          <p:cNvPicPr>
            <a:picLocks noChangeAspect="1"/>
          </p:cNvPicPr>
          <p:nvPr/>
        </p:nvPicPr>
        <p:blipFill rotWithShape="1">
          <a:blip r:embed="rId3"/>
          <a:srcRect t="7813" b="7813"/>
          <a:stretch/>
        </p:blipFill>
        <p:spPr>
          <a:xfrm>
            <a:off x="-3176" y="10"/>
            <a:ext cx="12192000" cy="6857991"/>
          </a:xfrm>
          <a:prstGeom prst="rect">
            <a:avLst/>
          </a:prstGeom>
        </p:spPr>
      </p:pic>
      <p:sp>
        <p:nvSpPr>
          <p:cNvPr id="2" name="Title 1">
            <a:extLst>
              <a:ext uri="{FF2B5EF4-FFF2-40B4-BE49-F238E27FC236}">
                <a16:creationId xmlns:a16="http://schemas.microsoft.com/office/drawing/2014/main" id="{E48F08EB-495B-4F59-9AE0-81E72B1F1640}"/>
              </a:ext>
            </a:extLst>
          </p:cNvPr>
          <p:cNvSpPr>
            <a:spLocks noGrp="1"/>
          </p:cNvSpPr>
          <p:nvPr>
            <p:ph type="ctrTitle"/>
          </p:nvPr>
        </p:nvSpPr>
        <p:spPr>
          <a:xfrm>
            <a:off x="680322" y="4402667"/>
            <a:ext cx="8133478" cy="940240"/>
          </a:xfrm>
        </p:spPr>
        <p:txBody>
          <a:bodyPr>
            <a:normAutofit/>
          </a:bodyPr>
          <a:lstStyle/>
          <a:p>
            <a:r>
              <a:rPr lang="en-US" sz="4800" dirty="0"/>
              <a:t>CCN  Design</a:t>
            </a:r>
            <a:endParaRPr lang="ru-RU" sz="4800" dirty="0"/>
          </a:p>
        </p:txBody>
      </p:sp>
      <p:sp>
        <p:nvSpPr>
          <p:cNvPr id="3" name="Subtitle 2">
            <a:extLst>
              <a:ext uri="{FF2B5EF4-FFF2-40B4-BE49-F238E27FC236}">
                <a16:creationId xmlns:a16="http://schemas.microsoft.com/office/drawing/2014/main" id="{973B736C-9A72-4014-8CFF-9DFDB6F30F3C}"/>
              </a:ext>
            </a:extLst>
          </p:cNvPr>
          <p:cNvSpPr>
            <a:spLocks noGrp="1"/>
          </p:cNvSpPr>
          <p:nvPr>
            <p:ph type="subTitle" idx="1"/>
          </p:nvPr>
        </p:nvSpPr>
        <p:spPr>
          <a:xfrm>
            <a:off x="680322" y="5342302"/>
            <a:ext cx="8133478" cy="406566"/>
          </a:xfrm>
        </p:spPr>
        <p:txBody>
          <a:bodyPr>
            <a:normAutofit/>
          </a:bodyPr>
          <a:lstStyle/>
          <a:p>
            <a:r>
              <a:rPr lang="en-US" sz="1800" dirty="0"/>
              <a:t>Lorem ipsum dolor sit amet, consectetuer adipiscing elit</a:t>
            </a:r>
            <a:endParaRPr lang="ru-RU" sz="1800" dirty="0"/>
          </a:p>
        </p:txBody>
      </p:sp>
    </p:spTree>
    <p:extLst>
      <p:ext uri="{BB962C8B-B14F-4D97-AF65-F5344CB8AC3E}">
        <p14:creationId xmlns:p14="http://schemas.microsoft.com/office/powerpoint/2010/main" val="1482585084"/>
      </p:ext>
    </p:extLst>
  </p:cSld>
  <p:clrMapOvr>
    <a:masterClrMapping/>
  </p:clrMapOvr>
</p:sld>
</file>

<file path=ppt/theme/theme1.xml><?xml version="1.0" encoding="utf-8"?>
<a:theme xmlns:a="http://schemas.openxmlformats.org/drawingml/2006/main" name="Berlin">
  <a:themeElements>
    <a:clrScheme name="Berlin">
      <a:dk1>
        <a:sysClr val="windowText" lastClr="000000"/>
      </a:dk1>
      <a:lt1>
        <a:sysClr val="window" lastClr="FFFFFF"/>
      </a:lt1>
      <a:dk2>
        <a:srgbClr val="9D360E"/>
      </a:dk2>
      <a:lt2>
        <a:srgbClr val="E7E6E6"/>
      </a:lt2>
      <a:accent1>
        <a:srgbClr val="F09415"/>
      </a:accent1>
      <a:accent2>
        <a:srgbClr val="C1B56B"/>
      </a:accent2>
      <a:accent3>
        <a:srgbClr val="4BAF73"/>
      </a:accent3>
      <a:accent4>
        <a:srgbClr val="5AA6C0"/>
      </a:accent4>
      <a:accent5>
        <a:srgbClr val="D17DF9"/>
      </a:accent5>
      <a:accent6>
        <a:srgbClr val="FA7E5C"/>
      </a:accent6>
      <a:hlink>
        <a:srgbClr val="FFAE3E"/>
      </a:hlink>
      <a:folHlink>
        <a:srgbClr val="FCC77E"/>
      </a:folHlink>
    </a:clrScheme>
    <a:fontScheme name="Berlin">
      <a:majorFont>
        <a:latin typeface="Trebuchet MS" panose="020B060302020202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Trebuchet MS" panose="020B0603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erlin">
      <a:fillStyleLst>
        <a:solidFill>
          <a:schemeClr val="phClr"/>
        </a:solidFill>
        <a:gradFill rotWithShape="1">
          <a:gsLst>
            <a:gs pos="0">
              <a:schemeClr val="phClr">
                <a:tint val="60000"/>
                <a:satMod val="100000"/>
                <a:lumMod val="110000"/>
              </a:schemeClr>
            </a:gs>
            <a:gs pos="100000">
              <a:schemeClr val="phClr">
                <a:tint val="70000"/>
                <a:satMod val="100000"/>
                <a:lumMod val="100000"/>
              </a:schemeClr>
            </a:gs>
          </a:gsLst>
          <a:lin ang="5400000" scaled="0"/>
        </a:gradFill>
        <a:gradFill rotWithShape="1">
          <a:gsLst>
            <a:gs pos="0">
              <a:schemeClr val="phClr">
                <a:tint val="94000"/>
                <a:satMod val="103000"/>
                <a:lumMod val="102000"/>
              </a:schemeClr>
            </a:gs>
            <a:gs pos="50000">
              <a:schemeClr val="phClr">
                <a:shade val="100000"/>
                <a:satMod val="110000"/>
                <a:lumMod val="100000"/>
              </a:schemeClr>
            </a:gs>
            <a:gs pos="100000">
              <a:schemeClr val="phClr">
                <a:shade val="78000"/>
                <a:satMod val="120000"/>
                <a:lumMod val="99000"/>
              </a:schemeClr>
            </a:gs>
          </a:gsLst>
          <a:lin ang="54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6000"/>
                <a:shade val="100000"/>
                <a:hueMod val="270000"/>
                <a:satMod val="200000"/>
                <a:lumMod val="128000"/>
              </a:schemeClr>
            </a:gs>
            <a:gs pos="50000">
              <a:schemeClr val="phClr">
                <a:shade val="100000"/>
                <a:hueMod val="100000"/>
                <a:satMod val="110000"/>
                <a:lumMod val="130000"/>
              </a:schemeClr>
            </a:gs>
            <a:gs pos="100000">
              <a:schemeClr val="phClr">
                <a:shade val="78000"/>
                <a:hueMod val="44000"/>
                <a:satMod val="200000"/>
                <a:lumMod val="69000"/>
              </a:schemeClr>
            </a:gs>
          </a:gsLst>
          <a:lin ang="2520000" scaled="0"/>
        </a:gradFill>
      </a:bgFillStyleLst>
    </a:fmtScheme>
  </a:themeElements>
  <a:objectDefaults/>
  <a:extraClrSchemeLst/>
  <a:extLst>
    <a:ext uri="{05A4C25C-085E-4340-85A3-A5531E510DB2}">
      <thm15:themeFamily xmlns:thm15="http://schemas.microsoft.com/office/thememl/2012/main" name="Berlin" id="{7B5DBA9E-B069-418E-9360-A61BDD0615A4}" vid="{C0CBE056-4EF4-4D92-969E-947779DA7AA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Status xmlns="71af3243-3dd4-4a8d-8c0d-dd76da1f02a5">Not started</Status>
    <MediaServiceKeyPoints xmlns="71af3243-3dd4-4a8d-8c0d-dd76da1f02a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12" ma:contentTypeDescription="Create a new document." ma:contentTypeScope="" ma:versionID="93813dd7ca6ad654711aa0ab317e03a3">
  <xsd:schema xmlns:xsd="http://www.w3.org/2001/XMLSchema" xmlns:xs="http://www.w3.org/2001/XMLSchema" xmlns:p="http://schemas.microsoft.com/office/2006/metadata/properties" xmlns:ns2="71af3243-3dd4-4a8d-8c0d-dd76da1f02a5" xmlns:ns3="16c05727-aa75-4e4a-9b5f-8a80a1165891" targetNamespace="http://schemas.microsoft.com/office/2006/metadata/properties" ma:root="true" ma:fieldsID="f11dc0ce689dd3925e84e4e35398c6e7" ns2:_="" ns3:_="">
    <xsd:import namespace="71af3243-3dd4-4a8d-8c0d-dd76da1f02a5"/>
    <xsd:import namespace="16c05727-aa75-4e4a-9b5f-8a80a1165891"/>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5410AF3-5C4A-4DF5-A085-06F0FFA0EDD7}">
  <ds:schemaRefs>
    <ds:schemaRef ds:uri="http://schemas.microsoft.com/sharepoint/v3/contenttype/forms"/>
  </ds:schemaRefs>
</ds:datastoreItem>
</file>

<file path=customXml/itemProps2.xml><?xml version="1.0" encoding="utf-8"?>
<ds:datastoreItem xmlns:ds="http://schemas.openxmlformats.org/officeDocument/2006/customXml" ds:itemID="{897106F5-236E-4C13-BE3C-3BC181989911}">
  <ds:schemaRefs>
    <ds:schemaRef ds:uri="http://purl.org/dc/elements/1.1/"/>
    <ds:schemaRef ds:uri="http://schemas.microsoft.com/office/2006/metadata/properties"/>
    <ds:schemaRef ds:uri="http://www.w3.org/XML/1998/namespace"/>
    <ds:schemaRef ds:uri="http://schemas.microsoft.com/office/2006/documentManagement/types"/>
    <ds:schemaRef ds:uri="http://purl.org/dc/terms/"/>
    <ds:schemaRef ds:uri="http://schemas.microsoft.com/office/infopath/2007/PartnerControls"/>
    <ds:schemaRef ds:uri="http://schemas.openxmlformats.org/package/2006/metadata/core-properties"/>
    <ds:schemaRef ds:uri="16c05727-aa75-4e4a-9b5f-8a80a1165891"/>
    <ds:schemaRef ds:uri="71af3243-3dd4-4a8d-8c0d-dd76da1f02a5"/>
    <ds:schemaRef ds:uri="http://purl.org/dc/dcmitype/"/>
  </ds:schemaRefs>
</ds:datastoreItem>
</file>

<file path=customXml/itemProps3.xml><?xml version="1.0" encoding="utf-8"?>
<ds:datastoreItem xmlns:ds="http://schemas.openxmlformats.org/officeDocument/2006/customXml" ds:itemID="{AB06D240-9180-4A6B-8ECC-CA2475E0BA7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1af3243-3dd4-4a8d-8c0d-dd76da1f02a5"/>
    <ds:schemaRef ds:uri="16c05727-aa75-4e4a-9b5f-8a80a116589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17</TotalTime>
  <Words>53244</Words>
  <Application>Microsoft Office PowerPoint</Application>
  <PresentationFormat>Widescreen</PresentationFormat>
  <Paragraphs>13680</Paragraphs>
  <Slides>4376</Slides>
  <Notes>4210</Notes>
  <HiddenSlides>0</HiddenSlides>
  <MMClips>0</MMClips>
  <ScaleCrop>false</ScaleCrop>
  <HeadingPairs>
    <vt:vector size="4" baseType="variant">
      <vt:variant>
        <vt:lpstr>Theme</vt:lpstr>
      </vt:variant>
      <vt:variant>
        <vt:i4>1</vt:i4>
      </vt:variant>
      <vt:variant>
        <vt:lpstr>Slide Titles</vt:lpstr>
      </vt:variant>
      <vt:variant>
        <vt:i4>4376</vt:i4>
      </vt:variant>
    </vt:vector>
  </HeadingPairs>
  <TitlesOfParts>
    <vt:vector size="4377" baseType="lpstr">
      <vt:lpstr>Berlin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4916051835416049 4664397414603927 4024007153999524701Strategy</vt:lpstr>
      <vt:lpstr>VISA: 4916051835416049 4664397414603927 4024007153999524701Strategy</vt:lpstr>
      <vt:lpstr>VISA: 4916051835416049 4664397414603927 4024007153999524701Strategy</vt:lpstr>
      <vt:lpstr>VISA: 4916051835416049 4664397414603927 4024007153999524701Strategy</vt:lpstr>
      <vt:lpstr>VISA: 4916051835416049 4664397414603927 4024007153999524701Strategy</vt:lpstr>
      <vt:lpstr>Weather Averages</vt:lpstr>
      <vt:lpstr>Weather Averages</vt:lpstr>
      <vt:lpstr>Weather Averages</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Guide</vt:lpstr>
      <vt:lpstr>Guide</vt:lpstr>
      <vt:lpstr>Ccn   Design</vt:lpstr>
      <vt:lpstr>Guide</vt:lpstr>
      <vt:lpstr>Guide</vt:lpstr>
      <vt:lpstr>Ccn   Design</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Thank You!</vt:lpstr>
      <vt:lpstr>Thank You!</vt:lpstr>
      <vt:lpstr>Thank You!</vt:lpstr>
      <vt:lpstr>Thank You!</vt:lpstr>
      <vt:lpstr>Thank You!</vt:lpstr>
      <vt:lpstr>Thank You!</vt:lpstr>
      <vt:lpstr>Ccn   Design</vt:lpstr>
      <vt:lpstr>Ccn   Design</vt:lpstr>
      <vt:lpstr>Ccn   Design</vt:lpstr>
      <vt:lpstr>Thank You!</vt:lpstr>
      <vt:lpstr>Thank You!</vt:lpstr>
      <vt:lpstr>Thank You!</vt:lpstr>
      <vt:lpstr>Thank You!</vt:lpstr>
      <vt:lpstr>Ccn   Design</vt:lpstr>
      <vt:lpstr>Ccn   Design</vt:lpstr>
      <vt:lpstr>Ccn   Design</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PowerPoint Presentation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4916051835416049 4664397414603927 4024007153999524701Strategy</vt:lpstr>
      <vt:lpstr>VISA: 4916051835416049 4664397414603927 4024007153999524701Strategy</vt:lpstr>
      <vt:lpstr>VISA: 4916051835416049 4664397414603927 4024007153999524701Strategy</vt:lpstr>
      <vt:lpstr>VISA: 4916051835416049 4664397414603927 4024007153999524701Strategy</vt:lpstr>
      <vt:lpstr>VISA: 4916051835416049 4664397414603927 4024007153999524701Strategy</vt:lpstr>
      <vt:lpstr>Weather Averages</vt:lpstr>
      <vt:lpstr>Weather Averages</vt:lpstr>
      <vt:lpstr>Weather Averages</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Guide</vt:lpstr>
      <vt:lpstr>Guide</vt:lpstr>
      <vt:lpstr>Ccn   Design</vt:lpstr>
      <vt:lpstr>Guide</vt:lpstr>
      <vt:lpstr>Guide</vt:lpstr>
      <vt:lpstr>Ccn   Design</vt:lpstr>
      <vt:lpstr>Guide</vt:lpstr>
      <vt:lpstr>Guide</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Thank You!</vt:lpstr>
      <vt:lpstr>Thank You!</vt:lpstr>
      <vt:lpstr>Thank You!</vt:lpstr>
      <vt:lpstr>Thank You!</vt:lpstr>
      <vt:lpstr>Thank You!</vt:lpstr>
      <vt:lpstr>Thank You!</vt:lpstr>
      <vt:lpstr>Ccn   Design</vt:lpstr>
      <vt:lpstr>Ccn   Design</vt:lpstr>
      <vt:lpstr>Ccn   Design</vt:lpstr>
      <vt:lpstr>Thank You!</vt:lpstr>
      <vt:lpstr>Thank You!</vt:lpstr>
      <vt:lpstr>Thank You!</vt:lpstr>
      <vt:lpstr>Thank You!</vt:lpstr>
      <vt:lpstr>Ccn   Design</vt:lpstr>
      <vt:lpstr>Ccn   Design</vt:lpstr>
      <vt:lpstr>Ccn   Design</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Thank You!</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VISA: 4556505219991567 4556823130168656 4556840307881514566</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lpstr>CCN  Design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City Design</dc:title>
  <dc:creator/>
  <cp:lastModifiedBy>Panqa101</cp:lastModifiedBy>
  <cp:revision>303</cp:revision>
  <dcterms:created xsi:type="dcterms:W3CDTF">2020-09-08T23:08:08Z</dcterms:created>
  <dcterms:modified xsi:type="dcterms:W3CDTF">2020-09-22T23:44:12Z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